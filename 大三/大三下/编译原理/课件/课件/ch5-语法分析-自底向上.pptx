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ink/ink1.xml" ContentType="application/inkml+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66" r:id="rId3"/>
  </p:sldMasterIdLst>
  <p:notesMasterIdLst>
    <p:notesMasterId r:id="rId90"/>
  </p:notesMasterIdLst>
  <p:handoutMasterIdLst>
    <p:handoutMasterId r:id="rId91"/>
  </p:handoutMasterIdLst>
  <p:sldIdLst>
    <p:sldId id="1054" r:id="rId4"/>
    <p:sldId id="963" r:id="rId5"/>
    <p:sldId id="964" r:id="rId6"/>
    <p:sldId id="1106" r:id="rId7"/>
    <p:sldId id="1084" r:id="rId8"/>
    <p:sldId id="969" r:id="rId9"/>
    <p:sldId id="1140" r:id="rId10"/>
    <p:sldId id="1141" r:id="rId11"/>
    <p:sldId id="1142" r:id="rId12"/>
    <p:sldId id="1231" r:id="rId13"/>
    <p:sldId id="1232" r:id="rId14"/>
    <p:sldId id="1233" r:id="rId15"/>
    <p:sldId id="1234" r:id="rId16"/>
    <p:sldId id="1235" r:id="rId17"/>
    <p:sldId id="1236" r:id="rId18"/>
    <p:sldId id="1237" r:id="rId19"/>
    <p:sldId id="1238" r:id="rId20"/>
    <p:sldId id="1239" r:id="rId21"/>
    <p:sldId id="1240" r:id="rId22"/>
    <p:sldId id="1241" r:id="rId23"/>
    <p:sldId id="1242" r:id="rId24"/>
    <p:sldId id="1243" r:id="rId25"/>
    <p:sldId id="1244" r:id="rId26"/>
    <p:sldId id="1245" r:id="rId27"/>
    <p:sldId id="1246" r:id="rId28"/>
    <p:sldId id="1247" r:id="rId29"/>
    <p:sldId id="1248" r:id="rId30"/>
    <p:sldId id="1383" r:id="rId31"/>
    <p:sldId id="1250" r:id="rId32"/>
    <p:sldId id="1382" r:id="rId33"/>
    <p:sldId id="1386" r:id="rId34"/>
    <p:sldId id="1384" r:id="rId35"/>
    <p:sldId id="1385" r:id="rId36"/>
    <p:sldId id="1256" r:id="rId37"/>
    <p:sldId id="1257" r:id="rId38"/>
    <p:sldId id="1258" r:id="rId39"/>
    <p:sldId id="1259" r:id="rId40"/>
    <p:sldId id="1260" r:id="rId41"/>
    <p:sldId id="1261" r:id="rId42"/>
    <p:sldId id="1262" r:id="rId43"/>
    <p:sldId id="1263" r:id="rId44"/>
    <p:sldId id="1264" r:id="rId45"/>
    <p:sldId id="1265" r:id="rId46"/>
    <p:sldId id="1266" r:id="rId47"/>
    <p:sldId id="1267" r:id="rId48"/>
    <p:sldId id="1392" r:id="rId49"/>
    <p:sldId id="1269" r:id="rId50"/>
    <p:sldId id="1270" r:id="rId51"/>
    <p:sldId id="1271" r:id="rId52"/>
    <p:sldId id="1393" r:id="rId53"/>
    <p:sldId id="1274" r:id="rId54"/>
    <p:sldId id="1276" r:id="rId55"/>
    <p:sldId id="1277" r:id="rId56"/>
    <p:sldId id="1278" r:id="rId57"/>
    <p:sldId id="1279" r:id="rId58"/>
    <p:sldId id="1280" r:id="rId59"/>
    <p:sldId id="1281" r:id="rId60"/>
    <p:sldId id="1282" r:id="rId61"/>
    <p:sldId id="1283" r:id="rId62"/>
    <p:sldId id="1284" r:id="rId63"/>
    <p:sldId id="1285" r:id="rId64"/>
    <p:sldId id="1286" r:id="rId65"/>
    <p:sldId id="1287" r:id="rId66"/>
    <p:sldId id="1288" r:id="rId67"/>
    <p:sldId id="1289" r:id="rId68"/>
    <p:sldId id="1290" r:id="rId69"/>
    <p:sldId id="1291" r:id="rId70"/>
    <p:sldId id="1292" r:id="rId71"/>
    <p:sldId id="1293" r:id="rId72"/>
    <p:sldId id="1294" r:id="rId73"/>
    <p:sldId id="1295" r:id="rId74"/>
    <p:sldId id="1296" r:id="rId75"/>
    <p:sldId id="1297" r:id="rId76"/>
    <p:sldId id="1298" r:id="rId77"/>
    <p:sldId id="1299" r:id="rId78"/>
    <p:sldId id="1300" r:id="rId79"/>
    <p:sldId id="1301" r:id="rId80"/>
    <p:sldId id="1302" r:id="rId81"/>
    <p:sldId id="1303" r:id="rId82"/>
    <p:sldId id="1304" r:id="rId83"/>
    <p:sldId id="1305" r:id="rId84"/>
    <p:sldId id="1306" r:id="rId85"/>
    <p:sldId id="1307" r:id="rId86"/>
    <p:sldId id="1308" r:id="rId87"/>
    <p:sldId id="1309" r:id="rId88"/>
    <p:sldId id="1310" r:id="rId89"/>
  </p:sldIdLst>
  <p:sldSz cx="9144000" cy="5143500" type="screen16x9"/>
  <p:notesSz cx="6761163" cy="9942513"/>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userDrawn="1">
          <p15:clr>
            <a:srgbClr val="A4A3A4"/>
          </p15:clr>
        </p15:guide>
        <p15:guide id="2" pos="28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CC"/>
    <a:srgbClr val="0000FF"/>
    <a:srgbClr val="FF7C80"/>
    <a:srgbClr val="FF5050"/>
    <a:srgbClr val="FF9966"/>
    <a:srgbClr val="FF6600"/>
    <a:srgbClr val="FF00FF"/>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872" autoAdjust="0"/>
    <p:restoredTop sz="97840"/>
  </p:normalViewPr>
  <p:slideViewPr>
    <p:cSldViewPr showGuides="1">
      <p:cViewPr>
        <p:scale>
          <a:sx n="125" d="100"/>
          <a:sy n="125" d="100"/>
        </p:scale>
        <p:origin x="208" y="160"/>
      </p:cViewPr>
      <p:guideLst>
        <p:guide orient="horz" pos="1620"/>
        <p:guide pos="2892"/>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1292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7074" name="Rectangle 2"/>
          <p:cNvSpPr>
            <a:spLocks noGrp="1" noChangeArrowheads="1"/>
          </p:cNvSpPr>
          <p:nvPr>
            <p:ph type="hdr" sz="quarter"/>
          </p:nvPr>
        </p:nvSpPr>
        <p:spPr bwMode="auto">
          <a:xfrm>
            <a:off x="0" y="0"/>
            <a:ext cx="2930525" cy="496888"/>
          </a:xfrm>
          <a:prstGeom prst="rect">
            <a:avLst/>
          </a:prstGeom>
          <a:noFill/>
          <a:ln>
            <a:noFill/>
          </a:ln>
          <a:effectLst/>
        </p:spPr>
        <p:txBody>
          <a:bodyPr vert="horz" wrap="square" lIns="88093" tIns="44047" rIns="88093" bIns="44047" numCol="1" anchor="t" anchorCtr="0" compatLnSpc="1"/>
          <a:lstStyle>
            <a:lvl1pPr>
              <a:defRPr sz="1200">
                <a:latin typeface="Tahoma" panose="020B0604030504040204" pitchFamily="34"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87075" name="Rectangle 3"/>
          <p:cNvSpPr>
            <a:spLocks noGrp="1" noChangeArrowheads="1"/>
          </p:cNvSpPr>
          <p:nvPr>
            <p:ph type="dt" sz="quarter" idx="1"/>
          </p:nvPr>
        </p:nvSpPr>
        <p:spPr bwMode="auto">
          <a:xfrm>
            <a:off x="3829050" y="0"/>
            <a:ext cx="2930525" cy="496888"/>
          </a:xfrm>
          <a:prstGeom prst="rect">
            <a:avLst/>
          </a:prstGeom>
          <a:noFill/>
          <a:ln>
            <a:noFill/>
          </a:ln>
          <a:effectLst/>
        </p:spPr>
        <p:txBody>
          <a:bodyPr vert="horz" wrap="square" lIns="88093" tIns="44047" rIns="88093" bIns="44047" numCol="1" anchor="t" anchorCtr="0" compatLnSpc="1"/>
          <a:lstStyle>
            <a:lvl1pPr algn="r">
              <a:defRPr sz="1200">
                <a:latin typeface="Tahoma" panose="020B0604030504040204" pitchFamily="34" charset="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BCE4C495-0D0D-4E45-9065-453E6BA2CD7A}" type="datetimeFigureOut">
              <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2025/6/26</a:t>
            </a:fld>
            <a:endPar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87076" name="Rectangle 4"/>
          <p:cNvSpPr>
            <a:spLocks noGrp="1" noChangeArrowheads="1"/>
          </p:cNvSpPr>
          <p:nvPr>
            <p:ph type="ftr" sz="quarter" idx="2"/>
          </p:nvPr>
        </p:nvSpPr>
        <p:spPr bwMode="auto">
          <a:xfrm>
            <a:off x="0" y="9444038"/>
            <a:ext cx="2930525" cy="496888"/>
          </a:xfrm>
          <a:prstGeom prst="rect">
            <a:avLst/>
          </a:prstGeom>
          <a:noFill/>
          <a:ln>
            <a:noFill/>
          </a:ln>
          <a:effectLst/>
        </p:spPr>
        <p:txBody>
          <a:bodyPr vert="horz" wrap="square" lIns="88093" tIns="44047" rIns="88093" bIns="44047" numCol="1" anchor="b" anchorCtr="0" compatLnSpc="1"/>
          <a:lstStyle>
            <a:lvl1pPr>
              <a:defRPr sz="1200">
                <a:latin typeface="Tahoma" panose="020B0604030504040204" pitchFamily="34"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87077" name="Rectangle 5"/>
          <p:cNvSpPr>
            <a:spLocks noGrp="1" noChangeArrowheads="1"/>
          </p:cNvSpPr>
          <p:nvPr>
            <p:ph type="sldNum" sz="quarter" idx="3"/>
          </p:nvPr>
        </p:nvSpPr>
        <p:spPr bwMode="auto">
          <a:xfrm>
            <a:off x="3829050" y="9444038"/>
            <a:ext cx="2930525" cy="496888"/>
          </a:xfrm>
          <a:prstGeom prst="rect">
            <a:avLst/>
          </a:prstGeom>
          <a:noFill/>
          <a:ln>
            <a:noFill/>
          </a:ln>
          <a:effectLst/>
        </p:spPr>
        <p:txBody>
          <a:bodyPr vert="horz" wrap="square" lIns="88093" tIns="44047" rIns="88093" bIns="44047" numCol="1" anchor="b" anchorCtr="0" compatLnSpc="1"/>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AB4DF2EC-31C2-4C30-A31D-D31623CE4637}" type="slidenum">
              <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6-26T14:35:28.589"/>
    </inkml:context>
    <inkml:brush xml:id="br0">
      <inkml:brushProperty name="width" value="0.05292" units="cm"/>
      <inkml:brushProperty name="height" value="0.05292" units="cm"/>
      <inkml:brushProperty name="color" value="#FF0000"/>
    </inkml:brush>
  </inkml:definitions>
  <inkml:trace contextRef="#ctx0" brushRef="#br0">17879 7233 0,'10'0'78,"0"0"-78,20 0 15,19 0 1,1 0 0,-40 0-16,30 0 15,9-10 1,-19 10 0,39-10-1,11 10 1,-1-10-1,-69 10-15,30-10 16,-30 10-16,49-10 16,11-9-1,-1 9 1,-19-30 15,9 20-15,-9-29-1,-10 19 1,-11 0 0,-29 20-16,20-20 15,-10 1 1,0-11 0,-10 10-1,0 0 1,-10-29-1,-20-11 1,-19 21 0,-41-31-1,11 31 1,10-1 15,-1 10-15,1 11-1,-11 9 1,1 0 0,10 0-1,9 10 1,30 10 0,-19 10-1,19 20 1,-10 0-1,1 9 1,-1 11 0,-10 0-1,11 9 17,-1-9-17,20-1 1,0-9-1,-20 10 1,31 9 0,-1-29-1,10 39 1,0-9 0,0-1-1,19-9 1,21 0-1,10 9 1,29 11 0,1-11-1,-21-39 17,-39-20-17,10 0 1,-11 0-1,21-10 1,-30 10-16</inkml:trace>
  <inkml:trace contextRef="#ctx0" brushRef="#br0" timeOffset="1392.07">20786 7174 0,'10'0'31,"10"0"-15,79-10-1,70 10 1,-149 0-16,139 0 15,-70 0 1,-40 0 0,11 0-1,9-10 17,-19-20-17,-10 0 1,-1 10-1,-9-9 1,0-1 0,-10 0-1,-10-20 1,-10 11 0,10-11-1,-10 10 1,0-9-1,0 19 1,-20 0 0,-10 10 15,-20-19-15,-9-1-1,-20 20 1,9 0-1,-9 1 1,-21-1 0,21 20-1,20-10 1,29 10 0,10 0-1,-10 0 1,-19 20-1,-11 9 1,1 11 0,-1 10 15,-19 29-15,19 0-1,20 1 1,40-21-1,0-19 1,0 20 0,30-11-1,0-29 1,20 20 0,79-1-1,19-9 1,-48-10-1,-21 0 1,-29-10 0,-41-10-1</inkml:trace>
  <inkml:trace contextRef="#ctx0" brushRef="#br0" timeOffset="3338.68">17859 9247 0,'0'10'16,"10"-10"-1,30 0 1,-30 0-16,69 0 16,30 20-1,-9-10 1,48-10-1,-38 0 1,9 0 15,-60 0-15,-9-20 0,-40 20-16,39-20 15,11 10 1,-11-39-1,-9 29 1,-30 0 0,10-10-1,0-9 1,-10-11 0,0 0-1,-10-49 1,0 20-1,0-21 1,-10 21 15,-30 10-31,-10 9 32,1 11-17,-21 19 1,1 10-1,-30 0 1,19 20 0,-19 10-1,-10 10 1,-30 20 0,10 9-1,30 11 1,-10-1-1,39-9 1,31-1 15,9-9-15,20 10 0,0-1-1,0 1 1,10-10-1,0 19 1,10 1 0,10 9-1,10-9 1,-11-1 0,11-19-1,10-10 1,0 9-1,29-19 1,30 20 15,30-20-15,50 19 0,-50-29-1,-60 0 1,-39 0-1,-10-10 1,-10 0 0,0 0-1</inkml:trace>
  <inkml:trace contextRef="#ctx0" brushRef="#br0" timeOffset="4961.29">19219 9287 0,'10'0'15,"0"0"-15,59 0 16,70 0 0,-119 0-16,129 0 15,-11 0 1,-48 0 15,-11-10-15,0-10-1,-69 20-15,90-30 16,-41 10 0,1-9-1,-31 9 1,1-10-1,0 0 1,-20 11 0,-10-11-1,-10-69 1,-59-40 0,-1 29-1,40 41 1,-39 0-1,-1 9 17,-9 10-17,20 31 1,9 9 0,0 10-1,-9 0 1,-11 20-1,11 19 1,-11 11 0,1 19-1,-40 60 1,-10 10 0,29-20-1,51-29 16,9-41-15,30-9 0,0-10-1,0 19 1,30-19 0,29 29-1,80 11 1,60-30-1</inkml:trace>
  <inkml:trace contextRef="#ctx0" brushRef="#br0" timeOffset="6130.53">20866 9257 0,'10'0'16,"0"0"-16,-10 10 0,59 0 15,1 10 17,-50-20-32,39 0 15,11 0 1,19 0 0,-69 0-16,59-40 15,1 10 1,-21-9-1,21-21 1,-20 20 0,-1 1-1,-29 9 1,0-10 0,-10-29-1,10-1 16,-20 11-15,0-1 0,-10 11-1,10 39-15,-20-10 16,-20-20 0,-9 1-1,-31-11 1,-29 20-1,40 10 1,-21 20 0,1 0-1,29 10 1,11 30 0,-1-10-1,11-10 16,-11 19-15,-10 21 0,-29 39-16,0 20 31,49-10-15,10-29-1,30 9 1,0 0-1,40-9 1,10-21 0,39 1-1,10-21 1,-10-9 0,-19-10-1,-20-10 1,9-10-1,-29-10 17,19-20-17</inkml:trace>
  <inkml:trace contextRef="#ctx0" brushRef="#br0" timeOffset="8046.94">2709 7471 0,'-10'0'47,"0"10"-47,-10-10 16,-20 20 0,-29 0-1,-11-10 1,61-10-16,-120 0 15,-99-10 1,9-10 0,61 10-1,68 0 1,81 10 0,9 0 15,-50-10-16,-19 10 1,-1-10 0,1 0-1,0-19 1,-11 9 0,31 0-1,19 0 1,20 10-1,10 10 48,10-10-32,-10-20-15,10 11-1,0-21 1,0 20 0,20-20-1,-20 30-15,30-9 16,-30 9-16,60-70 16,108-29-1,1 10 1,59 0-1,-109 49 1,-39 20 0,9-9-1,10 29 1,50-20 0,30 0 15,118 10-16,-29 20 1,-99 20 0,-159-10-16,69 30 15,-19-10 1,-1 19 0,-9 1-1,-30-20 1,-20 9-1,10 31 1,-20-1 0,-30 11-1,10-1 1,-19 0 0,-1 1 15,30-41-16,-30 1 1,-19 10 0,0-31-1,-1 21 1,-9-20 0,19 10-1,-9-20 1,-11 0-1,-19 0 1,10-1 0,19 1-1,1-10 1,9-19 0</inkml:trace>
  <inkml:trace contextRef="#ctx0" brushRef="#br0" timeOffset="10862.84">3423 11718 0,'0'0'0,"-20"0"16,-99 0-1,99 0-15,-188 20 16,-40 19 0,-60-9-1,40-20 1,-9 0-1,128-10 1,59 0 0,11 0-1,-30 0 17,-20 0-17,0-20 1,-40-10-1,80 10 1,-10-9 0,-20-1-1,-80-30 1,21 21 0,108 9-1,50 20 1,10 10-1,10-10 1,-9 0 0,-1-39 15,10 9-15,10-30-1,49 1 1,-19 19-1,19 21 1,1-1 0,9 20-1,21-10 1,68 0 0,-138 20-16,228-10 15,149-20 1,-169 30-1,-49 0 1,-110 0 0,-19 20-1,-10 0 17,79 0-17,-30 10 1,-39-10-1,9-10 1,-9 29 0,-11-9-1,1 10 1,-10-11 0,10 1-1,9-10 1,1 10-1,-1-10 1,-19-10 0,-20-10-16,50 10 15,-11 9 17,-19-19-17,0 0-15,-10 10 31,9 0-15,-9-10 0,-10 0-1,20 0 1,0 20 0,9-20-1,1 0 1,-30 0-16,10-10 15,-10 0 1,-10 20 93,0 0-109,0 10 16,-10-10 0,10 0-1,-10 0 1,10 0-16,-30 19 16,10 21-1,-9 0 1,-11-1-1,0-9 1,-39 9 0,19-9 15,40-20-15,1-10-1,9-10 32</inkml:trace>
  <inkml:trace contextRef="#ctx0" brushRef="#br0" timeOffset="14301.71">2758 13533 0,'-39'0'16,"29"0"-16,-10 10 15,-109 10 1,-99 0-1,-149-10 1,337-10-16,-288 0 16,90-20-1,99 10 1,50-10 0,20-9-1,9-1 1,30 10 15,20 0-15,-9 10-1,-1-20 1,-10-9 0,-10-11-1,-19 1 1,-1-11-1,11 20 1,-1-9 0,30-1-1,0 10 1,20 11 0,20-21-1,-10 40-15,109-59 16,50-21 15,0 31-15,-40 49-1,0 10 1,29 0 0,41 0-1,79 0 1,59 10-1,-159 30 1,-49-1 0,-119-39-16,60 10 15,-1 20 1,-9-10 0,-1 10-1,1 9 1,-11 1-1,21 0 17,-20-11-17,-11 11 1,-9 0 0,-30-30-16,40 29 15,-11 1 1,-29-10-1,0 9 1,-9 21 0,-21 0-1,-20-1 1,-9 1 0,-21-11-1,11-9 1,9-20 15,1 0-15,-21-11-1,70-9-15,-79 0 16,-50-9 0,100-11-16</inkml:trace>
  <inkml:trace contextRef="#ctx0" brushRef="#br0" timeOffset="15868.82">10438 6588 0,'0'-10'16,"-40"-10"-1,-39 1-15,69 19 16,-79-40 0,-40 0-1,0-19 1,-10 9 0,-50-10-1,-89-19 1,40 10-1,30-1 1,59 30 0,20 11-1,-79-21 1,-30 20 0,-30 1-1,-90-11 16,61 20-15,69 20 0,49 0-1,0 0 1,-88 10 0,-21 10-1,-20 10 1,40-11-1,0 1 1,90 0 0,9 10-1,40 0 1,40-1 0,49-29-1,30 10 16,0 0-15,-9 10 0,-21 0-1,0 20 1,20-21 0,20-9-1</inkml:trace>
  <inkml:trace contextRef="#ctx0" brushRef="#br0" timeOffset="16353.62">4772 5834 0,'-10'0'0,"20"0"0,-29 10 0,9 0 0,-50 30 16,-9 19-1,29-19 1,-20-1 0,1 31 15,-1-1-31,41-9 31,19-30-15,0-20-1,9 9 1,61 1 0,89-10-1,-1-10 1,-29-20-1,-109 10-15</inkml:trace>
  <inkml:trace contextRef="#ctx0" brushRef="#br0" timeOffset="18070.56">11490 6548 0,'9'0'16,"-18"0"-16,28 0 0,-9 0 0,90 0 15,-1 30 1,-89-30-16,89 30 16,40 10-1,89 9 1,-40-19 15,-19 10-15,-40-1-1,-20-19 1,0 10 0,10 0-1,-29-20 1,-1 19 0,20 1-1,30-10 1,69 30-1,80-1 1,-69 1 0,-51-10-1,-9 9 1,69 21 0,30-31 15,-50 11-16,1-30 1,79 10 0,29-11-1,-59 1 1,-79-10 0,-60-10-1,-90-10 1,11 0-1,-10 0 1,-20 0-16,49-9 16,31-21-1,29 10 1,-20 10 15,-20 0-15,1 11-1,-11-1 1,-19 10 0,29 0-1,-29 0 1,-21-10 0</inkml:trace>
  <inkml:trace contextRef="#ctx0" brushRef="#br0" timeOffset="18706.68">17373 7164 0,'10'0'16,"0"0"-1,59 39 1,21 21 0,-80-50-16,49 29 15,-59-29 1,0 0 31,0 10-47,-10-10 0,-69 50 15,-80 29 1,-19 30 15,19-40-15,30-49-1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682" name="Rectangle 2"/>
          <p:cNvSpPr>
            <a:spLocks noGrp="1" noChangeArrowheads="1"/>
          </p:cNvSpPr>
          <p:nvPr>
            <p:ph type="hdr" sz="quarter"/>
          </p:nvPr>
        </p:nvSpPr>
        <p:spPr bwMode="auto">
          <a:xfrm>
            <a:off x="0" y="0"/>
            <a:ext cx="2930525" cy="496888"/>
          </a:xfrm>
          <a:prstGeom prst="rect">
            <a:avLst/>
          </a:prstGeom>
          <a:noFill/>
          <a:ln>
            <a:noFill/>
          </a:ln>
        </p:spPr>
        <p:txBody>
          <a:bodyPr vert="horz" wrap="square" lIns="95422" tIns="47711" rIns="95422" bIns="47711" numCol="1" anchor="t" anchorCtr="0" compatLnSpc="1"/>
          <a:lstStyle>
            <a:lvl1pPr defTabSz="952500" eaLnBrk="1" hangingPunct="1">
              <a:defRPr sz="1300">
                <a:latin typeface="Tahoma" panose="020B0604030504040204" pitchFamily="34" charset="0"/>
                <a:ea typeface="宋体" panose="02010600030101010101" pitchFamily="2" charset="-122"/>
              </a:defRPr>
            </a:lvl1pPr>
          </a:lstStyle>
          <a:p>
            <a:pPr marL="0" marR="0" lvl="0" indent="0" algn="l" defTabSz="9525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27683" name="Rectangle 3"/>
          <p:cNvSpPr>
            <a:spLocks noGrp="1" noChangeArrowheads="1"/>
          </p:cNvSpPr>
          <p:nvPr>
            <p:ph type="dt" idx="1"/>
          </p:nvPr>
        </p:nvSpPr>
        <p:spPr bwMode="auto">
          <a:xfrm>
            <a:off x="3830638" y="0"/>
            <a:ext cx="2930525" cy="496888"/>
          </a:xfrm>
          <a:prstGeom prst="rect">
            <a:avLst/>
          </a:prstGeom>
          <a:noFill/>
          <a:ln>
            <a:noFill/>
          </a:ln>
        </p:spPr>
        <p:txBody>
          <a:bodyPr vert="horz" wrap="square" lIns="95422" tIns="47711" rIns="95422" bIns="47711" numCol="1" anchor="t" anchorCtr="0" compatLnSpc="1"/>
          <a:lstStyle>
            <a:lvl1pPr algn="r" defTabSz="952500" eaLnBrk="1" hangingPunct="1">
              <a:defRPr sz="1300">
                <a:latin typeface="Tahoma" panose="020B0604030504040204" pitchFamily="34" charset="0"/>
                <a:ea typeface="宋体" panose="02010600030101010101" pitchFamily="2" charset="-122"/>
              </a:defRPr>
            </a:lvl1pPr>
          </a:lstStyle>
          <a:p>
            <a:pPr marL="0" marR="0" lvl="0" indent="0" algn="r" defTabSz="9525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148" name="Rectangle 4"/>
          <p:cNvSpPr>
            <a:spLocks noGrp="1" noRot="1" noChangeAspect="1" noTextEdit="1"/>
          </p:cNvSpPr>
          <p:nvPr>
            <p:ph type="sldImg" idx="2"/>
          </p:nvPr>
        </p:nvSpPr>
        <p:spPr>
          <a:xfrm>
            <a:off x="68263" y="746125"/>
            <a:ext cx="6626225" cy="3727450"/>
          </a:xfrm>
          <a:prstGeom prst="rect">
            <a:avLst/>
          </a:prstGeom>
          <a:noFill/>
          <a:ln w="9525" cap="flat" cmpd="sng">
            <a:solidFill>
              <a:srgbClr val="000000"/>
            </a:solidFill>
            <a:prstDash val="solid"/>
            <a:miter/>
            <a:headEnd type="none" w="med" len="med"/>
            <a:tailEnd type="none" w="med" len="med"/>
          </a:ln>
        </p:spPr>
      </p:sp>
      <p:sp>
        <p:nvSpPr>
          <p:cNvPr id="327685" name="Rectangle 5"/>
          <p:cNvSpPr>
            <a:spLocks noGrp="1" noChangeArrowheads="1"/>
          </p:cNvSpPr>
          <p:nvPr>
            <p:ph type="body" sz="quarter" idx="3"/>
          </p:nvPr>
        </p:nvSpPr>
        <p:spPr bwMode="auto">
          <a:xfrm>
            <a:off x="901700" y="4722813"/>
            <a:ext cx="4957763" cy="4473575"/>
          </a:xfrm>
          <a:prstGeom prst="rect">
            <a:avLst/>
          </a:prstGeom>
          <a:noFill/>
          <a:ln>
            <a:noFill/>
          </a:ln>
        </p:spPr>
        <p:txBody>
          <a:bodyPr vert="horz" wrap="square" lIns="95422" tIns="47711" rIns="95422" bIns="47711"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327686" name="Rectangle 6"/>
          <p:cNvSpPr>
            <a:spLocks noGrp="1" noChangeArrowheads="1"/>
          </p:cNvSpPr>
          <p:nvPr>
            <p:ph type="ftr" sz="quarter" idx="4"/>
          </p:nvPr>
        </p:nvSpPr>
        <p:spPr bwMode="auto">
          <a:xfrm>
            <a:off x="0" y="9445625"/>
            <a:ext cx="2930525" cy="496888"/>
          </a:xfrm>
          <a:prstGeom prst="rect">
            <a:avLst/>
          </a:prstGeom>
          <a:noFill/>
          <a:ln>
            <a:noFill/>
          </a:ln>
        </p:spPr>
        <p:txBody>
          <a:bodyPr vert="horz" wrap="square" lIns="95422" tIns="47711" rIns="95422" bIns="47711" numCol="1" anchor="b" anchorCtr="0" compatLnSpc="1"/>
          <a:lstStyle>
            <a:lvl1pPr defTabSz="952500" eaLnBrk="1" hangingPunct="1">
              <a:defRPr sz="1300">
                <a:latin typeface="Tahoma" panose="020B0604030504040204" pitchFamily="34" charset="0"/>
                <a:ea typeface="宋体" panose="02010600030101010101" pitchFamily="2" charset="-122"/>
              </a:defRPr>
            </a:lvl1pPr>
          </a:lstStyle>
          <a:p>
            <a:pPr marL="0" marR="0" lvl="0" indent="0" algn="l" defTabSz="9525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27687" name="Rectangle 7"/>
          <p:cNvSpPr>
            <a:spLocks noGrp="1" noChangeArrowheads="1"/>
          </p:cNvSpPr>
          <p:nvPr>
            <p:ph type="sldNum" sz="quarter" idx="5"/>
          </p:nvPr>
        </p:nvSpPr>
        <p:spPr bwMode="auto">
          <a:xfrm>
            <a:off x="3830638" y="9445625"/>
            <a:ext cx="2930525" cy="496888"/>
          </a:xfrm>
          <a:prstGeom prst="rect">
            <a:avLst/>
          </a:prstGeom>
          <a:noFill/>
          <a:ln>
            <a:noFill/>
          </a:ln>
        </p:spPr>
        <p:txBody>
          <a:bodyPr vert="horz" wrap="square" lIns="95422" tIns="47711" rIns="95422" bIns="47711" numCol="1" anchor="b" anchorCtr="0" compatLnSpc="1"/>
          <a:lstStyle>
            <a:lvl1pPr algn="r" defTabSz="952500" eaLnBrk="1" hangingPunct="1">
              <a:defRPr sz="1300"/>
            </a:lvl1pPr>
          </a:lstStyle>
          <a:p>
            <a:pPr marL="0" marR="0" lvl="0" indent="0" algn="r" defTabSz="952500" rtl="0" eaLnBrk="1" fontAlgn="base" latinLnBrk="0" hangingPunct="1">
              <a:lnSpc>
                <a:spcPct val="100000"/>
              </a:lnSpc>
              <a:spcBef>
                <a:spcPct val="0"/>
              </a:spcBef>
              <a:spcAft>
                <a:spcPct val="0"/>
              </a:spcAft>
              <a:buClrTx/>
              <a:buSzTx/>
              <a:buFontTx/>
              <a:buNone/>
              <a:defRPr/>
            </a:pPr>
            <a:fld id="{436F7B92-72A7-4C25-8ADF-42F7C6033331}" type="slidenum">
              <a:rPr kumimoji="0" lang="zh-CN" altLang="en-US" sz="13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p:sp>
      <p:sp>
        <p:nvSpPr>
          <p:cNvPr id="9219" name="备注占位符 2"/>
          <p:cNvSpPr>
            <a:spLocks noGrp="1"/>
          </p:cNvSpPr>
          <p:nvPr>
            <p:ph type="body" idx="1"/>
          </p:nvPr>
        </p:nvSpPr>
        <p:spPr/>
        <p:txBody>
          <a:bodyPr wrap="square" lIns="95422" tIns="47711" rIns="95422" bIns="47711" anchor="t" anchorCtr="0"/>
          <a:lstStyle/>
          <a:p>
            <a:pPr lvl="0"/>
            <a:endParaRPr lang="en-US" altLang="zh-CN" dirty="0"/>
          </a:p>
        </p:txBody>
      </p:sp>
      <p:sp>
        <p:nvSpPr>
          <p:cNvPr id="9220" name="灯片编号占位符 3"/>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solidFill>
                  <a:srgbClr val="000000"/>
                </a:solidFill>
                <a:latin typeface="Arial" panose="020B0604020202020204" pitchFamily="34" charset="0"/>
                <a:ea typeface="楷体_GB2312"/>
              </a:rPr>
              <a:t>1</a:t>
            </a:fld>
            <a:endParaRPr lang="zh-CN" altLang="en-US" sz="1300" dirty="0">
              <a:solidFill>
                <a:srgbClr val="000000"/>
              </a:solidFill>
              <a:latin typeface="Arial" panose="020B0604020202020204" pitchFamily="34" charset="0"/>
              <a:ea typeface="楷体_GB231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p:sp>
      <p:sp>
        <p:nvSpPr>
          <p:cNvPr id="11267" name="备注占位符 2"/>
          <p:cNvSpPr>
            <a:spLocks noGrp="1"/>
          </p:cNvSpPr>
          <p:nvPr>
            <p:ph type="body" idx="1"/>
          </p:nvPr>
        </p:nvSpPr>
        <p:spPr/>
        <p:txBody>
          <a:bodyPr wrap="square" lIns="95422" tIns="47711" rIns="95422" bIns="47711" anchor="t" anchorCtr="0"/>
          <a:lstStyle/>
          <a:p>
            <a:pPr lvl="0"/>
            <a:endParaRPr lang="zh-CN" altLang="en-US" dirty="0"/>
          </a:p>
        </p:txBody>
      </p:sp>
      <p:sp>
        <p:nvSpPr>
          <p:cNvPr id="11268" name="灯片编号占位符 3"/>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t>2</a:t>
            </a:fld>
            <a:endParaRPr lang="zh-CN" altLang="en-US" sz="13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p:sp>
      <p:sp>
        <p:nvSpPr>
          <p:cNvPr id="17411" name="备注占位符 2"/>
          <p:cNvSpPr>
            <a:spLocks noGrp="1"/>
          </p:cNvSpPr>
          <p:nvPr>
            <p:ph type="body" idx="1"/>
          </p:nvPr>
        </p:nvSpPr>
        <p:spPr/>
        <p:txBody>
          <a:bodyPr wrap="square" lIns="95422" tIns="47711" rIns="95422" bIns="47711" anchor="t" anchorCtr="0"/>
          <a:lstStyle/>
          <a:p>
            <a:pPr lvl="0" defTabSz="881380"/>
            <a:endParaRPr lang="zh-CN" altLang="en-US" dirty="0"/>
          </a:p>
        </p:txBody>
      </p:sp>
      <p:sp>
        <p:nvSpPr>
          <p:cNvPr id="17412" name="灯片编号占位符 3"/>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t>3</a:t>
            </a:fld>
            <a:endParaRPr lang="zh-CN" altLang="en-US" sz="13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solidFill>
                  <a:srgbClr val="000000"/>
                </a:solidFill>
              </a:rPr>
              <a:t>4</a:t>
            </a:fld>
            <a:endParaRPr lang="zh-CN" altLang="en-US" sz="1300" dirty="0">
              <a:solidFill>
                <a:srgbClr val="000000"/>
              </a:solidFill>
            </a:endParaRPr>
          </a:p>
        </p:txBody>
      </p:sp>
      <p:sp>
        <p:nvSpPr>
          <p:cNvPr id="13315" name="Rectangle 2"/>
          <p:cNvSpPr>
            <a:spLocks noGrp="1" noRot="1" noChangeAspect="1" noTextEdit="1"/>
          </p:cNvSpPr>
          <p:nvPr>
            <p:ph type="sldImg"/>
          </p:nvPr>
        </p:nvSpPr>
        <p:spPr/>
      </p:sp>
      <p:sp>
        <p:nvSpPr>
          <p:cNvPr id="13316" name="Rectangle 3"/>
          <p:cNvSpPr>
            <a:spLocks noGrp="1"/>
          </p:cNvSpPr>
          <p:nvPr>
            <p:ph type="body" idx="1"/>
          </p:nvPr>
        </p:nvSpPr>
        <p:spPr/>
        <p:txBody>
          <a:bodyPr wrap="square" lIns="95422" tIns="47711" rIns="95422" bIns="47711" anchor="t" anchorCtr="0"/>
          <a:lstStyle/>
          <a:p>
            <a:pPr lvl="0" eaLnBrk="1" hangingPunct="1"/>
            <a:endParaRPr lang="en-US" altLang="zh-CN" b="1" dirty="0">
              <a:latin typeface="楷体_GB2312"/>
              <a:ea typeface="楷体_GB231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solidFill>
                  <a:srgbClr val="000000"/>
                </a:solidFill>
              </a:rPr>
              <a:t>5</a:t>
            </a:fld>
            <a:endParaRPr lang="zh-CN" altLang="en-US" sz="1300" dirty="0">
              <a:solidFill>
                <a:srgbClr val="000000"/>
              </a:solidFill>
            </a:endParaRPr>
          </a:p>
        </p:txBody>
      </p:sp>
      <p:sp>
        <p:nvSpPr>
          <p:cNvPr id="15363" name="Rectangle 2"/>
          <p:cNvSpPr>
            <a:spLocks noGrp="1" noRot="1" noChangeAspect="1" noTextEdit="1"/>
          </p:cNvSpPr>
          <p:nvPr>
            <p:ph type="sldImg"/>
          </p:nvPr>
        </p:nvSpPr>
        <p:spPr/>
      </p:sp>
      <p:sp>
        <p:nvSpPr>
          <p:cNvPr id="15364" name="Rectangle 3"/>
          <p:cNvSpPr>
            <a:spLocks noGrp="1"/>
          </p:cNvSpPr>
          <p:nvPr>
            <p:ph type="body" idx="1"/>
          </p:nvPr>
        </p:nvSpPr>
        <p:spPr/>
        <p:txBody>
          <a:bodyPr wrap="square" lIns="95422" tIns="47711" rIns="95422" bIns="47711" anchor="t" anchorCtr="0"/>
          <a:lstStyle/>
          <a:p>
            <a:pPr lvl="0" eaLnBrk="1" hangingPunct="1"/>
            <a:endParaRPr lang="en-US"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t>6</a:t>
            </a:fld>
            <a:endParaRPr lang="zh-CN" altLang="en-US" sz="1300" dirty="0"/>
          </a:p>
        </p:txBody>
      </p:sp>
      <p:sp>
        <p:nvSpPr>
          <p:cNvPr id="19459" name="Rectangle 2"/>
          <p:cNvSpPr>
            <a:spLocks noGrp="1" noRot="1" noChangeAspect="1" noTextEdit="1"/>
          </p:cNvSpPr>
          <p:nvPr>
            <p:ph type="sldImg"/>
          </p:nvPr>
        </p:nvSpPr>
        <p:spPr/>
      </p:sp>
      <p:sp>
        <p:nvSpPr>
          <p:cNvPr id="19460" name="Rectangle 3"/>
          <p:cNvSpPr>
            <a:spLocks noGrp="1"/>
          </p:cNvSpPr>
          <p:nvPr>
            <p:ph type="body" idx="1"/>
          </p:nvPr>
        </p:nvSpPr>
        <p:spPr/>
        <p:txBody>
          <a:bodyPr wrap="square" lIns="95422" tIns="47711" rIns="95422" bIns="47711" anchor="t" anchorCtr="0"/>
          <a:lstStyle/>
          <a:p>
            <a:pPr lvl="0" eaLnBrk="1" hangingPunct="1"/>
            <a:endParaRPr lang="en-US" altLang="zh-CN" b="1" dirty="0">
              <a:latin typeface="楷体_GB2312"/>
              <a:ea typeface="楷体_GB231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solidFill>
                  <a:srgbClr val="000000"/>
                </a:solidFill>
              </a:rPr>
              <a:t>7</a:t>
            </a:fld>
            <a:endParaRPr lang="zh-CN" altLang="en-US" sz="1300" dirty="0">
              <a:solidFill>
                <a:srgbClr val="000000"/>
              </a:solidFill>
            </a:endParaRPr>
          </a:p>
        </p:txBody>
      </p:sp>
      <p:sp>
        <p:nvSpPr>
          <p:cNvPr id="21507" name="Rectangle 2"/>
          <p:cNvSpPr>
            <a:spLocks noGrp="1" noRot="1" noChangeAspect="1" noTextEdit="1"/>
          </p:cNvSpPr>
          <p:nvPr>
            <p:ph type="sldImg"/>
          </p:nvPr>
        </p:nvSpPr>
        <p:spPr/>
      </p:sp>
      <p:sp>
        <p:nvSpPr>
          <p:cNvPr id="21508" name="Rectangle 3"/>
          <p:cNvSpPr>
            <a:spLocks noGrp="1"/>
          </p:cNvSpPr>
          <p:nvPr>
            <p:ph type="body" idx="1"/>
          </p:nvPr>
        </p:nvSpPr>
        <p:spPr/>
        <p:txBody>
          <a:bodyPr wrap="square" lIns="95422" tIns="47711" rIns="95422" bIns="47711" anchor="t" anchorCtr="0"/>
          <a:lstStyle/>
          <a:p>
            <a:pPr lvl="0" eaLnBrk="1" hangingPunct="1"/>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solidFill>
                  <a:srgbClr val="000000"/>
                </a:solidFill>
              </a:rPr>
              <a:t>8</a:t>
            </a:fld>
            <a:endParaRPr lang="zh-CN" altLang="en-US" sz="1300" dirty="0">
              <a:solidFill>
                <a:srgbClr val="000000"/>
              </a:solidFill>
            </a:endParaRPr>
          </a:p>
        </p:txBody>
      </p:sp>
      <p:sp>
        <p:nvSpPr>
          <p:cNvPr id="23555" name="Rectangle 2"/>
          <p:cNvSpPr>
            <a:spLocks noGrp="1" noRot="1" noChangeAspect="1" noTextEdit="1"/>
          </p:cNvSpPr>
          <p:nvPr>
            <p:ph type="sldImg"/>
          </p:nvPr>
        </p:nvSpPr>
        <p:spPr/>
      </p:sp>
      <p:sp>
        <p:nvSpPr>
          <p:cNvPr id="23556" name="Rectangle 3"/>
          <p:cNvSpPr>
            <a:spLocks noGrp="1"/>
          </p:cNvSpPr>
          <p:nvPr>
            <p:ph type="body" idx="1"/>
          </p:nvPr>
        </p:nvSpPr>
        <p:spPr/>
        <p:txBody>
          <a:bodyPr wrap="square" lIns="95422" tIns="47711" rIns="95422" bIns="47711" anchor="t" anchorCtr="0"/>
          <a:lstStyle/>
          <a:p>
            <a:pPr lvl="0" eaLnBrk="1" hangingPunct="1"/>
            <a:endParaRPr lang="en-US" altLang="zh-CN" b="1" dirty="0">
              <a:latin typeface="华文楷体" panose="02010600040101010101" pitchFamily="2" charset="-122"/>
              <a:ea typeface="华文楷体" panose="0201060004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solidFill>
                  <a:srgbClr val="000000"/>
                </a:solidFill>
              </a:rPr>
              <a:t>9</a:t>
            </a:fld>
            <a:endParaRPr lang="zh-CN" altLang="en-US" sz="1300" dirty="0">
              <a:solidFill>
                <a:srgbClr val="000000"/>
              </a:solidFill>
            </a:endParaRPr>
          </a:p>
        </p:txBody>
      </p:sp>
      <p:sp>
        <p:nvSpPr>
          <p:cNvPr id="25603" name="Rectangle 2"/>
          <p:cNvSpPr>
            <a:spLocks noGrp="1" noRot="1" noChangeAspect="1" noTextEdit="1"/>
          </p:cNvSpPr>
          <p:nvPr>
            <p:ph type="sldImg"/>
          </p:nvPr>
        </p:nvSpPr>
        <p:spPr/>
      </p:sp>
      <p:sp>
        <p:nvSpPr>
          <p:cNvPr id="25604" name="Rectangle 3"/>
          <p:cNvSpPr>
            <a:spLocks noGrp="1"/>
          </p:cNvSpPr>
          <p:nvPr>
            <p:ph type="body" idx="1"/>
          </p:nvPr>
        </p:nvSpPr>
        <p:spPr/>
        <p:txBody>
          <a:bodyPr wrap="square" lIns="95422" tIns="47711" rIns="95422" bIns="47711" anchor="t" anchorCtr="0"/>
          <a:lstStyle/>
          <a:p>
            <a:pPr lvl="0" eaLnBrk="1" hangingPunct="1"/>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p:sp>
      <p:sp>
        <p:nvSpPr>
          <p:cNvPr id="29699" name="备注占位符 2"/>
          <p:cNvSpPr>
            <a:spLocks noGrp="1"/>
          </p:cNvSpPr>
          <p:nvPr>
            <p:ph type="body" idx="1"/>
          </p:nvPr>
        </p:nvSpPr>
        <p:spPr/>
        <p:txBody>
          <a:bodyPr wrap="square" lIns="95422" tIns="47711" rIns="95422" bIns="47711" anchor="t" anchorCtr="0"/>
          <a:lstStyle/>
          <a:p>
            <a:pPr lvl="0"/>
            <a:endParaRPr lang="en-US" altLang="zh-CN" dirty="0"/>
          </a:p>
        </p:txBody>
      </p:sp>
      <p:sp>
        <p:nvSpPr>
          <p:cNvPr id="29700" name="灯片编号占位符 3"/>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solidFill>
                  <a:srgbClr val="000000"/>
                </a:solidFill>
                <a:latin typeface="Arial" panose="020B0604020202020204" pitchFamily="34" charset="0"/>
                <a:ea typeface="楷体_GB2312"/>
              </a:rPr>
              <a:t>10</a:t>
            </a:fld>
            <a:endParaRPr lang="zh-CN" altLang="en-US" sz="1300" dirty="0">
              <a:solidFill>
                <a:srgbClr val="000000"/>
              </a:solidFill>
              <a:latin typeface="Arial" panose="020B0604020202020204" pitchFamily="34" charset="0"/>
              <a:ea typeface="楷体_GB231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t>11</a:t>
            </a:fld>
            <a:endParaRPr lang="zh-CN" altLang="en-US" sz="1300" dirty="0"/>
          </a:p>
        </p:txBody>
      </p:sp>
      <p:sp>
        <p:nvSpPr>
          <p:cNvPr id="31747" name="Rectangle 2"/>
          <p:cNvSpPr>
            <a:spLocks noGrp="1" noRot="1" noChangeAspect="1" noTextEdit="1"/>
          </p:cNvSpPr>
          <p:nvPr>
            <p:ph type="sldImg"/>
          </p:nvPr>
        </p:nvSpPr>
        <p:spPr/>
      </p:sp>
      <p:sp>
        <p:nvSpPr>
          <p:cNvPr id="31748" name="Rectangle 3"/>
          <p:cNvSpPr>
            <a:spLocks noGrp="1"/>
          </p:cNvSpPr>
          <p:nvPr>
            <p:ph type="body" idx="1"/>
          </p:nvPr>
        </p:nvSpPr>
        <p:spPr/>
        <p:txBody>
          <a:bodyPr wrap="square" lIns="95422" tIns="47711" rIns="95422" bIns="47711" anchor="t" anchorCtr="0"/>
          <a:lstStyle/>
          <a:p>
            <a:pPr lvl="0" eaLnBrk="1" hangingPunct="1"/>
            <a:endParaRPr lang="en-US"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t>12</a:t>
            </a:fld>
            <a:endParaRPr lang="zh-CN" altLang="en-US" sz="1300" dirty="0"/>
          </a:p>
        </p:txBody>
      </p:sp>
      <p:sp>
        <p:nvSpPr>
          <p:cNvPr id="33795" name="Rectangle 2"/>
          <p:cNvSpPr>
            <a:spLocks noGrp="1" noRot="1" noChangeAspect="1" noTextEdit="1"/>
          </p:cNvSpPr>
          <p:nvPr>
            <p:ph type="sldImg"/>
          </p:nvPr>
        </p:nvSpPr>
        <p:spPr/>
      </p:sp>
      <p:sp>
        <p:nvSpPr>
          <p:cNvPr id="33796" name="Rectangle 3"/>
          <p:cNvSpPr>
            <a:spLocks noGrp="1"/>
          </p:cNvSpPr>
          <p:nvPr>
            <p:ph type="body" idx="1"/>
          </p:nvPr>
        </p:nvSpPr>
        <p:spPr/>
        <p:txBody>
          <a:bodyPr wrap="square" lIns="95422" tIns="47711" rIns="95422" bIns="47711" anchor="t" anchorCtr="0"/>
          <a:lstStyle/>
          <a:p>
            <a:pPr lvl="0" eaLnBrk="1" hangingPunct="1"/>
            <a:endParaRPr lang="zh-CN" altLang="en-US" dirty="0"/>
          </a:p>
          <a:p>
            <a:pPr lvl="0" eaLnBrk="1" hangingPunct="1"/>
            <a:endParaRPr lang="zh-CN" altLang="en-US" dirty="0"/>
          </a:p>
          <a:p>
            <a:pPr lvl="0" eaLnBrk="1" hangingPunct="1"/>
            <a:endParaRPr lang="en-US"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4405" eaLnBrk="1" hangingPunct="1"/>
            <a:fld id="{9A0DB2DC-4C9A-4742-B13C-FB6460FD3503}" type="slidenum">
              <a:rPr lang="zh-CN" altLang="en-US" sz="1300" dirty="0"/>
              <a:t>13</a:t>
            </a:fld>
            <a:endParaRPr lang="zh-CN" altLang="en-US" sz="1300" dirty="0"/>
          </a:p>
        </p:txBody>
      </p:sp>
      <p:sp>
        <p:nvSpPr>
          <p:cNvPr id="35843" name="Rectangle 2"/>
          <p:cNvSpPr>
            <a:spLocks noGrp="1" noRot="1" noChangeAspect="1" noTextEdit="1"/>
          </p:cNvSpPr>
          <p:nvPr>
            <p:ph type="sldImg"/>
          </p:nvPr>
        </p:nvSpPr>
        <p:spPr/>
      </p:sp>
      <p:sp>
        <p:nvSpPr>
          <p:cNvPr id="35844" name="Rectangle 3"/>
          <p:cNvSpPr>
            <a:spLocks noGrp="1"/>
          </p:cNvSpPr>
          <p:nvPr>
            <p:ph type="body" idx="1"/>
          </p:nvPr>
        </p:nvSpPr>
        <p:spPr/>
        <p:txBody>
          <a:bodyPr wrap="square" lIns="95422" tIns="47711" rIns="95422" bIns="47711" anchor="t" anchorCtr="0"/>
          <a:lstStyle/>
          <a:p>
            <a:pPr lvl="0" eaLnBrk="1" hangingPunct="1"/>
            <a:endParaRPr lang="en-US"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4405" eaLnBrk="1" hangingPunct="1"/>
            <a:fld id="{9A0DB2DC-4C9A-4742-B13C-FB6460FD3503}" type="slidenum">
              <a:rPr lang="zh-CN" altLang="en-US" sz="1300" dirty="0"/>
              <a:t>14</a:t>
            </a:fld>
            <a:endParaRPr lang="zh-CN" altLang="en-US" sz="1300" dirty="0"/>
          </a:p>
        </p:txBody>
      </p:sp>
      <p:sp>
        <p:nvSpPr>
          <p:cNvPr id="37891" name="Rectangle 2"/>
          <p:cNvSpPr>
            <a:spLocks noGrp="1" noRot="1" noChangeAspect="1" noTextEdit="1"/>
          </p:cNvSpPr>
          <p:nvPr>
            <p:ph type="sldImg"/>
          </p:nvPr>
        </p:nvSpPr>
        <p:spPr/>
      </p:sp>
      <p:sp>
        <p:nvSpPr>
          <p:cNvPr id="37892" name="Rectangle 3"/>
          <p:cNvSpPr>
            <a:spLocks noGrp="1"/>
          </p:cNvSpPr>
          <p:nvPr>
            <p:ph type="body" idx="1"/>
          </p:nvPr>
        </p:nvSpPr>
        <p:spPr/>
        <p:txBody>
          <a:bodyPr wrap="square" lIns="95422" tIns="47711" rIns="95422" bIns="47711" anchor="t" anchorCtr="0"/>
          <a:lstStyle/>
          <a:p>
            <a:pPr lvl="0" eaLnBrk="1" hangingPunct="1"/>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4405" eaLnBrk="1" hangingPunct="1"/>
            <a:fld id="{9A0DB2DC-4C9A-4742-B13C-FB6460FD3503}" type="slidenum">
              <a:rPr lang="zh-CN" altLang="en-US" sz="1300" dirty="0">
                <a:solidFill>
                  <a:srgbClr val="000000"/>
                </a:solidFill>
              </a:rPr>
              <a:t>15</a:t>
            </a:fld>
            <a:endParaRPr lang="zh-CN" altLang="en-US" sz="1300" dirty="0">
              <a:solidFill>
                <a:srgbClr val="000000"/>
              </a:solidFill>
            </a:endParaRPr>
          </a:p>
        </p:txBody>
      </p:sp>
      <p:sp>
        <p:nvSpPr>
          <p:cNvPr id="39939" name="Rectangle 2"/>
          <p:cNvSpPr>
            <a:spLocks noGrp="1" noRot="1" noChangeAspect="1" noTextEdit="1"/>
          </p:cNvSpPr>
          <p:nvPr>
            <p:ph type="sldImg"/>
          </p:nvPr>
        </p:nvSpPr>
        <p:spPr/>
      </p:sp>
      <p:sp>
        <p:nvSpPr>
          <p:cNvPr id="39940" name="Rectangle 3"/>
          <p:cNvSpPr>
            <a:spLocks noGrp="1"/>
          </p:cNvSpPr>
          <p:nvPr>
            <p:ph type="body" idx="1"/>
          </p:nvPr>
        </p:nvSpPr>
        <p:spPr/>
        <p:txBody>
          <a:bodyPr wrap="square" lIns="95422" tIns="47711" rIns="95422" bIns="47711" anchor="t" anchorCtr="0"/>
          <a:lstStyle/>
          <a:p>
            <a:pPr lvl="0" eaLnBrk="1" hangingPunct="1"/>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4405" eaLnBrk="1" hangingPunct="1"/>
            <a:fld id="{9A0DB2DC-4C9A-4742-B13C-FB6460FD3503}" type="slidenum">
              <a:rPr lang="zh-CN" altLang="en-US" sz="1300" dirty="0">
                <a:solidFill>
                  <a:srgbClr val="000000"/>
                </a:solidFill>
              </a:rPr>
              <a:t>16</a:t>
            </a:fld>
            <a:endParaRPr lang="zh-CN" altLang="en-US" sz="1300" dirty="0">
              <a:solidFill>
                <a:srgbClr val="000000"/>
              </a:solidFill>
            </a:endParaRPr>
          </a:p>
        </p:txBody>
      </p:sp>
      <p:sp>
        <p:nvSpPr>
          <p:cNvPr id="41987" name="Rectangle 2"/>
          <p:cNvSpPr>
            <a:spLocks noGrp="1" noRot="1" noChangeAspect="1" noTextEdit="1"/>
          </p:cNvSpPr>
          <p:nvPr>
            <p:ph type="sldImg"/>
          </p:nvPr>
        </p:nvSpPr>
        <p:spPr/>
      </p:sp>
      <p:sp>
        <p:nvSpPr>
          <p:cNvPr id="41988" name="Rectangle 3"/>
          <p:cNvSpPr>
            <a:spLocks noGrp="1"/>
          </p:cNvSpPr>
          <p:nvPr>
            <p:ph type="body" idx="1"/>
          </p:nvPr>
        </p:nvSpPr>
        <p:spPr/>
        <p:txBody>
          <a:bodyPr wrap="square" lIns="95422" tIns="47711" rIns="95422" bIns="47711" anchor="t" anchorCtr="0"/>
          <a:lstStyle/>
          <a:p>
            <a:pPr lvl="0" eaLnBrk="1" hangingPunct="1"/>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4405" eaLnBrk="1" hangingPunct="1"/>
            <a:fld id="{9A0DB2DC-4C9A-4742-B13C-FB6460FD3503}" type="slidenum">
              <a:rPr lang="zh-CN" altLang="en-US" sz="1300" dirty="0">
                <a:solidFill>
                  <a:srgbClr val="000000"/>
                </a:solidFill>
              </a:rPr>
              <a:t>17</a:t>
            </a:fld>
            <a:endParaRPr lang="zh-CN" altLang="en-US" sz="1300" dirty="0">
              <a:solidFill>
                <a:srgbClr val="000000"/>
              </a:solidFill>
            </a:endParaRPr>
          </a:p>
        </p:txBody>
      </p:sp>
      <p:sp>
        <p:nvSpPr>
          <p:cNvPr id="44035" name="Rectangle 2"/>
          <p:cNvSpPr>
            <a:spLocks noGrp="1" noRot="1" noChangeAspect="1" noTextEdit="1"/>
          </p:cNvSpPr>
          <p:nvPr>
            <p:ph type="sldImg"/>
          </p:nvPr>
        </p:nvSpPr>
        <p:spPr/>
      </p:sp>
      <p:sp>
        <p:nvSpPr>
          <p:cNvPr id="44036" name="Rectangle 3"/>
          <p:cNvSpPr>
            <a:spLocks noGrp="1"/>
          </p:cNvSpPr>
          <p:nvPr>
            <p:ph type="body" idx="1"/>
          </p:nvPr>
        </p:nvSpPr>
        <p:spPr/>
        <p:txBody>
          <a:bodyPr wrap="square" lIns="95422" tIns="47711" rIns="95422" bIns="47711" anchor="t" anchorCtr="0"/>
          <a:lstStyle/>
          <a:p>
            <a:pPr lvl="0" eaLnBrk="1" hangingPunct="1"/>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4405" eaLnBrk="1" hangingPunct="1"/>
            <a:fld id="{9A0DB2DC-4C9A-4742-B13C-FB6460FD3503}" type="slidenum">
              <a:rPr lang="zh-CN" altLang="en-US" sz="1300" dirty="0">
                <a:solidFill>
                  <a:srgbClr val="000000"/>
                </a:solidFill>
              </a:rPr>
              <a:t>18</a:t>
            </a:fld>
            <a:endParaRPr lang="zh-CN" altLang="en-US" sz="1300" dirty="0">
              <a:solidFill>
                <a:srgbClr val="000000"/>
              </a:solidFill>
            </a:endParaRPr>
          </a:p>
        </p:txBody>
      </p:sp>
      <p:sp>
        <p:nvSpPr>
          <p:cNvPr id="46083" name="Rectangle 2"/>
          <p:cNvSpPr>
            <a:spLocks noGrp="1" noRot="1" noChangeAspect="1" noTextEdit="1"/>
          </p:cNvSpPr>
          <p:nvPr>
            <p:ph type="sldImg"/>
          </p:nvPr>
        </p:nvSpPr>
        <p:spPr/>
      </p:sp>
      <p:sp>
        <p:nvSpPr>
          <p:cNvPr id="46084" name="Rectangle 3"/>
          <p:cNvSpPr>
            <a:spLocks noGrp="1"/>
          </p:cNvSpPr>
          <p:nvPr>
            <p:ph type="body" idx="1"/>
          </p:nvPr>
        </p:nvSpPr>
        <p:spPr/>
        <p:txBody>
          <a:bodyPr wrap="square" lIns="95422" tIns="47711" rIns="95422" bIns="47711" anchor="t" anchorCtr="0"/>
          <a:lstStyle/>
          <a:p>
            <a:pPr lvl="0" eaLnBrk="1" hangingPunct="1"/>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4405" eaLnBrk="1" hangingPunct="1"/>
            <a:fld id="{9A0DB2DC-4C9A-4742-B13C-FB6460FD3503}" type="slidenum">
              <a:rPr lang="zh-CN" altLang="en-US" sz="1300" dirty="0">
                <a:solidFill>
                  <a:srgbClr val="000000"/>
                </a:solidFill>
              </a:rPr>
              <a:t>19</a:t>
            </a:fld>
            <a:endParaRPr lang="zh-CN" altLang="en-US" sz="1300" dirty="0">
              <a:solidFill>
                <a:srgbClr val="000000"/>
              </a:solidFill>
            </a:endParaRPr>
          </a:p>
        </p:txBody>
      </p:sp>
      <p:sp>
        <p:nvSpPr>
          <p:cNvPr id="48131" name="Rectangle 2"/>
          <p:cNvSpPr>
            <a:spLocks noGrp="1" noRot="1" noChangeAspect="1" noTextEdit="1"/>
          </p:cNvSpPr>
          <p:nvPr>
            <p:ph type="sldImg"/>
          </p:nvPr>
        </p:nvSpPr>
        <p:spPr/>
      </p:sp>
      <p:sp>
        <p:nvSpPr>
          <p:cNvPr id="48132" name="Rectangle 3"/>
          <p:cNvSpPr>
            <a:spLocks noGrp="1"/>
          </p:cNvSpPr>
          <p:nvPr>
            <p:ph type="body" idx="1"/>
          </p:nvPr>
        </p:nvSpPr>
        <p:spPr/>
        <p:txBody>
          <a:bodyPr wrap="square" lIns="95422" tIns="47711" rIns="95422" bIns="47711" anchor="t" anchorCtr="0"/>
          <a:lstStyle/>
          <a:p>
            <a:pPr lvl="0" eaLnBrk="1" hangingPunct="1"/>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solidFill>
                  <a:srgbClr val="000000"/>
                </a:solidFill>
              </a:rPr>
              <a:t>20</a:t>
            </a:fld>
            <a:endParaRPr lang="zh-CN" altLang="en-US" sz="1300" dirty="0">
              <a:solidFill>
                <a:srgbClr val="000000"/>
              </a:solidFill>
            </a:endParaRPr>
          </a:p>
        </p:txBody>
      </p:sp>
      <p:sp>
        <p:nvSpPr>
          <p:cNvPr id="50179" name="Rectangle 2"/>
          <p:cNvSpPr>
            <a:spLocks noGrp="1" noRot="1" noChangeAspect="1" noTextEdit="1"/>
          </p:cNvSpPr>
          <p:nvPr>
            <p:ph type="sldImg"/>
          </p:nvPr>
        </p:nvSpPr>
        <p:spPr/>
      </p:sp>
      <p:sp>
        <p:nvSpPr>
          <p:cNvPr id="50180" name="Rectangle 3"/>
          <p:cNvSpPr>
            <a:spLocks noGrp="1"/>
          </p:cNvSpPr>
          <p:nvPr>
            <p:ph type="body" idx="1"/>
          </p:nvPr>
        </p:nvSpPr>
        <p:spPr/>
        <p:txBody>
          <a:bodyPr wrap="square" lIns="95422" tIns="47711" rIns="95422" bIns="47711" anchor="t" anchorCtr="0"/>
          <a:lstStyle/>
          <a:p>
            <a:pPr lvl="0" eaLnBrk="1" hangingPunct="1"/>
            <a:endParaRPr lang="zh-CN" altLang="en-US" b="1"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solidFill>
                  <a:srgbClr val="000000"/>
                </a:solidFill>
              </a:rPr>
              <a:t>21</a:t>
            </a:fld>
            <a:endParaRPr lang="zh-CN" altLang="en-US" sz="1300" dirty="0">
              <a:solidFill>
                <a:srgbClr val="000000"/>
              </a:solidFill>
            </a:endParaRPr>
          </a:p>
        </p:txBody>
      </p:sp>
      <p:sp>
        <p:nvSpPr>
          <p:cNvPr id="52227" name="Rectangle 2"/>
          <p:cNvSpPr>
            <a:spLocks noGrp="1" noRot="1" noChangeAspect="1" noTextEdit="1"/>
          </p:cNvSpPr>
          <p:nvPr>
            <p:ph type="sldImg"/>
          </p:nvPr>
        </p:nvSpPr>
        <p:spPr/>
      </p:sp>
      <p:sp>
        <p:nvSpPr>
          <p:cNvPr id="52228" name="Rectangle 3"/>
          <p:cNvSpPr>
            <a:spLocks noGrp="1"/>
          </p:cNvSpPr>
          <p:nvPr>
            <p:ph type="body" idx="1"/>
          </p:nvPr>
        </p:nvSpPr>
        <p:spPr/>
        <p:txBody>
          <a:bodyPr wrap="square" lIns="95422" tIns="47711" rIns="95422" bIns="47711" anchor="t" anchorCtr="0"/>
          <a:lstStyle/>
          <a:p>
            <a:pPr lvl="0" eaLnBrk="1" hangingPunct="1"/>
            <a:endParaRPr lang="en-US" altLang="zh-CN" b="1" dirty="0">
              <a:solidFill>
                <a:srgbClr val="000000"/>
              </a:solidFill>
              <a:latin typeface="楷体" panose="02010609060101010101" pitchFamily="49" charset="-122"/>
              <a:ea typeface="楷体" panose="02010609060101010101" pitchFamily="49"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solidFill>
                  <a:srgbClr val="000000"/>
                </a:solidFill>
              </a:rPr>
              <a:t>22</a:t>
            </a:fld>
            <a:endParaRPr lang="zh-CN" altLang="en-US" sz="1300" dirty="0">
              <a:solidFill>
                <a:srgbClr val="000000"/>
              </a:solidFill>
            </a:endParaRPr>
          </a:p>
        </p:txBody>
      </p:sp>
      <p:sp>
        <p:nvSpPr>
          <p:cNvPr id="54275" name="Rectangle 2"/>
          <p:cNvSpPr>
            <a:spLocks noGrp="1" noRot="1" noChangeAspect="1" noTextEdit="1"/>
          </p:cNvSpPr>
          <p:nvPr>
            <p:ph type="sldImg"/>
          </p:nvPr>
        </p:nvSpPr>
        <p:spPr/>
      </p:sp>
      <p:sp>
        <p:nvSpPr>
          <p:cNvPr id="54276" name="Rectangle 3"/>
          <p:cNvSpPr>
            <a:spLocks noGrp="1"/>
          </p:cNvSpPr>
          <p:nvPr>
            <p:ph type="body" idx="1"/>
          </p:nvPr>
        </p:nvSpPr>
        <p:spPr/>
        <p:txBody>
          <a:bodyPr wrap="square" lIns="95422" tIns="47711" rIns="95422" bIns="47711" anchor="t" anchorCtr="0"/>
          <a:lstStyle/>
          <a:p>
            <a:pPr lvl="0"/>
            <a:endParaRPr lang="zh-CN" altLang="en-US" b="1"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p:sp>
      <p:sp>
        <p:nvSpPr>
          <p:cNvPr id="56323" name="备注占位符 2"/>
          <p:cNvSpPr>
            <a:spLocks noGrp="1"/>
          </p:cNvSpPr>
          <p:nvPr>
            <p:ph type="body" idx="1"/>
          </p:nvPr>
        </p:nvSpPr>
        <p:spPr/>
        <p:txBody>
          <a:bodyPr wrap="square" lIns="95422" tIns="47711" rIns="95422" bIns="47711" anchor="t" anchorCtr="0"/>
          <a:lstStyle/>
          <a:p>
            <a:pPr lvl="0"/>
            <a:endParaRPr lang="zh-CN" altLang="en-US" dirty="0"/>
          </a:p>
        </p:txBody>
      </p:sp>
      <p:sp>
        <p:nvSpPr>
          <p:cNvPr id="56324" name="灯片编号占位符 3"/>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t>23</a:t>
            </a:fld>
            <a:endParaRPr lang="zh-CN" altLang="en-US" sz="13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p:sp>
      <p:sp>
        <p:nvSpPr>
          <p:cNvPr id="58371" name="备注占位符 2"/>
          <p:cNvSpPr>
            <a:spLocks noGrp="1"/>
          </p:cNvSpPr>
          <p:nvPr>
            <p:ph type="body" idx="1"/>
          </p:nvPr>
        </p:nvSpPr>
        <p:spPr/>
        <p:txBody>
          <a:bodyPr wrap="square" lIns="95422" tIns="47711" rIns="95422" bIns="47711" anchor="t" anchorCtr="0"/>
          <a:lstStyle/>
          <a:p>
            <a:pPr lvl="0"/>
            <a:endParaRPr lang="zh-CN" altLang="en-US" dirty="0"/>
          </a:p>
        </p:txBody>
      </p:sp>
      <p:sp>
        <p:nvSpPr>
          <p:cNvPr id="58372" name="灯片编号占位符 3"/>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t>24</a:t>
            </a:fld>
            <a:endParaRPr lang="zh-CN" altLang="en-US" sz="13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p:sp>
      <p:sp>
        <p:nvSpPr>
          <p:cNvPr id="60419" name="备注占位符 2"/>
          <p:cNvSpPr>
            <a:spLocks noGrp="1"/>
          </p:cNvSpPr>
          <p:nvPr>
            <p:ph type="body" idx="1"/>
          </p:nvPr>
        </p:nvSpPr>
        <p:spPr/>
        <p:txBody>
          <a:bodyPr wrap="square" lIns="95422" tIns="47711" rIns="95422" bIns="47711" anchor="t" anchorCtr="0"/>
          <a:lstStyle/>
          <a:p>
            <a:pPr lvl="0"/>
            <a:endParaRPr lang="en-US" altLang="zh-CN" dirty="0"/>
          </a:p>
        </p:txBody>
      </p:sp>
      <p:sp>
        <p:nvSpPr>
          <p:cNvPr id="60420" name="灯片编号占位符 3"/>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solidFill>
                  <a:srgbClr val="000000"/>
                </a:solidFill>
                <a:latin typeface="Arial" panose="020B0604020202020204" pitchFamily="34" charset="0"/>
                <a:ea typeface="楷体_GB2312"/>
              </a:rPr>
              <a:t>25</a:t>
            </a:fld>
            <a:endParaRPr lang="zh-CN" altLang="en-US" sz="1300" dirty="0">
              <a:solidFill>
                <a:srgbClr val="000000"/>
              </a:solidFill>
              <a:latin typeface="Arial" panose="020B0604020202020204" pitchFamily="34" charset="0"/>
              <a:ea typeface="楷体_GB231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t>26</a:t>
            </a:fld>
            <a:endParaRPr lang="zh-CN" altLang="en-US" sz="1300" dirty="0"/>
          </a:p>
        </p:txBody>
      </p:sp>
      <p:sp>
        <p:nvSpPr>
          <p:cNvPr id="64515" name="Rectangle 2"/>
          <p:cNvSpPr>
            <a:spLocks noGrp="1" noRot="1" noChangeAspect="1" noTextEdit="1"/>
          </p:cNvSpPr>
          <p:nvPr>
            <p:ph type="sldImg"/>
          </p:nvPr>
        </p:nvSpPr>
        <p:spPr/>
      </p:sp>
      <p:sp>
        <p:nvSpPr>
          <p:cNvPr id="64516" name="Rectangle 3"/>
          <p:cNvSpPr>
            <a:spLocks noGrp="1"/>
          </p:cNvSpPr>
          <p:nvPr>
            <p:ph type="body" idx="1"/>
          </p:nvPr>
        </p:nvSpPr>
        <p:spPr/>
        <p:txBody>
          <a:bodyPr wrap="square" lIns="95422" tIns="47711" rIns="95422" bIns="47711" anchor="t" anchorCtr="0"/>
          <a:lstStyle/>
          <a:p>
            <a:pPr lvl="0" eaLnBrk="1" hangingPunct="1"/>
            <a:endParaRPr lang="zh-CN" altLang="en-US" b="1" dirty="0">
              <a:latin typeface="楷体_GB2312"/>
              <a:ea typeface="楷体_GB231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p:sp>
      <p:sp>
        <p:nvSpPr>
          <p:cNvPr id="66563" name="备注占位符 2"/>
          <p:cNvSpPr>
            <a:spLocks noGrp="1"/>
          </p:cNvSpPr>
          <p:nvPr>
            <p:ph type="body" idx="1"/>
          </p:nvPr>
        </p:nvSpPr>
        <p:spPr/>
        <p:txBody>
          <a:bodyPr wrap="square" lIns="95422" tIns="47711" rIns="95422" bIns="47711" anchor="t" anchorCtr="0"/>
          <a:lstStyle/>
          <a:p>
            <a:pPr lvl="0"/>
            <a:endParaRPr lang="zh-CN" altLang="en-US" dirty="0"/>
          </a:p>
        </p:txBody>
      </p:sp>
      <p:sp>
        <p:nvSpPr>
          <p:cNvPr id="66564" name="灯片编号占位符 3"/>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t>27</a:t>
            </a:fld>
            <a:endParaRPr lang="zh-CN" altLang="en-US" sz="13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t>28</a:t>
            </a:fld>
            <a:endParaRPr lang="zh-CN" altLang="en-US" sz="1300" dirty="0"/>
          </a:p>
        </p:txBody>
      </p:sp>
      <p:sp>
        <p:nvSpPr>
          <p:cNvPr id="68611" name="Rectangle 2"/>
          <p:cNvSpPr>
            <a:spLocks noGrp="1" noRot="1" noChangeAspect="1" noTextEdit="1"/>
          </p:cNvSpPr>
          <p:nvPr>
            <p:ph type="sldImg"/>
          </p:nvPr>
        </p:nvSpPr>
        <p:spPr/>
      </p:sp>
      <p:sp>
        <p:nvSpPr>
          <p:cNvPr id="68612" name="Rectangle 3"/>
          <p:cNvSpPr>
            <a:spLocks noGrp="1"/>
          </p:cNvSpPr>
          <p:nvPr>
            <p:ph type="body" idx="1"/>
          </p:nvPr>
        </p:nvSpPr>
        <p:spPr/>
        <p:txBody>
          <a:bodyPr wrap="square" lIns="95422" tIns="47711" rIns="95422" bIns="47711" anchor="t" anchorCtr="0"/>
          <a:lstStyle/>
          <a:p>
            <a:pPr lvl="0" eaLnBrk="1" hangingPunct="1"/>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solidFill>
                  <a:srgbClr val="000000"/>
                </a:solidFill>
              </a:rPr>
              <a:t>29</a:t>
            </a:fld>
            <a:endParaRPr lang="zh-CN" altLang="en-US" sz="1300" dirty="0">
              <a:solidFill>
                <a:srgbClr val="000000"/>
              </a:solidFill>
            </a:endParaRPr>
          </a:p>
        </p:txBody>
      </p:sp>
      <p:sp>
        <p:nvSpPr>
          <p:cNvPr id="70659" name="Rectangle 2"/>
          <p:cNvSpPr>
            <a:spLocks noGrp="1" noRot="1" noChangeAspect="1" noTextEdit="1"/>
          </p:cNvSpPr>
          <p:nvPr>
            <p:ph type="sldImg"/>
          </p:nvPr>
        </p:nvSpPr>
        <p:spPr/>
      </p:sp>
      <p:sp>
        <p:nvSpPr>
          <p:cNvPr id="70660" name="Rectangle 3"/>
          <p:cNvSpPr>
            <a:spLocks noGrp="1"/>
          </p:cNvSpPr>
          <p:nvPr>
            <p:ph type="body" idx="1"/>
          </p:nvPr>
        </p:nvSpPr>
        <p:spPr/>
        <p:txBody>
          <a:bodyPr wrap="square" lIns="95422" tIns="47711" rIns="95422" bIns="47711" anchor="t" anchorCtr="0"/>
          <a:lstStyle/>
          <a:p>
            <a:pPr lvl="0" eaLnBrk="1" hangingPunct="1"/>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t>30</a:t>
            </a:fld>
            <a:endParaRPr lang="zh-CN" altLang="en-US" sz="1300" dirty="0"/>
          </a:p>
        </p:txBody>
      </p:sp>
      <p:sp>
        <p:nvSpPr>
          <p:cNvPr id="72707" name="Rectangle 2"/>
          <p:cNvSpPr>
            <a:spLocks noGrp="1" noRot="1" noChangeAspect="1" noTextEdit="1"/>
          </p:cNvSpPr>
          <p:nvPr>
            <p:ph type="sldImg"/>
          </p:nvPr>
        </p:nvSpPr>
        <p:spPr/>
      </p:sp>
      <p:sp>
        <p:nvSpPr>
          <p:cNvPr id="72708" name="Rectangle 3"/>
          <p:cNvSpPr>
            <a:spLocks noGrp="1"/>
          </p:cNvSpPr>
          <p:nvPr>
            <p:ph type="body" idx="1"/>
          </p:nvPr>
        </p:nvSpPr>
        <p:spPr/>
        <p:txBody>
          <a:bodyPr wrap="square" lIns="95422" tIns="47711" rIns="95422" bIns="47711" anchor="t" anchorCtr="0"/>
          <a:lstStyle/>
          <a:p>
            <a:pPr lvl="0" eaLnBrk="1" hangingPunct="1"/>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t>31</a:t>
            </a:fld>
            <a:endParaRPr lang="zh-CN" altLang="en-US" sz="1300" dirty="0"/>
          </a:p>
        </p:txBody>
      </p:sp>
      <p:sp>
        <p:nvSpPr>
          <p:cNvPr id="74755" name="Rectangle 2"/>
          <p:cNvSpPr>
            <a:spLocks noGrp="1" noRot="1" noChangeAspect="1" noTextEdit="1"/>
          </p:cNvSpPr>
          <p:nvPr>
            <p:ph type="sldImg"/>
          </p:nvPr>
        </p:nvSpPr>
        <p:spPr/>
      </p:sp>
      <p:sp>
        <p:nvSpPr>
          <p:cNvPr id="74756" name="Rectangle 3"/>
          <p:cNvSpPr>
            <a:spLocks noGrp="1"/>
          </p:cNvSpPr>
          <p:nvPr>
            <p:ph type="body" idx="1"/>
          </p:nvPr>
        </p:nvSpPr>
        <p:spPr/>
        <p:txBody>
          <a:bodyPr wrap="square" lIns="95422" tIns="47711" rIns="95422" bIns="47711" anchor="t" anchorCtr="0"/>
          <a:lstStyle/>
          <a:p>
            <a:pPr lvl="0" eaLnBrk="1" hangingPunct="1"/>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p:sp>
      <p:sp>
        <p:nvSpPr>
          <p:cNvPr id="82947" name="备注占位符 2"/>
          <p:cNvSpPr>
            <a:spLocks noGrp="1"/>
          </p:cNvSpPr>
          <p:nvPr>
            <p:ph type="body" idx="1"/>
          </p:nvPr>
        </p:nvSpPr>
        <p:spPr/>
        <p:txBody>
          <a:bodyPr wrap="square" lIns="95422" tIns="47711" rIns="95422" bIns="47711" anchor="t" anchorCtr="0"/>
          <a:lstStyle/>
          <a:p>
            <a:pPr marL="0" lvl="1" indent="0"/>
            <a:endParaRPr lang="zh-CN" altLang="en-US" dirty="0"/>
          </a:p>
        </p:txBody>
      </p:sp>
      <p:sp>
        <p:nvSpPr>
          <p:cNvPr id="82948" name="灯片编号占位符 3"/>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t>32</a:t>
            </a:fld>
            <a:endParaRPr lang="zh-CN" altLang="en-US" sz="13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p:sp>
      <p:sp>
        <p:nvSpPr>
          <p:cNvPr id="84995" name="备注占位符 2"/>
          <p:cNvSpPr>
            <a:spLocks noGrp="1"/>
          </p:cNvSpPr>
          <p:nvPr>
            <p:ph type="body" idx="1"/>
          </p:nvPr>
        </p:nvSpPr>
        <p:spPr/>
        <p:txBody>
          <a:bodyPr wrap="square" lIns="95422" tIns="47711" rIns="95422" bIns="47711" anchor="t" anchorCtr="0"/>
          <a:lstStyle/>
          <a:p>
            <a:pPr marL="0" lvl="1" indent="0"/>
            <a:endParaRPr lang="zh-CN" altLang="en-US" dirty="0"/>
          </a:p>
        </p:txBody>
      </p:sp>
      <p:sp>
        <p:nvSpPr>
          <p:cNvPr id="84996" name="灯片编号占位符 3"/>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solidFill>
                  <a:srgbClr val="000000"/>
                </a:solidFill>
              </a:rPr>
              <a:t>33</a:t>
            </a:fld>
            <a:endParaRPr lang="zh-CN" altLang="en-US" sz="1300" dirty="0">
              <a:solidFill>
                <a:srgbClr val="000000"/>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p:sp>
      <p:sp>
        <p:nvSpPr>
          <p:cNvPr id="87043" name="备注占位符 2"/>
          <p:cNvSpPr>
            <a:spLocks noGrp="1"/>
          </p:cNvSpPr>
          <p:nvPr>
            <p:ph type="body" idx="1"/>
          </p:nvPr>
        </p:nvSpPr>
        <p:spPr/>
        <p:txBody>
          <a:bodyPr wrap="square" lIns="95422" tIns="47711" rIns="95422" bIns="47711" anchor="t" anchorCtr="0"/>
          <a:lstStyle/>
          <a:p>
            <a:pPr marL="0" lvl="1" indent="0"/>
            <a:endParaRPr lang="zh-CN" altLang="en-US" dirty="0"/>
          </a:p>
        </p:txBody>
      </p:sp>
      <p:sp>
        <p:nvSpPr>
          <p:cNvPr id="87044" name="灯片编号占位符 3"/>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2500" eaLnBrk="1" hangingPunct="1"/>
            <a:fld id="{9A0DB2DC-4C9A-4742-B13C-FB6460FD3503}" type="slidenum">
              <a:rPr lang="zh-CN" altLang="en-US" sz="1300" dirty="0"/>
              <a:t>34</a:t>
            </a:fld>
            <a:endParaRPr lang="zh-CN" altLang="en-US" sz="1300"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p:sp>
      <p:sp>
        <p:nvSpPr>
          <p:cNvPr id="89091" name="备注占位符 2"/>
          <p:cNvSpPr>
            <a:spLocks noGrp="1"/>
          </p:cNvSpPr>
          <p:nvPr>
            <p:ph type="body" idx="1"/>
          </p:nvPr>
        </p:nvSpPr>
        <p:spPr/>
        <p:txBody>
          <a:bodyPr wrap="square" lIns="95422" tIns="47711" rIns="95422" bIns="47711" anchor="t" anchorCtr="0"/>
          <a:lstStyle/>
          <a:p>
            <a:pPr lvl="0"/>
            <a:endParaRPr lang="zh-CN" altLang="en-US" dirty="0"/>
          </a:p>
        </p:txBody>
      </p:sp>
      <p:sp>
        <p:nvSpPr>
          <p:cNvPr id="89092" name="灯片编号占位符 3"/>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t>35</a:t>
            </a:fld>
            <a:endParaRPr lang="zh-CN" altLang="en-US" sz="1300"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p:sp>
      <p:sp>
        <p:nvSpPr>
          <p:cNvPr id="91139" name="备注占位符 2"/>
          <p:cNvSpPr>
            <a:spLocks noGrp="1"/>
          </p:cNvSpPr>
          <p:nvPr>
            <p:ph type="body" idx="1"/>
          </p:nvPr>
        </p:nvSpPr>
        <p:spPr/>
        <p:txBody>
          <a:bodyPr wrap="square" lIns="95422" tIns="47711" rIns="95422" bIns="47711" anchor="t" anchorCtr="0"/>
          <a:lstStyle/>
          <a:p>
            <a:pPr lvl="0"/>
            <a:endParaRPr lang="zh-CN" altLang="en-US" dirty="0"/>
          </a:p>
        </p:txBody>
      </p:sp>
      <p:sp>
        <p:nvSpPr>
          <p:cNvPr id="91140" name="灯片编号占位符 3"/>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2500" eaLnBrk="1" hangingPunct="1"/>
            <a:fld id="{9A0DB2DC-4C9A-4742-B13C-FB6460FD3503}" type="slidenum">
              <a:rPr lang="zh-CN" altLang="en-US" sz="1300" dirty="0">
                <a:solidFill>
                  <a:srgbClr val="000000"/>
                </a:solidFill>
              </a:rPr>
              <a:t>36</a:t>
            </a:fld>
            <a:endParaRPr lang="zh-CN" altLang="en-US" sz="1300" dirty="0">
              <a:solidFill>
                <a:srgbClr val="000000"/>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p:sp>
      <p:sp>
        <p:nvSpPr>
          <p:cNvPr id="93187" name="备注占位符 2"/>
          <p:cNvSpPr>
            <a:spLocks noGrp="1"/>
          </p:cNvSpPr>
          <p:nvPr>
            <p:ph type="body" idx="1"/>
          </p:nvPr>
        </p:nvSpPr>
        <p:spPr/>
        <p:txBody>
          <a:bodyPr wrap="square" lIns="95422" tIns="47711" rIns="95422" bIns="47711" anchor="t" anchorCtr="0"/>
          <a:lstStyle/>
          <a:p>
            <a:pPr lvl="0"/>
            <a:endParaRPr lang="zh-CN" altLang="en-US" dirty="0"/>
          </a:p>
        </p:txBody>
      </p:sp>
      <p:sp>
        <p:nvSpPr>
          <p:cNvPr id="93188" name="灯片编号占位符 3"/>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t>37</a:t>
            </a:fld>
            <a:endParaRPr lang="zh-CN" altLang="en-US" sz="1300"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p:sp>
      <p:sp>
        <p:nvSpPr>
          <p:cNvPr id="95235" name="备注占位符 2"/>
          <p:cNvSpPr>
            <a:spLocks noGrp="1"/>
          </p:cNvSpPr>
          <p:nvPr>
            <p:ph type="body" idx="1"/>
          </p:nvPr>
        </p:nvSpPr>
        <p:spPr/>
        <p:txBody>
          <a:bodyPr wrap="square" lIns="95422" tIns="47711" rIns="95422" bIns="47711" anchor="t" anchorCtr="0"/>
          <a:lstStyle/>
          <a:p>
            <a:pPr lvl="0"/>
            <a:endParaRPr lang="zh-CN" altLang="en-US" dirty="0"/>
          </a:p>
        </p:txBody>
      </p:sp>
      <p:sp>
        <p:nvSpPr>
          <p:cNvPr id="95236" name="灯片编号占位符 3"/>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2500" eaLnBrk="1" hangingPunct="1"/>
            <a:fld id="{9A0DB2DC-4C9A-4742-B13C-FB6460FD3503}" type="slidenum">
              <a:rPr lang="zh-CN" altLang="en-US" sz="1300" dirty="0">
                <a:solidFill>
                  <a:srgbClr val="000000"/>
                </a:solidFill>
              </a:rPr>
              <a:t>38</a:t>
            </a:fld>
            <a:endParaRPr lang="zh-CN" altLang="en-US" sz="1300" dirty="0">
              <a:solidFill>
                <a:srgbClr val="000000"/>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t>39</a:t>
            </a:fld>
            <a:endParaRPr lang="zh-CN" altLang="en-US" sz="1300" dirty="0"/>
          </a:p>
        </p:txBody>
      </p:sp>
      <p:sp>
        <p:nvSpPr>
          <p:cNvPr id="97283" name="Rectangle 2"/>
          <p:cNvSpPr>
            <a:spLocks noGrp="1" noRot="1" noChangeAspect="1" noTextEdit="1"/>
          </p:cNvSpPr>
          <p:nvPr>
            <p:ph type="sldImg"/>
          </p:nvPr>
        </p:nvSpPr>
        <p:spPr/>
      </p:sp>
      <p:sp>
        <p:nvSpPr>
          <p:cNvPr id="97284" name="Rectangle 3"/>
          <p:cNvSpPr>
            <a:spLocks noGrp="1"/>
          </p:cNvSpPr>
          <p:nvPr>
            <p:ph type="body" idx="1"/>
          </p:nvPr>
        </p:nvSpPr>
        <p:spPr/>
        <p:txBody>
          <a:bodyPr wrap="square" lIns="95422" tIns="47711" rIns="95422" bIns="47711" anchor="t" anchorCtr="0"/>
          <a:lstStyle/>
          <a:p>
            <a:pPr lvl="0" eaLnBrk="1" hangingPunct="1"/>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p:sp>
      <p:sp>
        <p:nvSpPr>
          <p:cNvPr id="99331" name="备注占位符 2"/>
          <p:cNvSpPr>
            <a:spLocks noGrp="1"/>
          </p:cNvSpPr>
          <p:nvPr>
            <p:ph type="body" idx="1"/>
          </p:nvPr>
        </p:nvSpPr>
        <p:spPr/>
        <p:txBody>
          <a:bodyPr wrap="square" lIns="95422" tIns="47711" rIns="95422" bIns="47711" anchor="t" anchorCtr="0"/>
          <a:lstStyle/>
          <a:p>
            <a:pPr lvl="0"/>
            <a:endParaRPr lang="zh-CN" altLang="en-US" dirty="0"/>
          </a:p>
        </p:txBody>
      </p:sp>
      <p:sp>
        <p:nvSpPr>
          <p:cNvPr id="99332" name="灯片编号占位符 3"/>
          <p:cNvSpPr txBox="1">
            <a:spLocks noGrp="1"/>
          </p:cNvSpPr>
          <p:nvPr>
            <p:ph type="sldNum" sz="quarter"/>
          </p:nvPr>
        </p:nvSpPr>
        <p:spPr>
          <a:xfrm>
            <a:off x="3830638" y="9445625"/>
            <a:ext cx="2930525" cy="496888"/>
          </a:xfrm>
          <a:prstGeom prst="rect">
            <a:avLst/>
          </a:prstGeom>
          <a:noFill/>
          <a:ln w="9525">
            <a:noFill/>
          </a:ln>
        </p:spPr>
        <p:txBody>
          <a:bodyPr lIns="95422" tIns="47711" rIns="95422" bIns="47711" anchor="b" anchorCtr="0"/>
          <a:lstStyle/>
          <a:p>
            <a:pPr lvl="0" algn="r" defTabSz="951230" eaLnBrk="1" hangingPunct="1"/>
            <a:fld id="{9A0DB2DC-4C9A-4742-B13C-FB6460FD3503}" type="slidenum">
              <a:rPr lang="zh-CN" altLang="en-US" sz="1300" dirty="0">
                <a:solidFill>
                  <a:srgbClr val="000000"/>
                </a:solidFill>
              </a:rPr>
              <a:t>40</a:t>
            </a:fld>
            <a:endParaRPr lang="zh-CN" altLang="en-US" sz="1300" dirty="0">
              <a:solidFill>
                <a:srgbClr val="000000"/>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p:sp>
      <p:sp>
        <p:nvSpPr>
          <p:cNvPr id="14339" name="备注占位符 2"/>
          <p:cNvSpPr>
            <a:spLocks noGrp="1"/>
          </p:cNvSpPr>
          <p:nvPr>
            <p:ph type="body"/>
          </p:nvPr>
        </p:nvSpPr>
        <p:spPr/>
        <p:txBody>
          <a:bodyPr wrap="square" lIns="99019" tIns="49510" rIns="99019" bIns="49510" anchor="t" anchorCtr="0"/>
          <a:lstStyle/>
          <a:p>
            <a:pPr lvl="0"/>
            <a:endParaRPr lang="en-US" altLang="zh-CN" dirty="0"/>
          </a:p>
        </p:txBody>
      </p:sp>
      <p:sp>
        <p:nvSpPr>
          <p:cNvPr id="14340"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solidFill>
                  <a:srgbClr val="000000"/>
                </a:solidFill>
                <a:ea typeface="楷体_GB2312"/>
              </a:rPr>
              <a:t>41</a:t>
            </a:fld>
            <a:endParaRPr lang="zh-CN" altLang="en-US" sz="1300" dirty="0">
              <a:solidFill>
                <a:srgbClr val="000000"/>
              </a:solidFill>
              <a:ea typeface="楷体_GB231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p:cNvSpPr>
            <a:spLocks noGrp="1" noRot="1" noChangeAspect="1" noTextEdit="1"/>
          </p:cNvSpPr>
          <p:nvPr>
            <p:ph type="sldImg"/>
          </p:nvPr>
        </p:nvSpPr>
        <p:spPr/>
      </p:sp>
      <p:sp>
        <p:nvSpPr>
          <p:cNvPr id="16387" name="备注占位符 2"/>
          <p:cNvSpPr>
            <a:spLocks noGrp="1"/>
          </p:cNvSpPr>
          <p:nvPr>
            <p:ph type="body"/>
          </p:nvPr>
        </p:nvSpPr>
        <p:spPr/>
        <p:txBody>
          <a:bodyPr wrap="square" lIns="99019" tIns="49510" rIns="99019" bIns="49510" anchor="t" anchorCtr="0"/>
          <a:lstStyle/>
          <a:p>
            <a:pPr lvl="0"/>
            <a:endParaRPr lang="en-US" altLang="zh-CN" dirty="0"/>
          </a:p>
        </p:txBody>
      </p:sp>
      <p:sp>
        <p:nvSpPr>
          <p:cNvPr id="16388"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7425" eaLnBrk="1" hangingPunct="1">
              <a:spcBef>
                <a:spcPct val="0"/>
              </a:spcBef>
            </a:pPr>
            <a:fld id="{9A0DB2DC-4C9A-4742-B13C-FB6460FD3503}" type="slidenum">
              <a:rPr lang="zh-CN" altLang="en-US" sz="1300" dirty="0">
                <a:solidFill>
                  <a:srgbClr val="000000"/>
                </a:solidFill>
                <a:latin typeface="Tahoma" panose="020B0604030504040204" pitchFamily="34" charset="0"/>
              </a:rPr>
              <a:t>42</a:t>
            </a:fld>
            <a:endParaRPr lang="zh-CN" altLang="en-US" sz="1300" dirty="0">
              <a:solidFill>
                <a:srgbClr val="000000"/>
              </a:solidFill>
              <a:latin typeface="Tahoma" panose="020B060403050404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solidFill>
                  <a:srgbClr val="000000"/>
                </a:solidFill>
                <a:latin typeface="Tahoma" panose="020B0604030504040204" pitchFamily="34" charset="0"/>
              </a:rPr>
              <a:t>43</a:t>
            </a:fld>
            <a:endParaRPr lang="zh-CN" altLang="en-US" sz="1300" dirty="0">
              <a:solidFill>
                <a:srgbClr val="000000"/>
              </a:solidFill>
              <a:latin typeface="Tahoma" panose="020B0604030504040204" pitchFamily="34" charset="0"/>
            </a:endParaRPr>
          </a:p>
        </p:txBody>
      </p:sp>
      <p:sp>
        <p:nvSpPr>
          <p:cNvPr id="18435" name="Rectangle 2"/>
          <p:cNvSpPr>
            <a:spLocks noGrp="1" noRot="1" noChangeAspect="1" noTextEdit="1"/>
          </p:cNvSpPr>
          <p:nvPr>
            <p:ph type="sldImg"/>
          </p:nvPr>
        </p:nvSpPr>
        <p:spPr/>
      </p:sp>
      <p:sp>
        <p:nvSpPr>
          <p:cNvPr id="18436" name="Rectangle 3"/>
          <p:cNvSpPr>
            <a:spLocks noGrp="1"/>
          </p:cNvSpPr>
          <p:nvPr>
            <p:ph type="body"/>
          </p:nvPr>
        </p:nvSpPr>
        <p:spPr/>
        <p:txBody>
          <a:bodyPr wrap="square" lIns="99019" tIns="49510" rIns="99019" bIns="49510" anchor="t" anchorCtr="0"/>
          <a:lstStyle/>
          <a:p>
            <a:pPr lvl="0" eaLnBrk="1" hangingPunct="1"/>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p:sp>
      <p:sp>
        <p:nvSpPr>
          <p:cNvPr id="20483" name="备注占位符 2"/>
          <p:cNvSpPr>
            <a:spLocks noGrp="1"/>
          </p:cNvSpPr>
          <p:nvPr>
            <p:ph type="body"/>
          </p:nvPr>
        </p:nvSpPr>
        <p:spPr/>
        <p:txBody>
          <a:bodyPr wrap="square" lIns="99019" tIns="49510" rIns="99019" bIns="49510" anchor="t" anchorCtr="0"/>
          <a:lstStyle/>
          <a:p>
            <a:pPr lvl="0"/>
            <a:endParaRPr lang="zh-CN" altLang="en-US" dirty="0"/>
          </a:p>
        </p:txBody>
      </p:sp>
      <p:sp>
        <p:nvSpPr>
          <p:cNvPr id="20484"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7425" eaLnBrk="1" hangingPunct="1">
              <a:spcBef>
                <a:spcPct val="0"/>
              </a:spcBef>
            </a:pPr>
            <a:fld id="{9A0DB2DC-4C9A-4742-B13C-FB6460FD3503}" type="slidenum">
              <a:rPr lang="zh-CN" altLang="en-US" sz="1300" dirty="0">
                <a:latin typeface="Tahoma" panose="020B0604030504040204" pitchFamily="34" charset="0"/>
              </a:rPr>
              <a:t>44</a:t>
            </a:fld>
            <a:endParaRPr lang="zh-CN" altLang="en-US" sz="1300" dirty="0">
              <a:latin typeface="Tahoma" panose="020B060403050404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TextEdit="1"/>
          </p:cNvSpPr>
          <p:nvPr>
            <p:ph type="sldImg"/>
          </p:nvPr>
        </p:nvSpPr>
        <p:spPr/>
      </p:sp>
      <p:sp>
        <p:nvSpPr>
          <p:cNvPr id="22531" name="备注占位符 2"/>
          <p:cNvSpPr>
            <a:spLocks noGrp="1"/>
          </p:cNvSpPr>
          <p:nvPr>
            <p:ph type="body"/>
          </p:nvPr>
        </p:nvSpPr>
        <p:spPr/>
        <p:txBody>
          <a:bodyPr wrap="square" lIns="99019" tIns="49510" rIns="99019" bIns="49510" anchor="t" anchorCtr="0"/>
          <a:lstStyle/>
          <a:p>
            <a:pPr lvl="0"/>
            <a:endParaRPr lang="zh-CN" altLang="en-US" dirty="0"/>
          </a:p>
        </p:txBody>
      </p:sp>
      <p:sp>
        <p:nvSpPr>
          <p:cNvPr id="22532"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latin typeface="Tahoma" panose="020B0604030504040204" pitchFamily="34" charset="0"/>
              </a:rPr>
              <a:t>45</a:t>
            </a:fld>
            <a:endParaRPr lang="zh-CN" altLang="en-US" sz="1300" dirty="0">
              <a:latin typeface="Tahoma" panose="020B060403050404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p:sp>
      <p:sp>
        <p:nvSpPr>
          <p:cNvPr id="24579" name="备注占位符 2"/>
          <p:cNvSpPr>
            <a:spLocks noGrp="1"/>
          </p:cNvSpPr>
          <p:nvPr>
            <p:ph type="body"/>
          </p:nvPr>
        </p:nvSpPr>
        <p:spPr/>
        <p:txBody>
          <a:bodyPr wrap="square" lIns="99019" tIns="49510" rIns="99019" bIns="49510" anchor="t" anchorCtr="0"/>
          <a:lstStyle/>
          <a:p>
            <a:pPr lvl="0" eaLnBrk="1" hangingPunct="1"/>
            <a:endParaRPr lang="zh-CN" altLang="en-US" dirty="0">
              <a:solidFill>
                <a:srgbClr val="000000"/>
              </a:solidFill>
            </a:endParaRPr>
          </a:p>
          <a:p>
            <a:pPr lvl="0"/>
            <a:endParaRPr lang="zh-CN" altLang="en-US" dirty="0"/>
          </a:p>
        </p:txBody>
      </p:sp>
      <p:sp>
        <p:nvSpPr>
          <p:cNvPr id="24580"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solidFill>
                  <a:srgbClr val="000000"/>
                </a:solidFill>
                <a:latin typeface="Tahoma" panose="020B0604030504040204" pitchFamily="34" charset="0"/>
              </a:rPr>
              <a:t>46</a:t>
            </a:fld>
            <a:endParaRPr lang="zh-CN" altLang="en-US" sz="1300" dirty="0">
              <a:solidFill>
                <a:srgbClr val="000000"/>
              </a:solidFill>
              <a:latin typeface="Tahoma" panose="020B060403050404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solidFill>
                  <a:srgbClr val="000000"/>
                </a:solidFill>
                <a:latin typeface="Tahoma" panose="020B0604030504040204" pitchFamily="34" charset="0"/>
              </a:rPr>
              <a:t>47</a:t>
            </a:fld>
            <a:endParaRPr lang="zh-CN" altLang="en-US" sz="1300" dirty="0">
              <a:solidFill>
                <a:srgbClr val="000000"/>
              </a:solidFill>
              <a:latin typeface="Tahoma" panose="020B0604030504040204" pitchFamily="34" charset="0"/>
            </a:endParaRPr>
          </a:p>
        </p:txBody>
      </p:sp>
      <p:sp>
        <p:nvSpPr>
          <p:cNvPr id="26627" name="Rectangle 2"/>
          <p:cNvSpPr>
            <a:spLocks noGrp="1" noRot="1" noChangeAspect="1" noTextEdit="1"/>
          </p:cNvSpPr>
          <p:nvPr>
            <p:ph type="sldImg"/>
          </p:nvPr>
        </p:nvSpPr>
        <p:spPr/>
      </p:sp>
      <p:sp>
        <p:nvSpPr>
          <p:cNvPr id="26628" name="Rectangle 3"/>
          <p:cNvSpPr>
            <a:spLocks noGrp="1"/>
          </p:cNvSpPr>
          <p:nvPr>
            <p:ph type="body"/>
          </p:nvPr>
        </p:nvSpPr>
        <p:spPr/>
        <p:txBody>
          <a:bodyPr wrap="square" lIns="99019" tIns="49510" rIns="99019" bIns="49510" anchor="t" anchorCtr="0"/>
          <a:lstStyle/>
          <a:p>
            <a:pPr lvl="0" eaLnBrk="1" hangingPunct="1">
              <a:lnSpc>
                <a:spcPct val="120000"/>
              </a:lnSpc>
            </a:pPr>
            <a:endParaRPr lang="en-US" alt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p:sp>
      <p:sp>
        <p:nvSpPr>
          <p:cNvPr id="30723" name="备注占位符 2"/>
          <p:cNvSpPr>
            <a:spLocks noGrp="1"/>
          </p:cNvSpPr>
          <p:nvPr>
            <p:ph type="body"/>
          </p:nvPr>
        </p:nvSpPr>
        <p:spPr/>
        <p:txBody>
          <a:bodyPr wrap="square" lIns="99019" tIns="49510" rIns="99019" bIns="49510" anchor="t" anchorCtr="0"/>
          <a:lstStyle/>
          <a:p>
            <a:pPr lvl="0"/>
            <a:endParaRPr lang="en-US" altLang="zh-CN" dirty="0"/>
          </a:p>
        </p:txBody>
      </p:sp>
      <p:sp>
        <p:nvSpPr>
          <p:cNvPr id="30724"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solidFill>
                  <a:srgbClr val="000000"/>
                </a:solidFill>
                <a:ea typeface="楷体_GB2312"/>
              </a:rPr>
              <a:t>48</a:t>
            </a:fld>
            <a:endParaRPr lang="zh-CN" altLang="en-US" sz="1300" dirty="0">
              <a:solidFill>
                <a:srgbClr val="000000"/>
              </a:solidFill>
              <a:ea typeface="楷体_GB231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latin typeface="Tahoma" panose="020B0604030504040204" pitchFamily="34" charset="0"/>
              </a:rPr>
              <a:t>49</a:t>
            </a:fld>
            <a:endParaRPr lang="zh-CN" altLang="en-US" sz="1300" dirty="0">
              <a:latin typeface="Tahoma" panose="020B0604030504040204" pitchFamily="34" charset="0"/>
            </a:endParaRPr>
          </a:p>
        </p:txBody>
      </p:sp>
      <p:sp>
        <p:nvSpPr>
          <p:cNvPr id="32771" name="Rectangle 2"/>
          <p:cNvSpPr>
            <a:spLocks noGrp="1" noRot="1" noChangeAspect="1" noTextEdit="1"/>
          </p:cNvSpPr>
          <p:nvPr>
            <p:ph type="sldImg"/>
          </p:nvPr>
        </p:nvSpPr>
        <p:spPr/>
      </p:sp>
      <p:sp>
        <p:nvSpPr>
          <p:cNvPr id="32772" name="Rectangle 3"/>
          <p:cNvSpPr>
            <a:spLocks noGrp="1"/>
          </p:cNvSpPr>
          <p:nvPr>
            <p:ph type="body"/>
          </p:nvPr>
        </p:nvSpPr>
        <p:spPr/>
        <p:txBody>
          <a:bodyPr wrap="square" lIns="99019" tIns="49510" rIns="99019" bIns="49510" anchor="t" anchorCtr="0"/>
          <a:lstStyle/>
          <a:p>
            <a:pPr lvl="0" eaLnBrk="1" hangingPunct="1"/>
            <a:endParaRPr lang="zh-CN"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latin typeface="Tahoma" panose="020B0604030504040204" pitchFamily="34" charset="0"/>
              </a:rPr>
              <a:t>50</a:t>
            </a:fld>
            <a:endParaRPr lang="zh-CN" altLang="en-US" sz="1300" dirty="0">
              <a:latin typeface="Tahoma" panose="020B0604030504040204" pitchFamily="34" charset="0"/>
            </a:endParaRPr>
          </a:p>
        </p:txBody>
      </p:sp>
      <p:sp>
        <p:nvSpPr>
          <p:cNvPr id="32771" name="Rectangle 2"/>
          <p:cNvSpPr>
            <a:spLocks noGrp="1" noRot="1" noChangeAspect="1" noTextEdit="1"/>
          </p:cNvSpPr>
          <p:nvPr>
            <p:ph type="sldImg"/>
          </p:nvPr>
        </p:nvSpPr>
        <p:spPr/>
      </p:sp>
      <p:sp>
        <p:nvSpPr>
          <p:cNvPr id="32772" name="Rectangle 3"/>
          <p:cNvSpPr>
            <a:spLocks noGrp="1"/>
          </p:cNvSpPr>
          <p:nvPr>
            <p:ph type="body"/>
          </p:nvPr>
        </p:nvSpPr>
        <p:spPr/>
        <p:txBody>
          <a:bodyPr wrap="square" lIns="99019" tIns="49510" rIns="99019" bIns="49510" anchor="t" anchorCtr="0"/>
          <a:lstStyle/>
          <a:p>
            <a:pPr lvl="0" eaLnBrk="1" hangingPunct="1"/>
            <a:endParaRPr lang="zh-CN" alt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p:sp>
      <p:sp>
        <p:nvSpPr>
          <p:cNvPr id="36867" name="备注占位符 2"/>
          <p:cNvSpPr>
            <a:spLocks noGrp="1"/>
          </p:cNvSpPr>
          <p:nvPr>
            <p:ph type="body"/>
          </p:nvPr>
        </p:nvSpPr>
        <p:spPr/>
        <p:txBody>
          <a:bodyPr wrap="square" lIns="99019" tIns="49510" rIns="99019" bIns="49510" anchor="t" anchorCtr="0"/>
          <a:lstStyle/>
          <a:p>
            <a:pPr marL="0" lvl="1" indent="0"/>
            <a:endParaRPr lang="zh-CN" altLang="en-US" dirty="0"/>
          </a:p>
        </p:txBody>
      </p:sp>
      <p:sp>
        <p:nvSpPr>
          <p:cNvPr id="36868"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latin typeface="Tahoma" panose="020B0604030504040204" pitchFamily="34" charset="0"/>
              </a:rPr>
              <a:t>51</a:t>
            </a:fld>
            <a:endParaRPr lang="zh-CN" altLang="en-US" sz="1300" dirty="0">
              <a:latin typeface="Tahoma" panose="020B060403050404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latin typeface="Tahoma" panose="020B0604030504040204" pitchFamily="34" charset="0"/>
              </a:rPr>
              <a:t>52</a:t>
            </a:fld>
            <a:endParaRPr lang="zh-CN" altLang="en-US" sz="1300" dirty="0">
              <a:latin typeface="Tahoma" panose="020B0604030504040204" pitchFamily="34" charset="0"/>
            </a:endParaRPr>
          </a:p>
        </p:txBody>
      </p:sp>
      <p:sp>
        <p:nvSpPr>
          <p:cNvPr id="40963" name="Rectangle 2"/>
          <p:cNvSpPr>
            <a:spLocks noGrp="1" noRot="1" noChangeAspect="1" noTextEdit="1"/>
          </p:cNvSpPr>
          <p:nvPr>
            <p:ph type="sldImg"/>
          </p:nvPr>
        </p:nvSpPr>
        <p:spPr/>
      </p:sp>
      <p:sp>
        <p:nvSpPr>
          <p:cNvPr id="40964" name="Rectangle 3"/>
          <p:cNvSpPr>
            <a:spLocks noGrp="1"/>
          </p:cNvSpPr>
          <p:nvPr>
            <p:ph type="body"/>
          </p:nvPr>
        </p:nvSpPr>
        <p:spPr/>
        <p:txBody>
          <a:bodyPr wrap="square" lIns="99019" tIns="49510" rIns="99019" bIns="49510" anchor="t" anchorCtr="0"/>
          <a:lstStyle/>
          <a:p>
            <a:pPr lvl="0" eaLnBrk="1" hangingPunct="1"/>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p:sp>
      <p:sp>
        <p:nvSpPr>
          <p:cNvPr id="43011" name="备注占位符 2"/>
          <p:cNvSpPr>
            <a:spLocks noGrp="1"/>
          </p:cNvSpPr>
          <p:nvPr>
            <p:ph type="body"/>
          </p:nvPr>
        </p:nvSpPr>
        <p:spPr/>
        <p:txBody>
          <a:bodyPr wrap="square" lIns="99019" tIns="49510" rIns="99019" bIns="49510" anchor="t" anchorCtr="0"/>
          <a:lstStyle/>
          <a:p>
            <a:pPr lvl="0" eaLnBrk="1" hangingPunct="1"/>
            <a:endParaRPr lang="en-US" altLang="zh-CN" dirty="0"/>
          </a:p>
        </p:txBody>
      </p:sp>
      <p:sp>
        <p:nvSpPr>
          <p:cNvPr id="43012"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latin typeface="Tahoma" panose="020B0604030504040204" pitchFamily="34" charset="0"/>
              </a:rPr>
              <a:t>53</a:t>
            </a:fld>
            <a:endParaRPr lang="zh-CN" altLang="en-US" sz="1300" dirty="0">
              <a:latin typeface="Tahoma" panose="020B0604030504040204"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p:sp>
      <p:sp>
        <p:nvSpPr>
          <p:cNvPr id="45059" name="备注占位符 2"/>
          <p:cNvSpPr>
            <a:spLocks noGrp="1"/>
          </p:cNvSpPr>
          <p:nvPr>
            <p:ph type="body"/>
          </p:nvPr>
        </p:nvSpPr>
        <p:spPr/>
        <p:txBody>
          <a:bodyPr wrap="square" lIns="99019" tIns="49510" rIns="99019" bIns="49510" anchor="t" anchorCtr="0"/>
          <a:lstStyle/>
          <a:p>
            <a:pPr lvl="0"/>
            <a:endParaRPr lang="zh-CN" altLang="en-US" dirty="0"/>
          </a:p>
        </p:txBody>
      </p:sp>
      <p:sp>
        <p:nvSpPr>
          <p:cNvPr id="45060"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7425" eaLnBrk="1" hangingPunct="1">
              <a:spcBef>
                <a:spcPct val="0"/>
              </a:spcBef>
            </a:pPr>
            <a:fld id="{9A0DB2DC-4C9A-4742-B13C-FB6460FD3503}" type="slidenum">
              <a:rPr lang="zh-CN" altLang="en-US" sz="1300" dirty="0">
                <a:latin typeface="Tahoma" panose="020B0604030504040204" pitchFamily="34" charset="0"/>
              </a:rPr>
              <a:t>54</a:t>
            </a:fld>
            <a:endParaRPr lang="zh-CN" altLang="en-US" sz="1300" dirty="0">
              <a:latin typeface="Tahoma" panose="020B0604030504040204"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p:sp>
      <p:sp>
        <p:nvSpPr>
          <p:cNvPr id="47107" name="备注占位符 2"/>
          <p:cNvSpPr>
            <a:spLocks noGrp="1"/>
          </p:cNvSpPr>
          <p:nvPr>
            <p:ph type="body"/>
          </p:nvPr>
        </p:nvSpPr>
        <p:spPr/>
        <p:txBody>
          <a:bodyPr wrap="square" lIns="99019" tIns="49510" rIns="99019" bIns="49510" anchor="t" anchorCtr="0"/>
          <a:lstStyle/>
          <a:p>
            <a:pPr lvl="0"/>
            <a:endParaRPr lang="en-US" altLang="zh-CN" dirty="0"/>
          </a:p>
        </p:txBody>
      </p:sp>
      <p:sp>
        <p:nvSpPr>
          <p:cNvPr id="47108"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solidFill>
                  <a:srgbClr val="000000"/>
                </a:solidFill>
                <a:latin typeface="Tahoma" panose="020B0604030504040204" pitchFamily="34" charset="0"/>
              </a:rPr>
              <a:t>55</a:t>
            </a:fld>
            <a:endParaRPr lang="zh-CN" altLang="en-US" sz="1300" dirty="0">
              <a:solidFill>
                <a:srgbClr val="000000"/>
              </a:solidFill>
              <a:latin typeface="Tahoma" panose="020B0604030504040204"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p:sp>
      <p:sp>
        <p:nvSpPr>
          <p:cNvPr id="49155" name="备注占位符 2"/>
          <p:cNvSpPr>
            <a:spLocks noGrp="1"/>
          </p:cNvSpPr>
          <p:nvPr>
            <p:ph type="body"/>
          </p:nvPr>
        </p:nvSpPr>
        <p:spPr/>
        <p:txBody>
          <a:bodyPr wrap="square" lIns="99019" tIns="49510" rIns="99019" bIns="49510" anchor="t" anchorCtr="0"/>
          <a:lstStyle/>
          <a:p>
            <a:pPr lvl="0" eaLnBrk="1" hangingPunct="1"/>
            <a:endParaRPr lang="en-US" altLang="zh-CN" dirty="0"/>
          </a:p>
        </p:txBody>
      </p:sp>
      <p:sp>
        <p:nvSpPr>
          <p:cNvPr id="49156"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solidFill>
                  <a:srgbClr val="000000"/>
                </a:solidFill>
                <a:latin typeface="Tahoma" panose="020B0604030504040204" pitchFamily="34" charset="0"/>
              </a:rPr>
              <a:t>56</a:t>
            </a:fld>
            <a:endParaRPr lang="zh-CN" altLang="en-US" sz="1300" dirty="0">
              <a:solidFill>
                <a:srgbClr val="000000"/>
              </a:solidFill>
              <a:latin typeface="Tahoma" panose="020B060403050404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p:sp>
      <p:sp>
        <p:nvSpPr>
          <p:cNvPr id="51203" name="备注占位符 2"/>
          <p:cNvSpPr>
            <a:spLocks noGrp="1"/>
          </p:cNvSpPr>
          <p:nvPr>
            <p:ph type="body"/>
          </p:nvPr>
        </p:nvSpPr>
        <p:spPr/>
        <p:txBody>
          <a:bodyPr wrap="square" lIns="99019" tIns="49510" rIns="99019" bIns="49510" anchor="t" anchorCtr="0"/>
          <a:lstStyle/>
          <a:p>
            <a:pPr lvl="0"/>
            <a:endParaRPr lang="zh-CN" altLang="en-US" dirty="0">
              <a:ea typeface="楷体" panose="02010609060101010101" pitchFamily="49" charset="-122"/>
            </a:endParaRPr>
          </a:p>
        </p:txBody>
      </p:sp>
      <p:sp>
        <p:nvSpPr>
          <p:cNvPr id="51204"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solidFill>
                  <a:srgbClr val="000000"/>
                </a:solidFill>
                <a:latin typeface="Tahoma" panose="020B0604030504040204" pitchFamily="34" charset="0"/>
              </a:rPr>
              <a:t>57</a:t>
            </a:fld>
            <a:endParaRPr lang="zh-CN" altLang="en-US" sz="1300" dirty="0">
              <a:solidFill>
                <a:srgbClr val="000000"/>
              </a:solidFill>
              <a:latin typeface="Tahoma" panose="020B060403050404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p:sp>
      <p:sp>
        <p:nvSpPr>
          <p:cNvPr id="53251" name="备注占位符 2"/>
          <p:cNvSpPr>
            <a:spLocks noGrp="1"/>
          </p:cNvSpPr>
          <p:nvPr>
            <p:ph type="body"/>
          </p:nvPr>
        </p:nvSpPr>
        <p:spPr/>
        <p:txBody>
          <a:bodyPr wrap="square" lIns="99019" tIns="49510" rIns="99019" bIns="49510" anchor="t" anchorCtr="0"/>
          <a:lstStyle/>
          <a:p>
            <a:pPr lvl="0"/>
            <a:endParaRPr lang="zh-CN" altLang="en-US" dirty="0"/>
          </a:p>
        </p:txBody>
      </p:sp>
      <p:sp>
        <p:nvSpPr>
          <p:cNvPr id="53252"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latin typeface="Tahoma" panose="020B0604030504040204" pitchFamily="34" charset="0"/>
              </a:rPr>
              <a:t>58</a:t>
            </a:fld>
            <a:endParaRPr lang="zh-CN" altLang="en-US" sz="1300" dirty="0">
              <a:latin typeface="Tahoma" panose="020B0604030504040204"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p:sp>
      <p:sp>
        <p:nvSpPr>
          <p:cNvPr id="55299" name="备注占位符 2"/>
          <p:cNvSpPr>
            <a:spLocks noGrp="1"/>
          </p:cNvSpPr>
          <p:nvPr>
            <p:ph type="body"/>
          </p:nvPr>
        </p:nvSpPr>
        <p:spPr/>
        <p:txBody>
          <a:bodyPr wrap="square" lIns="99019" tIns="49510" rIns="99019" bIns="49510" anchor="t" anchorCtr="0"/>
          <a:lstStyle/>
          <a:p>
            <a:pPr lvl="0"/>
            <a:endParaRPr lang="zh-CN" altLang="en-US" dirty="0"/>
          </a:p>
        </p:txBody>
      </p:sp>
      <p:sp>
        <p:nvSpPr>
          <p:cNvPr id="55300"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latin typeface="Tahoma" panose="020B0604030504040204" pitchFamily="34" charset="0"/>
              </a:rPr>
              <a:t>59</a:t>
            </a:fld>
            <a:endParaRPr lang="zh-CN" altLang="en-US" sz="1300" dirty="0">
              <a:latin typeface="Tahoma" panose="020B060403050404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p:sp>
      <p:sp>
        <p:nvSpPr>
          <p:cNvPr id="3" name="备注占位符 2"/>
          <p:cNvSpPr>
            <a:spLocks noGrp="1"/>
          </p:cNvSpPr>
          <p:nvPr>
            <p:ph type="body" idx="1"/>
          </p:nvPr>
        </p:nvSpPr>
        <p:spPr/>
        <p:txBody>
          <a:bodyPr wrap="square" lIns="99019" tIns="49510" rIns="99019" bIns="4951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1" i="0" u="none" strike="noStrike" kern="1200" cap="none" spc="0" normalizeH="0" baseline="0" noProof="1">
              <a:ln>
                <a:noFill/>
              </a:ln>
              <a:solidFill>
                <a:schemeClr val="folHlink"/>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57348"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latin typeface="Tahoma" panose="020B0604030504040204" pitchFamily="34" charset="0"/>
              </a:rPr>
              <a:t>60</a:t>
            </a:fld>
            <a:endParaRPr lang="zh-CN" altLang="en-US" sz="1300" dirty="0">
              <a:latin typeface="Tahoma" panose="020B0604030504040204"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p:sp>
      <p:sp>
        <p:nvSpPr>
          <p:cNvPr id="59395" name="备注占位符 2"/>
          <p:cNvSpPr>
            <a:spLocks noGrp="1"/>
          </p:cNvSpPr>
          <p:nvPr>
            <p:ph type="body"/>
          </p:nvPr>
        </p:nvSpPr>
        <p:spPr/>
        <p:txBody>
          <a:bodyPr wrap="square" lIns="99019" tIns="49510" rIns="99019" bIns="49510" anchor="t" anchorCtr="0"/>
          <a:lstStyle/>
          <a:p>
            <a:pPr lvl="0"/>
            <a:endParaRPr lang="zh-CN" altLang="en-US" dirty="0"/>
          </a:p>
        </p:txBody>
      </p:sp>
      <p:sp>
        <p:nvSpPr>
          <p:cNvPr id="59396"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7425" eaLnBrk="1" hangingPunct="1">
              <a:spcBef>
                <a:spcPct val="0"/>
              </a:spcBef>
            </a:pPr>
            <a:fld id="{9A0DB2DC-4C9A-4742-B13C-FB6460FD3503}" type="slidenum">
              <a:rPr lang="zh-CN" altLang="en-US" sz="1300" dirty="0">
                <a:latin typeface="Tahoma" panose="020B0604030504040204" pitchFamily="34" charset="0"/>
              </a:rPr>
              <a:t>61</a:t>
            </a:fld>
            <a:endParaRPr lang="zh-CN" altLang="en-US" sz="1300" dirty="0">
              <a:latin typeface="Tahoma" panose="020B060403050404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TextEdit="1"/>
          </p:cNvSpPr>
          <p:nvPr>
            <p:ph type="sldImg"/>
          </p:nvPr>
        </p:nvSpPr>
        <p:spPr/>
      </p:sp>
      <p:sp>
        <p:nvSpPr>
          <p:cNvPr id="61443" name="备注占位符 2"/>
          <p:cNvSpPr>
            <a:spLocks noGrp="1"/>
          </p:cNvSpPr>
          <p:nvPr>
            <p:ph type="body"/>
          </p:nvPr>
        </p:nvSpPr>
        <p:spPr/>
        <p:txBody>
          <a:bodyPr wrap="square" lIns="99019" tIns="49510" rIns="99019" bIns="49510" anchor="t" anchorCtr="0"/>
          <a:lstStyle/>
          <a:p>
            <a:pPr lvl="0"/>
            <a:endParaRPr lang="zh-CN" altLang="en-US" dirty="0"/>
          </a:p>
        </p:txBody>
      </p:sp>
      <p:sp>
        <p:nvSpPr>
          <p:cNvPr id="61444"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52500" eaLnBrk="1" hangingPunct="1">
              <a:spcBef>
                <a:spcPct val="0"/>
              </a:spcBef>
            </a:pPr>
            <a:fld id="{9A0DB2DC-4C9A-4742-B13C-FB6460FD3503}" type="slidenum">
              <a:rPr lang="zh-CN" altLang="en-US" sz="1300" dirty="0">
                <a:solidFill>
                  <a:srgbClr val="000000"/>
                </a:solidFill>
                <a:latin typeface="Tahoma" panose="020B0604030504040204" pitchFamily="34" charset="0"/>
              </a:rPr>
              <a:t>62</a:t>
            </a:fld>
            <a:endParaRPr lang="zh-CN" altLang="en-US" sz="1300" dirty="0">
              <a:solidFill>
                <a:srgbClr val="000000"/>
              </a:solidFill>
              <a:latin typeface="Tahoma" panose="020B0604030504040204"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p:sp>
      <p:sp>
        <p:nvSpPr>
          <p:cNvPr id="65539" name="备注占位符 2"/>
          <p:cNvSpPr>
            <a:spLocks noGrp="1"/>
          </p:cNvSpPr>
          <p:nvPr>
            <p:ph type="body"/>
          </p:nvPr>
        </p:nvSpPr>
        <p:spPr/>
        <p:txBody>
          <a:bodyPr wrap="square" lIns="99019" tIns="49510" rIns="99019" bIns="49510" anchor="t" anchorCtr="0"/>
          <a:lstStyle/>
          <a:p>
            <a:pPr lvl="0"/>
            <a:endParaRPr lang="en-US" altLang="zh-CN" dirty="0"/>
          </a:p>
        </p:txBody>
      </p:sp>
      <p:sp>
        <p:nvSpPr>
          <p:cNvPr id="65540"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solidFill>
                  <a:srgbClr val="000000"/>
                </a:solidFill>
                <a:ea typeface="楷体_GB2312"/>
              </a:rPr>
              <a:t>63</a:t>
            </a:fld>
            <a:endParaRPr lang="zh-CN" altLang="en-US" sz="1300" dirty="0">
              <a:solidFill>
                <a:srgbClr val="000000"/>
              </a:solidFill>
              <a:ea typeface="楷体_GB231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p:sp>
      <p:sp>
        <p:nvSpPr>
          <p:cNvPr id="67587" name="备注占位符 2"/>
          <p:cNvSpPr>
            <a:spLocks noGrp="1"/>
          </p:cNvSpPr>
          <p:nvPr>
            <p:ph type="body"/>
          </p:nvPr>
        </p:nvSpPr>
        <p:spPr/>
        <p:txBody>
          <a:bodyPr wrap="square" lIns="99019" tIns="49510" rIns="99019" bIns="49510" anchor="t" anchorCtr="0"/>
          <a:lstStyle/>
          <a:p>
            <a:pPr lvl="0" eaLnBrk="1" hangingPunct="1"/>
            <a:endParaRPr lang="en-US" altLang="zh-CN" dirty="0"/>
          </a:p>
        </p:txBody>
      </p:sp>
      <p:sp>
        <p:nvSpPr>
          <p:cNvPr id="67588"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solidFill>
                  <a:srgbClr val="000000"/>
                </a:solidFill>
                <a:latin typeface="Tahoma" panose="020B0604030504040204" pitchFamily="34" charset="0"/>
              </a:rPr>
              <a:t>64</a:t>
            </a:fld>
            <a:endParaRPr lang="zh-CN" altLang="en-US" sz="1300" dirty="0">
              <a:solidFill>
                <a:srgbClr val="000000"/>
              </a:solidFill>
              <a:latin typeface="Tahoma" panose="020B0604030504040204"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p:cNvSpPr>
            <a:spLocks noGrp="1" noRot="1" noChangeAspect="1" noTextEdit="1"/>
          </p:cNvSpPr>
          <p:nvPr>
            <p:ph type="sldImg"/>
          </p:nvPr>
        </p:nvSpPr>
        <p:spPr/>
      </p:sp>
      <p:sp>
        <p:nvSpPr>
          <p:cNvPr id="69635" name="备注占位符 2"/>
          <p:cNvSpPr>
            <a:spLocks noGrp="1"/>
          </p:cNvSpPr>
          <p:nvPr>
            <p:ph type="body"/>
          </p:nvPr>
        </p:nvSpPr>
        <p:spPr/>
        <p:txBody>
          <a:bodyPr wrap="square" lIns="99019" tIns="49510" rIns="99019" bIns="49510" anchor="t" anchorCtr="0"/>
          <a:lstStyle/>
          <a:p>
            <a:pPr lvl="0"/>
            <a:endParaRPr lang="zh-CN" altLang="en-US" dirty="0"/>
          </a:p>
        </p:txBody>
      </p:sp>
      <p:sp>
        <p:nvSpPr>
          <p:cNvPr id="69636"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latin typeface="Tahoma" panose="020B0604030504040204" pitchFamily="34" charset="0"/>
              </a:rPr>
              <a:t>65</a:t>
            </a:fld>
            <a:endParaRPr lang="zh-CN" altLang="en-US" sz="1300" dirty="0">
              <a:latin typeface="Tahoma" panose="020B0604030504040204"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TextEdit="1"/>
          </p:cNvSpPr>
          <p:nvPr>
            <p:ph type="sldImg"/>
          </p:nvPr>
        </p:nvSpPr>
        <p:spPr/>
      </p:sp>
      <p:sp>
        <p:nvSpPr>
          <p:cNvPr id="71683" name="Rectangle 3"/>
          <p:cNvSpPr>
            <a:spLocks noGrp="1"/>
          </p:cNvSpPr>
          <p:nvPr>
            <p:ph type="body"/>
          </p:nvPr>
        </p:nvSpPr>
        <p:spPr/>
        <p:txBody>
          <a:bodyPr wrap="square" lIns="99019" tIns="49510" rIns="99019" bIns="49510" anchor="t" anchorCtr="0"/>
          <a:lstStyle/>
          <a:p>
            <a:pPr lvl="0"/>
            <a:endParaRPr lang="zh-CN" alt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TextEdit="1"/>
          </p:cNvSpPr>
          <p:nvPr>
            <p:ph type="sldImg"/>
          </p:nvPr>
        </p:nvSpPr>
        <p:spPr/>
      </p:sp>
      <p:sp>
        <p:nvSpPr>
          <p:cNvPr id="73731" name="Rectangle 3"/>
          <p:cNvSpPr>
            <a:spLocks noGrp="1"/>
          </p:cNvSpPr>
          <p:nvPr>
            <p:ph type="body"/>
          </p:nvPr>
        </p:nvSpPr>
        <p:spPr/>
        <p:txBody>
          <a:bodyPr wrap="square" lIns="99019" tIns="49510" rIns="99019" bIns="49510" anchor="t" anchorCtr="0"/>
          <a:lstStyle/>
          <a:p>
            <a:pPr lvl="0"/>
            <a:endParaRPr lang="zh-CN" alt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TextEdit="1"/>
          </p:cNvSpPr>
          <p:nvPr>
            <p:ph type="sldImg"/>
          </p:nvPr>
        </p:nvSpPr>
        <p:spPr/>
      </p:sp>
      <p:sp>
        <p:nvSpPr>
          <p:cNvPr id="75779" name="Rectangle 3"/>
          <p:cNvSpPr>
            <a:spLocks noGrp="1"/>
          </p:cNvSpPr>
          <p:nvPr>
            <p:ph type="body"/>
          </p:nvPr>
        </p:nvSpPr>
        <p:spPr/>
        <p:txBody>
          <a:bodyPr wrap="square" lIns="99019" tIns="49510" rIns="99019" bIns="49510" anchor="t" anchorCtr="0"/>
          <a:lstStyle/>
          <a:p>
            <a:pPr lvl="0"/>
            <a:endParaRPr lang="zh-CN" altLang="en-US" dirty="0">
              <a:ea typeface="楷体" panose="02010609060101010101" pitchFamily="49"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TextEdit="1"/>
          </p:cNvSpPr>
          <p:nvPr>
            <p:ph type="sldImg"/>
          </p:nvPr>
        </p:nvSpPr>
        <p:spPr/>
      </p:sp>
      <p:sp>
        <p:nvSpPr>
          <p:cNvPr id="77827" name="Rectangle 3"/>
          <p:cNvSpPr>
            <a:spLocks noGrp="1"/>
          </p:cNvSpPr>
          <p:nvPr>
            <p:ph type="body"/>
          </p:nvPr>
        </p:nvSpPr>
        <p:spPr/>
        <p:txBody>
          <a:bodyPr wrap="square" lIns="99019" tIns="49510" rIns="99019" bIns="49510" anchor="t" anchorCtr="0"/>
          <a:lstStyle/>
          <a:p>
            <a:pPr lvl="0"/>
            <a:endParaRPr lang="en-US" altLang="zh-CN" dirty="0">
              <a:latin typeface="Times New Roman" panose="02020603050405020304" pitchFamily="18" charset="0"/>
              <a:ea typeface="楷体" panose="02010609060101010101" pitchFamily="49"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TextEdit="1"/>
          </p:cNvSpPr>
          <p:nvPr>
            <p:ph type="sldImg"/>
          </p:nvPr>
        </p:nvSpPr>
        <p:spPr/>
      </p:sp>
      <p:sp>
        <p:nvSpPr>
          <p:cNvPr id="79875" name="备注占位符 2"/>
          <p:cNvSpPr>
            <a:spLocks noGrp="1"/>
          </p:cNvSpPr>
          <p:nvPr>
            <p:ph type="body"/>
          </p:nvPr>
        </p:nvSpPr>
        <p:spPr/>
        <p:txBody>
          <a:bodyPr wrap="square" lIns="99019" tIns="49510" rIns="99019" bIns="49510" anchor="t" anchorCtr="0"/>
          <a:lstStyle/>
          <a:p>
            <a:pPr lvl="0"/>
            <a:endParaRPr lang="zh-CN" altLang="en-US" dirty="0"/>
          </a:p>
        </p:txBody>
      </p:sp>
      <p:sp>
        <p:nvSpPr>
          <p:cNvPr id="79876"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7425" eaLnBrk="1" hangingPunct="1">
              <a:spcBef>
                <a:spcPct val="0"/>
              </a:spcBef>
            </a:pPr>
            <a:fld id="{9A0DB2DC-4C9A-4742-B13C-FB6460FD3503}" type="slidenum">
              <a:rPr lang="zh-CN" altLang="en-US" sz="1300" dirty="0">
                <a:latin typeface="Tahoma" panose="020B0604030504040204" pitchFamily="34" charset="0"/>
              </a:rPr>
              <a:t>70</a:t>
            </a:fld>
            <a:endParaRPr lang="zh-CN" altLang="en-US" sz="1300" dirty="0">
              <a:latin typeface="Tahoma" panose="020B0604030504040204" pitchFamily="34"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TextEdit="1"/>
          </p:cNvSpPr>
          <p:nvPr>
            <p:ph type="sldImg"/>
          </p:nvPr>
        </p:nvSpPr>
        <p:spPr/>
      </p:sp>
      <p:sp>
        <p:nvSpPr>
          <p:cNvPr id="81923" name="Rectangle 3"/>
          <p:cNvSpPr>
            <a:spLocks noGrp="1"/>
          </p:cNvSpPr>
          <p:nvPr>
            <p:ph type="body"/>
          </p:nvPr>
        </p:nvSpPr>
        <p:spPr/>
        <p:txBody>
          <a:bodyPr wrap="square" lIns="99019" tIns="49510" rIns="99019" bIns="49510" anchor="t" anchorCtr="0"/>
          <a:lstStyle/>
          <a:p>
            <a:pPr lvl="0"/>
            <a:endParaRPr lang="zh-CN" altLang="en-US" sz="500" b="1" dirty="0">
              <a:solidFill>
                <a:schemeClr val="folHlink"/>
              </a:solidFill>
              <a:latin typeface="楷体_GB2312"/>
              <a:ea typeface="楷体_GB231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TextEdit="1"/>
          </p:cNvSpPr>
          <p:nvPr>
            <p:ph type="sldImg"/>
          </p:nvPr>
        </p:nvSpPr>
        <p:spPr/>
      </p:sp>
      <p:sp>
        <p:nvSpPr>
          <p:cNvPr id="83971" name="Rectangle 3"/>
          <p:cNvSpPr>
            <a:spLocks noGrp="1"/>
          </p:cNvSpPr>
          <p:nvPr>
            <p:ph type="body"/>
          </p:nvPr>
        </p:nvSpPr>
        <p:spPr/>
        <p:txBody>
          <a:bodyPr wrap="square" lIns="99019" tIns="49510" rIns="99019" bIns="49510" anchor="t" anchorCtr="0"/>
          <a:lstStyle/>
          <a:p>
            <a:pPr lvl="0"/>
            <a:endParaRPr lang="zh-CN" altLang="en-US" sz="500" b="1" dirty="0">
              <a:solidFill>
                <a:schemeClr val="folHlink"/>
              </a:solidFill>
              <a:latin typeface="楷体_GB2312"/>
              <a:ea typeface="楷体_GB2312"/>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p:sp>
      <p:sp>
        <p:nvSpPr>
          <p:cNvPr id="88067" name="备注占位符 2"/>
          <p:cNvSpPr>
            <a:spLocks noGrp="1"/>
          </p:cNvSpPr>
          <p:nvPr>
            <p:ph type="body"/>
          </p:nvPr>
        </p:nvSpPr>
        <p:spPr/>
        <p:txBody>
          <a:bodyPr wrap="square" lIns="99019" tIns="49510" rIns="99019" bIns="49510" anchor="t" anchorCtr="0"/>
          <a:lstStyle/>
          <a:p>
            <a:pPr lvl="0"/>
            <a:endParaRPr lang="en-US" altLang="zh-CN" dirty="0"/>
          </a:p>
        </p:txBody>
      </p:sp>
      <p:sp>
        <p:nvSpPr>
          <p:cNvPr id="88068"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solidFill>
                  <a:srgbClr val="000000"/>
                </a:solidFill>
                <a:ea typeface="楷体_GB2312"/>
              </a:rPr>
              <a:t>73</a:t>
            </a:fld>
            <a:endParaRPr lang="zh-CN" altLang="en-US" sz="1300" dirty="0">
              <a:solidFill>
                <a:srgbClr val="000000"/>
              </a:solidFill>
              <a:ea typeface="楷体_GB2312"/>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latin typeface="Tahoma" panose="020B0604030504040204" pitchFamily="34" charset="0"/>
              </a:rPr>
              <a:t>74</a:t>
            </a:fld>
            <a:endParaRPr lang="zh-CN" altLang="en-US" sz="1300" dirty="0">
              <a:latin typeface="Tahoma" panose="020B0604030504040204" pitchFamily="34" charset="0"/>
            </a:endParaRPr>
          </a:p>
        </p:txBody>
      </p:sp>
      <p:sp>
        <p:nvSpPr>
          <p:cNvPr id="90115" name="Rectangle 2"/>
          <p:cNvSpPr>
            <a:spLocks noGrp="1" noRot="1" noChangeAspect="1" noTextEdit="1"/>
          </p:cNvSpPr>
          <p:nvPr>
            <p:ph type="sldImg"/>
          </p:nvPr>
        </p:nvSpPr>
        <p:spPr/>
      </p:sp>
      <p:sp>
        <p:nvSpPr>
          <p:cNvPr id="90116" name="Rectangle 3"/>
          <p:cNvSpPr>
            <a:spLocks noGrp="1"/>
          </p:cNvSpPr>
          <p:nvPr>
            <p:ph type="body"/>
          </p:nvPr>
        </p:nvSpPr>
        <p:spPr/>
        <p:txBody>
          <a:bodyPr wrap="square" lIns="99019" tIns="49510" rIns="99019" bIns="49510" anchor="t" anchorCtr="0"/>
          <a:lstStyle/>
          <a:p>
            <a:pPr lvl="0" eaLnBrk="1" hangingPunct="1"/>
            <a:endParaRPr lang="en-US" altLang="zh-CN" dirty="0">
              <a:ea typeface="Times New Roman" panose="02020603050405020304" pitchFamily="18"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solidFill>
                  <a:srgbClr val="000000"/>
                </a:solidFill>
                <a:latin typeface="Tahoma" panose="020B0604030504040204" pitchFamily="34" charset="0"/>
              </a:rPr>
              <a:t>75</a:t>
            </a:fld>
            <a:endParaRPr lang="zh-CN" altLang="en-US" sz="1300" dirty="0">
              <a:solidFill>
                <a:srgbClr val="000000"/>
              </a:solidFill>
              <a:latin typeface="Tahoma" panose="020B0604030504040204" pitchFamily="34" charset="0"/>
            </a:endParaRPr>
          </a:p>
        </p:txBody>
      </p:sp>
      <p:sp>
        <p:nvSpPr>
          <p:cNvPr id="92163" name="Rectangle 2"/>
          <p:cNvSpPr>
            <a:spLocks noGrp="1" noRot="1" noChangeAspect="1" noTextEdit="1"/>
          </p:cNvSpPr>
          <p:nvPr>
            <p:ph type="sldImg"/>
          </p:nvPr>
        </p:nvSpPr>
        <p:spPr/>
      </p:sp>
      <p:sp>
        <p:nvSpPr>
          <p:cNvPr id="92164" name="Rectangle 3"/>
          <p:cNvSpPr>
            <a:spLocks noGrp="1"/>
          </p:cNvSpPr>
          <p:nvPr>
            <p:ph type="body"/>
          </p:nvPr>
        </p:nvSpPr>
        <p:spPr/>
        <p:txBody>
          <a:bodyPr wrap="square" lIns="99019" tIns="49510" rIns="99019" bIns="49510" anchor="t" anchorCtr="0"/>
          <a:lstStyle/>
          <a:p>
            <a:pPr lvl="0" eaLnBrk="1" hangingPunct="1"/>
            <a:endParaRPr lang="en-US" altLang="zh-CN"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p:sp>
      <p:sp>
        <p:nvSpPr>
          <p:cNvPr id="94211" name="备注占位符 2"/>
          <p:cNvSpPr>
            <a:spLocks noGrp="1"/>
          </p:cNvSpPr>
          <p:nvPr>
            <p:ph type="body"/>
          </p:nvPr>
        </p:nvSpPr>
        <p:spPr/>
        <p:txBody>
          <a:bodyPr wrap="square" lIns="99019" tIns="49510" rIns="99019" bIns="49510" anchor="t" anchorCtr="0"/>
          <a:lstStyle/>
          <a:p>
            <a:pPr lvl="0"/>
            <a:endParaRPr lang="zh-CN" altLang="en-US" dirty="0"/>
          </a:p>
        </p:txBody>
      </p:sp>
      <p:sp>
        <p:nvSpPr>
          <p:cNvPr id="94212"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7425" eaLnBrk="1" hangingPunct="1">
              <a:spcBef>
                <a:spcPct val="0"/>
              </a:spcBef>
            </a:pPr>
            <a:fld id="{9A0DB2DC-4C9A-4742-B13C-FB6460FD3503}" type="slidenum">
              <a:rPr lang="zh-CN" altLang="en-US" sz="1300" dirty="0">
                <a:latin typeface="Tahoma" panose="020B0604030504040204" pitchFamily="34" charset="0"/>
              </a:rPr>
              <a:t>76</a:t>
            </a:fld>
            <a:endParaRPr lang="zh-CN" altLang="en-US" sz="1300" dirty="0">
              <a:latin typeface="Tahoma" panose="020B0604030504040204" pitchFamily="34"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p:sp>
      <p:sp>
        <p:nvSpPr>
          <p:cNvPr id="96259" name="备注占位符 2"/>
          <p:cNvSpPr>
            <a:spLocks noGrp="1"/>
          </p:cNvSpPr>
          <p:nvPr>
            <p:ph type="body"/>
          </p:nvPr>
        </p:nvSpPr>
        <p:spPr/>
        <p:txBody>
          <a:bodyPr wrap="square" lIns="99019" tIns="49510" rIns="99019" bIns="49510" anchor="t" anchorCtr="0"/>
          <a:lstStyle/>
          <a:p>
            <a:pPr lvl="0"/>
            <a:endParaRPr lang="en-US" altLang="zh-CN" dirty="0"/>
          </a:p>
        </p:txBody>
      </p:sp>
      <p:sp>
        <p:nvSpPr>
          <p:cNvPr id="96260"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latin typeface="Tahoma" panose="020B0604030504040204" pitchFamily="34" charset="0"/>
              </a:rPr>
              <a:t>77</a:t>
            </a:fld>
            <a:endParaRPr lang="zh-CN" altLang="en-US" sz="1300" dirty="0">
              <a:latin typeface="Tahoma" panose="020B0604030504040204" pitchFamily="34"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latin typeface="Tahoma" panose="020B0604030504040204" pitchFamily="34" charset="0"/>
              </a:rPr>
              <a:t>78</a:t>
            </a:fld>
            <a:endParaRPr lang="zh-CN" altLang="en-US" sz="1300" dirty="0">
              <a:latin typeface="Tahoma" panose="020B0604030504040204" pitchFamily="34" charset="0"/>
            </a:endParaRPr>
          </a:p>
        </p:txBody>
      </p:sp>
      <p:sp>
        <p:nvSpPr>
          <p:cNvPr id="98307" name="Rectangle 2"/>
          <p:cNvSpPr>
            <a:spLocks noGrp="1" noRot="1" noChangeAspect="1" noTextEdit="1"/>
          </p:cNvSpPr>
          <p:nvPr>
            <p:ph type="sldImg"/>
          </p:nvPr>
        </p:nvSpPr>
        <p:spPr/>
      </p:sp>
      <p:sp>
        <p:nvSpPr>
          <p:cNvPr id="98308" name="Rectangle 3"/>
          <p:cNvSpPr>
            <a:spLocks noGrp="1"/>
          </p:cNvSpPr>
          <p:nvPr>
            <p:ph type="body"/>
          </p:nvPr>
        </p:nvSpPr>
        <p:spPr/>
        <p:txBody>
          <a:bodyPr wrap="square" lIns="99019" tIns="49510" rIns="99019" bIns="49510" anchor="t" anchorCtr="0"/>
          <a:lstStyle/>
          <a:p>
            <a:pPr lvl="0" eaLnBrk="1" hangingPunct="1"/>
            <a:endParaRPr lang="zh-CN" alt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p:sp>
      <p:sp>
        <p:nvSpPr>
          <p:cNvPr id="102403" name="备注占位符 2"/>
          <p:cNvSpPr>
            <a:spLocks noGrp="1"/>
          </p:cNvSpPr>
          <p:nvPr>
            <p:ph type="body"/>
          </p:nvPr>
        </p:nvSpPr>
        <p:spPr/>
        <p:txBody>
          <a:bodyPr wrap="square" lIns="99019" tIns="49510" rIns="99019" bIns="49510" anchor="t" anchorCtr="0"/>
          <a:lstStyle/>
          <a:p>
            <a:pPr lvl="0"/>
            <a:endParaRPr lang="en-US" altLang="zh-CN" dirty="0"/>
          </a:p>
        </p:txBody>
      </p:sp>
      <p:sp>
        <p:nvSpPr>
          <p:cNvPr id="102404"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6155" eaLnBrk="1" hangingPunct="1">
              <a:spcBef>
                <a:spcPct val="0"/>
              </a:spcBef>
            </a:pPr>
            <a:fld id="{9A0DB2DC-4C9A-4742-B13C-FB6460FD3503}" type="slidenum">
              <a:rPr lang="zh-CN" altLang="en-US" sz="1300" dirty="0">
                <a:solidFill>
                  <a:srgbClr val="000000"/>
                </a:solidFill>
                <a:ea typeface="楷体_GB2312"/>
              </a:rPr>
              <a:t>81</a:t>
            </a:fld>
            <a:endParaRPr lang="zh-CN" altLang="en-US" sz="1300" dirty="0">
              <a:solidFill>
                <a:srgbClr val="000000"/>
              </a:solidFill>
              <a:ea typeface="楷体_GB2312"/>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p:sp>
      <p:sp>
        <p:nvSpPr>
          <p:cNvPr id="105475" name="备注占位符 2"/>
          <p:cNvSpPr>
            <a:spLocks noGrp="1"/>
          </p:cNvSpPr>
          <p:nvPr>
            <p:ph type="body"/>
          </p:nvPr>
        </p:nvSpPr>
        <p:spPr/>
        <p:txBody>
          <a:bodyPr wrap="square" lIns="99019" tIns="49510" rIns="99019" bIns="49510" anchor="t" anchorCtr="0"/>
          <a:lstStyle/>
          <a:p>
            <a:pPr lvl="0"/>
            <a:endParaRPr lang="zh-CN" altLang="en-US" dirty="0"/>
          </a:p>
        </p:txBody>
      </p:sp>
      <p:sp>
        <p:nvSpPr>
          <p:cNvPr id="105476"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7425" eaLnBrk="1" hangingPunct="1">
              <a:spcBef>
                <a:spcPct val="0"/>
              </a:spcBef>
            </a:pPr>
            <a:fld id="{9A0DB2DC-4C9A-4742-B13C-FB6460FD3503}" type="slidenum">
              <a:rPr lang="zh-CN" altLang="en-US" sz="1300" dirty="0">
                <a:latin typeface="Tahoma" panose="020B0604030504040204" pitchFamily="34" charset="0"/>
              </a:rPr>
              <a:t>83</a:t>
            </a:fld>
            <a:endParaRPr lang="zh-CN" altLang="en-US" sz="1300" dirty="0">
              <a:latin typeface="Tahoma" panose="020B0604030504040204" pitchFamily="34"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51230" eaLnBrk="1" hangingPunct="1">
              <a:spcBef>
                <a:spcPct val="0"/>
              </a:spcBef>
            </a:pPr>
            <a:fld id="{9A0DB2DC-4C9A-4742-B13C-FB6460FD3503}" type="slidenum">
              <a:rPr lang="zh-CN" altLang="en-US" sz="1300" dirty="0">
                <a:solidFill>
                  <a:srgbClr val="000000"/>
                </a:solidFill>
                <a:latin typeface="Tahoma" panose="020B0604030504040204" pitchFamily="34" charset="0"/>
              </a:rPr>
              <a:t>85</a:t>
            </a:fld>
            <a:endParaRPr lang="zh-CN" altLang="en-US" sz="1300" dirty="0">
              <a:solidFill>
                <a:srgbClr val="000000"/>
              </a:solidFill>
              <a:latin typeface="Tahoma" panose="020B0604030504040204" pitchFamily="34" charset="0"/>
            </a:endParaRPr>
          </a:p>
        </p:txBody>
      </p:sp>
      <p:sp>
        <p:nvSpPr>
          <p:cNvPr id="108547" name="Rectangle 2"/>
          <p:cNvSpPr>
            <a:spLocks noGrp="1" noRot="1" noChangeAspect="1" noTextEdit="1"/>
          </p:cNvSpPr>
          <p:nvPr>
            <p:ph type="sldImg"/>
          </p:nvPr>
        </p:nvSpPr>
        <p:spPr/>
      </p:sp>
      <p:sp>
        <p:nvSpPr>
          <p:cNvPr id="108548" name="Rectangle 3"/>
          <p:cNvSpPr>
            <a:spLocks noGrp="1"/>
          </p:cNvSpPr>
          <p:nvPr>
            <p:ph type="body"/>
          </p:nvPr>
        </p:nvSpPr>
        <p:spPr/>
        <p:txBody>
          <a:bodyPr wrap="square" lIns="99019" tIns="49510" rIns="99019" bIns="49510" anchor="t" anchorCtr="0"/>
          <a:lstStyle/>
          <a:p>
            <a:pPr lvl="0" eaLnBrk="1" hangingPunct="1"/>
            <a:endParaRPr lang="zh-CN" alt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p:sp>
      <p:sp>
        <p:nvSpPr>
          <p:cNvPr id="110595" name="备注占位符 2"/>
          <p:cNvSpPr>
            <a:spLocks noGrp="1"/>
          </p:cNvSpPr>
          <p:nvPr>
            <p:ph type="body"/>
          </p:nvPr>
        </p:nvSpPr>
        <p:spPr/>
        <p:txBody>
          <a:bodyPr wrap="square" lIns="99019" tIns="49510" rIns="99019" bIns="49510" anchor="t" anchorCtr="0"/>
          <a:lstStyle/>
          <a:p>
            <a:pPr lvl="0"/>
            <a:endParaRPr lang="zh-CN" altLang="en-US" dirty="0"/>
          </a:p>
        </p:txBody>
      </p:sp>
      <p:sp>
        <p:nvSpPr>
          <p:cNvPr id="110596" name="灯片编号占位符 3"/>
          <p:cNvSpPr txBox="1">
            <a:spLocks noGrp="1"/>
          </p:cNvSpPr>
          <p:nvPr>
            <p:ph type="sldNum" sz="quarter"/>
          </p:nvPr>
        </p:nvSpPr>
        <p:spPr>
          <a:xfrm>
            <a:off x="4022725" y="9723438"/>
            <a:ext cx="3076575" cy="511175"/>
          </a:xfrm>
          <a:prstGeom prst="rect">
            <a:avLst/>
          </a:prstGeom>
          <a:noFill/>
          <a:ln w="9525">
            <a:noFill/>
          </a:ln>
        </p:spPr>
        <p:txBody>
          <a:bodyPr lIns="99019" tIns="49510" rIns="99019" bIns="49510" anchor="b" anchorCtr="0"/>
          <a:lstStyle/>
          <a:p>
            <a:pPr lvl="0" algn="r" defTabSz="987425" eaLnBrk="1" hangingPunct="1">
              <a:spcBef>
                <a:spcPct val="0"/>
              </a:spcBef>
            </a:pPr>
            <a:fld id="{9A0DB2DC-4C9A-4742-B13C-FB6460FD3503}" type="slidenum">
              <a:rPr lang="zh-CN" altLang="en-US" sz="1300" dirty="0">
                <a:solidFill>
                  <a:srgbClr val="000000"/>
                </a:solidFill>
                <a:latin typeface="Tahoma" panose="020B0604030504040204" pitchFamily="34" charset="0"/>
              </a:rPr>
              <a:t>86</a:t>
            </a:fld>
            <a:endParaRPr lang="zh-CN" altLang="en-US" sz="1300" dirty="0">
              <a:solidFill>
                <a:srgbClr val="000000"/>
              </a:solidFill>
              <a:latin typeface="Tahoma" panose="020B060403050404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986FDA1-6013-4098-BD27-037BDC11EA5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986FDA1-6013-4098-BD27-037BDC11EA5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986FDA1-6013-4098-BD27-037BDC11EA5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986FDA1-6013-4098-BD27-037BDC11EA5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986FDA1-6013-4098-BD27-037BDC11EA5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986FDA1-6013-4098-BD27-037BDC11EA5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986FDA1-6013-4098-BD27-037BDC11EA5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986FDA1-6013-4098-BD27-037BDC11EA5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986FDA1-6013-4098-BD27-037BDC11EA5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986FDA1-6013-4098-BD27-037BDC11EA5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986FDA1-6013-4098-BD27-037BDC11EA5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1"/>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D0FAA0C6-5C1C-4D33-B846-045C7DB14B5D}" type="slidenum">
              <a:rPr kumimoji="0" lang="zh-CN" altLang="en-US"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rPr>
              <a:t>‹#›</a:t>
            </a:fld>
            <a:endParaRPr kumimoji="0" lang="en-US" altLang="zh-CN"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Title 6"/>
          <p:cNvSpPr>
            <a:spLocks noGrp="1"/>
          </p:cNvSpPr>
          <p:nvPr>
            <p:ph type="title"/>
          </p:nvPr>
        </p:nvSpPr>
        <p:spPr/>
        <p:txBody>
          <a:bodyPr/>
          <a:lstStyle/>
          <a:p>
            <a:r>
              <a:rPr lang="zh-CN" altLang="en-US"/>
              <a:t>单击此处编辑母版标题样式</a:t>
            </a:r>
            <a:endParaRPr lang="en-US"/>
          </a:p>
        </p:txBody>
      </p:sp>
      <p:sp>
        <p:nvSpPr>
          <p:cNvPr id="2" name="日期占位符 1"/>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D0FAA0C6-5C1C-4D33-B846-045C7DB14B5D}" type="slidenum">
              <a:rPr kumimoji="0" lang="zh-CN" altLang="en-US"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rPr>
              <a:t>‹#›</a:t>
            </a:fld>
            <a:endParaRPr kumimoji="0" lang="en-US" altLang="zh-CN"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9" y="160735"/>
            <a:ext cx="7793037" cy="1096565"/>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1513285"/>
            <a:ext cx="3810000" cy="30861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1513285"/>
            <a:ext cx="3810000" cy="30861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D0FAA0C6-5C1C-4D33-B846-045C7DB14B5D}" type="slidenum">
              <a:rPr kumimoji="0" lang="zh-CN" altLang="en-US"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rPr>
              <a:t>‹#›</a:t>
            </a:fld>
            <a:endParaRPr kumimoji="0" lang="en-US" altLang="zh-CN"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9" y="160735"/>
            <a:ext cx="7793037" cy="1096565"/>
          </a:xfrm>
        </p:spPr>
        <p:txBody>
          <a:bodyPr/>
          <a:lstStyle/>
          <a:p>
            <a:r>
              <a:rPr lang="zh-CN" altLang="en-US"/>
              <a:t>单击此处编辑母版标题样式</a:t>
            </a:r>
          </a:p>
        </p:txBody>
      </p:sp>
      <p:sp>
        <p:nvSpPr>
          <p:cNvPr id="3" name="内容占位符 2"/>
          <p:cNvSpPr>
            <a:spLocks noGrp="1"/>
          </p:cNvSpPr>
          <p:nvPr>
            <p:ph sz="half" idx="1"/>
          </p:nvPr>
        </p:nvSpPr>
        <p:spPr>
          <a:xfrm>
            <a:off x="1182688" y="1513285"/>
            <a:ext cx="3810000" cy="30861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145088" y="1513285"/>
            <a:ext cx="3810000" cy="1485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145088" y="3113485"/>
            <a:ext cx="3810000" cy="1485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D0FAA0C6-5C1C-4D33-B846-045C7DB14B5D}" type="slidenum">
              <a:rPr kumimoji="0" lang="zh-CN" altLang="en-US"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rPr>
              <a:t>‹#›</a:t>
            </a:fld>
            <a:endParaRPr kumimoji="0" lang="en-US" altLang="zh-CN"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9" y="160735"/>
            <a:ext cx="7793037" cy="1096565"/>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1513285"/>
            <a:ext cx="3810000" cy="30861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145088" y="1513285"/>
            <a:ext cx="3810000" cy="1485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145088" y="3113485"/>
            <a:ext cx="3810000" cy="1485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D0FAA0C6-5C1C-4D33-B846-045C7DB14B5D}" type="slidenum">
              <a:rPr kumimoji="0" lang="zh-CN" altLang="en-US"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rPr>
              <a:t>‹#›</a:t>
            </a:fld>
            <a:endParaRPr kumimoji="0" lang="en-US" altLang="zh-CN"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7" name="Date Placeholder 3"/>
          <p:cNvSpPr>
            <a:spLocks noGrp="1"/>
          </p:cNvSpPr>
          <p:nvPr>
            <p:ph type="dt" sz="half" idx="2"/>
          </p:nvPr>
        </p:nvSpPr>
        <p:spPr>
          <a:xfrm>
            <a:off x="5164138" y="4687888"/>
            <a:ext cx="3786188" cy="273050"/>
          </a:xfrm>
          <a:prstGeom prst="rect">
            <a:avLst/>
          </a:prstGeom>
        </p:spPr>
        <p:txBody>
          <a:bodyPr vert="horz" wrap="square" lIns="91440" tIns="45720" rIns="91440" bIns="45720" numCol="1" rtlCol="0" anchor="ctr" anchorCtr="0" compatLnSpc="1"/>
          <a:lstStyle>
            <a:lvl1pPr>
              <a:defRPr>
                <a:ea typeface="楷体_GB231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rgbClr val="073E87"/>
              </a:solidFill>
              <a:effectLst/>
              <a:uLnTx/>
              <a:uFillTx/>
              <a:latin typeface="Tahoma" panose="020B0604030504040204" pitchFamily="34" charset="0"/>
              <a:ea typeface="楷体_GB2312"/>
              <a:cs typeface="+mn-cs"/>
            </a:endParaRPr>
          </a:p>
        </p:txBody>
      </p:sp>
      <p:sp>
        <p:nvSpPr>
          <p:cNvPr id="8" name="Footer Placeholder 4"/>
          <p:cNvSpPr>
            <a:spLocks noGrp="1"/>
          </p:cNvSpPr>
          <p:nvPr>
            <p:ph type="ftr" sz="quarter" idx="3"/>
          </p:nvPr>
        </p:nvSpPr>
        <p:spPr>
          <a:xfrm>
            <a:off x="193675" y="4687888"/>
            <a:ext cx="3786188" cy="273050"/>
          </a:xfrm>
          <a:prstGeom prst="rect">
            <a:avLst/>
          </a:prstGeom>
        </p:spPr>
        <p:txBody>
          <a:bodyPr vert="horz" wrap="square" lIns="91440" tIns="45720" rIns="91440" bIns="45720" numCol="1" rtlCol="0" anchor="ctr" anchorCtr="0" compatLnSpc="1"/>
          <a:lstStyle>
            <a:lvl1pPr>
              <a:defRPr>
                <a:ea typeface="楷体_GB231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rgbClr val="073E87"/>
              </a:solidFill>
              <a:effectLst/>
              <a:uLnTx/>
              <a:uFillTx/>
              <a:latin typeface="Tahoma" panose="020B0604030504040204" pitchFamily="34" charset="0"/>
              <a:ea typeface="楷体_GB2312"/>
              <a:cs typeface="+mn-cs"/>
            </a:endParaRPr>
          </a:p>
        </p:txBody>
      </p:sp>
      <p:sp>
        <p:nvSpPr>
          <p:cNvPr id="9" name="Slide Number Placeholder 5"/>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lstStyle>
            <a:lvl1pPr>
              <a:defRPr>
                <a:ea typeface="楷体_GB2312"/>
                <a:cs typeface="楷体_GB2312"/>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AFDE3CC0-1DE2-4913-8FF7-F0B288DD46BA}" type="slidenum">
              <a:rPr kumimoji="0" lang="zh-CN" altLang="en-US" sz="1000" b="0" i="0" u="none" strike="noStrike" kern="1200" cap="none" spc="0" normalizeH="0" baseline="0" noProof="0">
                <a:ln>
                  <a:noFill/>
                </a:ln>
                <a:solidFill>
                  <a:srgbClr val="073E87"/>
                </a:solidFill>
                <a:effectLst/>
                <a:uLnTx/>
                <a:uFillTx/>
                <a:latin typeface="Tahoma" panose="020B0604030504040204" pitchFamily="34" charset="0"/>
                <a:ea typeface="楷体_GB2312"/>
                <a:cs typeface="楷体_GB2312"/>
              </a:rPr>
              <a:t>‹#›</a:t>
            </a:fld>
            <a:endParaRPr kumimoji="0" lang="en-US" altLang="zh-CN" sz="1000" b="0" i="0" u="none" strike="noStrike" kern="1200" cap="none" spc="0" normalizeH="0" baseline="0" noProof="0">
              <a:ln>
                <a:noFill/>
              </a:ln>
              <a:solidFill>
                <a:srgbClr val="073E87"/>
              </a:solidFill>
              <a:effectLst/>
              <a:uLnTx/>
              <a:uFillTx/>
              <a:latin typeface="Tahoma" panose="020B0604030504040204" pitchFamily="34" charset="0"/>
              <a:ea typeface="楷体_GB2312"/>
              <a:cs typeface="楷体_GB231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grpSp>
        <p:nvGrpSpPr>
          <p:cNvPr id="5122" name="组合 5"/>
          <p:cNvGrpSpPr/>
          <p:nvPr userDrawn="1"/>
        </p:nvGrpSpPr>
        <p:grpSpPr>
          <a:xfrm>
            <a:off x="0" y="195263"/>
            <a:ext cx="755650" cy="431800"/>
            <a:chOff x="-786" y="195486"/>
            <a:chExt cx="756363" cy="432048"/>
          </a:xfrm>
        </p:grpSpPr>
        <p:sp>
          <p:nvSpPr>
            <p:cNvPr id="8" name="五边形 7"/>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楷体_GB2312"/>
                <a:cs typeface="楷体_GB2312"/>
              </a:endParaRPr>
            </a:p>
          </p:txBody>
        </p:sp>
        <p:sp>
          <p:nvSpPr>
            <p:cNvPr id="9" name="五边形 8"/>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楷体_GB2312"/>
                <a:cs typeface="楷体_GB231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10" name="Date Placeholder 3"/>
          <p:cNvSpPr>
            <a:spLocks noGrp="1"/>
          </p:cNvSpPr>
          <p:nvPr>
            <p:ph type="dt" sz="half" idx="2"/>
          </p:nvPr>
        </p:nvSpPr>
        <p:spPr>
          <a:xfrm>
            <a:off x="5164138" y="4687888"/>
            <a:ext cx="3786188" cy="273050"/>
          </a:xfrm>
          <a:prstGeom prst="rect">
            <a:avLst/>
          </a:prstGeom>
        </p:spPr>
        <p:txBody>
          <a:bodyPr vert="horz" wrap="square" lIns="91440" tIns="45720" rIns="91440" bIns="45720" numCol="1" rtlCol="0" anchor="ctr" anchorCtr="0" compatLnSpc="1"/>
          <a:lstStyle>
            <a:lvl1pPr>
              <a:defRPr>
                <a:ea typeface="楷体_GB231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rgbClr val="073E87"/>
              </a:solidFill>
              <a:effectLst/>
              <a:uLnTx/>
              <a:uFillTx/>
              <a:latin typeface="Tahoma" panose="020B0604030504040204" pitchFamily="34" charset="0"/>
              <a:ea typeface="楷体_GB2312"/>
              <a:cs typeface="+mn-cs"/>
            </a:endParaRPr>
          </a:p>
        </p:txBody>
      </p:sp>
      <p:sp>
        <p:nvSpPr>
          <p:cNvPr id="11" name="Footer Placeholder 4"/>
          <p:cNvSpPr>
            <a:spLocks noGrp="1"/>
          </p:cNvSpPr>
          <p:nvPr>
            <p:ph type="ftr" sz="quarter" idx="3"/>
          </p:nvPr>
        </p:nvSpPr>
        <p:spPr>
          <a:xfrm>
            <a:off x="193675" y="4687888"/>
            <a:ext cx="3786188" cy="273050"/>
          </a:xfrm>
          <a:prstGeom prst="rect">
            <a:avLst/>
          </a:prstGeom>
        </p:spPr>
        <p:txBody>
          <a:bodyPr vert="horz" wrap="square" lIns="91440" tIns="45720" rIns="91440" bIns="45720" numCol="1" rtlCol="0" anchor="ctr" anchorCtr="0" compatLnSpc="1"/>
          <a:lstStyle>
            <a:lvl1pPr>
              <a:defRPr>
                <a:ea typeface="楷体_GB231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rgbClr val="073E87"/>
              </a:solidFill>
              <a:effectLst/>
              <a:uLnTx/>
              <a:uFillTx/>
              <a:latin typeface="Tahoma" panose="020B0604030504040204" pitchFamily="34" charset="0"/>
              <a:ea typeface="楷体_GB2312"/>
              <a:cs typeface="+mn-cs"/>
            </a:endParaRPr>
          </a:p>
        </p:txBody>
      </p:sp>
      <p:sp>
        <p:nvSpPr>
          <p:cNvPr id="12" name="Slide Number Placeholder 5"/>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lstStyle>
            <a:lvl1pPr>
              <a:defRPr>
                <a:ea typeface="楷体_GB2312"/>
                <a:cs typeface="楷体_GB2312"/>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382E30F9-2A33-4329-9964-38F5C00F0FA3}" type="slidenum">
              <a:rPr kumimoji="0" lang="zh-CN" altLang="en-US" sz="1000" b="0" i="0" u="none" strike="noStrike" kern="1200" cap="none" spc="0" normalizeH="0" baseline="0" noProof="0">
                <a:ln>
                  <a:noFill/>
                </a:ln>
                <a:solidFill>
                  <a:srgbClr val="073E87"/>
                </a:solidFill>
                <a:effectLst/>
                <a:uLnTx/>
                <a:uFillTx/>
                <a:latin typeface="Tahoma" panose="020B0604030504040204" pitchFamily="34" charset="0"/>
                <a:ea typeface="楷体_GB2312"/>
                <a:cs typeface="楷体_GB2312"/>
              </a:rPr>
              <a:t>‹#›</a:t>
            </a:fld>
            <a:endParaRPr kumimoji="0" lang="en-US" altLang="zh-CN" sz="1000" b="0" i="0" u="none" strike="noStrike" kern="1200" cap="none" spc="0" normalizeH="0" baseline="0" noProof="0">
              <a:ln>
                <a:noFill/>
              </a:ln>
              <a:solidFill>
                <a:srgbClr val="073E87"/>
              </a:solidFill>
              <a:effectLst/>
              <a:uLnTx/>
              <a:uFillTx/>
              <a:latin typeface="Tahoma" panose="020B0604030504040204" pitchFamily="34" charset="0"/>
              <a:ea typeface="楷体_GB2312"/>
              <a:cs typeface="楷体_GB231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57200" y="206375"/>
            <a:ext cx="8229600" cy="857250"/>
          </a:xfrm>
          <a:prstGeom prst="rect">
            <a:avLst/>
          </a:prstGeom>
          <a:noFill/>
          <a:ln w="9525">
            <a:noFill/>
          </a:ln>
        </p:spPr>
        <p:txBody>
          <a:bodyPr anchor="ctr" anchorCtr="0"/>
          <a:lstStyle/>
          <a:p>
            <a:pPr lvl="0"/>
            <a:r>
              <a:rPr lang="zh-CN" altLang="en-US" dirty="0"/>
              <a:t>单击此处编辑母版标题样式</a:t>
            </a:r>
          </a:p>
        </p:txBody>
      </p:sp>
      <p:sp>
        <p:nvSpPr>
          <p:cNvPr id="1027" name="Rectangle 3"/>
          <p:cNvSpPr>
            <a:spLocks noGrp="1"/>
          </p:cNvSpPr>
          <p:nvPr>
            <p:ph type="body" idx="1"/>
          </p:nvPr>
        </p:nvSpPr>
        <p:spPr>
          <a:xfrm>
            <a:off x="457200" y="1200150"/>
            <a:ext cx="8229600" cy="3394075"/>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17860" name="Rectangle 4"/>
          <p:cNvSpPr>
            <a:spLocks noGrp="1" noChangeArrowheads="1"/>
          </p:cNvSpPr>
          <p:nvPr>
            <p:ph type="dt" sz="half" idx="2"/>
          </p:nvPr>
        </p:nvSpPr>
        <p:spPr bwMode="auto">
          <a:xfrm>
            <a:off x="457200" y="4684713"/>
            <a:ext cx="2133600" cy="357188"/>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17861" name="Rectangle 5"/>
          <p:cNvSpPr>
            <a:spLocks noGrp="1" noChangeArrowheads="1"/>
          </p:cNvSpPr>
          <p:nvPr>
            <p:ph type="ftr" sz="quarter" idx="3"/>
          </p:nvPr>
        </p:nvSpPr>
        <p:spPr bwMode="auto">
          <a:xfrm>
            <a:off x="3124200" y="4684713"/>
            <a:ext cx="2895600" cy="357188"/>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17862" name="Rectangle 6"/>
          <p:cNvSpPr>
            <a:spLocks noGrp="1" noChangeArrowheads="1"/>
          </p:cNvSpPr>
          <p:nvPr>
            <p:ph type="sldNum" sz="quarter" idx="4"/>
          </p:nvPr>
        </p:nvSpPr>
        <p:spPr bwMode="auto">
          <a:xfrm>
            <a:off x="6553200" y="4684713"/>
            <a:ext cx="2133600" cy="3571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986FDA1-6013-4098-BD27-037BDC11EA5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a:solidFill>
            <a:schemeClr val="tx2"/>
          </a:solidFill>
          <a:latin typeface="+mj-lt"/>
          <a:ea typeface="宋体" panose="02010600030101010101" pitchFamily="2"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anose="02010600030101010101"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a:xfrm>
            <a:off x="457200" y="254000"/>
            <a:ext cx="8229600" cy="939800"/>
          </a:xfrm>
          <a:prstGeom prst="rect">
            <a:avLst/>
          </a:prstGeom>
          <a:noFill/>
          <a:ln w="9525">
            <a:noFill/>
          </a:ln>
        </p:spPr>
        <p:txBody>
          <a:bodyPr anchor="ctr" anchorCtr="0"/>
          <a:lstStyle/>
          <a:p>
            <a:pPr lvl="0"/>
            <a:r>
              <a:rPr lang="zh-CN" altLang="en-US" dirty="0"/>
              <a:t>单击此处编辑母版标题样式</a:t>
            </a:r>
          </a:p>
        </p:txBody>
      </p:sp>
      <p:sp>
        <p:nvSpPr>
          <p:cNvPr id="4" name="Date Placeholder 3"/>
          <p:cNvSpPr>
            <a:spLocks noGrp="1"/>
          </p:cNvSpPr>
          <p:nvPr>
            <p:ph type="dt" sz="half" idx="2"/>
          </p:nvPr>
        </p:nvSpPr>
        <p:spPr>
          <a:xfrm>
            <a:off x="5164138" y="4687888"/>
            <a:ext cx="3786188" cy="273050"/>
          </a:xfrm>
          <a:prstGeom prst="rect">
            <a:avLst/>
          </a:prstGeom>
        </p:spPr>
        <p:txBody>
          <a:bodyPr vert="horz" wrap="square" lIns="91440" tIns="45720" rIns="91440" bIns="45720" numCol="1" anchor="ctr" anchorCtr="0" compatLnSpc="1"/>
          <a:lstStyle>
            <a:lvl1pPr algn="r" eaLnBrk="1" hangingPunct="1">
              <a:defRPr sz="1000">
                <a:solidFill>
                  <a:schemeClr val="tx2"/>
                </a:solidFill>
                <a:latin typeface="Tahoma" panose="020B060403050404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lstStyle>
            <a:lvl1pPr eaLnBrk="1" hangingPunct="1">
              <a:defRPr sz="1000">
                <a:solidFill>
                  <a:schemeClr val="tx2"/>
                </a:solidFill>
                <a:latin typeface="Tahoma" panose="020B060403050404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lstStyle>
            <a:lvl1pPr algn="ctr" eaLnBrk="1" hangingPunct="1">
              <a:defRPr sz="1000">
                <a:solidFill>
                  <a:schemeClr val="tx2"/>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D0FAA0C6-5C1C-4D33-B846-045C7DB14B5D}" type="slidenum">
              <a:rPr kumimoji="0" lang="zh-CN" altLang="en-US"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rPr>
              <a:t>‹#›</a:t>
            </a:fld>
            <a:endParaRPr kumimoji="0" lang="en-US" altLang="zh-CN" sz="1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2054" name="Text Placeholder 2"/>
          <p:cNvSpPr>
            <a:spLocks noGrp="1"/>
          </p:cNvSpPr>
          <p:nvPr>
            <p:ph type="body" idx="1"/>
          </p:nvPr>
        </p:nvSpPr>
        <p:spPr>
          <a:xfrm>
            <a:off x="250825" y="1347788"/>
            <a:ext cx="5976938" cy="3246437"/>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lvl1pPr algn="ctr" rtl="0" eaLnBrk="0" fontAlgn="base" hangingPunct="0">
        <a:spcBef>
          <a:spcPct val="0"/>
        </a:spcBef>
        <a:spcAft>
          <a:spcPct val="0"/>
        </a:spcAft>
        <a:defRPr sz="4400" kern="1200">
          <a:solidFill>
            <a:srgbClr val="FFFFFF"/>
          </a:solidFill>
          <a:latin typeface="+mj-lt"/>
          <a:ea typeface="+mj-ea"/>
          <a:cs typeface="+mj-cs"/>
        </a:defRPr>
      </a:lvl1pPr>
      <a:lvl2pPr algn="ctr" rtl="0" eaLnBrk="0" fontAlgn="base" hangingPunct="0">
        <a:spcBef>
          <a:spcPct val="0"/>
        </a:spcBef>
        <a:spcAft>
          <a:spcPct val="0"/>
        </a:spcAft>
        <a:defRPr sz="4400">
          <a:solidFill>
            <a:srgbClr val="FFFFFF"/>
          </a:solidFill>
          <a:latin typeface="Candara" panose="020E0502030303020204" pitchFamily="34" charset="0"/>
        </a:defRPr>
      </a:lvl2pPr>
      <a:lvl3pPr algn="ctr" rtl="0" eaLnBrk="0" fontAlgn="base" hangingPunct="0">
        <a:spcBef>
          <a:spcPct val="0"/>
        </a:spcBef>
        <a:spcAft>
          <a:spcPct val="0"/>
        </a:spcAft>
        <a:defRPr sz="4400">
          <a:solidFill>
            <a:srgbClr val="FFFFFF"/>
          </a:solidFill>
          <a:latin typeface="Candara" panose="020E0502030303020204" pitchFamily="34" charset="0"/>
        </a:defRPr>
      </a:lvl3pPr>
      <a:lvl4pPr algn="ctr" rtl="0" eaLnBrk="0" fontAlgn="base" hangingPunct="0">
        <a:spcBef>
          <a:spcPct val="0"/>
        </a:spcBef>
        <a:spcAft>
          <a:spcPct val="0"/>
        </a:spcAft>
        <a:defRPr sz="4400">
          <a:solidFill>
            <a:srgbClr val="FFFFFF"/>
          </a:solidFill>
          <a:latin typeface="Candara" panose="020E0502030303020204" pitchFamily="34" charset="0"/>
        </a:defRPr>
      </a:lvl4pPr>
      <a:lvl5pPr algn="ctr" rtl="0" eaLnBrk="0" fontAlgn="base" hangingPunct="0">
        <a:spcBef>
          <a:spcPct val="0"/>
        </a:spcBef>
        <a:spcAft>
          <a:spcPct val="0"/>
        </a:spcAft>
        <a:defRPr sz="4400">
          <a:solidFill>
            <a:srgbClr val="FFFFFF"/>
          </a:solidFill>
          <a:latin typeface="Candara" panose="020E0502030303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a:xfrm>
            <a:off x="900113" y="268288"/>
            <a:ext cx="7786687" cy="358775"/>
          </a:xfrm>
          <a:prstGeom prst="rect">
            <a:avLst/>
          </a:prstGeom>
          <a:noFill/>
          <a:ln w="9525">
            <a:noFill/>
          </a:ln>
        </p:spPr>
        <p:txBody>
          <a:bodyPr anchor="ctr" anchorCtr="0"/>
          <a:lstStyle/>
          <a:p>
            <a:pPr lvl="0"/>
            <a:r>
              <a:rPr lang="zh-CN" altLang="en-US" dirty="0"/>
              <a:t>单击此处编辑母版标题样式</a:t>
            </a:r>
          </a:p>
        </p:txBody>
      </p:sp>
      <p:sp>
        <p:nvSpPr>
          <p:cNvPr id="4" name="Date Placeholder 3"/>
          <p:cNvSpPr>
            <a:spLocks noGrp="1"/>
          </p:cNvSpPr>
          <p:nvPr>
            <p:ph type="dt" sz="half" idx="2"/>
          </p:nvPr>
        </p:nvSpPr>
        <p:spPr>
          <a:xfrm>
            <a:off x="5164138" y="4687888"/>
            <a:ext cx="3786188" cy="273050"/>
          </a:xfrm>
          <a:prstGeom prst="rect">
            <a:avLst/>
          </a:prstGeom>
        </p:spPr>
        <p:txBody>
          <a:bodyPr vert="horz" wrap="square" lIns="91440" tIns="45720" rIns="91440" bIns="45720" numCol="1" anchor="ctr" anchorCtr="0" compatLnSpc="1"/>
          <a:lstStyle>
            <a:lvl1pPr algn="r" eaLnBrk="1" hangingPunct="1">
              <a:defRPr sz="1000">
                <a:solidFill>
                  <a:srgbClr val="073E87"/>
                </a:solidFill>
                <a:latin typeface="Tahoma" panose="020B060403050404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rgbClr val="073E87"/>
              </a:solidFill>
              <a:effectLst/>
              <a:uLnTx/>
              <a:uFillTx/>
              <a:latin typeface="Tahoma" panose="020B0604030504040204" pitchFamily="34" charset="0"/>
              <a:ea typeface="宋体" panose="02010600030101010101" pitchFamily="2" charset="-122"/>
              <a:cs typeface="+mn-cs"/>
            </a:endParaRPr>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lstStyle>
            <a:lvl1pPr eaLnBrk="1" hangingPunct="1">
              <a:defRPr sz="1000">
                <a:solidFill>
                  <a:srgbClr val="073E87"/>
                </a:solidFill>
                <a:latin typeface="Tahoma" panose="020B060403050404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rgbClr val="073E87"/>
              </a:solidFill>
              <a:effectLst/>
              <a:uLnTx/>
              <a:uFillTx/>
              <a:latin typeface="Tahoma" panose="020B0604030504040204" pitchFamily="34" charset="0"/>
              <a:ea typeface="宋体" panose="02010600030101010101" pitchFamily="2" charset="-122"/>
              <a:cs typeface="+mn-cs"/>
            </a:endParaRPr>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lstStyle>
            <a:lvl1pPr algn="ctr" eaLnBrk="1" hangingPunct="1">
              <a:defRPr sz="1000">
                <a:solidFill>
                  <a:srgbClr val="073E87"/>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9694AC71-DC7C-44FB-AF60-6CFB3DAD73F2}" type="slidenum">
              <a:rPr kumimoji="0" lang="zh-CN" altLang="en-US" sz="1000" b="0" i="0" u="none" strike="noStrike" kern="1200" cap="none" spc="0" normalizeH="0" baseline="0" noProof="0">
                <a:ln>
                  <a:noFill/>
                </a:ln>
                <a:solidFill>
                  <a:srgbClr val="073E87"/>
                </a:solidFill>
                <a:effectLst/>
                <a:uLnTx/>
                <a:uFillTx/>
                <a:latin typeface="Tahoma" panose="020B0604030504040204" pitchFamily="34" charset="0"/>
                <a:ea typeface="宋体" panose="02010600030101010101" pitchFamily="2" charset="-122"/>
                <a:cs typeface="+mn-cs"/>
              </a:rPr>
              <a:t>‹#›</a:t>
            </a:fld>
            <a:endParaRPr kumimoji="0" lang="en-US" altLang="zh-CN" sz="1000" b="0" i="0" u="none" strike="noStrike" kern="1200" cap="none" spc="0" normalizeH="0" baseline="0" noProof="0">
              <a:ln>
                <a:noFill/>
              </a:ln>
              <a:solidFill>
                <a:srgbClr val="073E87"/>
              </a:solidFill>
              <a:effectLst/>
              <a:uLnTx/>
              <a:uFillTx/>
              <a:latin typeface="Tahoma" panose="020B0604030504040204" pitchFamily="34" charset="0"/>
              <a:ea typeface="宋体" panose="02010600030101010101" pitchFamily="2" charset="-122"/>
              <a:cs typeface="+mn-cs"/>
            </a:endParaRPr>
          </a:p>
        </p:txBody>
      </p:sp>
      <p:sp>
        <p:nvSpPr>
          <p:cNvPr id="3078" name="Text Placeholder 2"/>
          <p:cNvSpPr>
            <a:spLocks noGrp="1"/>
          </p:cNvSpPr>
          <p:nvPr>
            <p:ph type="body" idx="1"/>
          </p:nvPr>
        </p:nvSpPr>
        <p:spPr>
          <a:xfrm>
            <a:off x="228600" y="1368425"/>
            <a:ext cx="5927725" cy="3225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Lst>
  <p:hf sldNum="0"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45.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8.xml"/><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0.xml"/><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6.xml"/><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3.xml"/><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8.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8.xml"/></Relationships>
</file>

<file path=ppt/slides/_rels/slide7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3.xml"/><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8.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8.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8.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8.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9.xml"/><Relationship Id="rId1" Type="http://schemas.openxmlformats.org/officeDocument/2006/relationships/slideLayout" Target="../slideLayouts/slideLayout1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8.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3" descr="G:\QQ截图201607142012副本.jpg"/>
          <p:cNvPicPr>
            <a:picLocks noChangeAspect="1"/>
          </p:cNvPicPr>
          <p:nvPr/>
        </p:nvPicPr>
        <p:blipFill>
          <a:blip r:embed="rId3"/>
          <a:stretch>
            <a:fillRect/>
          </a:stretch>
        </p:blipFill>
        <p:spPr>
          <a:xfrm>
            <a:off x="0" y="0"/>
            <a:ext cx="9144000" cy="5151438"/>
          </a:xfrm>
          <a:prstGeom prst="rect">
            <a:avLst/>
          </a:prstGeom>
          <a:noFill/>
          <a:ln w="9525">
            <a:noFill/>
          </a:ln>
        </p:spPr>
      </p:pic>
      <p:sp>
        <p:nvSpPr>
          <p:cNvPr id="6" name="Rectangle 2"/>
          <p:cNvSpPr txBox="1">
            <a:spLocks noChangeArrowheads="1"/>
          </p:cNvSpPr>
          <p:nvPr/>
        </p:nvSpPr>
        <p:spPr>
          <a:xfrm>
            <a:off x="4054475" y="1785938"/>
            <a:ext cx="4446588" cy="939800"/>
          </a:xfrm>
          <a:prstGeom prst="rect">
            <a:avLst/>
          </a:prstGeom>
        </p:spPr>
        <p:txBody>
          <a:bodyPr anchor="ctr"/>
          <a:lstStyle/>
          <a:p>
            <a:pPr marR="0" defTabSz="914400" eaLnBrk="1" fontAlgn="auto" hangingPunct="1">
              <a:spcAft>
                <a:spcPts val="0"/>
              </a:spcAft>
              <a:buClrTx/>
              <a:buSzTx/>
              <a:buFontTx/>
              <a:buNone/>
              <a:defRPr/>
            </a:pPr>
            <a:r>
              <a:rPr kumimoji="0" lang="zh-CN" altLang="en-US" sz="3500" kern="1200" cap="none" spc="300" normalizeH="0" baseline="0" noProof="0" dirty="0">
                <a:solidFill>
                  <a:prstClr val="white"/>
                </a:solidFill>
                <a:latin typeface="微软雅黑" panose="020B0503020204020204" pitchFamily="34" charset="-122"/>
                <a:ea typeface="微软雅黑" panose="020B0503020204020204" pitchFamily="34" charset="-122"/>
                <a:cs typeface="+mj-cs"/>
              </a:rPr>
              <a:t>自底向上分析概述</a:t>
            </a:r>
          </a:p>
        </p:txBody>
      </p:sp>
      <p:sp>
        <p:nvSpPr>
          <p:cNvPr id="8197" name="Rectangle 2"/>
          <p:cNvSpPr txBox="1"/>
          <p:nvPr/>
        </p:nvSpPr>
        <p:spPr>
          <a:xfrm>
            <a:off x="5214938" y="1487488"/>
            <a:ext cx="3143250" cy="441325"/>
          </a:xfrm>
          <a:prstGeom prst="rect">
            <a:avLst/>
          </a:prstGeom>
          <a:noFill/>
          <a:ln w="12700">
            <a:noFill/>
          </a:ln>
        </p:spPr>
        <p:txBody>
          <a:bodyPr anchor="ctr" anchorCtr="0"/>
          <a:lstStyle/>
          <a:p>
            <a:pPr eaLnBrk="1" hangingPunct="1"/>
            <a:r>
              <a:rPr lang="zh-CN" altLang="en-US" sz="2000" dirty="0">
                <a:solidFill>
                  <a:srgbClr val="FFFFFF"/>
                </a:solidFill>
                <a:latin typeface="微软雅黑" panose="020B0503020204020204" pitchFamily="34" charset="-122"/>
                <a:ea typeface="微软雅黑" panose="020B0503020204020204" pitchFamily="34" charset="-122"/>
              </a:rPr>
              <a:t>第五章 语法分析</a:t>
            </a:r>
            <a:endParaRPr lang="zh-CN" altLang="en-US" sz="80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Grp="1"/>
          </p:cNvSpPr>
          <p:nvPr>
            <p:ph idx="1"/>
          </p:nvPr>
        </p:nvSpPr>
        <p:spPr>
          <a:xfrm>
            <a:off x="323850" y="917575"/>
            <a:ext cx="8712200" cy="3225800"/>
          </a:xfrm>
        </p:spPr>
        <p:txBody>
          <a:bodyPr vert="horz" wrap="square" lIns="91440" tIns="45720" rIns="91440" bIns="45720" anchor="t" anchorCtr="0"/>
          <a:lstStyle/>
          <a:p>
            <a:pPr eaLnBrk="1" hangingPunct="1">
              <a:lnSpc>
                <a:spcPts val="4000"/>
              </a:lnSpc>
              <a:buClrTx/>
              <a:buSzPct val="100000"/>
              <a:buFont typeface="Wingdings" panose="05000000000000000000" pitchFamily="2" charset="2"/>
              <a:buChar char="Ø"/>
            </a:pPr>
            <a:r>
              <a:rPr lang="zh-CN" altLang="en-US" b="1" kern="1200" dirty="0">
                <a:solidFill>
                  <a:schemeClr val="tx1"/>
                </a:solidFill>
                <a:latin typeface="华文楷体" panose="02010600040101010101" pitchFamily="2" charset="-122"/>
                <a:ea typeface="华文楷体" panose="02010600040101010101" pitchFamily="2" charset="-122"/>
                <a:cs typeface="+mn-cs"/>
              </a:rPr>
              <a:t>从分析树的</a:t>
            </a:r>
            <a:r>
              <a:rPr lang="zh-CN" altLang="en-US" b="1" kern="1200" dirty="0">
                <a:solidFill>
                  <a:srgbClr val="2D83F4"/>
                </a:solidFill>
                <a:latin typeface="华文楷体" panose="02010600040101010101" pitchFamily="2" charset="-122"/>
                <a:ea typeface="华文楷体" panose="02010600040101010101" pitchFamily="2" charset="-122"/>
                <a:cs typeface="+mn-cs"/>
              </a:rPr>
              <a:t>底部</a:t>
            </a:r>
            <a:r>
              <a:rPr lang="en-US" altLang="zh-CN" b="1" kern="1200" dirty="0">
                <a:solidFill>
                  <a:schemeClr val="tx1"/>
                </a:solidFill>
                <a:latin typeface="华文楷体" panose="02010600040101010101" pitchFamily="2" charset="-122"/>
                <a:ea typeface="华文楷体" panose="02010600040101010101" pitchFamily="2" charset="-122"/>
                <a:cs typeface="+mn-cs"/>
              </a:rPr>
              <a:t>(</a:t>
            </a:r>
            <a:r>
              <a:rPr lang="zh-CN" altLang="en-US" b="1" kern="1200" dirty="0">
                <a:solidFill>
                  <a:schemeClr val="tx1"/>
                </a:solidFill>
                <a:latin typeface="华文楷体" panose="02010600040101010101" pitchFamily="2" charset="-122"/>
                <a:ea typeface="华文楷体" panose="02010600040101010101" pitchFamily="2" charset="-122"/>
                <a:cs typeface="+mn-cs"/>
              </a:rPr>
              <a:t>叶节点</a:t>
            </a:r>
            <a:r>
              <a:rPr lang="en-US" altLang="zh-CN" b="1" kern="1200" dirty="0">
                <a:solidFill>
                  <a:schemeClr val="tx1"/>
                </a:solidFill>
                <a:latin typeface="华文楷体" panose="02010600040101010101" pitchFamily="2" charset="-122"/>
                <a:ea typeface="华文楷体" panose="02010600040101010101" pitchFamily="2" charset="-122"/>
                <a:cs typeface="+mn-cs"/>
              </a:rPr>
              <a:t>)</a:t>
            </a:r>
            <a:r>
              <a:rPr lang="zh-CN" altLang="en-US" b="1" kern="1200" dirty="0">
                <a:solidFill>
                  <a:schemeClr val="tx1"/>
                </a:solidFill>
                <a:latin typeface="华文楷体" panose="02010600040101010101" pitchFamily="2" charset="-122"/>
                <a:ea typeface="华文楷体" panose="02010600040101010101" pitchFamily="2" charset="-122"/>
                <a:cs typeface="+mn-cs"/>
              </a:rPr>
              <a:t>向</a:t>
            </a:r>
            <a:r>
              <a:rPr lang="zh-CN" altLang="en-US" b="1" kern="1200" dirty="0">
                <a:solidFill>
                  <a:srgbClr val="2D83F4"/>
                </a:solidFill>
                <a:latin typeface="华文楷体" panose="02010600040101010101" pitchFamily="2" charset="-122"/>
                <a:ea typeface="华文楷体" panose="02010600040101010101" pitchFamily="2" charset="-122"/>
                <a:cs typeface="+mn-cs"/>
              </a:rPr>
              <a:t>顶部</a:t>
            </a:r>
            <a:r>
              <a:rPr lang="en-US" altLang="zh-CN" b="1" kern="1200" dirty="0">
                <a:solidFill>
                  <a:schemeClr val="tx1"/>
                </a:solidFill>
                <a:latin typeface="华文楷体" panose="02010600040101010101" pitchFamily="2" charset="-122"/>
                <a:ea typeface="华文楷体" panose="02010600040101010101" pitchFamily="2" charset="-122"/>
                <a:cs typeface="+mn-cs"/>
              </a:rPr>
              <a:t>(</a:t>
            </a:r>
            <a:r>
              <a:rPr lang="zh-CN" altLang="en-US" b="1" kern="1200" dirty="0">
                <a:solidFill>
                  <a:schemeClr val="tx1"/>
                </a:solidFill>
                <a:latin typeface="华文楷体" panose="02010600040101010101" pitchFamily="2" charset="-122"/>
                <a:ea typeface="华文楷体" panose="02010600040101010101" pitchFamily="2" charset="-122"/>
                <a:cs typeface="+mn-cs"/>
              </a:rPr>
              <a:t>根节点</a:t>
            </a:r>
            <a:r>
              <a:rPr lang="en-US" altLang="zh-CN" b="1" kern="1200" dirty="0">
                <a:solidFill>
                  <a:schemeClr val="tx1"/>
                </a:solidFill>
                <a:latin typeface="华文楷体" panose="02010600040101010101" pitchFamily="2" charset="-122"/>
                <a:ea typeface="华文楷体" panose="02010600040101010101" pitchFamily="2" charset="-122"/>
                <a:cs typeface="+mn-cs"/>
              </a:rPr>
              <a:t>)</a:t>
            </a:r>
            <a:r>
              <a:rPr lang="zh-CN" altLang="en-US" b="1" kern="1200" dirty="0">
                <a:solidFill>
                  <a:schemeClr val="tx1"/>
                </a:solidFill>
                <a:latin typeface="华文楷体" panose="02010600040101010101" pitchFamily="2" charset="-122"/>
                <a:ea typeface="华文楷体" panose="02010600040101010101" pitchFamily="2" charset="-122"/>
                <a:cs typeface="+mn-cs"/>
              </a:rPr>
              <a:t>方向构造分析树</a:t>
            </a:r>
          </a:p>
          <a:p>
            <a:pPr eaLnBrk="1" hangingPunct="1">
              <a:lnSpc>
                <a:spcPts val="4000"/>
              </a:lnSpc>
              <a:buClrTx/>
              <a:buSzPct val="100000"/>
              <a:buFont typeface="Wingdings" panose="05000000000000000000" pitchFamily="2" charset="2"/>
              <a:buChar char="Ø"/>
            </a:pPr>
            <a:r>
              <a:rPr lang="zh-CN" altLang="en-US" b="1" kern="1200" dirty="0">
                <a:solidFill>
                  <a:schemeClr val="tx1"/>
                </a:solidFill>
                <a:latin typeface="华文楷体" panose="02010600040101010101" pitchFamily="2" charset="-122"/>
                <a:ea typeface="华文楷体" panose="02010600040101010101" pitchFamily="2" charset="-122"/>
                <a:cs typeface="+mn-cs"/>
              </a:rPr>
              <a:t>可以看成是</a:t>
            </a:r>
            <a:r>
              <a:rPr lang="zh-CN" altLang="en-US" b="1" kern="1200" dirty="0">
                <a:solidFill>
                  <a:srgbClr val="2D83F4"/>
                </a:solidFill>
                <a:latin typeface="华文楷体" panose="02010600040101010101" pitchFamily="2" charset="-122"/>
                <a:ea typeface="华文楷体" panose="02010600040101010101" pitchFamily="2" charset="-122"/>
                <a:cs typeface="+mn-cs"/>
              </a:rPr>
              <a:t>将输入串</a:t>
            </a:r>
            <a:r>
              <a:rPr lang="en-US" altLang="zh-CN" b="1" i="1" kern="1200" dirty="0">
                <a:solidFill>
                  <a:srgbClr val="2D83F4"/>
                </a:solidFill>
                <a:latin typeface="Times New Roman" panose="02020603050405020304" pitchFamily="18" charset="0"/>
                <a:ea typeface="华文楷体" panose="02010600040101010101" pitchFamily="2" charset="-122"/>
                <a:cs typeface="+mn-cs"/>
              </a:rPr>
              <a:t>w</a:t>
            </a:r>
            <a:r>
              <a:rPr lang="zh-CN" altLang="en-US" b="1" kern="1200" dirty="0">
                <a:solidFill>
                  <a:srgbClr val="2D83F4"/>
                </a:solidFill>
                <a:highlight>
                  <a:srgbClr val="FFFF00"/>
                </a:highlight>
                <a:latin typeface="华文楷体" panose="02010600040101010101" pitchFamily="2" charset="-122"/>
                <a:ea typeface="华文楷体" panose="02010600040101010101" pitchFamily="2" charset="-122"/>
                <a:cs typeface="+mn-cs"/>
              </a:rPr>
              <a:t>归约为文法开始符号</a:t>
            </a:r>
            <a:r>
              <a:rPr lang="en-US" altLang="zh-CN" b="1" i="1" kern="1200" dirty="0">
                <a:solidFill>
                  <a:srgbClr val="2D83F4"/>
                </a:solidFill>
                <a:highlight>
                  <a:srgbClr val="FFFF00"/>
                </a:highlight>
                <a:ea typeface="华文楷体" panose="02010600040101010101" pitchFamily="2" charset="-122"/>
                <a:cs typeface="+mn-cs"/>
              </a:rPr>
              <a:t>S</a:t>
            </a:r>
            <a:r>
              <a:rPr lang="zh-CN" altLang="en-US" b="1" kern="1200" dirty="0">
                <a:solidFill>
                  <a:schemeClr val="tx1"/>
                </a:solidFill>
                <a:latin typeface="华文楷体" panose="02010600040101010101" pitchFamily="2" charset="-122"/>
                <a:ea typeface="华文楷体" panose="02010600040101010101" pitchFamily="2" charset="-122"/>
                <a:cs typeface="+mn-cs"/>
              </a:rPr>
              <a:t>的过程</a:t>
            </a:r>
          </a:p>
          <a:p>
            <a:pPr eaLnBrk="1" hangingPunct="1">
              <a:lnSpc>
                <a:spcPts val="4000"/>
              </a:lnSpc>
              <a:buClrTx/>
              <a:buSzPct val="100000"/>
              <a:buFont typeface="Wingdings" panose="05000000000000000000" pitchFamily="2" charset="2"/>
              <a:buChar char="Ø"/>
            </a:pPr>
            <a:r>
              <a:rPr lang="zh-CN" altLang="en-US" b="1" kern="1200" dirty="0">
                <a:solidFill>
                  <a:schemeClr val="tx1"/>
                </a:solidFill>
                <a:latin typeface="华文楷体" panose="02010600040101010101" pitchFamily="2" charset="-122"/>
                <a:ea typeface="华文楷体" panose="02010600040101010101" pitchFamily="2" charset="-122"/>
                <a:cs typeface="+mn-cs"/>
              </a:rPr>
              <a:t>自</a:t>
            </a:r>
            <a:r>
              <a:rPr lang="zh-CN" altLang="en-US" b="1" kern="1200" dirty="0">
                <a:solidFill>
                  <a:srgbClr val="2D83F4"/>
                </a:solidFill>
                <a:latin typeface="华文楷体" panose="02010600040101010101" pitchFamily="2" charset="-122"/>
                <a:ea typeface="华文楷体" panose="02010600040101010101" pitchFamily="2" charset="-122"/>
                <a:cs typeface="+mn-cs"/>
              </a:rPr>
              <a:t>顶</a:t>
            </a:r>
            <a:r>
              <a:rPr lang="zh-CN" altLang="en-US" b="1" kern="1200" dirty="0">
                <a:solidFill>
                  <a:schemeClr val="tx1"/>
                </a:solidFill>
                <a:latin typeface="华文楷体" panose="02010600040101010101" pitchFamily="2" charset="-122"/>
                <a:ea typeface="华文楷体" panose="02010600040101010101" pitchFamily="2" charset="-122"/>
                <a:cs typeface="+mn-cs"/>
              </a:rPr>
              <a:t>向</a:t>
            </a:r>
            <a:r>
              <a:rPr lang="zh-CN" altLang="en-US" b="1" kern="1200" dirty="0">
                <a:solidFill>
                  <a:srgbClr val="2D83F4"/>
                </a:solidFill>
                <a:latin typeface="华文楷体" panose="02010600040101010101" pitchFamily="2" charset="-122"/>
                <a:ea typeface="华文楷体" panose="02010600040101010101" pitchFamily="2" charset="-122"/>
                <a:cs typeface="+mn-cs"/>
              </a:rPr>
              <a:t>下</a:t>
            </a:r>
            <a:r>
              <a:rPr lang="zh-CN" altLang="en-US" b="1" kern="1200" dirty="0">
                <a:solidFill>
                  <a:schemeClr val="tx1"/>
                </a:solidFill>
                <a:latin typeface="华文楷体" panose="02010600040101010101" pitchFamily="2" charset="-122"/>
                <a:ea typeface="华文楷体" panose="02010600040101010101" pitchFamily="2" charset="-122"/>
                <a:cs typeface="+mn-cs"/>
              </a:rPr>
              <a:t>的语法分析采用</a:t>
            </a:r>
            <a:r>
              <a:rPr lang="zh-CN" altLang="en-US" b="1" kern="1200" dirty="0">
                <a:solidFill>
                  <a:srgbClr val="2D83F4"/>
                </a:solidFill>
                <a:latin typeface="华文楷体" panose="02010600040101010101" pitchFamily="2" charset="-122"/>
                <a:ea typeface="华文楷体" panose="02010600040101010101" pitchFamily="2" charset="-122"/>
                <a:cs typeface="+mn-cs"/>
              </a:rPr>
              <a:t>最左推导</a:t>
            </a:r>
            <a:r>
              <a:rPr lang="zh-CN" altLang="en-US" b="1" kern="1200" dirty="0">
                <a:solidFill>
                  <a:schemeClr val="tx1"/>
                </a:solidFill>
                <a:latin typeface="华文楷体" panose="02010600040101010101" pitchFamily="2" charset="-122"/>
                <a:ea typeface="华文楷体" panose="02010600040101010101" pitchFamily="2" charset="-122"/>
                <a:cs typeface="+mn-cs"/>
              </a:rPr>
              <a:t>方式</a:t>
            </a:r>
            <a:endParaRPr lang="en-US" altLang="zh-CN" b="1" kern="1200" dirty="0">
              <a:solidFill>
                <a:schemeClr val="tx1"/>
              </a:solidFill>
              <a:latin typeface="华文楷体" panose="02010600040101010101" pitchFamily="2" charset="-122"/>
              <a:ea typeface="华文楷体" panose="02010600040101010101" pitchFamily="2" charset="-122"/>
              <a:cs typeface="+mn-cs"/>
            </a:endParaRPr>
          </a:p>
          <a:p>
            <a:pPr eaLnBrk="1" hangingPunct="1">
              <a:lnSpc>
                <a:spcPts val="4000"/>
              </a:lnSpc>
              <a:buClrTx/>
              <a:buSzPct val="100000"/>
              <a:buFont typeface="Symbol" panose="05050102010706020507" pitchFamily="18" charset="2"/>
              <a:buNone/>
            </a:pPr>
            <a:r>
              <a:rPr lang="zh-CN" altLang="en-US" b="1" kern="1200" dirty="0">
                <a:solidFill>
                  <a:schemeClr val="tx1"/>
                </a:solidFill>
                <a:latin typeface="华文楷体" panose="02010600040101010101" pitchFamily="2" charset="-122"/>
                <a:ea typeface="华文楷体" panose="02010600040101010101" pitchFamily="2" charset="-122"/>
                <a:cs typeface="+mn-cs"/>
              </a:rPr>
              <a:t>    </a:t>
            </a:r>
            <a:r>
              <a:rPr lang="zh-CN" altLang="en-US" b="1" kern="1200" dirty="0">
                <a:solidFill>
                  <a:schemeClr val="tx1"/>
                </a:solidFill>
                <a:highlight>
                  <a:srgbClr val="FFFF00"/>
                </a:highlight>
                <a:latin typeface="华文楷体" panose="02010600040101010101" pitchFamily="2" charset="-122"/>
                <a:ea typeface="华文楷体" panose="02010600040101010101" pitchFamily="2" charset="-122"/>
                <a:cs typeface="+mn-cs"/>
              </a:rPr>
              <a:t>自</a:t>
            </a:r>
            <a:r>
              <a:rPr lang="zh-CN" altLang="en-US" b="1" kern="1200" dirty="0">
                <a:solidFill>
                  <a:srgbClr val="2D83F4"/>
                </a:solidFill>
                <a:highlight>
                  <a:srgbClr val="FFFF00"/>
                </a:highlight>
                <a:latin typeface="华文楷体" panose="02010600040101010101" pitchFamily="2" charset="-122"/>
                <a:ea typeface="华文楷体" panose="02010600040101010101" pitchFamily="2" charset="-122"/>
                <a:cs typeface="+mn-cs"/>
              </a:rPr>
              <a:t>底</a:t>
            </a:r>
            <a:r>
              <a:rPr lang="zh-CN" altLang="en-US" b="1" kern="1200" dirty="0">
                <a:solidFill>
                  <a:schemeClr val="tx1"/>
                </a:solidFill>
                <a:highlight>
                  <a:srgbClr val="FFFF00"/>
                </a:highlight>
                <a:latin typeface="华文楷体" panose="02010600040101010101" pitchFamily="2" charset="-122"/>
                <a:ea typeface="华文楷体" panose="02010600040101010101" pitchFamily="2" charset="-122"/>
                <a:cs typeface="+mn-cs"/>
              </a:rPr>
              <a:t>向</a:t>
            </a:r>
            <a:r>
              <a:rPr lang="zh-CN" altLang="en-US" b="1" kern="1200" dirty="0">
                <a:solidFill>
                  <a:srgbClr val="2D83F4"/>
                </a:solidFill>
                <a:highlight>
                  <a:srgbClr val="FFFF00"/>
                </a:highlight>
                <a:latin typeface="华文楷体" panose="02010600040101010101" pitchFamily="2" charset="-122"/>
                <a:ea typeface="华文楷体" panose="02010600040101010101" pitchFamily="2" charset="-122"/>
                <a:cs typeface="+mn-cs"/>
              </a:rPr>
              <a:t>上</a:t>
            </a:r>
            <a:r>
              <a:rPr lang="zh-CN" altLang="en-US" b="1" kern="1200" dirty="0">
                <a:solidFill>
                  <a:schemeClr val="tx1"/>
                </a:solidFill>
                <a:highlight>
                  <a:srgbClr val="FFFF00"/>
                </a:highlight>
                <a:latin typeface="华文楷体" panose="02010600040101010101" pitchFamily="2" charset="-122"/>
                <a:ea typeface="华文楷体" panose="02010600040101010101" pitchFamily="2" charset="-122"/>
                <a:cs typeface="+mn-cs"/>
              </a:rPr>
              <a:t>的语法分析采用</a:t>
            </a:r>
            <a:r>
              <a:rPr lang="zh-CN" altLang="en-US" b="1" kern="1200" dirty="0">
                <a:solidFill>
                  <a:srgbClr val="2D83F4"/>
                </a:solidFill>
                <a:highlight>
                  <a:srgbClr val="FFFF00"/>
                </a:highlight>
                <a:latin typeface="华文楷体" panose="02010600040101010101" pitchFamily="2" charset="-122"/>
                <a:ea typeface="华文楷体" panose="02010600040101010101" pitchFamily="2" charset="-122"/>
                <a:cs typeface="+mn-cs"/>
              </a:rPr>
              <a:t>最左归约</a:t>
            </a:r>
            <a:r>
              <a:rPr lang="zh-CN" altLang="en-US" b="1" kern="1200" dirty="0">
                <a:solidFill>
                  <a:schemeClr val="tx1"/>
                </a:solidFill>
                <a:highlight>
                  <a:srgbClr val="FFFF00"/>
                </a:highlight>
                <a:latin typeface="华文楷体" panose="02010600040101010101" pitchFamily="2" charset="-122"/>
                <a:ea typeface="华文楷体" panose="02010600040101010101" pitchFamily="2" charset="-122"/>
                <a:cs typeface="+mn-cs"/>
              </a:rPr>
              <a:t>方式（</a:t>
            </a:r>
            <a:r>
              <a:rPr lang="zh-CN" altLang="en-US" b="1" kern="1200" dirty="0">
                <a:solidFill>
                  <a:srgbClr val="2D83F4"/>
                </a:solidFill>
                <a:highlight>
                  <a:srgbClr val="FFFF00"/>
                </a:highlight>
                <a:latin typeface="华文楷体" panose="02010600040101010101" pitchFamily="2" charset="-122"/>
                <a:ea typeface="华文楷体" panose="02010600040101010101" pitchFamily="2" charset="-122"/>
                <a:cs typeface="+mn-cs"/>
              </a:rPr>
              <a:t>反向</a:t>
            </a:r>
            <a:r>
              <a:rPr lang="zh-CN" altLang="en-US" b="1" kern="1200" dirty="0">
                <a:solidFill>
                  <a:schemeClr val="tx1"/>
                </a:solidFill>
                <a:highlight>
                  <a:srgbClr val="FFFF00"/>
                </a:highlight>
                <a:latin typeface="华文楷体" panose="02010600040101010101" pitchFamily="2" charset="-122"/>
                <a:ea typeface="华文楷体" panose="02010600040101010101" pitchFamily="2" charset="-122"/>
                <a:cs typeface="+mn-cs"/>
              </a:rPr>
              <a:t>构造</a:t>
            </a:r>
            <a:r>
              <a:rPr lang="zh-CN" altLang="en-US" b="1" kern="1200" dirty="0">
                <a:solidFill>
                  <a:srgbClr val="2D83F4"/>
                </a:solidFill>
                <a:highlight>
                  <a:srgbClr val="FFFF00"/>
                </a:highlight>
                <a:latin typeface="华文楷体" panose="02010600040101010101" pitchFamily="2" charset="-122"/>
                <a:ea typeface="华文楷体" panose="02010600040101010101" pitchFamily="2" charset="-122"/>
                <a:cs typeface="+mn-cs"/>
              </a:rPr>
              <a:t>最右推导</a:t>
            </a:r>
            <a:r>
              <a:rPr lang="zh-CN" altLang="en-US" b="1" kern="1200" dirty="0">
                <a:solidFill>
                  <a:schemeClr val="tx1"/>
                </a:solidFill>
                <a:highlight>
                  <a:srgbClr val="FFFF00"/>
                </a:highlight>
                <a:latin typeface="华文楷体" panose="02010600040101010101" pitchFamily="2" charset="-122"/>
                <a:ea typeface="华文楷体" panose="02010600040101010101" pitchFamily="2" charset="-122"/>
                <a:cs typeface="+mn-cs"/>
              </a:rPr>
              <a:t>）</a:t>
            </a:r>
            <a:endParaRPr lang="en-US" altLang="zh-CN" b="1" kern="1200" dirty="0">
              <a:solidFill>
                <a:schemeClr val="tx1"/>
              </a:solidFill>
              <a:highlight>
                <a:srgbClr val="FFFF00"/>
              </a:highlight>
              <a:latin typeface="华文楷体" panose="02010600040101010101" pitchFamily="2" charset="-122"/>
              <a:ea typeface="华文楷体" panose="02010600040101010101" pitchFamily="2" charset="-122"/>
              <a:cs typeface="+mn-cs"/>
            </a:endParaRPr>
          </a:p>
          <a:p>
            <a:pPr eaLnBrk="1" hangingPunct="1">
              <a:lnSpc>
                <a:spcPts val="4000"/>
              </a:lnSpc>
              <a:buClrTx/>
              <a:buSzPct val="100000"/>
              <a:buFont typeface="Wingdings" panose="05000000000000000000" pitchFamily="2" charset="2"/>
              <a:buChar char="Ø"/>
            </a:pPr>
            <a:r>
              <a:rPr lang="zh-CN" altLang="en-US" b="1" kern="1200" dirty="0">
                <a:solidFill>
                  <a:srgbClr val="000000"/>
                </a:solidFill>
                <a:latin typeface="华文楷体" panose="02010600040101010101" pitchFamily="2" charset="-122"/>
                <a:ea typeface="华文楷体" panose="02010600040101010101" pitchFamily="2" charset="-122"/>
                <a:cs typeface="+mn-cs"/>
              </a:rPr>
              <a:t>自底向上语法分析的通用框架</a:t>
            </a:r>
            <a:endParaRPr lang="en-US" altLang="zh-CN" sz="2300" b="1" kern="1200" dirty="0">
              <a:solidFill>
                <a:srgbClr val="000000"/>
              </a:solidFill>
              <a:latin typeface="华文楷体" panose="02010600040101010101" pitchFamily="2" charset="-122"/>
              <a:ea typeface="华文楷体" panose="02010600040101010101" pitchFamily="2" charset="-122"/>
              <a:cs typeface="+mn-cs"/>
            </a:endParaRPr>
          </a:p>
          <a:p>
            <a:pPr lvl="1" eaLnBrk="1" hangingPunct="1">
              <a:buClrTx/>
              <a:buSzPct val="100000"/>
              <a:buFont typeface="Wingdings" panose="05000000000000000000" pitchFamily="2" charset="2"/>
              <a:buChar char="Ø"/>
            </a:pPr>
            <a:r>
              <a:rPr lang="zh-CN" altLang="en-US" sz="2400" b="1" kern="1200" dirty="0">
                <a:solidFill>
                  <a:srgbClr val="000000"/>
                </a:solidFill>
                <a:latin typeface="Times New Roman" panose="02020603050405020304" pitchFamily="18" charset="0"/>
                <a:ea typeface="楷体" panose="02010609060101010101" pitchFamily="49" charset="-122"/>
                <a:cs typeface="+mn-cs"/>
              </a:rPr>
              <a:t>移入</a:t>
            </a:r>
            <a:r>
              <a:rPr lang="en-US" altLang="zh-CN" sz="2400" b="1" kern="1200" dirty="0">
                <a:solidFill>
                  <a:srgbClr val="000000"/>
                </a:solidFill>
                <a:latin typeface="Times New Roman" panose="02020603050405020304" pitchFamily="18" charset="0"/>
                <a:ea typeface="宋体" panose="02010600030101010101" pitchFamily="2" charset="-122"/>
                <a:cs typeface="+mn-cs"/>
              </a:rPr>
              <a:t>-</a:t>
            </a:r>
            <a:r>
              <a:rPr lang="zh-CN" altLang="en-US" sz="2400" b="1" kern="1200" dirty="0">
                <a:solidFill>
                  <a:srgbClr val="000000"/>
                </a:solidFill>
                <a:latin typeface="Times New Roman" panose="02020603050405020304" pitchFamily="18" charset="0"/>
                <a:ea typeface="楷体" panose="02010609060101010101" pitchFamily="49" charset="-122"/>
                <a:cs typeface="+mn-cs"/>
              </a:rPr>
              <a:t>归约分析</a:t>
            </a:r>
            <a:r>
              <a:rPr lang="en-US" altLang="zh-CN" sz="1800" b="1" kern="1200" dirty="0">
                <a:solidFill>
                  <a:srgbClr val="000000"/>
                </a:solidFill>
                <a:latin typeface="Times New Roman" panose="02020603050405020304" pitchFamily="18" charset="0"/>
                <a:ea typeface="宋体" panose="02010600030101010101" pitchFamily="2" charset="-122"/>
                <a:cs typeface="+mn-cs"/>
              </a:rPr>
              <a:t>(</a:t>
            </a:r>
            <a:r>
              <a:rPr lang="en-US" altLang="zh-CN" sz="1800" b="1" i="1" kern="1200" dirty="0">
                <a:solidFill>
                  <a:srgbClr val="000000"/>
                </a:solidFill>
                <a:latin typeface="Times New Roman" panose="02020603050405020304" pitchFamily="18" charset="0"/>
                <a:ea typeface="宋体" panose="02010600030101010101" pitchFamily="2" charset="-122"/>
                <a:cs typeface="+mn-cs"/>
              </a:rPr>
              <a:t>Shift-Reduce Parsing</a:t>
            </a:r>
            <a:r>
              <a:rPr lang="en-US" altLang="zh-CN" sz="1800" b="1" kern="1200" dirty="0">
                <a:solidFill>
                  <a:srgbClr val="000000"/>
                </a:solidFill>
                <a:latin typeface="Times New Roman" panose="02020603050405020304" pitchFamily="18" charset="0"/>
                <a:ea typeface="宋体" panose="02010600030101010101" pitchFamily="2" charset="-122"/>
                <a:cs typeface="+mn-cs"/>
              </a:rPr>
              <a:t>)</a:t>
            </a:r>
          </a:p>
          <a:p>
            <a:pPr lvl="1" eaLnBrk="1" hangingPunct="1">
              <a:buClrTx/>
              <a:buSzPct val="100000"/>
              <a:buFont typeface="Wingdings" panose="05000000000000000000" pitchFamily="2" charset="2"/>
              <a:buChar char="Ø"/>
            </a:pPr>
            <a:endParaRPr lang="en-US" altLang="zh-CN" sz="2500" b="1" kern="1200" dirty="0">
              <a:solidFill>
                <a:srgbClr val="000000"/>
              </a:solidFill>
              <a:latin typeface="Times New Roman" panose="02020603050405020304" pitchFamily="18" charset="0"/>
              <a:ea typeface="宋体" panose="02010600030101010101" pitchFamily="2" charset="-122"/>
              <a:cs typeface="+mn-cs"/>
            </a:endParaRPr>
          </a:p>
          <a:p>
            <a:pPr eaLnBrk="1" hangingPunct="1">
              <a:lnSpc>
                <a:spcPts val="4000"/>
              </a:lnSpc>
              <a:buClrTx/>
              <a:buSzPct val="100000"/>
              <a:buFont typeface="Wingdings" panose="05000000000000000000" pitchFamily="2" charset="2"/>
              <a:buChar char="Ø"/>
            </a:pPr>
            <a:endParaRPr lang="zh-CN" altLang="en-US" sz="2800" b="1" kern="1200" dirty="0">
              <a:solidFill>
                <a:srgbClr val="000000"/>
              </a:solidFill>
              <a:latin typeface="华文楷体" panose="02010600040101010101" pitchFamily="2" charset="-122"/>
              <a:ea typeface="华文楷体" panose="02010600040101010101" pitchFamily="2" charset="-122"/>
              <a:cs typeface="+mn-cs"/>
            </a:endParaRPr>
          </a:p>
          <a:p>
            <a:pPr eaLnBrk="1" hangingPunct="1">
              <a:lnSpc>
                <a:spcPts val="4000"/>
              </a:lnSpc>
              <a:buClrTx/>
              <a:buSzPct val="100000"/>
              <a:buFont typeface="Wingdings" panose="05000000000000000000" pitchFamily="2" charset="2"/>
              <a:buChar char="Ø"/>
            </a:pPr>
            <a:endParaRPr lang="en-US" altLang="zh-CN" sz="2800" b="1" kern="1200" dirty="0">
              <a:solidFill>
                <a:srgbClr val="2D83F4"/>
              </a:solidFill>
              <a:latin typeface="华文楷体" panose="02010600040101010101" pitchFamily="2" charset="-122"/>
              <a:ea typeface="华文楷体" panose="02010600040101010101" pitchFamily="2" charset="-122"/>
              <a:cs typeface="+mn-cs"/>
            </a:endParaRPr>
          </a:p>
        </p:txBody>
      </p:sp>
      <p:sp>
        <p:nvSpPr>
          <p:cNvPr id="10243"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buNone/>
            </a:pPr>
            <a:r>
              <a:rPr lang="zh-CN" altLang="en-US" sz="3000" kern="1200" dirty="0">
                <a:solidFill>
                  <a:schemeClr val="tx1"/>
                </a:solidFill>
                <a:latin typeface="微软雅黑" panose="020B0503020204020204" pitchFamily="34" charset="-122"/>
                <a:ea typeface="微软雅黑" panose="020B0503020204020204" pitchFamily="34" charset="-122"/>
                <a:cs typeface="+mj-cs"/>
              </a:rPr>
              <a:t>自底向上的语法分析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6563">
                                            <p:txEl>
                                              <p:pRg st="2" end="2"/>
                                            </p:txEl>
                                          </p:spTgt>
                                        </p:tgtEl>
                                        <p:attrNameLst>
                                          <p:attrName>style.visibility</p:attrName>
                                        </p:attrNameLst>
                                      </p:cBhvr>
                                      <p:to>
                                        <p:strVal val="visible"/>
                                      </p:to>
                                    </p:set>
                                    <p:anim calcmode="lin" valueType="num">
                                      <p:cBhvr>
                                        <p:cTn id="7" dur="500" fill="hold"/>
                                        <p:tgtEl>
                                          <p:spTgt spid="66563">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66563">
                                            <p:txEl>
                                              <p:pRg st="2" end="2"/>
                                            </p:txEl>
                                          </p:spTgt>
                                        </p:tgtEl>
                                        <p:attrNameLst>
                                          <p:attrName>ppt_h</p:attrName>
                                        </p:attrNameLst>
                                      </p:cBhvr>
                                      <p:tavLst>
                                        <p:tav tm="0">
                                          <p:val>
                                            <p:fltVal val="0"/>
                                          </p:val>
                                        </p:tav>
                                        <p:tav tm="100000">
                                          <p:val>
                                            <p:strVal val="#ppt_h"/>
                                          </p:val>
                                        </p:tav>
                                      </p:tavLst>
                                    </p:anim>
                                    <p:animEffect transition="in" filter="fade">
                                      <p:cBhvr>
                                        <p:cTn id="9" dur="500"/>
                                        <p:tgtEl>
                                          <p:spTgt spid="66563">
                                            <p:txEl>
                                              <p:pRg st="2" end="2"/>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66563">
                                            <p:txEl>
                                              <p:pRg st="3" end="3"/>
                                            </p:txEl>
                                          </p:spTgt>
                                        </p:tgtEl>
                                        <p:attrNameLst>
                                          <p:attrName>style.visibility</p:attrName>
                                        </p:attrNameLst>
                                      </p:cBhvr>
                                      <p:to>
                                        <p:strVal val="visible"/>
                                      </p:to>
                                    </p:set>
                                    <p:anim calcmode="lin" valueType="num">
                                      <p:cBhvr>
                                        <p:cTn id="12" dur="500" fill="hold"/>
                                        <p:tgtEl>
                                          <p:spTgt spid="66563">
                                            <p:txEl>
                                              <p:pRg st="3" end="3"/>
                                            </p:txEl>
                                          </p:spTgt>
                                        </p:tgtEl>
                                        <p:attrNameLst>
                                          <p:attrName>ppt_w</p:attrName>
                                        </p:attrNameLst>
                                      </p:cBhvr>
                                      <p:tavLst>
                                        <p:tav tm="0">
                                          <p:val>
                                            <p:fltVal val="0"/>
                                          </p:val>
                                        </p:tav>
                                        <p:tav tm="100000">
                                          <p:val>
                                            <p:strVal val="#ppt_w"/>
                                          </p:val>
                                        </p:tav>
                                      </p:tavLst>
                                    </p:anim>
                                    <p:anim calcmode="lin" valueType="num">
                                      <p:cBhvr>
                                        <p:cTn id="13" dur="500" fill="hold"/>
                                        <p:tgtEl>
                                          <p:spTgt spid="66563">
                                            <p:txEl>
                                              <p:pRg st="3" end="3"/>
                                            </p:txEl>
                                          </p:spTgt>
                                        </p:tgtEl>
                                        <p:attrNameLst>
                                          <p:attrName>ppt_h</p:attrName>
                                        </p:attrNameLst>
                                      </p:cBhvr>
                                      <p:tavLst>
                                        <p:tav tm="0">
                                          <p:val>
                                            <p:fltVal val="0"/>
                                          </p:val>
                                        </p:tav>
                                        <p:tav tm="100000">
                                          <p:val>
                                            <p:strVal val="#ppt_h"/>
                                          </p:val>
                                        </p:tav>
                                      </p:tavLst>
                                    </p:anim>
                                    <p:animEffect transition="in" filter="fade">
                                      <p:cBhvr>
                                        <p:cTn id="14" dur="500"/>
                                        <p:tgtEl>
                                          <p:spTgt spid="66563">
                                            <p:txEl>
                                              <p:pRg st="3" end="3"/>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66563">
                                            <p:txEl>
                                              <p:pRg st="4" end="4"/>
                                            </p:txEl>
                                          </p:spTgt>
                                        </p:tgtEl>
                                        <p:attrNameLst>
                                          <p:attrName>style.visibility</p:attrName>
                                        </p:attrNameLst>
                                      </p:cBhvr>
                                      <p:to>
                                        <p:strVal val="visible"/>
                                      </p:to>
                                    </p:set>
                                    <p:anim calcmode="lin" valueType="num">
                                      <p:cBhvr>
                                        <p:cTn id="19" dur="500" fill="hold"/>
                                        <p:tgtEl>
                                          <p:spTgt spid="66563">
                                            <p:txEl>
                                              <p:pRg st="4" end="4"/>
                                            </p:txEl>
                                          </p:spTgt>
                                        </p:tgtEl>
                                        <p:attrNameLst>
                                          <p:attrName>ppt_w</p:attrName>
                                        </p:attrNameLst>
                                      </p:cBhvr>
                                      <p:tavLst>
                                        <p:tav tm="0">
                                          <p:val>
                                            <p:fltVal val="0"/>
                                          </p:val>
                                        </p:tav>
                                        <p:tav tm="100000">
                                          <p:val>
                                            <p:strVal val="#ppt_w"/>
                                          </p:val>
                                        </p:tav>
                                      </p:tavLst>
                                    </p:anim>
                                    <p:anim calcmode="lin" valueType="num">
                                      <p:cBhvr>
                                        <p:cTn id="20" dur="500" fill="hold"/>
                                        <p:tgtEl>
                                          <p:spTgt spid="66563">
                                            <p:txEl>
                                              <p:pRg st="4" end="4"/>
                                            </p:txEl>
                                          </p:spTgt>
                                        </p:tgtEl>
                                        <p:attrNameLst>
                                          <p:attrName>ppt_h</p:attrName>
                                        </p:attrNameLst>
                                      </p:cBhvr>
                                      <p:tavLst>
                                        <p:tav tm="0">
                                          <p:val>
                                            <p:fltVal val="0"/>
                                          </p:val>
                                        </p:tav>
                                        <p:tav tm="100000">
                                          <p:val>
                                            <p:strVal val="#ppt_h"/>
                                          </p:val>
                                        </p:tav>
                                      </p:tavLst>
                                    </p:anim>
                                    <p:animEffect transition="in" filter="fade">
                                      <p:cBhvr>
                                        <p:cTn id="21" dur="500"/>
                                        <p:tgtEl>
                                          <p:spTgt spid="66563">
                                            <p:txEl>
                                              <p:pRg st="4" end="4"/>
                                            </p:txEl>
                                          </p:spTgt>
                                        </p:tgtEl>
                                      </p:cBhvr>
                                    </p:animEffect>
                                  </p:childTnLst>
                                </p:cTn>
                              </p:par>
                              <p:par>
                                <p:cTn id="22" presetID="53" presetClass="entr" presetSubtype="16" fill="hold" nodeType="withEffect">
                                  <p:stCondLst>
                                    <p:cond delay="0"/>
                                  </p:stCondLst>
                                  <p:childTnLst>
                                    <p:set>
                                      <p:cBhvr>
                                        <p:cTn id="23" dur="1" fill="hold">
                                          <p:stCondLst>
                                            <p:cond delay="0"/>
                                          </p:stCondLst>
                                        </p:cTn>
                                        <p:tgtEl>
                                          <p:spTgt spid="66563">
                                            <p:txEl>
                                              <p:pRg st="5" end="5"/>
                                            </p:txEl>
                                          </p:spTgt>
                                        </p:tgtEl>
                                        <p:attrNameLst>
                                          <p:attrName>style.visibility</p:attrName>
                                        </p:attrNameLst>
                                      </p:cBhvr>
                                      <p:to>
                                        <p:strVal val="visible"/>
                                      </p:to>
                                    </p:set>
                                    <p:anim calcmode="lin" valueType="num">
                                      <p:cBhvr>
                                        <p:cTn id="24" dur="500" fill="hold"/>
                                        <p:tgtEl>
                                          <p:spTgt spid="66563">
                                            <p:txEl>
                                              <p:pRg st="5" end="5"/>
                                            </p:txEl>
                                          </p:spTgt>
                                        </p:tgtEl>
                                        <p:attrNameLst>
                                          <p:attrName>ppt_w</p:attrName>
                                        </p:attrNameLst>
                                      </p:cBhvr>
                                      <p:tavLst>
                                        <p:tav tm="0">
                                          <p:val>
                                            <p:fltVal val="0"/>
                                          </p:val>
                                        </p:tav>
                                        <p:tav tm="100000">
                                          <p:val>
                                            <p:strVal val="#ppt_w"/>
                                          </p:val>
                                        </p:tav>
                                      </p:tavLst>
                                    </p:anim>
                                    <p:anim calcmode="lin" valueType="num">
                                      <p:cBhvr>
                                        <p:cTn id="25" dur="500" fill="hold"/>
                                        <p:tgtEl>
                                          <p:spTgt spid="66563">
                                            <p:txEl>
                                              <p:pRg st="5" end="5"/>
                                            </p:txEl>
                                          </p:spTgt>
                                        </p:tgtEl>
                                        <p:attrNameLst>
                                          <p:attrName>ppt_h</p:attrName>
                                        </p:attrNameLst>
                                      </p:cBhvr>
                                      <p:tavLst>
                                        <p:tav tm="0">
                                          <p:val>
                                            <p:fltVal val="0"/>
                                          </p:val>
                                        </p:tav>
                                        <p:tav tm="100000">
                                          <p:val>
                                            <p:strVal val="#ppt_h"/>
                                          </p:val>
                                        </p:tav>
                                      </p:tavLst>
                                    </p:anim>
                                    <p:animEffect transition="in" filter="fade">
                                      <p:cBhvr>
                                        <p:cTn id="26" dur="500"/>
                                        <p:tgtEl>
                                          <p:spTgt spid="665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内容占位符 2"/>
          <p:cNvSpPr>
            <a:spLocks noGrp="1"/>
          </p:cNvSpPr>
          <p:nvPr>
            <p:ph idx="1"/>
          </p:nvPr>
        </p:nvSpPr>
        <p:spPr>
          <a:xfrm>
            <a:off x="357187" y="857250"/>
            <a:ext cx="8429625" cy="4017962"/>
          </a:xfrm>
        </p:spPr>
        <p:txBody>
          <a:bodyPr vert="horz" wrap="square" lIns="91440" tIns="45720" rIns="91440" bIns="45720" anchor="t" anchorCtr="0"/>
          <a:lstStyle/>
          <a:p>
            <a:pPr eaLnBrk="1" hangingPunct="1">
              <a:lnSpc>
                <a:spcPts val="3700"/>
              </a:lnSpc>
              <a:buClrTx/>
              <a:buSzPct val="100000"/>
              <a:buFont typeface="Wingdings" panose="05000000000000000000" pitchFamily="2" charset="2"/>
              <a:buChar char="Ø"/>
            </a:pPr>
            <a:r>
              <a:rPr lang="zh-CN" altLang="en-US" sz="2800" b="1" kern="1200" dirty="0">
                <a:solidFill>
                  <a:schemeClr val="tx1"/>
                </a:solidFill>
                <a:latin typeface="Times New Roman" panose="02020603050405020304" pitchFamily="18" charset="0"/>
                <a:ea typeface="华文楷体" panose="02010600040101010101" pitchFamily="2" charset="-122"/>
                <a:cs typeface="+mn-cs"/>
              </a:rPr>
              <a:t>在对</a:t>
            </a:r>
            <a:r>
              <a:rPr lang="zh-CN" altLang="en-US" sz="2800" b="1" kern="1200" dirty="0">
                <a:solidFill>
                  <a:srgbClr val="2D83F4"/>
                </a:solidFill>
                <a:latin typeface="Times New Roman" panose="02020603050405020304" pitchFamily="18" charset="0"/>
                <a:ea typeface="华文楷体" panose="02010600040101010101" pitchFamily="2" charset="-122"/>
                <a:cs typeface="+mn-cs"/>
              </a:rPr>
              <a:t>输入</a:t>
            </a:r>
            <a:r>
              <a:rPr lang="zh-CN" altLang="en-US" sz="2800" b="1" kern="1200" dirty="0">
                <a:solidFill>
                  <a:schemeClr val="tx1"/>
                </a:solidFill>
                <a:latin typeface="Times New Roman" panose="02020603050405020304" pitchFamily="18" charset="0"/>
                <a:ea typeface="华文楷体" panose="02010600040101010101" pitchFamily="2" charset="-122"/>
                <a:cs typeface="+mn-cs"/>
              </a:rPr>
              <a:t>串的一次</a:t>
            </a:r>
            <a:r>
              <a:rPr lang="zh-CN" altLang="en-US" sz="2800"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从左到右</a:t>
            </a:r>
            <a:r>
              <a:rPr lang="zh-CN" altLang="en-US" sz="2800" b="1" kern="1200" dirty="0">
                <a:solidFill>
                  <a:schemeClr val="tx1"/>
                </a:solidFill>
                <a:latin typeface="Times New Roman" panose="02020603050405020304" pitchFamily="18" charset="0"/>
                <a:ea typeface="华文楷体" panose="02010600040101010101" pitchFamily="2" charset="-122"/>
                <a:cs typeface="+mn-cs"/>
              </a:rPr>
              <a:t>扫描过程中，语法分析器将</a:t>
            </a:r>
            <a:r>
              <a:rPr lang="zh-CN" altLang="en-US" sz="2800"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零个或多个输入符号</a:t>
            </a:r>
            <a:r>
              <a:rPr lang="zh-CN" altLang="en-US" sz="2800" b="1" kern="1200" dirty="0">
                <a:solidFill>
                  <a:srgbClr val="FF0000"/>
                </a:solidFill>
                <a:highlight>
                  <a:srgbClr val="FFFF00"/>
                </a:highlight>
                <a:latin typeface="Times New Roman" panose="02020603050405020304" pitchFamily="18" charset="0"/>
                <a:ea typeface="华文楷体" panose="02010600040101010101" pitchFamily="2" charset="-122"/>
                <a:cs typeface="+mn-cs"/>
              </a:rPr>
              <a:t>移入</a:t>
            </a:r>
            <a:r>
              <a:rPr lang="zh-CN" altLang="en-US" sz="2800"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到</a:t>
            </a:r>
            <a:r>
              <a:rPr lang="zh-CN" altLang="en-US" sz="2800" b="1" kern="1200" dirty="0">
                <a:solidFill>
                  <a:srgbClr val="2D83F4"/>
                </a:solidFill>
                <a:highlight>
                  <a:srgbClr val="FFFF00"/>
                </a:highlight>
                <a:latin typeface="Times New Roman" panose="02020603050405020304" pitchFamily="18" charset="0"/>
                <a:ea typeface="华文楷体" panose="02010600040101010101" pitchFamily="2" charset="-122"/>
                <a:cs typeface="+mn-cs"/>
              </a:rPr>
              <a:t>栈</a:t>
            </a:r>
            <a:r>
              <a:rPr lang="zh-CN" altLang="en-US" sz="2800"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的顶端</a:t>
            </a:r>
            <a:r>
              <a:rPr lang="zh-CN" altLang="en-US" sz="2800" b="1" kern="1200" dirty="0">
                <a:solidFill>
                  <a:schemeClr val="tx1"/>
                </a:solidFill>
                <a:latin typeface="Times New Roman" panose="02020603050405020304" pitchFamily="18" charset="0"/>
                <a:ea typeface="华文楷体" panose="02010600040101010101" pitchFamily="2" charset="-122"/>
                <a:cs typeface="+mn-cs"/>
              </a:rPr>
              <a:t>，直到它可以对栈顶的一个文法符号串</a:t>
            </a:r>
            <a:r>
              <a:rPr lang="en-US" altLang="zh-CN" sz="2800" b="1" i="1" kern="1200" dirty="0">
                <a:solidFill>
                  <a:schemeClr val="tx1"/>
                </a:solidFill>
                <a:latin typeface="Times New Roman" panose="02020603050405020304" pitchFamily="18" charset="0"/>
                <a:ea typeface="华文楷体" panose="02010600040101010101" pitchFamily="2" charset="-122"/>
                <a:cs typeface="+mn-cs"/>
              </a:rPr>
              <a:t>β</a:t>
            </a:r>
            <a:r>
              <a:rPr lang="zh-CN" altLang="en-US" sz="2800" b="1" kern="1200" dirty="0">
                <a:solidFill>
                  <a:schemeClr val="tx1"/>
                </a:solidFill>
                <a:latin typeface="Times New Roman" panose="02020603050405020304" pitchFamily="18" charset="0"/>
                <a:ea typeface="华文楷体" panose="02010600040101010101" pitchFamily="2" charset="-122"/>
                <a:cs typeface="+mn-cs"/>
              </a:rPr>
              <a:t>进行</a:t>
            </a:r>
            <a:r>
              <a:rPr lang="zh-CN" altLang="en-US" sz="2800" b="1" kern="1200" dirty="0">
                <a:solidFill>
                  <a:srgbClr val="2D83F4"/>
                </a:solidFill>
                <a:latin typeface="Times New Roman" panose="02020603050405020304" pitchFamily="18" charset="0"/>
                <a:ea typeface="华文楷体" panose="02010600040101010101" pitchFamily="2" charset="-122"/>
                <a:cs typeface="+mn-cs"/>
              </a:rPr>
              <a:t>归约</a:t>
            </a:r>
            <a:r>
              <a:rPr lang="zh-CN" altLang="en-US" sz="2800" b="1" kern="1200" dirty="0">
                <a:solidFill>
                  <a:schemeClr val="tx1"/>
                </a:solidFill>
                <a:latin typeface="Times New Roman" panose="02020603050405020304" pitchFamily="18" charset="0"/>
                <a:ea typeface="华文楷体" panose="02010600040101010101" pitchFamily="2" charset="-122"/>
                <a:cs typeface="+mn-cs"/>
              </a:rPr>
              <a:t>为止</a:t>
            </a:r>
            <a:endParaRPr lang="en-US" altLang="zh-CN" sz="2800" b="1" kern="1200" dirty="0">
              <a:solidFill>
                <a:schemeClr val="tx1"/>
              </a:solidFill>
              <a:latin typeface="Times New Roman" panose="02020603050405020304" pitchFamily="18" charset="0"/>
              <a:ea typeface="华文楷体" panose="02010600040101010101" pitchFamily="2" charset="-122"/>
              <a:cs typeface="+mn-cs"/>
            </a:endParaRPr>
          </a:p>
          <a:p>
            <a:pPr eaLnBrk="1" hangingPunct="1">
              <a:lnSpc>
                <a:spcPts val="3700"/>
              </a:lnSpc>
              <a:buClrTx/>
              <a:buSzPct val="100000"/>
              <a:buFont typeface="Wingdings" panose="05000000000000000000" pitchFamily="2" charset="2"/>
              <a:buChar char="Ø"/>
            </a:pPr>
            <a:r>
              <a:rPr lang="zh-CN" altLang="en-US" sz="2800" b="1" kern="1200" dirty="0">
                <a:solidFill>
                  <a:schemeClr val="tx1"/>
                </a:solidFill>
                <a:latin typeface="Times New Roman" panose="02020603050405020304" pitchFamily="18" charset="0"/>
                <a:ea typeface="华文楷体" panose="02010600040101010101" pitchFamily="2" charset="-122"/>
                <a:cs typeface="+mn-cs"/>
              </a:rPr>
              <a:t>然后，它</a:t>
            </a:r>
            <a:r>
              <a:rPr lang="zh-CN" altLang="en-US" sz="2800"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将</a:t>
            </a:r>
            <a:r>
              <a:rPr lang="en-US" altLang="zh-CN" sz="2800" b="1" i="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β</a:t>
            </a:r>
            <a:r>
              <a:rPr lang="zh-CN" altLang="en-US" sz="2800" b="1" kern="1200" dirty="0">
                <a:solidFill>
                  <a:srgbClr val="FF0000"/>
                </a:solidFill>
                <a:highlight>
                  <a:srgbClr val="FFFF00"/>
                </a:highlight>
                <a:latin typeface="Times New Roman" panose="02020603050405020304" pitchFamily="18" charset="0"/>
                <a:ea typeface="华文楷体" panose="02010600040101010101" pitchFamily="2" charset="-122"/>
                <a:cs typeface="+mn-cs"/>
              </a:rPr>
              <a:t>归约</a:t>
            </a:r>
            <a:r>
              <a:rPr lang="zh-CN" altLang="en-US" sz="2800"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为某个产生式的左部</a:t>
            </a:r>
            <a:endParaRPr lang="en-US" altLang="zh-CN" sz="2800" b="1" kern="1200" dirty="0">
              <a:solidFill>
                <a:schemeClr val="tx1"/>
              </a:solidFill>
              <a:highlight>
                <a:srgbClr val="FFFF00"/>
              </a:highlight>
              <a:latin typeface="Times New Roman" panose="02020603050405020304" pitchFamily="18" charset="0"/>
              <a:ea typeface="华文楷体" panose="02010600040101010101" pitchFamily="2" charset="-122"/>
              <a:cs typeface="+mn-cs"/>
            </a:endParaRPr>
          </a:p>
          <a:p>
            <a:pPr eaLnBrk="1" hangingPunct="1">
              <a:lnSpc>
                <a:spcPts val="3700"/>
              </a:lnSpc>
              <a:buClrTx/>
              <a:buSzPct val="100000"/>
              <a:buFont typeface="Wingdings" panose="05000000000000000000" pitchFamily="2" charset="2"/>
              <a:buChar char="Ø"/>
            </a:pPr>
            <a:r>
              <a:rPr lang="zh-CN" altLang="en-US" sz="2800" b="1" kern="1200" dirty="0">
                <a:solidFill>
                  <a:schemeClr val="tx1"/>
                </a:solidFill>
                <a:latin typeface="Times New Roman" panose="02020603050405020304" pitchFamily="18" charset="0"/>
                <a:ea typeface="华文楷体" panose="02010600040101010101" pitchFamily="2" charset="-122"/>
                <a:cs typeface="+mn-cs"/>
              </a:rPr>
              <a:t>语法分析器不断地重复这个循环，直到它</a:t>
            </a:r>
            <a:r>
              <a:rPr lang="zh-CN" altLang="en-US" sz="2800"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检测到一个语法</a:t>
            </a:r>
            <a:r>
              <a:rPr lang="zh-CN" altLang="en-US" sz="2800" b="1" kern="1200" dirty="0">
                <a:solidFill>
                  <a:srgbClr val="2D83F4"/>
                </a:solidFill>
                <a:highlight>
                  <a:srgbClr val="FFFF00"/>
                </a:highlight>
                <a:latin typeface="Times New Roman" panose="02020603050405020304" pitchFamily="18" charset="0"/>
                <a:ea typeface="华文楷体" panose="02010600040101010101" pitchFamily="2" charset="-122"/>
                <a:cs typeface="+mn-cs"/>
              </a:rPr>
              <a:t>错误</a:t>
            </a:r>
            <a:r>
              <a:rPr lang="zh-CN" altLang="en-US" sz="2800" b="1" kern="1200" dirty="0">
                <a:solidFill>
                  <a:schemeClr val="tx1"/>
                </a:solidFill>
                <a:latin typeface="Times New Roman" panose="02020603050405020304" pitchFamily="18" charset="0"/>
                <a:ea typeface="华文楷体" panose="02010600040101010101" pitchFamily="2" charset="-122"/>
                <a:cs typeface="+mn-cs"/>
              </a:rPr>
              <a:t>，或者栈中</a:t>
            </a:r>
            <a:r>
              <a:rPr lang="zh-CN" altLang="en-US" sz="2800"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包含了开始符号且输入缓冲区为空</a:t>
            </a:r>
            <a:r>
              <a:rPr lang="en-US" altLang="zh-CN" sz="2800" b="1" kern="1200" dirty="0">
                <a:solidFill>
                  <a:schemeClr val="tx1"/>
                </a:solidFill>
                <a:latin typeface="Times New Roman" panose="02020603050405020304" pitchFamily="18" charset="0"/>
                <a:ea typeface="华文楷体" panose="02010600040101010101" pitchFamily="2" charset="-122"/>
                <a:cs typeface="+mn-cs"/>
              </a:rPr>
              <a:t>(</a:t>
            </a:r>
            <a:r>
              <a:rPr lang="zh-CN" altLang="en-US" sz="2800" b="1" kern="1200" dirty="0">
                <a:solidFill>
                  <a:schemeClr val="tx1"/>
                </a:solidFill>
                <a:latin typeface="Times New Roman" panose="02020603050405020304" pitchFamily="18" charset="0"/>
                <a:ea typeface="华文楷体" panose="02010600040101010101" pitchFamily="2" charset="-122"/>
                <a:cs typeface="+mn-cs"/>
              </a:rPr>
              <a:t>当进入这样的格局时，语法分析器停止运行，并宣称</a:t>
            </a:r>
            <a:r>
              <a:rPr lang="zh-CN" altLang="en-US" sz="2800" b="1" kern="1200" dirty="0">
                <a:solidFill>
                  <a:srgbClr val="2D83F4"/>
                </a:solidFill>
                <a:latin typeface="Times New Roman" panose="02020603050405020304" pitchFamily="18" charset="0"/>
                <a:ea typeface="华文楷体" panose="02010600040101010101" pitchFamily="2" charset="-122"/>
                <a:cs typeface="+mn-cs"/>
              </a:rPr>
              <a:t>成功</a:t>
            </a:r>
            <a:r>
              <a:rPr lang="zh-CN" altLang="en-US" sz="2800" b="1" kern="1200" dirty="0">
                <a:solidFill>
                  <a:schemeClr val="tx1"/>
                </a:solidFill>
                <a:latin typeface="Times New Roman" panose="02020603050405020304" pitchFamily="18" charset="0"/>
                <a:ea typeface="华文楷体" panose="02010600040101010101" pitchFamily="2" charset="-122"/>
                <a:cs typeface="+mn-cs"/>
              </a:rPr>
              <a:t>完成了语法分析</a:t>
            </a:r>
            <a:r>
              <a:rPr lang="en-US" altLang="zh-CN" sz="2800" b="1" kern="1200" dirty="0">
                <a:solidFill>
                  <a:schemeClr val="tx1"/>
                </a:solidFill>
                <a:latin typeface="Times New Roman" panose="02020603050405020304" pitchFamily="18" charset="0"/>
                <a:ea typeface="华文楷体" panose="02010600040101010101" pitchFamily="2" charset="-122"/>
                <a:cs typeface="+mn-cs"/>
              </a:rPr>
              <a:t>)</a:t>
            </a:r>
            <a:r>
              <a:rPr lang="zh-CN" altLang="en-US" sz="2800" b="1" kern="1200" dirty="0">
                <a:solidFill>
                  <a:schemeClr val="tx1"/>
                </a:solidFill>
                <a:latin typeface="Times New Roman" panose="02020603050405020304" pitchFamily="18" charset="0"/>
                <a:ea typeface="华文楷体" panose="02010600040101010101" pitchFamily="2" charset="-122"/>
                <a:cs typeface="+mn-cs"/>
              </a:rPr>
              <a:t>为止</a:t>
            </a:r>
          </a:p>
        </p:txBody>
      </p:sp>
      <p:sp>
        <p:nvSpPr>
          <p:cNvPr id="16387" name="标题 1"/>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zh-CN" altLang="en-US" sz="3000" kern="1200" dirty="0">
                <a:solidFill>
                  <a:schemeClr val="tx1"/>
                </a:solidFill>
                <a:latin typeface="微软雅黑" panose="020B0503020204020204" pitchFamily="34" charset="-122"/>
                <a:ea typeface="微软雅黑" panose="020B0503020204020204" pitchFamily="34" charset="-122"/>
                <a:cs typeface="+mj-cs"/>
              </a:rPr>
              <a:t>移入</a:t>
            </a:r>
            <a:r>
              <a:rPr lang="en-US" altLang="zh-CN" sz="3000" kern="1200" dirty="0">
                <a:solidFill>
                  <a:schemeClr val="tx1"/>
                </a:solidFill>
                <a:latin typeface="微软雅黑" panose="020B0503020204020204" pitchFamily="34" charset="-122"/>
                <a:ea typeface="微软雅黑" panose="020B0503020204020204" pitchFamily="34" charset="-122"/>
                <a:cs typeface="+mj-cs"/>
              </a:rPr>
              <a:t>-</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归约分析的工作过程</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3602" name="Rectangle 2"/>
          <p:cNvSpPr>
            <a:spLocks noGrp="1"/>
          </p:cNvSpPr>
          <p:nvPr>
            <p:ph idx="1"/>
          </p:nvPr>
        </p:nvSpPr>
        <p:spPr>
          <a:xfrm>
            <a:off x="3571875" y="407988"/>
            <a:ext cx="5927725" cy="3225800"/>
          </a:xfrm>
        </p:spPr>
        <p:txBody>
          <a:bodyPr vert="horz" wrap="square" lIns="92075" tIns="46038" rIns="92075" bIns="46038" anchor="t" anchorCtr="0"/>
          <a:lstStyle/>
          <a:p>
            <a:pPr eaLnBrk="1" hangingPunct="1">
              <a:lnSpc>
                <a:spcPct val="80000"/>
              </a:lnSpc>
              <a:buSzPct val="100000"/>
              <a:buFont typeface="Wingdings" panose="05000000000000000000" pitchFamily="2" charset="2"/>
              <a:buNone/>
            </a:pPr>
            <a:r>
              <a:rPr lang="zh-CN" altLang="en-US" sz="2000" b="1" kern="1200" dirty="0">
                <a:solidFill>
                  <a:srgbClr val="2D83F4"/>
                </a:solidFill>
                <a:latin typeface="华文楷体" panose="02010600040101010101" pitchFamily="2" charset="-122"/>
                <a:ea typeface="华文楷体" panose="02010600040101010101" pitchFamily="2" charset="-122"/>
                <a:cs typeface="+mn-cs"/>
              </a:rPr>
              <a:t>    栈                       剩余输入</a:t>
            </a:r>
            <a:r>
              <a:rPr lang="en-US" altLang="zh-CN" sz="2000" b="1" kern="1200" dirty="0">
                <a:solidFill>
                  <a:srgbClr val="2D83F4"/>
                </a:solidFill>
                <a:latin typeface="华文楷体" panose="02010600040101010101" pitchFamily="2" charset="-122"/>
                <a:ea typeface="华文楷体" panose="02010600040101010101" pitchFamily="2" charset="-122"/>
                <a:cs typeface="+mn-cs"/>
              </a:rPr>
              <a:t>           </a:t>
            </a:r>
            <a:r>
              <a:rPr lang="zh-CN" altLang="en-US" sz="2000" b="1" kern="1200" dirty="0">
                <a:solidFill>
                  <a:srgbClr val="2D83F4"/>
                </a:solidFill>
                <a:latin typeface="华文楷体" panose="02010600040101010101" pitchFamily="2" charset="-122"/>
                <a:ea typeface="华文楷体" panose="02010600040101010101" pitchFamily="2" charset="-122"/>
                <a:cs typeface="+mn-cs"/>
              </a:rPr>
              <a:t>动作</a:t>
            </a:r>
            <a:endParaRPr lang="en-US" altLang="zh-CN" sz="2000" b="1" kern="1200" dirty="0">
              <a:solidFill>
                <a:srgbClr val="2D83F4"/>
              </a:solidFill>
              <a:latin typeface="华文楷体" panose="02010600040101010101" pitchFamily="2" charset="-122"/>
              <a:ea typeface="华文楷体" panose="02010600040101010101" pitchFamily="2" charset="-122"/>
              <a:cs typeface="+mn-cs"/>
            </a:endParaRP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a:t>
            </a:r>
            <a:r>
              <a:rPr lang="zh-CN" altLang="en-US" sz="2000" b="1" kern="1200" dirty="0">
                <a:solidFill>
                  <a:schemeClr val="tx1"/>
                </a:solidFill>
                <a:latin typeface="Times New Roman" panose="02020603050405020304" pitchFamily="18" charset="0"/>
                <a:ea typeface="华文楷体" panose="02010600040101010101" pitchFamily="2" charset="-122"/>
                <a:cs typeface="+mn-cs"/>
              </a:rPr>
              <a:t>  		</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id+(id+id) $</a:t>
            </a: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id 	   	   +(id+id)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移入</a:t>
            </a:r>
            <a:endParaRPr lang="en-US" altLang="zh-CN" sz="2000" b="1" kern="1200" dirty="0">
              <a:solidFill>
                <a:schemeClr val="tx1"/>
              </a:solidFill>
              <a:latin typeface="华文楷体" panose="02010600040101010101" pitchFamily="2" charset="-122"/>
              <a:ea typeface="华文楷体" panose="02010600040101010101" pitchFamily="2" charset="-122"/>
              <a:cs typeface="+mn-cs"/>
            </a:endParaRP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+(id+id)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归约</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→id</a:t>
            </a: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(id+id)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移入</a:t>
            </a:r>
            <a:endParaRPr lang="en-US" altLang="zh-CN" sz="2000" b="1" kern="1200" dirty="0">
              <a:solidFill>
                <a:schemeClr val="tx1"/>
              </a:solidFill>
              <a:latin typeface="华文楷体" panose="02010600040101010101" pitchFamily="2" charset="-122"/>
              <a:ea typeface="华文楷体" panose="02010600040101010101" pitchFamily="2" charset="-122"/>
              <a:cs typeface="+mn-cs"/>
            </a:endParaRP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id+id)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移入</a:t>
            </a:r>
            <a:endParaRPr lang="en-US" altLang="zh-CN" sz="2000" b="1" kern="1200" dirty="0">
              <a:solidFill>
                <a:schemeClr val="tx1"/>
              </a:solidFill>
              <a:latin typeface="华文楷体" panose="02010600040101010101" pitchFamily="2" charset="-122"/>
              <a:ea typeface="华文楷体" panose="02010600040101010101" pitchFamily="2" charset="-122"/>
              <a:cs typeface="+mn-cs"/>
            </a:endParaRP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+(id 	         +id)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移入</a:t>
            </a:r>
            <a:endParaRPr lang="en-US" altLang="zh-CN" sz="2000" b="1" kern="1200" dirty="0">
              <a:solidFill>
                <a:schemeClr val="tx1"/>
              </a:solidFill>
              <a:latin typeface="华文楷体" panose="02010600040101010101" pitchFamily="2" charset="-122"/>
              <a:ea typeface="华文楷体" panose="02010600040101010101" pitchFamily="2" charset="-122"/>
              <a:cs typeface="+mn-cs"/>
            </a:endParaRP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+id)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归约</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→id</a:t>
            </a: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id)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移入</a:t>
            </a:r>
            <a:endParaRPr lang="en-US" altLang="zh-CN" sz="2000" b="1" kern="1200" dirty="0">
              <a:solidFill>
                <a:schemeClr val="tx1"/>
              </a:solidFill>
              <a:latin typeface="华文楷体" panose="02010600040101010101" pitchFamily="2" charset="-122"/>
              <a:ea typeface="华文楷体" panose="02010600040101010101" pitchFamily="2" charset="-122"/>
              <a:cs typeface="+mn-cs"/>
            </a:endParaRP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+id    	 	)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移入</a:t>
            </a:r>
            <a:endParaRPr lang="en-US" altLang="zh-CN" sz="2000" b="1" kern="1200" dirty="0">
              <a:solidFill>
                <a:schemeClr val="tx1"/>
              </a:solidFill>
              <a:latin typeface="华文楷体" panose="02010600040101010101" pitchFamily="2" charset="-122"/>
              <a:ea typeface="华文楷体" panose="02010600040101010101" pitchFamily="2" charset="-122"/>
              <a:cs typeface="+mn-cs"/>
            </a:endParaRP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归约</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→id</a:t>
            </a: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归约</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移入</a:t>
            </a:r>
            <a:endParaRPr lang="en-US" altLang="zh-CN" sz="2000" b="1" kern="1200" dirty="0">
              <a:solidFill>
                <a:schemeClr val="tx1"/>
              </a:solidFill>
              <a:latin typeface="华文楷体" panose="02010600040101010101" pitchFamily="2" charset="-122"/>
              <a:ea typeface="华文楷体" panose="02010600040101010101" pitchFamily="2" charset="-122"/>
              <a:cs typeface="+mn-cs"/>
            </a:endParaRP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归约</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归约</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p>
        </p:txBody>
      </p:sp>
      <p:sp>
        <p:nvSpPr>
          <p:cNvPr id="12291" name="标题 8"/>
          <p:cNvSpPr>
            <a:spLocks noGrp="1"/>
          </p:cNvSpPr>
          <p:nvPr>
            <p:ph type="title"/>
          </p:nvPr>
        </p:nvSpPr>
        <p:spPr>
          <a:xfrm>
            <a:off x="755650" y="268288"/>
            <a:ext cx="4103688" cy="358775"/>
          </a:xfrm>
        </p:spPr>
        <p:txBody>
          <a:bodyPr vert="horz" wrap="square" lIns="91440" tIns="45720" rIns="91440" bIns="45720" anchor="ctr" anchorCtr="0"/>
          <a:lstStyle/>
          <a:p>
            <a:pPr eaLnBrk="1" hangingPunct="1">
              <a:buNone/>
            </a:pPr>
            <a:r>
              <a:rPr lang="zh-CN" altLang="en-US" sz="3000" kern="1200" dirty="0">
                <a:solidFill>
                  <a:schemeClr val="tx1"/>
                </a:solidFill>
                <a:latin typeface="微软雅黑" panose="020B0503020204020204" pitchFamily="34" charset="-122"/>
                <a:ea typeface="微软雅黑" panose="020B0503020204020204" pitchFamily="34" charset="-122"/>
                <a:cs typeface="+mj-cs"/>
              </a:rPr>
              <a:t>例：</a:t>
            </a:r>
            <a:r>
              <a:rPr lang="zh-CN" altLang="en-US" sz="2800" kern="1200" dirty="0">
                <a:solidFill>
                  <a:schemeClr val="tx1"/>
                </a:solidFill>
                <a:latin typeface="微软雅黑" panose="020B0503020204020204" pitchFamily="34" charset="-122"/>
                <a:ea typeface="微软雅黑" panose="020B0503020204020204" pitchFamily="34" charset="-122"/>
                <a:cs typeface="+mj-cs"/>
              </a:rPr>
              <a:t>移入</a:t>
            </a:r>
            <a:r>
              <a:rPr lang="en-US" altLang="zh-CN" sz="2800" kern="1200" dirty="0">
                <a:solidFill>
                  <a:schemeClr val="tx1"/>
                </a:solidFill>
                <a:latin typeface="微软雅黑" panose="020B0503020204020204" pitchFamily="34" charset="-122"/>
                <a:ea typeface="微软雅黑" panose="020B0503020204020204" pitchFamily="34" charset="-122"/>
                <a:cs typeface="+mj-cs"/>
              </a:rPr>
              <a:t>-</a:t>
            </a:r>
            <a:r>
              <a:rPr lang="zh-CN" altLang="en-US" sz="2800" kern="1200" dirty="0">
                <a:solidFill>
                  <a:schemeClr val="tx1"/>
                </a:solidFill>
                <a:latin typeface="微软雅黑" panose="020B0503020204020204" pitchFamily="34" charset="-122"/>
                <a:ea typeface="微软雅黑" panose="020B0503020204020204" pitchFamily="34" charset="-122"/>
                <a:cs typeface="+mj-cs"/>
              </a:rPr>
              <a:t>归约分析</a:t>
            </a:r>
          </a:p>
        </p:txBody>
      </p:sp>
      <p:grpSp>
        <p:nvGrpSpPr>
          <p:cNvPr id="2" name="Group 77"/>
          <p:cNvGrpSpPr/>
          <p:nvPr/>
        </p:nvGrpSpPr>
        <p:grpSpPr>
          <a:xfrm>
            <a:off x="1685925" y="3827463"/>
            <a:ext cx="357188" cy="492125"/>
            <a:chOff x="975" y="3203"/>
            <a:chExt cx="225" cy="653"/>
          </a:xfrm>
        </p:grpSpPr>
        <p:sp>
          <p:nvSpPr>
            <p:cNvPr id="16419" name="Line 62"/>
            <p:cNvSpPr>
              <a:spLocks noChangeShapeType="1"/>
            </p:cNvSpPr>
            <p:nvPr/>
          </p:nvSpPr>
          <p:spPr bwMode="auto">
            <a:xfrm flipH="1" flipV="1">
              <a:off x="1066" y="3618"/>
              <a:ext cx="0" cy="238"/>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12318" name="Rectangle 63"/>
            <p:cNvSpPr/>
            <p:nvPr/>
          </p:nvSpPr>
          <p:spPr>
            <a:xfrm>
              <a:off x="975" y="3203"/>
              <a:ext cx="225" cy="573"/>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solidFill>
                    <a:srgbClr val="2D83F4"/>
                  </a:solidFill>
                  <a:latin typeface="Times New Roman" panose="02020603050405020304" pitchFamily="18" charset="0"/>
                </a:rPr>
                <a:t>E</a:t>
              </a:r>
            </a:p>
          </p:txBody>
        </p:sp>
      </p:grpSp>
      <p:grpSp>
        <p:nvGrpSpPr>
          <p:cNvPr id="3" name="Group 84"/>
          <p:cNvGrpSpPr/>
          <p:nvPr/>
        </p:nvGrpSpPr>
        <p:grpSpPr>
          <a:xfrm>
            <a:off x="1901825" y="3422650"/>
            <a:ext cx="812800" cy="847725"/>
            <a:chOff x="1111" y="2662"/>
            <a:chExt cx="512" cy="1129"/>
          </a:xfrm>
        </p:grpSpPr>
        <p:sp>
          <p:nvSpPr>
            <p:cNvPr id="16415" name="Line 68"/>
            <p:cNvSpPr>
              <a:spLocks noChangeShapeType="1"/>
            </p:cNvSpPr>
            <p:nvPr/>
          </p:nvSpPr>
          <p:spPr bwMode="auto">
            <a:xfrm flipH="1" flipV="1">
              <a:off x="1404" y="3123"/>
              <a:ext cx="219" cy="292"/>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16416" name="Line 69"/>
            <p:cNvSpPr>
              <a:spLocks noChangeShapeType="1"/>
            </p:cNvSpPr>
            <p:nvPr/>
          </p:nvSpPr>
          <p:spPr bwMode="auto">
            <a:xfrm flipV="1">
              <a:off x="1364" y="3184"/>
              <a:ext cx="10" cy="607"/>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16417" name="Line 70"/>
            <p:cNvSpPr>
              <a:spLocks noChangeShapeType="1"/>
            </p:cNvSpPr>
            <p:nvPr/>
          </p:nvSpPr>
          <p:spPr bwMode="auto">
            <a:xfrm flipV="1">
              <a:off x="1111" y="3098"/>
              <a:ext cx="272" cy="226"/>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12316" name="Rectangle 71"/>
            <p:cNvSpPr/>
            <p:nvPr/>
          </p:nvSpPr>
          <p:spPr>
            <a:xfrm>
              <a:off x="1292" y="2662"/>
              <a:ext cx="225" cy="575"/>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solidFill>
                    <a:srgbClr val="2D83F4"/>
                  </a:solidFill>
                  <a:latin typeface="Times New Roman" panose="02020603050405020304" pitchFamily="18" charset="0"/>
                </a:rPr>
                <a:t>E</a:t>
              </a:r>
            </a:p>
          </p:txBody>
        </p:sp>
      </p:grpSp>
      <p:grpSp>
        <p:nvGrpSpPr>
          <p:cNvPr id="4" name="Group 78"/>
          <p:cNvGrpSpPr/>
          <p:nvPr/>
        </p:nvGrpSpPr>
        <p:grpSpPr>
          <a:xfrm>
            <a:off x="533400" y="3814763"/>
            <a:ext cx="357188" cy="504825"/>
            <a:chOff x="975" y="3041"/>
            <a:chExt cx="225" cy="672"/>
          </a:xfrm>
        </p:grpSpPr>
        <p:sp>
          <p:nvSpPr>
            <p:cNvPr id="16413" name="Line 79"/>
            <p:cNvSpPr>
              <a:spLocks noChangeShapeType="1"/>
            </p:cNvSpPr>
            <p:nvPr/>
          </p:nvSpPr>
          <p:spPr bwMode="auto">
            <a:xfrm flipH="1" flipV="1">
              <a:off x="1066" y="3474"/>
              <a:ext cx="0" cy="239"/>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12312" name="Rectangle 80"/>
            <p:cNvSpPr/>
            <p:nvPr/>
          </p:nvSpPr>
          <p:spPr>
            <a:xfrm>
              <a:off x="975" y="3041"/>
              <a:ext cx="225" cy="575"/>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solidFill>
                    <a:srgbClr val="2D83F4"/>
                  </a:solidFill>
                  <a:latin typeface="Times New Roman" panose="02020603050405020304" pitchFamily="18" charset="0"/>
                </a:rPr>
                <a:t>E</a:t>
              </a:r>
            </a:p>
          </p:txBody>
        </p:sp>
      </p:grpSp>
      <p:grpSp>
        <p:nvGrpSpPr>
          <p:cNvPr id="5" name="Group 81"/>
          <p:cNvGrpSpPr/>
          <p:nvPr/>
        </p:nvGrpSpPr>
        <p:grpSpPr>
          <a:xfrm>
            <a:off x="2622550" y="3883025"/>
            <a:ext cx="357188" cy="471488"/>
            <a:chOff x="975" y="3203"/>
            <a:chExt cx="225" cy="628"/>
          </a:xfrm>
        </p:grpSpPr>
        <p:sp>
          <p:nvSpPr>
            <p:cNvPr id="16411" name="Line 82"/>
            <p:cNvSpPr>
              <a:spLocks noChangeShapeType="1"/>
            </p:cNvSpPr>
            <p:nvPr/>
          </p:nvSpPr>
          <p:spPr bwMode="auto">
            <a:xfrm flipH="1" flipV="1">
              <a:off x="1066" y="3592"/>
              <a:ext cx="0" cy="239"/>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12310" name="Rectangle 83"/>
            <p:cNvSpPr/>
            <p:nvPr/>
          </p:nvSpPr>
          <p:spPr>
            <a:xfrm>
              <a:off x="975" y="3203"/>
              <a:ext cx="225" cy="575"/>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solidFill>
                    <a:srgbClr val="2D83F4"/>
                  </a:solidFill>
                  <a:latin typeface="Times New Roman" panose="02020603050405020304" pitchFamily="18" charset="0"/>
                </a:rPr>
                <a:t>E</a:t>
              </a:r>
            </a:p>
          </p:txBody>
        </p:sp>
      </p:grpSp>
      <p:grpSp>
        <p:nvGrpSpPr>
          <p:cNvPr id="6" name="Group 87"/>
          <p:cNvGrpSpPr/>
          <p:nvPr/>
        </p:nvGrpSpPr>
        <p:grpSpPr>
          <a:xfrm>
            <a:off x="1500188" y="2919413"/>
            <a:ext cx="1625600" cy="1387475"/>
            <a:chOff x="858" y="1946"/>
            <a:chExt cx="1024" cy="1847"/>
          </a:xfrm>
        </p:grpSpPr>
        <p:sp>
          <p:nvSpPr>
            <p:cNvPr id="16407" name="Line 74"/>
            <p:cNvSpPr>
              <a:spLocks noChangeShapeType="1"/>
            </p:cNvSpPr>
            <p:nvPr/>
          </p:nvSpPr>
          <p:spPr bwMode="auto">
            <a:xfrm flipV="1">
              <a:off x="858" y="2417"/>
              <a:ext cx="536" cy="1352"/>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16408" name="Line 75"/>
            <p:cNvSpPr>
              <a:spLocks noChangeShapeType="1"/>
            </p:cNvSpPr>
            <p:nvPr/>
          </p:nvSpPr>
          <p:spPr bwMode="auto">
            <a:xfrm flipH="1" flipV="1">
              <a:off x="1381" y="2417"/>
              <a:ext cx="501" cy="1376"/>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16409" name="Line 85"/>
            <p:cNvSpPr>
              <a:spLocks noChangeShapeType="1"/>
            </p:cNvSpPr>
            <p:nvPr/>
          </p:nvSpPr>
          <p:spPr bwMode="auto">
            <a:xfrm flipV="1">
              <a:off x="1383" y="2392"/>
              <a:ext cx="0" cy="309"/>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12308" name="Rectangle 86"/>
            <p:cNvSpPr/>
            <p:nvPr/>
          </p:nvSpPr>
          <p:spPr>
            <a:xfrm>
              <a:off x="1247" y="1946"/>
              <a:ext cx="225" cy="575"/>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solidFill>
                    <a:srgbClr val="2D83F4"/>
                  </a:solidFill>
                  <a:latin typeface="Times New Roman" panose="02020603050405020304" pitchFamily="18" charset="0"/>
                </a:rPr>
                <a:t>E</a:t>
              </a:r>
            </a:p>
          </p:txBody>
        </p:sp>
      </p:grpSp>
      <p:grpSp>
        <p:nvGrpSpPr>
          <p:cNvPr id="7" name="Group 90"/>
          <p:cNvGrpSpPr/>
          <p:nvPr/>
        </p:nvGrpSpPr>
        <p:grpSpPr>
          <a:xfrm>
            <a:off x="749300" y="2470150"/>
            <a:ext cx="1439863" cy="1782763"/>
            <a:chOff x="385" y="1374"/>
            <a:chExt cx="907" cy="2374"/>
          </a:xfrm>
        </p:grpSpPr>
        <p:sp>
          <p:nvSpPr>
            <p:cNvPr id="16403" name="Line 73"/>
            <p:cNvSpPr>
              <a:spLocks noChangeShapeType="1"/>
            </p:cNvSpPr>
            <p:nvPr/>
          </p:nvSpPr>
          <p:spPr bwMode="auto">
            <a:xfrm flipV="1">
              <a:off x="385" y="1850"/>
              <a:ext cx="634" cy="1399"/>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12302" name="Rectangle 76"/>
            <p:cNvSpPr/>
            <p:nvPr/>
          </p:nvSpPr>
          <p:spPr>
            <a:xfrm>
              <a:off x="930" y="1374"/>
              <a:ext cx="225" cy="575"/>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solidFill>
                    <a:srgbClr val="2D83F4"/>
                  </a:solidFill>
                  <a:latin typeface="Times New Roman" panose="02020603050405020304" pitchFamily="18" charset="0"/>
                </a:rPr>
                <a:t>E</a:t>
              </a:r>
            </a:p>
          </p:txBody>
        </p:sp>
        <p:sp>
          <p:nvSpPr>
            <p:cNvPr id="16405" name="Line 88"/>
            <p:cNvSpPr>
              <a:spLocks noChangeShapeType="1"/>
            </p:cNvSpPr>
            <p:nvPr/>
          </p:nvSpPr>
          <p:spPr bwMode="auto">
            <a:xfrm flipV="1">
              <a:off x="612" y="1850"/>
              <a:ext cx="447" cy="1898"/>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16406" name="Line 89"/>
            <p:cNvSpPr>
              <a:spLocks noChangeShapeType="1"/>
            </p:cNvSpPr>
            <p:nvPr/>
          </p:nvSpPr>
          <p:spPr bwMode="auto">
            <a:xfrm flipH="1" flipV="1">
              <a:off x="1092" y="1850"/>
              <a:ext cx="200" cy="216"/>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grpSp>
      <p:sp>
        <p:nvSpPr>
          <p:cNvPr id="8" name="矩形 7"/>
          <p:cNvSpPr>
            <a:spLocks noChangeArrowheads="1"/>
          </p:cNvSpPr>
          <p:nvPr/>
        </p:nvSpPr>
        <p:spPr bwMode="auto">
          <a:xfrm>
            <a:off x="285750" y="4619625"/>
            <a:ext cx="3571875" cy="400050"/>
          </a:xfrm>
          <a:prstGeom prst="rect">
            <a:avLst/>
          </a:prstGeom>
          <a:solidFill>
            <a:schemeClr val="accent5">
              <a:lumMod val="60000"/>
              <a:lumOff val="40000"/>
            </a:schemeClr>
          </a:solidFill>
          <a:ln w="12700">
            <a:solidFill>
              <a:schemeClr val="tx1"/>
            </a:solid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每次归约的</a:t>
            </a:r>
            <a:r>
              <a:rPr kumimoji="0" lang="zh-CN" altLang="en-US" sz="2000" b="1" i="0" u="none" strike="noStrike" kern="1200" cap="none" spc="0" normalizeH="0" baseline="0" noProof="0" dirty="0">
                <a:ln>
                  <a:noFill/>
                </a:ln>
                <a:solidFill>
                  <a:srgbClr val="000000"/>
                </a:solidFill>
                <a:effectLst/>
                <a:highlight>
                  <a:srgbClr val="FFFF00"/>
                </a:highlight>
                <a:uLnTx/>
                <a:uFillTx/>
                <a:latin typeface="华文楷体" panose="02010600040101010101" pitchFamily="2" charset="-122"/>
                <a:ea typeface="华文楷体" panose="02010600040101010101" pitchFamily="2" charset="-122"/>
                <a:cs typeface="+mn-cs"/>
              </a:rPr>
              <a:t>符号串称为</a:t>
            </a:r>
            <a:r>
              <a:rPr kumimoji="0" lang="en-US" altLang="zh-CN" sz="2000" b="1" i="0" u="none" strike="noStrike" kern="1200" cap="none" spc="0" normalizeH="0" baseline="0" noProof="0" dirty="0">
                <a:ln>
                  <a:noFill/>
                </a:ln>
                <a:solidFill>
                  <a:srgbClr val="000000"/>
                </a:solidFill>
                <a:effectLst/>
                <a:highlight>
                  <a:srgbClr val="FFFF00"/>
                </a:highlight>
                <a:uLnTx/>
                <a:uFillTx/>
                <a:latin typeface="华文楷体" panose="02010600040101010101" pitchFamily="2" charset="-122"/>
                <a:ea typeface="华文楷体" panose="02010600040101010101" pitchFamily="2" charset="-122"/>
                <a:cs typeface="+mn-cs"/>
              </a:rPr>
              <a:t>“</a:t>
            </a:r>
            <a:r>
              <a:rPr kumimoji="0" lang="zh-CN" altLang="en-US" sz="2000" b="1" i="0" u="none" strike="noStrike" kern="1200" cap="none" spc="0" normalizeH="0" baseline="0" noProof="0" dirty="0">
                <a:ln>
                  <a:noFill/>
                </a:ln>
                <a:solidFill>
                  <a:srgbClr val="000000"/>
                </a:solidFill>
                <a:effectLst/>
                <a:highlight>
                  <a:srgbClr val="FFFF00"/>
                </a:highlight>
                <a:uLnTx/>
                <a:uFillTx/>
                <a:latin typeface="华文楷体" panose="02010600040101010101" pitchFamily="2" charset="-122"/>
                <a:ea typeface="华文楷体" panose="02010600040101010101" pitchFamily="2" charset="-122"/>
                <a:cs typeface="+mn-cs"/>
              </a:rPr>
              <a:t>句柄</a:t>
            </a:r>
            <a:r>
              <a:rPr kumimoji="0" lang="en-US" altLang="zh-CN" sz="2000" b="1" i="0" u="none" strike="noStrike" kern="1200" cap="none" spc="0" normalizeH="0" baseline="0" noProof="0" dirty="0">
                <a:ln>
                  <a:noFill/>
                </a:ln>
                <a:solidFill>
                  <a:srgbClr val="000000"/>
                </a:solidFill>
                <a:effectLst/>
                <a:highlight>
                  <a:srgbClr val="FFFF00"/>
                </a:highlight>
                <a:uLnTx/>
                <a:uFillTx/>
                <a:latin typeface="华文楷体" panose="02010600040101010101" pitchFamily="2" charset="-122"/>
                <a:ea typeface="华文楷体" panose="02010600040101010101" pitchFamily="2" charset="-122"/>
                <a:cs typeface="+mn-cs"/>
              </a:rPr>
              <a:t>”</a:t>
            </a:r>
            <a:endParaRPr kumimoji="0" lang="zh-CN" altLang="en-US" sz="2000" b="1" i="0" u="none" strike="noStrike" kern="1200" cap="none" spc="0" normalizeH="0" baseline="0" noProof="0" dirty="0">
              <a:ln>
                <a:noFill/>
              </a:ln>
              <a:solidFill>
                <a:srgbClr val="000000"/>
              </a:solidFill>
              <a:effectLst/>
              <a:highlight>
                <a:srgbClr val="FFFF00"/>
              </a:highlight>
              <a:uLnTx/>
              <a:uFillTx/>
              <a:latin typeface="华文楷体" panose="02010600040101010101" pitchFamily="2" charset="-122"/>
              <a:ea typeface="华文楷体" panose="02010600040101010101" pitchFamily="2" charset="-122"/>
              <a:cs typeface="+mn-cs"/>
            </a:endParaRPr>
          </a:p>
        </p:txBody>
      </p:sp>
      <p:sp>
        <p:nvSpPr>
          <p:cNvPr id="10" name="矩形 9"/>
          <p:cNvSpPr/>
          <p:nvPr/>
        </p:nvSpPr>
        <p:spPr>
          <a:xfrm>
            <a:off x="858838" y="876300"/>
            <a:ext cx="1531938" cy="1477963"/>
          </a:xfrm>
          <a:prstGeom prst="rect">
            <a:avLst/>
          </a:prstGeom>
          <a:solidFill>
            <a:schemeClr val="accent5">
              <a:lumMod val="60000"/>
              <a:lumOff val="40000"/>
            </a:schemeClr>
          </a:solidFill>
          <a:ln w="12700">
            <a:solidFill>
              <a:schemeClr val="tx1"/>
            </a:solidFill>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Times New Roman" panose="02020603050405020304" pitchFamily="18" charset="0"/>
              </a:rPr>
              <a:t>文法</a:t>
            </a:r>
            <a:endParaRPr kumimoji="0" lang="en-US" altLang="zh-CN" sz="18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00"/>
                </a:solidFill>
                <a:effectLst/>
                <a:uLnTx/>
                <a:uFillTx/>
                <a:latin typeface="宋体" panose="02010600030101010101" pitchFamily="2" charset="-122"/>
                <a:ea typeface="华文楷体" panose="02010600040101010101" pitchFamily="2" charset="-122"/>
                <a:cs typeface="Times New Roman" panose="02020603050405020304" pitchFamily="18" charset="0"/>
              </a:rPr>
              <a:t>① </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楷体_GB2312"/>
                <a:cs typeface="Times New Roman" panose="02020603050405020304" pitchFamily="18" charset="0"/>
              </a:rPr>
              <a:t>E </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a:cs typeface="Times New Roman" panose="02020603050405020304" pitchFamily="18" charset="0"/>
              </a:rPr>
              <a:t>→ </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楷体_GB2312"/>
                <a:cs typeface="Times New Roman" panose="02020603050405020304" pitchFamily="18" charset="0"/>
              </a:rPr>
              <a:t>E</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a:cs typeface="Times New Roman" panose="02020603050405020304" pitchFamily="18" charset="0"/>
              </a:rPr>
              <a:t>+</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楷体_GB2312"/>
                <a:cs typeface="Times New Roman" panose="02020603050405020304" pitchFamily="18" charset="0"/>
              </a:rPr>
              <a:t>E </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00"/>
                </a:solidFill>
                <a:effectLst/>
                <a:uLnTx/>
                <a:uFillTx/>
                <a:latin typeface="宋体" panose="02010600030101010101" pitchFamily="2" charset="-122"/>
                <a:ea typeface="楷体_GB2312"/>
                <a:cs typeface="Times New Roman" panose="02020603050405020304" pitchFamily="18" charset="0"/>
              </a:rPr>
              <a:t>② </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rPr>
              <a:t>E </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rPr>
              <a:t>→ </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rPr>
              <a:t>E</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rPr>
              <a:t>*</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rPr>
              <a:t>E </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③ </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rPr>
              <a:t>E </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rPr>
              <a:t>→ (</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rPr>
              <a:t>E</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rPr>
              <a:t>) </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④ </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rPr>
              <a:t>E </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rPr>
              <a:t>→ id</a:t>
            </a:r>
            <a:endParaRPr kumimoji="0" lang="zh-CN" altLang="en-US" sz="1800" b="1" i="0" u="none" strike="noStrike" kern="1200" cap="none" spc="0" normalizeH="0" baseline="0" noProof="0">
              <a:ln>
                <a:noFill/>
              </a:ln>
              <a:solidFill>
                <a:srgbClr val="000000"/>
              </a:solidFill>
              <a:effectLst/>
              <a:uLnTx/>
              <a:uFillTx/>
              <a:latin typeface="Tahoma" panose="020B0604030504040204" pitchFamily="34" charset="0"/>
              <a:ea typeface="楷体_GB2312"/>
              <a:cs typeface="楷体_GB2312"/>
            </a:endParaRPr>
          </a:p>
        </p:txBody>
      </p:sp>
      <p:sp>
        <p:nvSpPr>
          <p:cNvPr id="37" name="Rectangle 57"/>
          <p:cNvSpPr/>
          <p:nvPr/>
        </p:nvSpPr>
        <p:spPr>
          <a:xfrm>
            <a:off x="461963" y="4252913"/>
            <a:ext cx="2895600" cy="406400"/>
          </a:xfrm>
          <a:prstGeom prst="rect">
            <a:avLst/>
          </a:prstGeom>
          <a:noFill/>
          <a:ln w="9525">
            <a:noFill/>
          </a:ln>
        </p:spPr>
        <p:txBody>
          <a:bodyPr lIns="92075" tIns="46038" rIns="92075" bIns="46038">
            <a:spAutoFit/>
          </a:bodyPr>
          <a:lstStyle/>
          <a:p>
            <a:pPr>
              <a:lnSpc>
                <a:spcPct val="110000"/>
              </a:lnSpc>
              <a:spcBef>
                <a:spcPct val="20000"/>
              </a:spcBef>
              <a:buClr>
                <a:srgbClr val="5EAEFF"/>
              </a:buClr>
              <a:buSzPct val="75000"/>
              <a:buFont typeface="Monotype Sorts"/>
            </a:pPr>
            <a:r>
              <a:rPr lang="en-US" altLang="zh-CN" sz="2000" b="1" dirty="0">
                <a:solidFill>
                  <a:srgbClr val="2D83F4"/>
                </a:solidFill>
                <a:latin typeface="Times New Roman" panose="02020603050405020304" pitchFamily="18" charset="0"/>
              </a:rPr>
              <a:t>id</a:t>
            </a:r>
            <a:r>
              <a:rPr lang="en-US" altLang="zh-CN" sz="2000" b="1" dirty="0">
                <a:solidFill>
                  <a:srgbClr val="5EAEFF"/>
                </a:solidFill>
                <a:latin typeface="Times New Roman" panose="02020603050405020304" pitchFamily="18" charset="0"/>
              </a:rPr>
              <a:t>    </a:t>
            </a:r>
            <a:r>
              <a:rPr lang="en-US" altLang="zh-CN" sz="2000" b="1" dirty="0">
                <a:solidFill>
                  <a:srgbClr val="2D83F4"/>
                </a:solidFill>
                <a:latin typeface="Times New Roman" panose="02020603050405020304" pitchFamily="18" charset="0"/>
              </a:rPr>
              <a:t>+    (    id    +    id</a:t>
            </a:r>
            <a:r>
              <a:rPr lang="en-US" altLang="zh-CN" sz="2000" dirty="0">
                <a:solidFill>
                  <a:srgbClr val="2D83F4"/>
                </a:solidFill>
                <a:latin typeface="Times New Roman" panose="02020603050405020304" pitchFamily="18" charset="0"/>
              </a:rPr>
              <a:t>    </a:t>
            </a:r>
            <a:r>
              <a:rPr lang="en-US" altLang="zh-CN" sz="2000" b="1" dirty="0">
                <a:solidFill>
                  <a:srgbClr val="2D83F4"/>
                </a:solidFill>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500" fill="hold"/>
                                        <p:tgtEl>
                                          <p:spTgt spid="37"/>
                                        </p:tgtEl>
                                        <p:attrNameLst>
                                          <p:attrName>ppt_w</p:attrName>
                                        </p:attrNameLst>
                                      </p:cBhvr>
                                      <p:tavLst>
                                        <p:tav tm="0">
                                          <p:val>
                                            <p:fltVal val="0"/>
                                          </p:val>
                                        </p:tav>
                                        <p:tav tm="100000">
                                          <p:val>
                                            <p:strVal val="#ppt_w"/>
                                          </p:val>
                                        </p:tav>
                                      </p:tavLst>
                                    </p:anim>
                                    <p:anim calcmode="lin" valueType="num">
                                      <p:cBhvr>
                                        <p:cTn id="8" dur="500" fill="hold"/>
                                        <p:tgtEl>
                                          <p:spTgt spid="37"/>
                                        </p:tgtEl>
                                        <p:attrNameLst>
                                          <p:attrName>ppt_h</p:attrName>
                                        </p:attrNameLst>
                                      </p:cBhvr>
                                      <p:tavLst>
                                        <p:tav tm="0">
                                          <p:val>
                                            <p:fltVal val="0"/>
                                          </p:val>
                                        </p:tav>
                                        <p:tav tm="100000">
                                          <p:val>
                                            <p:strVal val="#ppt_h"/>
                                          </p:val>
                                        </p:tav>
                                      </p:tavLst>
                                    </p:anim>
                                    <p:animEffect transition="in" filter="fade">
                                      <p:cBhvr>
                                        <p:cTn id="9" dur="500"/>
                                        <p:tgtEl>
                                          <p:spTgt spid="3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793602">
                                            <p:txEl>
                                              <p:pRg st="0" end="0"/>
                                            </p:txEl>
                                          </p:spTgt>
                                        </p:tgtEl>
                                        <p:attrNameLst>
                                          <p:attrName>style.visibility</p:attrName>
                                        </p:attrNameLst>
                                      </p:cBhvr>
                                      <p:to>
                                        <p:strVal val="visible"/>
                                      </p:to>
                                    </p:set>
                                    <p:anim calcmode="lin" valueType="num">
                                      <p:cBhvr>
                                        <p:cTn id="14" dur="500" fill="hold"/>
                                        <p:tgtEl>
                                          <p:spTgt spid="793602">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793602">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793602">
                                            <p:txEl>
                                              <p:pRg st="0" end="0"/>
                                            </p:txEl>
                                          </p:spTgt>
                                        </p:tgtEl>
                                      </p:cBhvr>
                                    </p:animEffect>
                                  </p:childTnLst>
                                </p:cTn>
                              </p:par>
                              <p:par>
                                <p:cTn id="17" presetID="53" presetClass="entr" presetSubtype="16" fill="hold" nodeType="withEffect">
                                  <p:stCondLst>
                                    <p:cond delay="0"/>
                                  </p:stCondLst>
                                  <p:childTnLst>
                                    <p:set>
                                      <p:cBhvr>
                                        <p:cTn id="18" dur="1" fill="hold">
                                          <p:stCondLst>
                                            <p:cond delay="0"/>
                                          </p:stCondLst>
                                        </p:cTn>
                                        <p:tgtEl>
                                          <p:spTgt spid="793602">
                                            <p:txEl>
                                              <p:pRg st="1" end="1"/>
                                            </p:txEl>
                                          </p:spTgt>
                                        </p:tgtEl>
                                        <p:attrNameLst>
                                          <p:attrName>style.visibility</p:attrName>
                                        </p:attrNameLst>
                                      </p:cBhvr>
                                      <p:to>
                                        <p:strVal val="visible"/>
                                      </p:to>
                                    </p:set>
                                    <p:anim calcmode="lin" valueType="num">
                                      <p:cBhvr>
                                        <p:cTn id="19" dur="500" fill="hold"/>
                                        <p:tgtEl>
                                          <p:spTgt spid="793602">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793602">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793602">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793602">
                                            <p:txEl>
                                              <p:pRg st="2" end="2"/>
                                            </p:txEl>
                                          </p:spTgt>
                                        </p:tgtEl>
                                        <p:attrNameLst>
                                          <p:attrName>style.visibility</p:attrName>
                                        </p:attrNameLst>
                                      </p:cBhvr>
                                      <p:to>
                                        <p:strVal val="visible"/>
                                      </p:to>
                                    </p:set>
                                    <p:anim calcmode="lin" valueType="num">
                                      <p:cBhvr>
                                        <p:cTn id="26" dur="500" fill="hold"/>
                                        <p:tgtEl>
                                          <p:spTgt spid="793602">
                                            <p:txEl>
                                              <p:pRg st="2" end="2"/>
                                            </p:txEl>
                                          </p:spTgt>
                                        </p:tgtEl>
                                        <p:attrNameLst>
                                          <p:attrName>ppt_w</p:attrName>
                                        </p:attrNameLst>
                                      </p:cBhvr>
                                      <p:tavLst>
                                        <p:tav tm="0">
                                          <p:val>
                                            <p:fltVal val="0"/>
                                          </p:val>
                                        </p:tav>
                                        <p:tav tm="100000">
                                          <p:val>
                                            <p:strVal val="#ppt_w"/>
                                          </p:val>
                                        </p:tav>
                                      </p:tavLst>
                                    </p:anim>
                                    <p:anim calcmode="lin" valueType="num">
                                      <p:cBhvr>
                                        <p:cTn id="27" dur="500" fill="hold"/>
                                        <p:tgtEl>
                                          <p:spTgt spid="793602">
                                            <p:txEl>
                                              <p:pRg st="2" end="2"/>
                                            </p:txEl>
                                          </p:spTgt>
                                        </p:tgtEl>
                                        <p:attrNameLst>
                                          <p:attrName>ppt_h</p:attrName>
                                        </p:attrNameLst>
                                      </p:cBhvr>
                                      <p:tavLst>
                                        <p:tav tm="0">
                                          <p:val>
                                            <p:fltVal val="0"/>
                                          </p:val>
                                        </p:tav>
                                        <p:tav tm="100000">
                                          <p:val>
                                            <p:strVal val="#ppt_h"/>
                                          </p:val>
                                        </p:tav>
                                      </p:tavLst>
                                    </p:anim>
                                    <p:animEffect transition="in" filter="fade">
                                      <p:cBhvr>
                                        <p:cTn id="28" dur="500"/>
                                        <p:tgtEl>
                                          <p:spTgt spid="793602">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793602">
                                            <p:txEl>
                                              <p:pRg st="3" end="3"/>
                                            </p:txEl>
                                          </p:spTgt>
                                        </p:tgtEl>
                                        <p:attrNameLst>
                                          <p:attrName>style.visibility</p:attrName>
                                        </p:attrNameLst>
                                      </p:cBhvr>
                                      <p:to>
                                        <p:strVal val="visible"/>
                                      </p:to>
                                    </p:set>
                                    <p:anim calcmode="lin" valueType="num">
                                      <p:cBhvr>
                                        <p:cTn id="33" dur="500" fill="hold"/>
                                        <p:tgtEl>
                                          <p:spTgt spid="793602">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793602">
                                            <p:txEl>
                                              <p:pRg st="3" end="3"/>
                                            </p:txEl>
                                          </p:spTgt>
                                        </p:tgtEl>
                                        <p:attrNameLst>
                                          <p:attrName>ppt_h</p:attrName>
                                        </p:attrNameLst>
                                      </p:cBhvr>
                                      <p:tavLst>
                                        <p:tav tm="0">
                                          <p:val>
                                            <p:fltVal val="0"/>
                                          </p:val>
                                        </p:tav>
                                        <p:tav tm="100000">
                                          <p:val>
                                            <p:strVal val="#ppt_h"/>
                                          </p:val>
                                        </p:tav>
                                      </p:tavLst>
                                    </p:anim>
                                    <p:animEffect transition="in" filter="fade">
                                      <p:cBhvr>
                                        <p:cTn id="35" dur="500"/>
                                        <p:tgtEl>
                                          <p:spTgt spid="793602">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 calcmode="lin" valueType="num">
                                      <p:cBhvr>
                                        <p:cTn id="40" dur="500" fill="hold"/>
                                        <p:tgtEl>
                                          <p:spTgt spid="4"/>
                                        </p:tgtEl>
                                        <p:attrNameLst>
                                          <p:attrName>ppt_w</p:attrName>
                                        </p:attrNameLst>
                                      </p:cBhvr>
                                      <p:tavLst>
                                        <p:tav tm="0">
                                          <p:val>
                                            <p:fltVal val="0"/>
                                          </p:val>
                                        </p:tav>
                                        <p:tav tm="100000">
                                          <p:val>
                                            <p:strVal val="#ppt_w"/>
                                          </p:val>
                                        </p:tav>
                                      </p:tavLst>
                                    </p:anim>
                                    <p:anim calcmode="lin" valueType="num">
                                      <p:cBhvr>
                                        <p:cTn id="41" dur="500" fill="hold"/>
                                        <p:tgtEl>
                                          <p:spTgt spid="4"/>
                                        </p:tgtEl>
                                        <p:attrNameLst>
                                          <p:attrName>ppt_h</p:attrName>
                                        </p:attrNameLst>
                                      </p:cBhvr>
                                      <p:tavLst>
                                        <p:tav tm="0">
                                          <p:val>
                                            <p:fltVal val="0"/>
                                          </p:val>
                                        </p:tav>
                                        <p:tav tm="100000">
                                          <p:val>
                                            <p:strVal val="#ppt_h"/>
                                          </p:val>
                                        </p:tav>
                                      </p:tavLst>
                                    </p:anim>
                                    <p:animEffect transition="in" filter="fade">
                                      <p:cBhvr>
                                        <p:cTn id="42" dur="5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nodeType="clickEffect">
                                  <p:stCondLst>
                                    <p:cond delay="0"/>
                                  </p:stCondLst>
                                  <p:childTnLst>
                                    <p:set>
                                      <p:cBhvr>
                                        <p:cTn id="46" dur="1" fill="hold">
                                          <p:stCondLst>
                                            <p:cond delay="0"/>
                                          </p:stCondLst>
                                        </p:cTn>
                                        <p:tgtEl>
                                          <p:spTgt spid="793602">
                                            <p:txEl>
                                              <p:pRg st="4" end="4"/>
                                            </p:txEl>
                                          </p:spTgt>
                                        </p:tgtEl>
                                        <p:attrNameLst>
                                          <p:attrName>style.visibility</p:attrName>
                                        </p:attrNameLst>
                                      </p:cBhvr>
                                      <p:to>
                                        <p:strVal val="visible"/>
                                      </p:to>
                                    </p:set>
                                    <p:anim calcmode="lin" valueType="num">
                                      <p:cBhvr>
                                        <p:cTn id="47" dur="500" fill="hold"/>
                                        <p:tgtEl>
                                          <p:spTgt spid="793602">
                                            <p:txEl>
                                              <p:pRg st="4" end="4"/>
                                            </p:txEl>
                                          </p:spTgt>
                                        </p:tgtEl>
                                        <p:attrNameLst>
                                          <p:attrName>ppt_w</p:attrName>
                                        </p:attrNameLst>
                                      </p:cBhvr>
                                      <p:tavLst>
                                        <p:tav tm="0">
                                          <p:val>
                                            <p:fltVal val="0"/>
                                          </p:val>
                                        </p:tav>
                                        <p:tav tm="100000">
                                          <p:val>
                                            <p:strVal val="#ppt_w"/>
                                          </p:val>
                                        </p:tav>
                                      </p:tavLst>
                                    </p:anim>
                                    <p:anim calcmode="lin" valueType="num">
                                      <p:cBhvr>
                                        <p:cTn id="48" dur="500" fill="hold"/>
                                        <p:tgtEl>
                                          <p:spTgt spid="793602">
                                            <p:txEl>
                                              <p:pRg st="4" end="4"/>
                                            </p:txEl>
                                          </p:spTgt>
                                        </p:tgtEl>
                                        <p:attrNameLst>
                                          <p:attrName>ppt_h</p:attrName>
                                        </p:attrNameLst>
                                      </p:cBhvr>
                                      <p:tavLst>
                                        <p:tav tm="0">
                                          <p:val>
                                            <p:fltVal val="0"/>
                                          </p:val>
                                        </p:tav>
                                        <p:tav tm="100000">
                                          <p:val>
                                            <p:strVal val="#ppt_h"/>
                                          </p:val>
                                        </p:tav>
                                      </p:tavLst>
                                    </p:anim>
                                    <p:animEffect transition="in" filter="fade">
                                      <p:cBhvr>
                                        <p:cTn id="49" dur="500"/>
                                        <p:tgtEl>
                                          <p:spTgt spid="793602">
                                            <p:txEl>
                                              <p:pRg st="4" end="4"/>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nodeType="clickEffect">
                                  <p:stCondLst>
                                    <p:cond delay="0"/>
                                  </p:stCondLst>
                                  <p:childTnLst>
                                    <p:set>
                                      <p:cBhvr>
                                        <p:cTn id="53" dur="1" fill="hold">
                                          <p:stCondLst>
                                            <p:cond delay="0"/>
                                          </p:stCondLst>
                                        </p:cTn>
                                        <p:tgtEl>
                                          <p:spTgt spid="793602">
                                            <p:txEl>
                                              <p:pRg st="5" end="5"/>
                                            </p:txEl>
                                          </p:spTgt>
                                        </p:tgtEl>
                                        <p:attrNameLst>
                                          <p:attrName>style.visibility</p:attrName>
                                        </p:attrNameLst>
                                      </p:cBhvr>
                                      <p:to>
                                        <p:strVal val="visible"/>
                                      </p:to>
                                    </p:set>
                                    <p:anim calcmode="lin" valueType="num">
                                      <p:cBhvr>
                                        <p:cTn id="54" dur="500" fill="hold"/>
                                        <p:tgtEl>
                                          <p:spTgt spid="793602">
                                            <p:txEl>
                                              <p:pRg st="5" end="5"/>
                                            </p:txEl>
                                          </p:spTgt>
                                        </p:tgtEl>
                                        <p:attrNameLst>
                                          <p:attrName>ppt_w</p:attrName>
                                        </p:attrNameLst>
                                      </p:cBhvr>
                                      <p:tavLst>
                                        <p:tav tm="0">
                                          <p:val>
                                            <p:fltVal val="0"/>
                                          </p:val>
                                        </p:tav>
                                        <p:tav tm="100000">
                                          <p:val>
                                            <p:strVal val="#ppt_w"/>
                                          </p:val>
                                        </p:tav>
                                      </p:tavLst>
                                    </p:anim>
                                    <p:anim calcmode="lin" valueType="num">
                                      <p:cBhvr>
                                        <p:cTn id="55" dur="500" fill="hold"/>
                                        <p:tgtEl>
                                          <p:spTgt spid="793602">
                                            <p:txEl>
                                              <p:pRg st="5" end="5"/>
                                            </p:txEl>
                                          </p:spTgt>
                                        </p:tgtEl>
                                        <p:attrNameLst>
                                          <p:attrName>ppt_h</p:attrName>
                                        </p:attrNameLst>
                                      </p:cBhvr>
                                      <p:tavLst>
                                        <p:tav tm="0">
                                          <p:val>
                                            <p:fltVal val="0"/>
                                          </p:val>
                                        </p:tav>
                                        <p:tav tm="100000">
                                          <p:val>
                                            <p:strVal val="#ppt_h"/>
                                          </p:val>
                                        </p:tav>
                                      </p:tavLst>
                                    </p:anim>
                                    <p:animEffect transition="in" filter="fade">
                                      <p:cBhvr>
                                        <p:cTn id="56" dur="500"/>
                                        <p:tgtEl>
                                          <p:spTgt spid="793602">
                                            <p:txEl>
                                              <p:pRg st="5" end="5"/>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nodeType="clickEffect">
                                  <p:stCondLst>
                                    <p:cond delay="0"/>
                                  </p:stCondLst>
                                  <p:childTnLst>
                                    <p:set>
                                      <p:cBhvr>
                                        <p:cTn id="60" dur="1" fill="hold">
                                          <p:stCondLst>
                                            <p:cond delay="0"/>
                                          </p:stCondLst>
                                        </p:cTn>
                                        <p:tgtEl>
                                          <p:spTgt spid="793602">
                                            <p:txEl>
                                              <p:pRg st="6" end="6"/>
                                            </p:txEl>
                                          </p:spTgt>
                                        </p:tgtEl>
                                        <p:attrNameLst>
                                          <p:attrName>style.visibility</p:attrName>
                                        </p:attrNameLst>
                                      </p:cBhvr>
                                      <p:to>
                                        <p:strVal val="visible"/>
                                      </p:to>
                                    </p:set>
                                    <p:anim calcmode="lin" valueType="num">
                                      <p:cBhvr>
                                        <p:cTn id="61" dur="500" fill="hold"/>
                                        <p:tgtEl>
                                          <p:spTgt spid="793602">
                                            <p:txEl>
                                              <p:pRg st="6" end="6"/>
                                            </p:txEl>
                                          </p:spTgt>
                                        </p:tgtEl>
                                        <p:attrNameLst>
                                          <p:attrName>ppt_w</p:attrName>
                                        </p:attrNameLst>
                                      </p:cBhvr>
                                      <p:tavLst>
                                        <p:tav tm="0">
                                          <p:val>
                                            <p:fltVal val="0"/>
                                          </p:val>
                                        </p:tav>
                                        <p:tav tm="100000">
                                          <p:val>
                                            <p:strVal val="#ppt_w"/>
                                          </p:val>
                                        </p:tav>
                                      </p:tavLst>
                                    </p:anim>
                                    <p:anim calcmode="lin" valueType="num">
                                      <p:cBhvr>
                                        <p:cTn id="62" dur="500" fill="hold"/>
                                        <p:tgtEl>
                                          <p:spTgt spid="793602">
                                            <p:txEl>
                                              <p:pRg st="6" end="6"/>
                                            </p:txEl>
                                          </p:spTgt>
                                        </p:tgtEl>
                                        <p:attrNameLst>
                                          <p:attrName>ppt_h</p:attrName>
                                        </p:attrNameLst>
                                      </p:cBhvr>
                                      <p:tavLst>
                                        <p:tav tm="0">
                                          <p:val>
                                            <p:fltVal val="0"/>
                                          </p:val>
                                        </p:tav>
                                        <p:tav tm="100000">
                                          <p:val>
                                            <p:strVal val="#ppt_h"/>
                                          </p:val>
                                        </p:tav>
                                      </p:tavLst>
                                    </p:anim>
                                    <p:animEffect transition="in" filter="fade">
                                      <p:cBhvr>
                                        <p:cTn id="63" dur="500"/>
                                        <p:tgtEl>
                                          <p:spTgt spid="793602">
                                            <p:txEl>
                                              <p:pRg st="6" end="6"/>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nodeType="clickEffect">
                                  <p:stCondLst>
                                    <p:cond delay="0"/>
                                  </p:stCondLst>
                                  <p:childTnLst>
                                    <p:set>
                                      <p:cBhvr>
                                        <p:cTn id="67" dur="1" fill="hold">
                                          <p:stCondLst>
                                            <p:cond delay="0"/>
                                          </p:stCondLst>
                                        </p:cTn>
                                        <p:tgtEl>
                                          <p:spTgt spid="793602">
                                            <p:txEl>
                                              <p:pRg st="7" end="7"/>
                                            </p:txEl>
                                          </p:spTgt>
                                        </p:tgtEl>
                                        <p:attrNameLst>
                                          <p:attrName>style.visibility</p:attrName>
                                        </p:attrNameLst>
                                      </p:cBhvr>
                                      <p:to>
                                        <p:strVal val="visible"/>
                                      </p:to>
                                    </p:set>
                                    <p:anim calcmode="lin" valueType="num">
                                      <p:cBhvr>
                                        <p:cTn id="68" dur="500" fill="hold"/>
                                        <p:tgtEl>
                                          <p:spTgt spid="793602">
                                            <p:txEl>
                                              <p:pRg st="7" end="7"/>
                                            </p:txEl>
                                          </p:spTgt>
                                        </p:tgtEl>
                                        <p:attrNameLst>
                                          <p:attrName>ppt_w</p:attrName>
                                        </p:attrNameLst>
                                      </p:cBhvr>
                                      <p:tavLst>
                                        <p:tav tm="0">
                                          <p:val>
                                            <p:fltVal val="0"/>
                                          </p:val>
                                        </p:tav>
                                        <p:tav tm="100000">
                                          <p:val>
                                            <p:strVal val="#ppt_w"/>
                                          </p:val>
                                        </p:tav>
                                      </p:tavLst>
                                    </p:anim>
                                    <p:anim calcmode="lin" valueType="num">
                                      <p:cBhvr>
                                        <p:cTn id="69" dur="500" fill="hold"/>
                                        <p:tgtEl>
                                          <p:spTgt spid="793602">
                                            <p:txEl>
                                              <p:pRg st="7" end="7"/>
                                            </p:txEl>
                                          </p:spTgt>
                                        </p:tgtEl>
                                        <p:attrNameLst>
                                          <p:attrName>ppt_h</p:attrName>
                                        </p:attrNameLst>
                                      </p:cBhvr>
                                      <p:tavLst>
                                        <p:tav tm="0">
                                          <p:val>
                                            <p:fltVal val="0"/>
                                          </p:val>
                                        </p:tav>
                                        <p:tav tm="100000">
                                          <p:val>
                                            <p:strVal val="#ppt_h"/>
                                          </p:val>
                                        </p:tav>
                                      </p:tavLst>
                                    </p:anim>
                                    <p:animEffect transition="in" filter="fade">
                                      <p:cBhvr>
                                        <p:cTn id="70" dur="500"/>
                                        <p:tgtEl>
                                          <p:spTgt spid="793602">
                                            <p:txEl>
                                              <p:pRg st="7" end="7"/>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53" presetClass="entr" presetSubtype="16" fill="hold" nodeType="clickEffect">
                                  <p:stCondLst>
                                    <p:cond delay="0"/>
                                  </p:stCondLst>
                                  <p:childTnLst>
                                    <p:set>
                                      <p:cBhvr>
                                        <p:cTn id="74" dur="1" fill="hold">
                                          <p:stCondLst>
                                            <p:cond delay="0"/>
                                          </p:stCondLst>
                                        </p:cTn>
                                        <p:tgtEl>
                                          <p:spTgt spid="2"/>
                                        </p:tgtEl>
                                        <p:attrNameLst>
                                          <p:attrName>style.visibility</p:attrName>
                                        </p:attrNameLst>
                                      </p:cBhvr>
                                      <p:to>
                                        <p:strVal val="visible"/>
                                      </p:to>
                                    </p:set>
                                    <p:anim calcmode="lin" valueType="num">
                                      <p:cBhvr>
                                        <p:cTn id="75" dur="500" fill="hold"/>
                                        <p:tgtEl>
                                          <p:spTgt spid="2"/>
                                        </p:tgtEl>
                                        <p:attrNameLst>
                                          <p:attrName>ppt_w</p:attrName>
                                        </p:attrNameLst>
                                      </p:cBhvr>
                                      <p:tavLst>
                                        <p:tav tm="0">
                                          <p:val>
                                            <p:fltVal val="0"/>
                                          </p:val>
                                        </p:tav>
                                        <p:tav tm="100000">
                                          <p:val>
                                            <p:strVal val="#ppt_w"/>
                                          </p:val>
                                        </p:tav>
                                      </p:tavLst>
                                    </p:anim>
                                    <p:anim calcmode="lin" valueType="num">
                                      <p:cBhvr>
                                        <p:cTn id="76" dur="500" fill="hold"/>
                                        <p:tgtEl>
                                          <p:spTgt spid="2"/>
                                        </p:tgtEl>
                                        <p:attrNameLst>
                                          <p:attrName>ppt_h</p:attrName>
                                        </p:attrNameLst>
                                      </p:cBhvr>
                                      <p:tavLst>
                                        <p:tav tm="0">
                                          <p:val>
                                            <p:fltVal val="0"/>
                                          </p:val>
                                        </p:tav>
                                        <p:tav tm="100000">
                                          <p:val>
                                            <p:strVal val="#ppt_h"/>
                                          </p:val>
                                        </p:tav>
                                      </p:tavLst>
                                    </p:anim>
                                    <p:animEffect transition="in" filter="fade">
                                      <p:cBhvr>
                                        <p:cTn id="77" dur="500"/>
                                        <p:tgtEl>
                                          <p:spTgt spid="2"/>
                                        </p:tgtEl>
                                      </p:cBhvr>
                                    </p:animEffect>
                                  </p:childTnLst>
                                </p:cTn>
                              </p:par>
                            </p:childTnLst>
                          </p:cTn>
                        </p:par>
                      </p:childTnLst>
                    </p:cTn>
                  </p:par>
                  <p:par>
                    <p:cTn id="78" fill="hold">
                      <p:stCondLst>
                        <p:cond delay="indefinite"/>
                      </p:stCondLst>
                      <p:childTnLst>
                        <p:par>
                          <p:cTn id="79" fill="hold">
                            <p:stCondLst>
                              <p:cond delay="0"/>
                            </p:stCondLst>
                            <p:childTnLst>
                              <p:par>
                                <p:cTn id="80" presetID="53" presetClass="entr" presetSubtype="16" fill="hold" nodeType="clickEffect">
                                  <p:stCondLst>
                                    <p:cond delay="0"/>
                                  </p:stCondLst>
                                  <p:childTnLst>
                                    <p:set>
                                      <p:cBhvr>
                                        <p:cTn id="81" dur="1" fill="hold">
                                          <p:stCondLst>
                                            <p:cond delay="0"/>
                                          </p:stCondLst>
                                        </p:cTn>
                                        <p:tgtEl>
                                          <p:spTgt spid="793602">
                                            <p:txEl>
                                              <p:pRg st="8" end="8"/>
                                            </p:txEl>
                                          </p:spTgt>
                                        </p:tgtEl>
                                        <p:attrNameLst>
                                          <p:attrName>style.visibility</p:attrName>
                                        </p:attrNameLst>
                                      </p:cBhvr>
                                      <p:to>
                                        <p:strVal val="visible"/>
                                      </p:to>
                                    </p:set>
                                    <p:anim calcmode="lin" valueType="num">
                                      <p:cBhvr>
                                        <p:cTn id="82" dur="500" fill="hold"/>
                                        <p:tgtEl>
                                          <p:spTgt spid="793602">
                                            <p:txEl>
                                              <p:pRg st="8" end="8"/>
                                            </p:txEl>
                                          </p:spTgt>
                                        </p:tgtEl>
                                        <p:attrNameLst>
                                          <p:attrName>ppt_w</p:attrName>
                                        </p:attrNameLst>
                                      </p:cBhvr>
                                      <p:tavLst>
                                        <p:tav tm="0">
                                          <p:val>
                                            <p:fltVal val="0"/>
                                          </p:val>
                                        </p:tav>
                                        <p:tav tm="100000">
                                          <p:val>
                                            <p:strVal val="#ppt_w"/>
                                          </p:val>
                                        </p:tav>
                                      </p:tavLst>
                                    </p:anim>
                                    <p:anim calcmode="lin" valueType="num">
                                      <p:cBhvr>
                                        <p:cTn id="83" dur="500" fill="hold"/>
                                        <p:tgtEl>
                                          <p:spTgt spid="793602">
                                            <p:txEl>
                                              <p:pRg st="8" end="8"/>
                                            </p:txEl>
                                          </p:spTgt>
                                        </p:tgtEl>
                                        <p:attrNameLst>
                                          <p:attrName>ppt_h</p:attrName>
                                        </p:attrNameLst>
                                      </p:cBhvr>
                                      <p:tavLst>
                                        <p:tav tm="0">
                                          <p:val>
                                            <p:fltVal val="0"/>
                                          </p:val>
                                        </p:tav>
                                        <p:tav tm="100000">
                                          <p:val>
                                            <p:strVal val="#ppt_h"/>
                                          </p:val>
                                        </p:tav>
                                      </p:tavLst>
                                    </p:anim>
                                    <p:animEffect transition="in" filter="fade">
                                      <p:cBhvr>
                                        <p:cTn id="84" dur="500"/>
                                        <p:tgtEl>
                                          <p:spTgt spid="793602">
                                            <p:txEl>
                                              <p:pRg st="8" end="8"/>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53" presetClass="entr" presetSubtype="16" fill="hold" nodeType="clickEffect">
                                  <p:stCondLst>
                                    <p:cond delay="0"/>
                                  </p:stCondLst>
                                  <p:childTnLst>
                                    <p:set>
                                      <p:cBhvr>
                                        <p:cTn id="88" dur="1" fill="hold">
                                          <p:stCondLst>
                                            <p:cond delay="0"/>
                                          </p:stCondLst>
                                        </p:cTn>
                                        <p:tgtEl>
                                          <p:spTgt spid="793602">
                                            <p:txEl>
                                              <p:pRg st="9" end="9"/>
                                            </p:txEl>
                                          </p:spTgt>
                                        </p:tgtEl>
                                        <p:attrNameLst>
                                          <p:attrName>style.visibility</p:attrName>
                                        </p:attrNameLst>
                                      </p:cBhvr>
                                      <p:to>
                                        <p:strVal val="visible"/>
                                      </p:to>
                                    </p:set>
                                    <p:anim calcmode="lin" valueType="num">
                                      <p:cBhvr>
                                        <p:cTn id="89" dur="500" fill="hold"/>
                                        <p:tgtEl>
                                          <p:spTgt spid="793602">
                                            <p:txEl>
                                              <p:pRg st="9" end="9"/>
                                            </p:txEl>
                                          </p:spTgt>
                                        </p:tgtEl>
                                        <p:attrNameLst>
                                          <p:attrName>ppt_w</p:attrName>
                                        </p:attrNameLst>
                                      </p:cBhvr>
                                      <p:tavLst>
                                        <p:tav tm="0">
                                          <p:val>
                                            <p:fltVal val="0"/>
                                          </p:val>
                                        </p:tav>
                                        <p:tav tm="100000">
                                          <p:val>
                                            <p:strVal val="#ppt_w"/>
                                          </p:val>
                                        </p:tav>
                                      </p:tavLst>
                                    </p:anim>
                                    <p:anim calcmode="lin" valueType="num">
                                      <p:cBhvr>
                                        <p:cTn id="90" dur="500" fill="hold"/>
                                        <p:tgtEl>
                                          <p:spTgt spid="793602">
                                            <p:txEl>
                                              <p:pRg st="9" end="9"/>
                                            </p:txEl>
                                          </p:spTgt>
                                        </p:tgtEl>
                                        <p:attrNameLst>
                                          <p:attrName>ppt_h</p:attrName>
                                        </p:attrNameLst>
                                      </p:cBhvr>
                                      <p:tavLst>
                                        <p:tav tm="0">
                                          <p:val>
                                            <p:fltVal val="0"/>
                                          </p:val>
                                        </p:tav>
                                        <p:tav tm="100000">
                                          <p:val>
                                            <p:strVal val="#ppt_h"/>
                                          </p:val>
                                        </p:tav>
                                      </p:tavLst>
                                    </p:anim>
                                    <p:animEffect transition="in" filter="fade">
                                      <p:cBhvr>
                                        <p:cTn id="91" dur="500"/>
                                        <p:tgtEl>
                                          <p:spTgt spid="793602">
                                            <p:txEl>
                                              <p:pRg st="9" end="9"/>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53" presetClass="entr" presetSubtype="16" fill="hold" nodeType="clickEffect">
                                  <p:stCondLst>
                                    <p:cond delay="0"/>
                                  </p:stCondLst>
                                  <p:childTnLst>
                                    <p:set>
                                      <p:cBhvr>
                                        <p:cTn id="95" dur="1" fill="hold">
                                          <p:stCondLst>
                                            <p:cond delay="0"/>
                                          </p:stCondLst>
                                        </p:cTn>
                                        <p:tgtEl>
                                          <p:spTgt spid="793602">
                                            <p:txEl>
                                              <p:pRg st="10" end="10"/>
                                            </p:txEl>
                                          </p:spTgt>
                                        </p:tgtEl>
                                        <p:attrNameLst>
                                          <p:attrName>style.visibility</p:attrName>
                                        </p:attrNameLst>
                                      </p:cBhvr>
                                      <p:to>
                                        <p:strVal val="visible"/>
                                      </p:to>
                                    </p:set>
                                    <p:anim calcmode="lin" valueType="num">
                                      <p:cBhvr>
                                        <p:cTn id="96" dur="500" fill="hold"/>
                                        <p:tgtEl>
                                          <p:spTgt spid="793602">
                                            <p:txEl>
                                              <p:pRg st="10" end="10"/>
                                            </p:txEl>
                                          </p:spTgt>
                                        </p:tgtEl>
                                        <p:attrNameLst>
                                          <p:attrName>ppt_w</p:attrName>
                                        </p:attrNameLst>
                                      </p:cBhvr>
                                      <p:tavLst>
                                        <p:tav tm="0">
                                          <p:val>
                                            <p:fltVal val="0"/>
                                          </p:val>
                                        </p:tav>
                                        <p:tav tm="100000">
                                          <p:val>
                                            <p:strVal val="#ppt_w"/>
                                          </p:val>
                                        </p:tav>
                                      </p:tavLst>
                                    </p:anim>
                                    <p:anim calcmode="lin" valueType="num">
                                      <p:cBhvr>
                                        <p:cTn id="97" dur="500" fill="hold"/>
                                        <p:tgtEl>
                                          <p:spTgt spid="793602">
                                            <p:txEl>
                                              <p:pRg st="10" end="10"/>
                                            </p:txEl>
                                          </p:spTgt>
                                        </p:tgtEl>
                                        <p:attrNameLst>
                                          <p:attrName>ppt_h</p:attrName>
                                        </p:attrNameLst>
                                      </p:cBhvr>
                                      <p:tavLst>
                                        <p:tav tm="0">
                                          <p:val>
                                            <p:fltVal val="0"/>
                                          </p:val>
                                        </p:tav>
                                        <p:tav tm="100000">
                                          <p:val>
                                            <p:strVal val="#ppt_h"/>
                                          </p:val>
                                        </p:tav>
                                      </p:tavLst>
                                    </p:anim>
                                    <p:animEffect transition="in" filter="fade">
                                      <p:cBhvr>
                                        <p:cTn id="98" dur="500"/>
                                        <p:tgtEl>
                                          <p:spTgt spid="793602">
                                            <p:txEl>
                                              <p:pRg st="10" end="10"/>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53" presetClass="entr" presetSubtype="16" fill="hold" nodeType="clickEffect">
                                  <p:stCondLst>
                                    <p:cond delay="0"/>
                                  </p:stCondLst>
                                  <p:childTnLst>
                                    <p:set>
                                      <p:cBhvr>
                                        <p:cTn id="102" dur="1" fill="hold">
                                          <p:stCondLst>
                                            <p:cond delay="0"/>
                                          </p:stCondLst>
                                        </p:cTn>
                                        <p:tgtEl>
                                          <p:spTgt spid="5"/>
                                        </p:tgtEl>
                                        <p:attrNameLst>
                                          <p:attrName>style.visibility</p:attrName>
                                        </p:attrNameLst>
                                      </p:cBhvr>
                                      <p:to>
                                        <p:strVal val="visible"/>
                                      </p:to>
                                    </p:set>
                                    <p:anim calcmode="lin" valueType="num">
                                      <p:cBhvr>
                                        <p:cTn id="103" dur="500" fill="hold"/>
                                        <p:tgtEl>
                                          <p:spTgt spid="5"/>
                                        </p:tgtEl>
                                        <p:attrNameLst>
                                          <p:attrName>ppt_w</p:attrName>
                                        </p:attrNameLst>
                                      </p:cBhvr>
                                      <p:tavLst>
                                        <p:tav tm="0">
                                          <p:val>
                                            <p:fltVal val="0"/>
                                          </p:val>
                                        </p:tav>
                                        <p:tav tm="100000">
                                          <p:val>
                                            <p:strVal val="#ppt_w"/>
                                          </p:val>
                                        </p:tav>
                                      </p:tavLst>
                                    </p:anim>
                                    <p:anim calcmode="lin" valueType="num">
                                      <p:cBhvr>
                                        <p:cTn id="104" dur="500" fill="hold"/>
                                        <p:tgtEl>
                                          <p:spTgt spid="5"/>
                                        </p:tgtEl>
                                        <p:attrNameLst>
                                          <p:attrName>ppt_h</p:attrName>
                                        </p:attrNameLst>
                                      </p:cBhvr>
                                      <p:tavLst>
                                        <p:tav tm="0">
                                          <p:val>
                                            <p:fltVal val="0"/>
                                          </p:val>
                                        </p:tav>
                                        <p:tav tm="100000">
                                          <p:val>
                                            <p:strVal val="#ppt_h"/>
                                          </p:val>
                                        </p:tav>
                                      </p:tavLst>
                                    </p:anim>
                                    <p:animEffect transition="in" filter="fade">
                                      <p:cBhvr>
                                        <p:cTn id="105" dur="500"/>
                                        <p:tgtEl>
                                          <p:spTgt spid="5"/>
                                        </p:tgtEl>
                                      </p:cBhvr>
                                    </p:animEffect>
                                  </p:childTnLst>
                                </p:cTn>
                              </p:par>
                            </p:childTnLst>
                          </p:cTn>
                        </p:par>
                      </p:childTnLst>
                    </p:cTn>
                  </p:par>
                  <p:par>
                    <p:cTn id="106" fill="hold">
                      <p:stCondLst>
                        <p:cond delay="indefinite"/>
                      </p:stCondLst>
                      <p:childTnLst>
                        <p:par>
                          <p:cTn id="107" fill="hold">
                            <p:stCondLst>
                              <p:cond delay="0"/>
                            </p:stCondLst>
                            <p:childTnLst>
                              <p:par>
                                <p:cTn id="108" presetID="53" presetClass="entr" presetSubtype="16" fill="hold" nodeType="clickEffect">
                                  <p:stCondLst>
                                    <p:cond delay="0"/>
                                  </p:stCondLst>
                                  <p:childTnLst>
                                    <p:set>
                                      <p:cBhvr>
                                        <p:cTn id="109" dur="1" fill="hold">
                                          <p:stCondLst>
                                            <p:cond delay="0"/>
                                          </p:stCondLst>
                                        </p:cTn>
                                        <p:tgtEl>
                                          <p:spTgt spid="793602">
                                            <p:txEl>
                                              <p:pRg st="11" end="11"/>
                                            </p:txEl>
                                          </p:spTgt>
                                        </p:tgtEl>
                                        <p:attrNameLst>
                                          <p:attrName>style.visibility</p:attrName>
                                        </p:attrNameLst>
                                      </p:cBhvr>
                                      <p:to>
                                        <p:strVal val="visible"/>
                                      </p:to>
                                    </p:set>
                                    <p:anim calcmode="lin" valueType="num">
                                      <p:cBhvr>
                                        <p:cTn id="110" dur="400" fill="hold"/>
                                        <p:tgtEl>
                                          <p:spTgt spid="793602">
                                            <p:txEl>
                                              <p:pRg st="11" end="11"/>
                                            </p:txEl>
                                          </p:spTgt>
                                        </p:tgtEl>
                                        <p:attrNameLst>
                                          <p:attrName>ppt_w</p:attrName>
                                        </p:attrNameLst>
                                      </p:cBhvr>
                                      <p:tavLst>
                                        <p:tav tm="0">
                                          <p:val>
                                            <p:fltVal val="0"/>
                                          </p:val>
                                        </p:tav>
                                        <p:tav tm="100000">
                                          <p:val>
                                            <p:strVal val="#ppt_w"/>
                                          </p:val>
                                        </p:tav>
                                      </p:tavLst>
                                    </p:anim>
                                    <p:anim calcmode="lin" valueType="num">
                                      <p:cBhvr>
                                        <p:cTn id="111" dur="400" fill="hold"/>
                                        <p:tgtEl>
                                          <p:spTgt spid="793602">
                                            <p:txEl>
                                              <p:pRg st="11" end="11"/>
                                            </p:txEl>
                                          </p:spTgt>
                                        </p:tgtEl>
                                        <p:attrNameLst>
                                          <p:attrName>ppt_h</p:attrName>
                                        </p:attrNameLst>
                                      </p:cBhvr>
                                      <p:tavLst>
                                        <p:tav tm="0">
                                          <p:val>
                                            <p:fltVal val="0"/>
                                          </p:val>
                                        </p:tav>
                                        <p:tav tm="100000">
                                          <p:val>
                                            <p:strVal val="#ppt_h"/>
                                          </p:val>
                                        </p:tav>
                                      </p:tavLst>
                                    </p:anim>
                                    <p:animEffect transition="in" filter="fade">
                                      <p:cBhvr>
                                        <p:cTn id="112" dur="400"/>
                                        <p:tgtEl>
                                          <p:spTgt spid="793602">
                                            <p:txEl>
                                              <p:pRg st="11" end="11"/>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53" presetClass="entr" presetSubtype="16" fill="hold" nodeType="clickEffect">
                                  <p:stCondLst>
                                    <p:cond delay="0"/>
                                  </p:stCondLst>
                                  <p:childTnLst>
                                    <p:set>
                                      <p:cBhvr>
                                        <p:cTn id="116" dur="1" fill="hold">
                                          <p:stCondLst>
                                            <p:cond delay="0"/>
                                          </p:stCondLst>
                                        </p:cTn>
                                        <p:tgtEl>
                                          <p:spTgt spid="3"/>
                                        </p:tgtEl>
                                        <p:attrNameLst>
                                          <p:attrName>style.visibility</p:attrName>
                                        </p:attrNameLst>
                                      </p:cBhvr>
                                      <p:to>
                                        <p:strVal val="visible"/>
                                      </p:to>
                                    </p:set>
                                    <p:anim calcmode="lin" valueType="num">
                                      <p:cBhvr>
                                        <p:cTn id="117" dur="500" fill="hold"/>
                                        <p:tgtEl>
                                          <p:spTgt spid="3"/>
                                        </p:tgtEl>
                                        <p:attrNameLst>
                                          <p:attrName>ppt_w</p:attrName>
                                        </p:attrNameLst>
                                      </p:cBhvr>
                                      <p:tavLst>
                                        <p:tav tm="0">
                                          <p:val>
                                            <p:fltVal val="0"/>
                                          </p:val>
                                        </p:tav>
                                        <p:tav tm="100000">
                                          <p:val>
                                            <p:strVal val="#ppt_w"/>
                                          </p:val>
                                        </p:tav>
                                      </p:tavLst>
                                    </p:anim>
                                    <p:anim calcmode="lin" valueType="num">
                                      <p:cBhvr>
                                        <p:cTn id="118" dur="500" fill="hold"/>
                                        <p:tgtEl>
                                          <p:spTgt spid="3"/>
                                        </p:tgtEl>
                                        <p:attrNameLst>
                                          <p:attrName>ppt_h</p:attrName>
                                        </p:attrNameLst>
                                      </p:cBhvr>
                                      <p:tavLst>
                                        <p:tav tm="0">
                                          <p:val>
                                            <p:fltVal val="0"/>
                                          </p:val>
                                        </p:tav>
                                        <p:tav tm="100000">
                                          <p:val>
                                            <p:strVal val="#ppt_h"/>
                                          </p:val>
                                        </p:tav>
                                      </p:tavLst>
                                    </p:anim>
                                    <p:animEffect transition="in" filter="fade">
                                      <p:cBhvr>
                                        <p:cTn id="119" dur="500"/>
                                        <p:tgtEl>
                                          <p:spTgt spid="3"/>
                                        </p:tgtEl>
                                      </p:cBhvr>
                                    </p:animEffect>
                                  </p:childTnLst>
                                </p:cTn>
                              </p:par>
                            </p:childTnLst>
                          </p:cTn>
                        </p:par>
                      </p:childTnLst>
                    </p:cTn>
                  </p:par>
                  <p:par>
                    <p:cTn id="120" fill="hold">
                      <p:stCondLst>
                        <p:cond delay="indefinite"/>
                      </p:stCondLst>
                      <p:childTnLst>
                        <p:par>
                          <p:cTn id="121" fill="hold">
                            <p:stCondLst>
                              <p:cond delay="0"/>
                            </p:stCondLst>
                            <p:childTnLst>
                              <p:par>
                                <p:cTn id="122" presetID="53" presetClass="entr" presetSubtype="16" fill="hold" nodeType="clickEffect">
                                  <p:stCondLst>
                                    <p:cond delay="0"/>
                                  </p:stCondLst>
                                  <p:childTnLst>
                                    <p:set>
                                      <p:cBhvr>
                                        <p:cTn id="123" dur="1" fill="hold">
                                          <p:stCondLst>
                                            <p:cond delay="0"/>
                                          </p:stCondLst>
                                        </p:cTn>
                                        <p:tgtEl>
                                          <p:spTgt spid="793602">
                                            <p:txEl>
                                              <p:pRg st="12" end="12"/>
                                            </p:txEl>
                                          </p:spTgt>
                                        </p:tgtEl>
                                        <p:attrNameLst>
                                          <p:attrName>style.visibility</p:attrName>
                                        </p:attrNameLst>
                                      </p:cBhvr>
                                      <p:to>
                                        <p:strVal val="visible"/>
                                      </p:to>
                                    </p:set>
                                    <p:anim calcmode="lin" valueType="num">
                                      <p:cBhvr>
                                        <p:cTn id="124" dur="500" fill="hold"/>
                                        <p:tgtEl>
                                          <p:spTgt spid="793602">
                                            <p:txEl>
                                              <p:pRg st="12" end="12"/>
                                            </p:txEl>
                                          </p:spTgt>
                                        </p:tgtEl>
                                        <p:attrNameLst>
                                          <p:attrName>ppt_w</p:attrName>
                                        </p:attrNameLst>
                                      </p:cBhvr>
                                      <p:tavLst>
                                        <p:tav tm="0">
                                          <p:val>
                                            <p:fltVal val="0"/>
                                          </p:val>
                                        </p:tav>
                                        <p:tav tm="100000">
                                          <p:val>
                                            <p:strVal val="#ppt_w"/>
                                          </p:val>
                                        </p:tav>
                                      </p:tavLst>
                                    </p:anim>
                                    <p:anim calcmode="lin" valueType="num">
                                      <p:cBhvr>
                                        <p:cTn id="125" dur="500" fill="hold"/>
                                        <p:tgtEl>
                                          <p:spTgt spid="793602">
                                            <p:txEl>
                                              <p:pRg st="12" end="12"/>
                                            </p:txEl>
                                          </p:spTgt>
                                        </p:tgtEl>
                                        <p:attrNameLst>
                                          <p:attrName>ppt_h</p:attrName>
                                        </p:attrNameLst>
                                      </p:cBhvr>
                                      <p:tavLst>
                                        <p:tav tm="0">
                                          <p:val>
                                            <p:fltVal val="0"/>
                                          </p:val>
                                        </p:tav>
                                        <p:tav tm="100000">
                                          <p:val>
                                            <p:strVal val="#ppt_h"/>
                                          </p:val>
                                        </p:tav>
                                      </p:tavLst>
                                    </p:anim>
                                    <p:animEffect transition="in" filter="fade">
                                      <p:cBhvr>
                                        <p:cTn id="126" dur="500"/>
                                        <p:tgtEl>
                                          <p:spTgt spid="793602">
                                            <p:txEl>
                                              <p:pRg st="12" end="12"/>
                                            </p:txEl>
                                          </p:spTgt>
                                        </p:tgtEl>
                                      </p:cBhvr>
                                    </p:animEffect>
                                  </p:childTnLst>
                                </p:cTn>
                              </p:par>
                            </p:childTnLst>
                          </p:cTn>
                        </p:par>
                      </p:childTnLst>
                    </p:cTn>
                  </p:par>
                  <p:par>
                    <p:cTn id="127" fill="hold">
                      <p:stCondLst>
                        <p:cond delay="indefinite"/>
                      </p:stCondLst>
                      <p:childTnLst>
                        <p:par>
                          <p:cTn id="128" fill="hold">
                            <p:stCondLst>
                              <p:cond delay="0"/>
                            </p:stCondLst>
                            <p:childTnLst>
                              <p:par>
                                <p:cTn id="129" presetID="53" presetClass="entr" presetSubtype="16" fill="hold" nodeType="clickEffect">
                                  <p:stCondLst>
                                    <p:cond delay="0"/>
                                  </p:stCondLst>
                                  <p:childTnLst>
                                    <p:set>
                                      <p:cBhvr>
                                        <p:cTn id="130" dur="1" fill="hold">
                                          <p:stCondLst>
                                            <p:cond delay="0"/>
                                          </p:stCondLst>
                                        </p:cTn>
                                        <p:tgtEl>
                                          <p:spTgt spid="793602">
                                            <p:txEl>
                                              <p:pRg st="13" end="13"/>
                                            </p:txEl>
                                          </p:spTgt>
                                        </p:tgtEl>
                                        <p:attrNameLst>
                                          <p:attrName>style.visibility</p:attrName>
                                        </p:attrNameLst>
                                      </p:cBhvr>
                                      <p:to>
                                        <p:strVal val="visible"/>
                                      </p:to>
                                    </p:set>
                                    <p:anim calcmode="lin" valueType="num">
                                      <p:cBhvr>
                                        <p:cTn id="131" dur="500" fill="hold"/>
                                        <p:tgtEl>
                                          <p:spTgt spid="793602">
                                            <p:txEl>
                                              <p:pRg st="13" end="13"/>
                                            </p:txEl>
                                          </p:spTgt>
                                        </p:tgtEl>
                                        <p:attrNameLst>
                                          <p:attrName>ppt_w</p:attrName>
                                        </p:attrNameLst>
                                      </p:cBhvr>
                                      <p:tavLst>
                                        <p:tav tm="0">
                                          <p:val>
                                            <p:fltVal val="0"/>
                                          </p:val>
                                        </p:tav>
                                        <p:tav tm="100000">
                                          <p:val>
                                            <p:strVal val="#ppt_w"/>
                                          </p:val>
                                        </p:tav>
                                      </p:tavLst>
                                    </p:anim>
                                    <p:anim calcmode="lin" valueType="num">
                                      <p:cBhvr>
                                        <p:cTn id="132" dur="500" fill="hold"/>
                                        <p:tgtEl>
                                          <p:spTgt spid="793602">
                                            <p:txEl>
                                              <p:pRg st="13" end="13"/>
                                            </p:txEl>
                                          </p:spTgt>
                                        </p:tgtEl>
                                        <p:attrNameLst>
                                          <p:attrName>ppt_h</p:attrName>
                                        </p:attrNameLst>
                                      </p:cBhvr>
                                      <p:tavLst>
                                        <p:tav tm="0">
                                          <p:val>
                                            <p:fltVal val="0"/>
                                          </p:val>
                                        </p:tav>
                                        <p:tav tm="100000">
                                          <p:val>
                                            <p:strVal val="#ppt_h"/>
                                          </p:val>
                                        </p:tav>
                                      </p:tavLst>
                                    </p:anim>
                                    <p:animEffect transition="in" filter="fade">
                                      <p:cBhvr>
                                        <p:cTn id="133" dur="500"/>
                                        <p:tgtEl>
                                          <p:spTgt spid="793602">
                                            <p:txEl>
                                              <p:pRg st="13" end="13"/>
                                            </p:txEl>
                                          </p:spTgt>
                                        </p:tgtEl>
                                      </p:cBhvr>
                                    </p:animEffect>
                                  </p:childTnLst>
                                </p:cTn>
                              </p:par>
                            </p:childTnLst>
                          </p:cTn>
                        </p:par>
                      </p:childTnLst>
                    </p:cTn>
                  </p:par>
                  <p:par>
                    <p:cTn id="134" fill="hold">
                      <p:stCondLst>
                        <p:cond delay="indefinite"/>
                      </p:stCondLst>
                      <p:childTnLst>
                        <p:par>
                          <p:cTn id="135" fill="hold">
                            <p:stCondLst>
                              <p:cond delay="0"/>
                            </p:stCondLst>
                            <p:childTnLst>
                              <p:par>
                                <p:cTn id="136" presetID="53" presetClass="entr" presetSubtype="16" fill="hold" nodeType="clickEffect">
                                  <p:stCondLst>
                                    <p:cond delay="0"/>
                                  </p:stCondLst>
                                  <p:childTnLst>
                                    <p:set>
                                      <p:cBhvr>
                                        <p:cTn id="137" dur="1" fill="hold">
                                          <p:stCondLst>
                                            <p:cond delay="0"/>
                                          </p:stCondLst>
                                        </p:cTn>
                                        <p:tgtEl>
                                          <p:spTgt spid="6"/>
                                        </p:tgtEl>
                                        <p:attrNameLst>
                                          <p:attrName>style.visibility</p:attrName>
                                        </p:attrNameLst>
                                      </p:cBhvr>
                                      <p:to>
                                        <p:strVal val="visible"/>
                                      </p:to>
                                    </p:set>
                                    <p:anim calcmode="lin" valueType="num">
                                      <p:cBhvr>
                                        <p:cTn id="138" dur="500" fill="hold"/>
                                        <p:tgtEl>
                                          <p:spTgt spid="6"/>
                                        </p:tgtEl>
                                        <p:attrNameLst>
                                          <p:attrName>ppt_w</p:attrName>
                                        </p:attrNameLst>
                                      </p:cBhvr>
                                      <p:tavLst>
                                        <p:tav tm="0">
                                          <p:val>
                                            <p:fltVal val="0"/>
                                          </p:val>
                                        </p:tav>
                                        <p:tav tm="100000">
                                          <p:val>
                                            <p:strVal val="#ppt_w"/>
                                          </p:val>
                                        </p:tav>
                                      </p:tavLst>
                                    </p:anim>
                                    <p:anim calcmode="lin" valueType="num">
                                      <p:cBhvr>
                                        <p:cTn id="139" dur="500" fill="hold"/>
                                        <p:tgtEl>
                                          <p:spTgt spid="6"/>
                                        </p:tgtEl>
                                        <p:attrNameLst>
                                          <p:attrName>ppt_h</p:attrName>
                                        </p:attrNameLst>
                                      </p:cBhvr>
                                      <p:tavLst>
                                        <p:tav tm="0">
                                          <p:val>
                                            <p:fltVal val="0"/>
                                          </p:val>
                                        </p:tav>
                                        <p:tav tm="100000">
                                          <p:val>
                                            <p:strVal val="#ppt_h"/>
                                          </p:val>
                                        </p:tav>
                                      </p:tavLst>
                                    </p:anim>
                                    <p:animEffect transition="in" filter="fade">
                                      <p:cBhvr>
                                        <p:cTn id="140" dur="500"/>
                                        <p:tgtEl>
                                          <p:spTgt spid="6"/>
                                        </p:tgtEl>
                                      </p:cBhvr>
                                    </p:animEffect>
                                  </p:childTnLst>
                                </p:cTn>
                              </p:par>
                            </p:childTnLst>
                          </p:cTn>
                        </p:par>
                      </p:childTnLst>
                    </p:cTn>
                  </p:par>
                  <p:par>
                    <p:cTn id="141" fill="hold">
                      <p:stCondLst>
                        <p:cond delay="indefinite"/>
                      </p:stCondLst>
                      <p:childTnLst>
                        <p:par>
                          <p:cTn id="142" fill="hold">
                            <p:stCondLst>
                              <p:cond delay="0"/>
                            </p:stCondLst>
                            <p:childTnLst>
                              <p:par>
                                <p:cTn id="143" presetID="53" presetClass="entr" presetSubtype="16" fill="hold" nodeType="clickEffect">
                                  <p:stCondLst>
                                    <p:cond delay="0"/>
                                  </p:stCondLst>
                                  <p:childTnLst>
                                    <p:set>
                                      <p:cBhvr>
                                        <p:cTn id="144" dur="1" fill="hold">
                                          <p:stCondLst>
                                            <p:cond delay="0"/>
                                          </p:stCondLst>
                                        </p:cTn>
                                        <p:tgtEl>
                                          <p:spTgt spid="793602">
                                            <p:txEl>
                                              <p:pRg st="14" end="14"/>
                                            </p:txEl>
                                          </p:spTgt>
                                        </p:tgtEl>
                                        <p:attrNameLst>
                                          <p:attrName>style.visibility</p:attrName>
                                        </p:attrNameLst>
                                      </p:cBhvr>
                                      <p:to>
                                        <p:strVal val="visible"/>
                                      </p:to>
                                    </p:set>
                                    <p:anim calcmode="lin" valueType="num">
                                      <p:cBhvr>
                                        <p:cTn id="145" dur="500" fill="hold"/>
                                        <p:tgtEl>
                                          <p:spTgt spid="793602">
                                            <p:txEl>
                                              <p:pRg st="14" end="14"/>
                                            </p:txEl>
                                          </p:spTgt>
                                        </p:tgtEl>
                                        <p:attrNameLst>
                                          <p:attrName>ppt_w</p:attrName>
                                        </p:attrNameLst>
                                      </p:cBhvr>
                                      <p:tavLst>
                                        <p:tav tm="0">
                                          <p:val>
                                            <p:fltVal val="0"/>
                                          </p:val>
                                        </p:tav>
                                        <p:tav tm="100000">
                                          <p:val>
                                            <p:strVal val="#ppt_w"/>
                                          </p:val>
                                        </p:tav>
                                      </p:tavLst>
                                    </p:anim>
                                    <p:anim calcmode="lin" valueType="num">
                                      <p:cBhvr>
                                        <p:cTn id="146" dur="500" fill="hold"/>
                                        <p:tgtEl>
                                          <p:spTgt spid="793602">
                                            <p:txEl>
                                              <p:pRg st="14" end="14"/>
                                            </p:txEl>
                                          </p:spTgt>
                                        </p:tgtEl>
                                        <p:attrNameLst>
                                          <p:attrName>ppt_h</p:attrName>
                                        </p:attrNameLst>
                                      </p:cBhvr>
                                      <p:tavLst>
                                        <p:tav tm="0">
                                          <p:val>
                                            <p:fltVal val="0"/>
                                          </p:val>
                                        </p:tav>
                                        <p:tav tm="100000">
                                          <p:val>
                                            <p:strVal val="#ppt_h"/>
                                          </p:val>
                                        </p:tav>
                                      </p:tavLst>
                                    </p:anim>
                                    <p:animEffect transition="in" filter="fade">
                                      <p:cBhvr>
                                        <p:cTn id="147" dur="500"/>
                                        <p:tgtEl>
                                          <p:spTgt spid="793602">
                                            <p:txEl>
                                              <p:pRg st="14" end="14"/>
                                            </p:txEl>
                                          </p:spTgt>
                                        </p:tgtEl>
                                      </p:cBhvr>
                                    </p:animEffect>
                                  </p:childTnLst>
                                </p:cTn>
                              </p:par>
                            </p:childTnLst>
                          </p:cTn>
                        </p:par>
                      </p:childTnLst>
                    </p:cTn>
                  </p:par>
                  <p:par>
                    <p:cTn id="148" fill="hold">
                      <p:stCondLst>
                        <p:cond delay="indefinite"/>
                      </p:stCondLst>
                      <p:childTnLst>
                        <p:par>
                          <p:cTn id="149" fill="hold">
                            <p:stCondLst>
                              <p:cond delay="0"/>
                            </p:stCondLst>
                            <p:childTnLst>
                              <p:par>
                                <p:cTn id="150" presetID="53" presetClass="entr" presetSubtype="16" fill="hold" nodeType="clickEffect">
                                  <p:stCondLst>
                                    <p:cond delay="0"/>
                                  </p:stCondLst>
                                  <p:childTnLst>
                                    <p:set>
                                      <p:cBhvr>
                                        <p:cTn id="151" dur="1" fill="hold">
                                          <p:stCondLst>
                                            <p:cond delay="0"/>
                                          </p:stCondLst>
                                        </p:cTn>
                                        <p:tgtEl>
                                          <p:spTgt spid="7"/>
                                        </p:tgtEl>
                                        <p:attrNameLst>
                                          <p:attrName>style.visibility</p:attrName>
                                        </p:attrNameLst>
                                      </p:cBhvr>
                                      <p:to>
                                        <p:strVal val="visible"/>
                                      </p:to>
                                    </p:set>
                                    <p:anim calcmode="lin" valueType="num">
                                      <p:cBhvr>
                                        <p:cTn id="152" dur="500" fill="hold"/>
                                        <p:tgtEl>
                                          <p:spTgt spid="7"/>
                                        </p:tgtEl>
                                        <p:attrNameLst>
                                          <p:attrName>ppt_w</p:attrName>
                                        </p:attrNameLst>
                                      </p:cBhvr>
                                      <p:tavLst>
                                        <p:tav tm="0">
                                          <p:val>
                                            <p:fltVal val="0"/>
                                          </p:val>
                                        </p:tav>
                                        <p:tav tm="100000">
                                          <p:val>
                                            <p:strVal val="#ppt_w"/>
                                          </p:val>
                                        </p:tav>
                                      </p:tavLst>
                                    </p:anim>
                                    <p:anim calcmode="lin" valueType="num">
                                      <p:cBhvr>
                                        <p:cTn id="153" dur="500" fill="hold"/>
                                        <p:tgtEl>
                                          <p:spTgt spid="7"/>
                                        </p:tgtEl>
                                        <p:attrNameLst>
                                          <p:attrName>ppt_h</p:attrName>
                                        </p:attrNameLst>
                                      </p:cBhvr>
                                      <p:tavLst>
                                        <p:tav tm="0">
                                          <p:val>
                                            <p:fltVal val="0"/>
                                          </p:val>
                                        </p:tav>
                                        <p:tav tm="100000">
                                          <p:val>
                                            <p:strVal val="#ppt_h"/>
                                          </p:val>
                                        </p:tav>
                                      </p:tavLst>
                                    </p:anim>
                                    <p:animEffect transition="in" filter="fade">
                                      <p:cBhvr>
                                        <p:cTn id="154" dur="500"/>
                                        <p:tgtEl>
                                          <p:spTgt spid="7"/>
                                        </p:tgtEl>
                                      </p:cBhvr>
                                    </p:animEffect>
                                  </p:childTnLst>
                                </p:cTn>
                              </p:par>
                            </p:childTnLst>
                          </p:cTn>
                        </p:par>
                      </p:childTnLst>
                    </p:cTn>
                  </p:par>
                  <p:par>
                    <p:cTn id="155" fill="hold">
                      <p:stCondLst>
                        <p:cond delay="indefinite"/>
                      </p:stCondLst>
                      <p:childTnLst>
                        <p:par>
                          <p:cTn id="156" fill="hold">
                            <p:stCondLst>
                              <p:cond delay="0"/>
                            </p:stCondLst>
                            <p:childTnLst>
                              <p:par>
                                <p:cTn id="157" presetID="53" presetClass="entr" presetSubtype="16" fill="hold" grpId="0" nodeType="clickEffect">
                                  <p:stCondLst>
                                    <p:cond delay="0"/>
                                  </p:stCondLst>
                                  <p:childTnLst>
                                    <p:set>
                                      <p:cBhvr>
                                        <p:cTn id="158" dur="1" fill="hold">
                                          <p:stCondLst>
                                            <p:cond delay="0"/>
                                          </p:stCondLst>
                                        </p:cTn>
                                        <p:tgtEl>
                                          <p:spTgt spid="8"/>
                                        </p:tgtEl>
                                        <p:attrNameLst>
                                          <p:attrName>style.visibility</p:attrName>
                                        </p:attrNameLst>
                                      </p:cBhvr>
                                      <p:to>
                                        <p:strVal val="visible"/>
                                      </p:to>
                                    </p:set>
                                    <p:anim calcmode="lin" valueType="num">
                                      <p:cBhvr>
                                        <p:cTn id="159" dur="500" fill="hold"/>
                                        <p:tgtEl>
                                          <p:spTgt spid="8"/>
                                        </p:tgtEl>
                                        <p:attrNameLst>
                                          <p:attrName>ppt_w</p:attrName>
                                        </p:attrNameLst>
                                      </p:cBhvr>
                                      <p:tavLst>
                                        <p:tav tm="0">
                                          <p:val>
                                            <p:fltVal val="0"/>
                                          </p:val>
                                        </p:tav>
                                        <p:tav tm="100000">
                                          <p:val>
                                            <p:strVal val="#ppt_w"/>
                                          </p:val>
                                        </p:tav>
                                      </p:tavLst>
                                    </p:anim>
                                    <p:anim calcmode="lin" valueType="num">
                                      <p:cBhvr>
                                        <p:cTn id="160" dur="500" fill="hold"/>
                                        <p:tgtEl>
                                          <p:spTgt spid="8"/>
                                        </p:tgtEl>
                                        <p:attrNameLst>
                                          <p:attrName>ppt_h</p:attrName>
                                        </p:attrNameLst>
                                      </p:cBhvr>
                                      <p:tavLst>
                                        <p:tav tm="0">
                                          <p:val>
                                            <p:fltVal val="0"/>
                                          </p:val>
                                        </p:tav>
                                        <p:tav tm="100000">
                                          <p:val>
                                            <p:strVal val="#ppt_h"/>
                                          </p:val>
                                        </p:tav>
                                      </p:tavLst>
                                    </p:anim>
                                    <p:animEffect transition="in" filter="fade">
                                      <p:cBhvr>
                                        <p:cTn id="161" dur="500"/>
                                        <p:tgtEl>
                                          <p:spTgt spid="8"/>
                                        </p:tgtEl>
                                      </p:cBhvr>
                                    </p:animEffect>
                                  </p:childTnLst>
                                </p:cTn>
                              </p:par>
                            </p:childTnLst>
                          </p:cTn>
                        </p:par>
                      </p:childTnLst>
                    </p:cTn>
                  </p:par>
                  <p:par>
                    <p:cTn id="162" fill="hold">
                      <p:stCondLst>
                        <p:cond delay="indefinite"/>
                      </p:stCondLst>
                      <p:childTnLst>
                        <p:par>
                          <p:cTn id="163" fill="hold">
                            <p:stCondLst>
                              <p:cond delay="0"/>
                            </p:stCondLst>
                            <p:childTnLst>
                              <p:par>
                                <p:cTn id="164" presetID="53" presetClass="exit" presetSubtype="16" fill="hold" grpId="1" nodeType="clickEffect">
                                  <p:stCondLst>
                                    <p:cond delay="0"/>
                                  </p:stCondLst>
                                  <p:childTnLst>
                                    <p:anim calcmode="lin" valueType="num">
                                      <p:cBhvr>
                                        <p:cTn id="165" dur="500"/>
                                        <p:tgtEl>
                                          <p:spTgt spid="8"/>
                                        </p:tgtEl>
                                        <p:attrNameLst>
                                          <p:attrName>ppt_w</p:attrName>
                                        </p:attrNameLst>
                                      </p:cBhvr>
                                      <p:tavLst>
                                        <p:tav tm="0">
                                          <p:val>
                                            <p:strVal val="ppt_w"/>
                                          </p:val>
                                        </p:tav>
                                        <p:tav tm="100000">
                                          <p:val>
                                            <p:fltVal val="0"/>
                                          </p:val>
                                        </p:tav>
                                      </p:tavLst>
                                    </p:anim>
                                    <p:anim calcmode="lin" valueType="num">
                                      <p:cBhvr>
                                        <p:cTn id="166" dur="500"/>
                                        <p:tgtEl>
                                          <p:spTgt spid="8"/>
                                        </p:tgtEl>
                                        <p:attrNameLst>
                                          <p:attrName>ppt_h</p:attrName>
                                        </p:attrNameLst>
                                      </p:cBhvr>
                                      <p:tavLst>
                                        <p:tav tm="0">
                                          <p:val>
                                            <p:strVal val="ppt_h"/>
                                          </p:val>
                                        </p:tav>
                                        <p:tav tm="100000">
                                          <p:val>
                                            <p:fltVal val="0"/>
                                          </p:val>
                                        </p:tav>
                                      </p:tavLst>
                                    </p:anim>
                                    <p:animEffect transition="out" filter="fade">
                                      <p:cBhvr>
                                        <p:cTn id="167" dur="500"/>
                                        <p:tgtEl>
                                          <p:spTgt spid="8"/>
                                        </p:tgtEl>
                                      </p:cBhvr>
                                    </p:animEffect>
                                    <p:set>
                                      <p:cBhvr>
                                        <p:cTn id="168"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3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Line 31"/>
          <p:cNvSpPr/>
          <p:nvPr/>
        </p:nvSpPr>
        <p:spPr>
          <a:xfrm>
            <a:off x="3990975" y="1357313"/>
            <a:ext cx="5040313" cy="0"/>
          </a:xfrm>
          <a:prstGeom prst="line">
            <a:avLst/>
          </a:prstGeom>
          <a:ln w="25400" cap="flat" cmpd="sng">
            <a:solidFill>
              <a:schemeClr val="accent1"/>
            </a:solidFill>
            <a:prstDash val="lgDash"/>
            <a:headEnd type="none" w="med" len="med"/>
            <a:tailEnd type="none" w="med" len="med"/>
          </a:ln>
        </p:spPr>
      </p:sp>
      <p:sp>
        <p:nvSpPr>
          <p:cNvPr id="33" name="Line 32"/>
          <p:cNvSpPr/>
          <p:nvPr/>
        </p:nvSpPr>
        <p:spPr>
          <a:xfrm>
            <a:off x="3990975" y="2590800"/>
            <a:ext cx="5040313" cy="0"/>
          </a:xfrm>
          <a:prstGeom prst="line">
            <a:avLst/>
          </a:prstGeom>
          <a:ln w="25400" cap="flat" cmpd="sng">
            <a:solidFill>
              <a:schemeClr val="accent1"/>
            </a:solidFill>
            <a:prstDash val="lgDash"/>
            <a:headEnd type="none" w="med" len="med"/>
            <a:tailEnd type="none" w="med" len="med"/>
          </a:ln>
        </p:spPr>
      </p:sp>
      <p:sp>
        <p:nvSpPr>
          <p:cNvPr id="34" name="Line 33"/>
          <p:cNvSpPr/>
          <p:nvPr/>
        </p:nvSpPr>
        <p:spPr>
          <a:xfrm>
            <a:off x="3990975" y="3568700"/>
            <a:ext cx="5040313" cy="0"/>
          </a:xfrm>
          <a:prstGeom prst="line">
            <a:avLst/>
          </a:prstGeom>
          <a:ln w="25400" cap="flat" cmpd="sng">
            <a:solidFill>
              <a:schemeClr val="accent1"/>
            </a:solidFill>
            <a:prstDash val="lgDash"/>
            <a:headEnd type="none" w="med" len="med"/>
            <a:tailEnd type="none" w="med" len="med"/>
          </a:ln>
        </p:spPr>
      </p:sp>
      <p:sp>
        <p:nvSpPr>
          <p:cNvPr id="35" name="Line 34"/>
          <p:cNvSpPr/>
          <p:nvPr/>
        </p:nvSpPr>
        <p:spPr>
          <a:xfrm>
            <a:off x="3990975" y="3857625"/>
            <a:ext cx="5040313" cy="0"/>
          </a:xfrm>
          <a:prstGeom prst="line">
            <a:avLst/>
          </a:prstGeom>
          <a:ln w="25400" cap="flat" cmpd="sng">
            <a:solidFill>
              <a:schemeClr val="accent1"/>
            </a:solidFill>
            <a:prstDash val="lgDash"/>
            <a:headEnd type="none" w="med" len="med"/>
            <a:tailEnd type="none" w="med" len="med"/>
          </a:ln>
        </p:spPr>
      </p:sp>
      <p:sp>
        <p:nvSpPr>
          <p:cNvPr id="36" name="Line 35"/>
          <p:cNvSpPr/>
          <p:nvPr/>
        </p:nvSpPr>
        <p:spPr>
          <a:xfrm>
            <a:off x="3990975" y="4500563"/>
            <a:ext cx="5040313" cy="0"/>
          </a:xfrm>
          <a:prstGeom prst="line">
            <a:avLst/>
          </a:prstGeom>
          <a:ln w="25400" cap="flat" cmpd="sng">
            <a:solidFill>
              <a:schemeClr val="accent1"/>
            </a:solidFill>
            <a:prstDash val="lgDash"/>
            <a:headEnd type="none" w="med" len="med"/>
            <a:tailEnd type="none" w="med" len="med"/>
          </a:ln>
        </p:spPr>
      </p:sp>
      <p:sp>
        <p:nvSpPr>
          <p:cNvPr id="37" name="Line 36"/>
          <p:cNvSpPr/>
          <p:nvPr/>
        </p:nvSpPr>
        <p:spPr>
          <a:xfrm>
            <a:off x="3995738" y="4813300"/>
            <a:ext cx="5040312" cy="0"/>
          </a:xfrm>
          <a:prstGeom prst="line">
            <a:avLst/>
          </a:prstGeom>
          <a:ln w="25400" cap="flat" cmpd="sng">
            <a:solidFill>
              <a:schemeClr val="accent1"/>
            </a:solidFill>
            <a:prstDash val="lgDash"/>
            <a:headEnd type="none" w="med" len="med"/>
            <a:tailEnd type="none" w="med" len="med"/>
          </a:ln>
        </p:spPr>
      </p:sp>
      <p:sp>
        <p:nvSpPr>
          <p:cNvPr id="38" name="Rectangle 7"/>
          <p:cNvSpPr>
            <a:spLocks noChangeArrowheads="1"/>
          </p:cNvSpPr>
          <p:nvPr/>
        </p:nvSpPr>
        <p:spPr bwMode="auto">
          <a:xfrm>
            <a:off x="3849688" y="0"/>
            <a:ext cx="4754563" cy="400050"/>
          </a:xfrm>
          <a:prstGeom prst="rect">
            <a:avLst/>
          </a:prstGeom>
          <a:solidFill>
            <a:schemeClr val="accent5">
              <a:lumMod val="60000"/>
              <a:lumOff val="40000"/>
            </a:schemeClr>
          </a:solidFill>
          <a:ln w="12700">
            <a:solidFill>
              <a:schemeClr val="tx1"/>
            </a:solid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rPr>
              <a:t>栈内符号串 </a:t>
            </a:r>
            <a:r>
              <a:rPr kumimoji="0"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rPr>
              <a:t>+ </a:t>
            </a:r>
            <a:r>
              <a:rPr kumimoji="0" lang="zh-CN" altLang="en-US" sz="20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rPr>
              <a:t>剩余输入 </a:t>
            </a:r>
            <a:r>
              <a:rPr kumimoji="0"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zh-CN" altLang="en-US" sz="20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rPr>
              <a:t>规范句型”</a:t>
            </a:r>
          </a:p>
        </p:txBody>
      </p:sp>
      <p:sp>
        <p:nvSpPr>
          <p:cNvPr id="14345" name="Rectangle 2"/>
          <p:cNvSpPr>
            <a:spLocks noGrp="1"/>
          </p:cNvSpPr>
          <p:nvPr>
            <p:ph idx="1"/>
          </p:nvPr>
        </p:nvSpPr>
        <p:spPr>
          <a:xfrm>
            <a:off x="3571875" y="407988"/>
            <a:ext cx="5927725" cy="3225800"/>
          </a:xfrm>
        </p:spPr>
        <p:txBody>
          <a:bodyPr vert="horz" wrap="square" lIns="92075" tIns="46038" rIns="92075" bIns="46038" anchor="t" anchorCtr="0"/>
          <a:lstStyle/>
          <a:p>
            <a:pPr eaLnBrk="1" hangingPunct="1">
              <a:lnSpc>
                <a:spcPct val="80000"/>
              </a:lnSpc>
              <a:buSzPct val="100000"/>
              <a:buFont typeface="Wingdings" panose="05000000000000000000" pitchFamily="2" charset="2"/>
              <a:buNone/>
            </a:pPr>
            <a:r>
              <a:rPr lang="zh-CN" altLang="en-US" sz="2000" b="1" kern="1200" dirty="0">
                <a:solidFill>
                  <a:srgbClr val="2D83F4"/>
                </a:solidFill>
                <a:latin typeface="华文楷体" panose="02010600040101010101" pitchFamily="2" charset="-122"/>
                <a:ea typeface="华文楷体" panose="02010600040101010101" pitchFamily="2" charset="-122"/>
                <a:cs typeface="+mn-cs"/>
              </a:rPr>
              <a:t>    栈                       剩余输入</a:t>
            </a:r>
            <a:r>
              <a:rPr lang="en-US" altLang="zh-CN" sz="2000" b="1" kern="1200" dirty="0">
                <a:solidFill>
                  <a:srgbClr val="2D83F4"/>
                </a:solidFill>
                <a:latin typeface="华文楷体" panose="02010600040101010101" pitchFamily="2" charset="-122"/>
                <a:ea typeface="华文楷体" panose="02010600040101010101" pitchFamily="2" charset="-122"/>
                <a:cs typeface="+mn-cs"/>
              </a:rPr>
              <a:t>           </a:t>
            </a:r>
            <a:r>
              <a:rPr lang="zh-CN" altLang="en-US" sz="2000" b="1" kern="1200" dirty="0">
                <a:solidFill>
                  <a:srgbClr val="2D83F4"/>
                </a:solidFill>
                <a:latin typeface="华文楷体" panose="02010600040101010101" pitchFamily="2" charset="-122"/>
                <a:ea typeface="华文楷体" panose="02010600040101010101" pitchFamily="2" charset="-122"/>
                <a:cs typeface="+mn-cs"/>
              </a:rPr>
              <a:t>动作</a:t>
            </a:r>
            <a:endParaRPr lang="en-US" altLang="zh-CN" sz="2000" b="1" kern="1200" dirty="0">
              <a:solidFill>
                <a:srgbClr val="2D83F4"/>
              </a:solidFill>
              <a:latin typeface="华文楷体" panose="02010600040101010101" pitchFamily="2" charset="-122"/>
              <a:ea typeface="华文楷体" panose="02010600040101010101" pitchFamily="2" charset="-122"/>
              <a:cs typeface="+mn-cs"/>
            </a:endParaRP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a:t>
            </a:r>
            <a:r>
              <a:rPr lang="zh-CN" altLang="en-US" sz="2000" b="1" kern="1200" dirty="0">
                <a:solidFill>
                  <a:schemeClr val="tx1"/>
                </a:solidFill>
                <a:latin typeface="Times New Roman" panose="02020603050405020304" pitchFamily="18" charset="0"/>
                <a:ea typeface="华文楷体" panose="02010600040101010101" pitchFamily="2" charset="-122"/>
                <a:cs typeface="+mn-cs"/>
              </a:rPr>
              <a:t>  		</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id+(id+id) $</a:t>
            </a: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id 	   	   +(id+id)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移入</a:t>
            </a:r>
            <a:endParaRPr lang="en-US" altLang="zh-CN" sz="2000" b="1" kern="1200" dirty="0">
              <a:solidFill>
                <a:schemeClr val="tx1"/>
              </a:solidFill>
              <a:latin typeface="华文楷体" panose="02010600040101010101" pitchFamily="2" charset="-122"/>
              <a:ea typeface="华文楷体" panose="02010600040101010101" pitchFamily="2" charset="-122"/>
              <a:cs typeface="+mn-cs"/>
            </a:endParaRP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+(id+id)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归约</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→id</a:t>
            </a: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(id+id)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移入</a:t>
            </a:r>
            <a:endParaRPr lang="en-US" altLang="zh-CN" sz="2000" b="1" kern="1200" dirty="0">
              <a:solidFill>
                <a:schemeClr val="tx1"/>
              </a:solidFill>
              <a:latin typeface="华文楷体" panose="02010600040101010101" pitchFamily="2" charset="-122"/>
              <a:ea typeface="华文楷体" panose="02010600040101010101" pitchFamily="2" charset="-122"/>
              <a:cs typeface="+mn-cs"/>
            </a:endParaRP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id+id)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移入</a:t>
            </a:r>
            <a:endParaRPr lang="en-US" altLang="zh-CN" sz="2000" b="1" kern="1200" dirty="0">
              <a:solidFill>
                <a:schemeClr val="tx1"/>
              </a:solidFill>
              <a:latin typeface="华文楷体" panose="02010600040101010101" pitchFamily="2" charset="-122"/>
              <a:ea typeface="华文楷体" panose="02010600040101010101" pitchFamily="2" charset="-122"/>
              <a:cs typeface="+mn-cs"/>
            </a:endParaRP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+(id 	         +id)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移入</a:t>
            </a:r>
            <a:endParaRPr lang="en-US" altLang="zh-CN" sz="2000" b="1" kern="1200" dirty="0">
              <a:solidFill>
                <a:schemeClr val="tx1"/>
              </a:solidFill>
              <a:latin typeface="华文楷体" panose="02010600040101010101" pitchFamily="2" charset="-122"/>
              <a:ea typeface="华文楷体" panose="02010600040101010101" pitchFamily="2" charset="-122"/>
              <a:cs typeface="+mn-cs"/>
            </a:endParaRP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+id)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归约</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→id</a:t>
            </a: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id)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移入</a:t>
            </a:r>
            <a:endParaRPr lang="en-US" altLang="zh-CN" sz="2000" b="1" kern="1200" dirty="0">
              <a:solidFill>
                <a:schemeClr val="tx1"/>
              </a:solidFill>
              <a:latin typeface="华文楷体" panose="02010600040101010101" pitchFamily="2" charset="-122"/>
              <a:ea typeface="华文楷体" panose="02010600040101010101" pitchFamily="2" charset="-122"/>
              <a:cs typeface="+mn-cs"/>
            </a:endParaRP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+id    	 	)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移入</a:t>
            </a:r>
            <a:endParaRPr lang="en-US" altLang="zh-CN" sz="2000" b="1" kern="1200" dirty="0">
              <a:solidFill>
                <a:schemeClr val="tx1"/>
              </a:solidFill>
              <a:latin typeface="华文楷体" panose="02010600040101010101" pitchFamily="2" charset="-122"/>
              <a:ea typeface="华文楷体" panose="02010600040101010101" pitchFamily="2" charset="-122"/>
              <a:cs typeface="+mn-cs"/>
            </a:endParaRP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归约</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→id</a:t>
            </a: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归约</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移入</a:t>
            </a:r>
            <a:endParaRPr lang="en-US" altLang="zh-CN" sz="2000" b="1" kern="1200" dirty="0">
              <a:solidFill>
                <a:schemeClr val="tx1"/>
              </a:solidFill>
              <a:latin typeface="华文楷体" panose="02010600040101010101" pitchFamily="2" charset="-122"/>
              <a:ea typeface="华文楷体" panose="02010600040101010101" pitchFamily="2" charset="-122"/>
              <a:cs typeface="+mn-cs"/>
            </a:endParaRP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归约</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p>
          <a:p>
            <a:pPr eaLnBrk="1" hangingPunct="1">
              <a:lnSpc>
                <a:spcPts val="2000"/>
              </a:lnSpc>
              <a:buSzPct val="100000"/>
              <a:buFont typeface="Wingdings" panose="05000000000000000000" pitchFamily="2" charset="2"/>
              <a:buNone/>
            </a:pP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0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000" b="1" kern="1200" dirty="0">
                <a:solidFill>
                  <a:schemeClr val="tx1"/>
                </a:solidFill>
                <a:latin typeface="华文楷体" panose="02010600040101010101" pitchFamily="2" charset="-122"/>
                <a:ea typeface="华文楷体" panose="02010600040101010101" pitchFamily="2" charset="-122"/>
                <a:cs typeface="+mn-cs"/>
              </a:rPr>
              <a:t>归约</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 </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r>
              <a:rPr lang="en-US" altLang="zh-CN" sz="20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000" b="1" i="1" kern="1200" dirty="0">
                <a:solidFill>
                  <a:schemeClr val="tx1"/>
                </a:solidFill>
                <a:latin typeface="Times New Roman" panose="02020603050405020304" pitchFamily="18" charset="0"/>
                <a:ea typeface="华文楷体" panose="02010600040101010101" pitchFamily="2" charset="-122"/>
                <a:cs typeface="+mn-cs"/>
              </a:rPr>
              <a:t>E</a:t>
            </a:r>
          </a:p>
        </p:txBody>
      </p:sp>
      <p:sp>
        <p:nvSpPr>
          <p:cNvPr id="14346" name="标题 8"/>
          <p:cNvSpPr>
            <a:spLocks noGrp="1"/>
          </p:cNvSpPr>
          <p:nvPr>
            <p:ph type="title"/>
          </p:nvPr>
        </p:nvSpPr>
        <p:spPr>
          <a:xfrm>
            <a:off x="755650" y="268288"/>
            <a:ext cx="4392613" cy="358775"/>
          </a:xfrm>
        </p:spPr>
        <p:txBody>
          <a:bodyPr vert="horz" wrap="square" lIns="91440" tIns="45720" rIns="91440" bIns="45720" anchor="ctr" anchorCtr="0"/>
          <a:lstStyle/>
          <a:p>
            <a:pPr eaLnBrk="1" hangingPunct="1">
              <a:buNone/>
            </a:pPr>
            <a:r>
              <a:rPr lang="zh-CN" altLang="en-US" sz="3000" kern="1200" dirty="0">
                <a:solidFill>
                  <a:schemeClr val="tx1"/>
                </a:solidFill>
                <a:latin typeface="微软雅黑" panose="020B0503020204020204" pitchFamily="34" charset="-122"/>
                <a:ea typeface="微软雅黑" panose="020B0503020204020204" pitchFamily="34" charset="-122"/>
                <a:cs typeface="+mj-cs"/>
              </a:rPr>
              <a:t>例：</a:t>
            </a:r>
            <a:r>
              <a:rPr lang="zh-CN" altLang="en-US" sz="2800" kern="1200" dirty="0">
                <a:solidFill>
                  <a:srgbClr val="000000"/>
                </a:solidFill>
                <a:latin typeface="微软雅黑" panose="020B0503020204020204" pitchFamily="34" charset="-122"/>
                <a:ea typeface="微软雅黑" panose="020B0503020204020204" pitchFamily="34" charset="-122"/>
                <a:cs typeface="+mj-cs"/>
              </a:rPr>
              <a:t>移入</a:t>
            </a:r>
            <a:r>
              <a:rPr lang="en-US" altLang="zh-CN" sz="2800" kern="1200" dirty="0">
                <a:solidFill>
                  <a:srgbClr val="000000"/>
                </a:solidFill>
                <a:latin typeface="微软雅黑" panose="020B0503020204020204" pitchFamily="34" charset="-122"/>
                <a:ea typeface="微软雅黑" panose="020B0503020204020204" pitchFamily="34" charset="-122"/>
                <a:cs typeface="+mj-cs"/>
              </a:rPr>
              <a:t>-</a:t>
            </a:r>
            <a:r>
              <a:rPr lang="zh-CN" altLang="en-US" sz="2800" kern="1200" dirty="0">
                <a:solidFill>
                  <a:srgbClr val="000000"/>
                </a:solidFill>
                <a:latin typeface="微软雅黑" panose="020B0503020204020204" pitchFamily="34" charset="-122"/>
                <a:ea typeface="微软雅黑" panose="020B0503020204020204" pitchFamily="34" charset="-122"/>
                <a:cs typeface="+mj-cs"/>
              </a:rPr>
              <a:t>归约分析</a:t>
            </a:r>
            <a:endParaRPr lang="zh-CN" altLang="en-US" sz="3000" kern="1200" dirty="0">
              <a:solidFill>
                <a:schemeClr val="tx1"/>
              </a:solidFill>
              <a:latin typeface="微软雅黑" panose="020B0503020204020204" pitchFamily="34" charset="-122"/>
              <a:ea typeface="微软雅黑" panose="020B0503020204020204" pitchFamily="34" charset="-122"/>
              <a:cs typeface="+mj-cs"/>
            </a:endParaRPr>
          </a:p>
        </p:txBody>
      </p:sp>
      <p:grpSp>
        <p:nvGrpSpPr>
          <p:cNvPr id="14347" name="Group 77"/>
          <p:cNvGrpSpPr/>
          <p:nvPr/>
        </p:nvGrpSpPr>
        <p:grpSpPr>
          <a:xfrm>
            <a:off x="1685925" y="3827463"/>
            <a:ext cx="357188" cy="492125"/>
            <a:chOff x="975" y="3203"/>
            <a:chExt cx="225" cy="653"/>
          </a:xfrm>
        </p:grpSpPr>
        <p:sp>
          <p:nvSpPr>
            <p:cNvPr id="40" name="Line 62"/>
            <p:cNvSpPr>
              <a:spLocks noChangeShapeType="1"/>
            </p:cNvSpPr>
            <p:nvPr/>
          </p:nvSpPr>
          <p:spPr bwMode="auto">
            <a:xfrm flipH="1" flipV="1">
              <a:off x="1066" y="3618"/>
              <a:ext cx="0" cy="238"/>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14372" name="Rectangle 63"/>
            <p:cNvSpPr/>
            <p:nvPr/>
          </p:nvSpPr>
          <p:spPr>
            <a:xfrm>
              <a:off x="975" y="3203"/>
              <a:ext cx="225" cy="573"/>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solidFill>
                    <a:srgbClr val="2D83F4"/>
                  </a:solidFill>
                  <a:latin typeface="Times New Roman" panose="02020603050405020304" pitchFamily="18" charset="0"/>
                </a:rPr>
                <a:t>E</a:t>
              </a:r>
            </a:p>
          </p:txBody>
        </p:sp>
      </p:grpSp>
      <p:grpSp>
        <p:nvGrpSpPr>
          <p:cNvPr id="14348" name="Group 84"/>
          <p:cNvGrpSpPr/>
          <p:nvPr/>
        </p:nvGrpSpPr>
        <p:grpSpPr>
          <a:xfrm>
            <a:off x="1901825" y="3422650"/>
            <a:ext cx="812800" cy="847725"/>
            <a:chOff x="1111" y="2662"/>
            <a:chExt cx="512" cy="1129"/>
          </a:xfrm>
        </p:grpSpPr>
        <p:sp>
          <p:nvSpPr>
            <p:cNvPr id="44" name="Line 68"/>
            <p:cNvSpPr>
              <a:spLocks noChangeShapeType="1"/>
            </p:cNvSpPr>
            <p:nvPr/>
          </p:nvSpPr>
          <p:spPr bwMode="auto">
            <a:xfrm flipH="1" flipV="1">
              <a:off x="1404" y="3123"/>
              <a:ext cx="219" cy="292"/>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45" name="Line 69"/>
            <p:cNvSpPr>
              <a:spLocks noChangeShapeType="1"/>
            </p:cNvSpPr>
            <p:nvPr/>
          </p:nvSpPr>
          <p:spPr bwMode="auto">
            <a:xfrm flipV="1">
              <a:off x="1364" y="3184"/>
              <a:ext cx="10" cy="607"/>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46" name="Line 70"/>
            <p:cNvSpPr>
              <a:spLocks noChangeShapeType="1"/>
            </p:cNvSpPr>
            <p:nvPr/>
          </p:nvSpPr>
          <p:spPr bwMode="auto">
            <a:xfrm flipV="1">
              <a:off x="1111" y="3098"/>
              <a:ext cx="272" cy="226"/>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14370" name="Rectangle 71"/>
            <p:cNvSpPr/>
            <p:nvPr/>
          </p:nvSpPr>
          <p:spPr>
            <a:xfrm>
              <a:off x="1292" y="2662"/>
              <a:ext cx="225" cy="575"/>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solidFill>
                    <a:srgbClr val="2D83F4"/>
                  </a:solidFill>
                  <a:latin typeface="Times New Roman" panose="02020603050405020304" pitchFamily="18" charset="0"/>
                </a:rPr>
                <a:t>E</a:t>
              </a:r>
            </a:p>
          </p:txBody>
        </p:sp>
      </p:grpSp>
      <p:grpSp>
        <p:nvGrpSpPr>
          <p:cNvPr id="14349" name="Group 78"/>
          <p:cNvGrpSpPr/>
          <p:nvPr/>
        </p:nvGrpSpPr>
        <p:grpSpPr>
          <a:xfrm>
            <a:off x="533400" y="3814763"/>
            <a:ext cx="357188" cy="504825"/>
            <a:chOff x="975" y="3041"/>
            <a:chExt cx="225" cy="672"/>
          </a:xfrm>
        </p:grpSpPr>
        <p:sp>
          <p:nvSpPr>
            <p:cNvPr id="49" name="Line 79"/>
            <p:cNvSpPr>
              <a:spLocks noChangeShapeType="1"/>
            </p:cNvSpPr>
            <p:nvPr/>
          </p:nvSpPr>
          <p:spPr bwMode="auto">
            <a:xfrm flipH="1" flipV="1">
              <a:off x="1066" y="3474"/>
              <a:ext cx="0" cy="239"/>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14366" name="Rectangle 80"/>
            <p:cNvSpPr/>
            <p:nvPr/>
          </p:nvSpPr>
          <p:spPr>
            <a:xfrm>
              <a:off x="975" y="3041"/>
              <a:ext cx="225" cy="575"/>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solidFill>
                    <a:srgbClr val="2D83F4"/>
                  </a:solidFill>
                  <a:latin typeface="Times New Roman" panose="02020603050405020304" pitchFamily="18" charset="0"/>
                </a:rPr>
                <a:t>E</a:t>
              </a:r>
            </a:p>
          </p:txBody>
        </p:sp>
      </p:grpSp>
      <p:grpSp>
        <p:nvGrpSpPr>
          <p:cNvPr id="14350" name="Group 81"/>
          <p:cNvGrpSpPr/>
          <p:nvPr/>
        </p:nvGrpSpPr>
        <p:grpSpPr>
          <a:xfrm>
            <a:off x="2622550" y="3883025"/>
            <a:ext cx="357188" cy="471488"/>
            <a:chOff x="975" y="3203"/>
            <a:chExt cx="225" cy="628"/>
          </a:xfrm>
        </p:grpSpPr>
        <p:sp>
          <p:nvSpPr>
            <p:cNvPr id="52" name="Line 82"/>
            <p:cNvSpPr>
              <a:spLocks noChangeShapeType="1"/>
            </p:cNvSpPr>
            <p:nvPr/>
          </p:nvSpPr>
          <p:spPr bwMode="auto">
            <a:xfrm flipH="1" flipV="1">
              <a:off x="1066" y="3592"/>
              <a:ext cx="0" cy="239"/>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14364" name="Rectangle 83"/>
            <p:cNvSpPr/>
            <p:nvPr/>
          </p:nvSpPr>
          <p:spPr>
            <a:xfrm>
              <a:off x="975" y="3203"/>
              <a:ext cx="225" cy="575"/>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solidFill>
                    <a:srgbClr val="2D83F4"/>
                  </a:solidFill>
                  <a:latin typeface="Times New Roman" panose="02020603050405020304" pitchFamily="18" charset="0"/>
                </a:rPr>
                <a:t>E</a:t>
              </a:r>
            </a:p>
          </p:txBody>
        </p:sp>
      </p:grpSp>
      <p:grpSp>
        <p:nvGrpSpPr>
          <p:cNvPr id="14351" name="Group 87"/>
          <p:cNvGrpSpPr/>
          <p:nvPr/>
        </p:nvGrpSpPr>
        <p:grpSpPr>
          <a:xfrm>
            <a:off x="1500188" y="2919413"/>
            <a:ext cx="1625600" cy="1387475"/>
            <a:chOff x="858" y="1946"/>
            <a:chExt cx="1024" cy="1847"/>
          </a:xfrm>
        </p:grpSpPr>
        <p:sp>
          <p:nvSpPr>
            <p:cNvPr id="55" name="Line 74"/>
            <p:cNvSpPr>
              <a:spLocks noChangeShapeType="1"/>
            </p:cNvSpPr>
            <p:nvPr/>
          </p:nvSpPr>
          <p:spPr bwMode="auto">
            <a:xfrm flipV="1">
              <a:off x="858" y="2417"/>
              <a:ext cx="536" cy="1352"/>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56" name="Line 75"/>
            <p:cNvSpPr>
              <a:spLocks noChangeShapeType="1"/>
            </p:cNvSpPr>
            <p:nvPr/>
          </p:nvSpPr>
          <p:spPr bwMode="auto">
            <a:xfrm flipH="1" flipV="1">
              <a:off x="1381" y="2417"/>
              <a:ext cx="501" cy="1376"/>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57" name="Line 85"/>
            <p:cNvSpPr>
              <a:spLocks noChangeShapeType="1"/>
            </p:cNvSpPr>
            <p:nvPr/>
          </p:nvSpPr>
          <p:spPr bwMode="auto">
            <a:xfrm flipV="1">
              <a:off x="1383" y="2392"/>
              <a:ext cx="0" cy="309"/>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14362" name="Rectangle 86"/>
            <p:cNvSpPr/>
            <p:nvPr/>
          </p:nvSpPr>
          <p:spPr>
            <a:xfrm>
              <a:off x="1247" y="1946"/>
              <a:ext cx="225" cy="575"/>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solidFill>
                    <a:srgbClr val="2D83F4"/>
                  </a:solidFill>
                  <a:latin typeface="Times New Roman" panose="02020603050405020304" pitchFamily="18" charset="0"/>
                </a:rPr>
                <a:t>E</a:t>
              </a:r>
            </a:p>
          </p:txBody>
        </p:sp>
      </p:grpSp>
      <p:grpSp>
        <p:nvGrpSpPr>
          <p:cNvPr id="14352" name="Group 90"/>
          <p:cNvGrpSpPr/>
          <p:nvPr/>
        </p:nvGrpSpPr>
        <p:grpSpPr>
          <a:xfrm>
            <a:off x="749300" y="2470150"/>
            <a:ext cx="1439863" cy="1782763"/>
            <a:chOff x="385" y="1374"/>
            <a:chExt cx="907" cy="2374"/>
          </a:xfrm>
        </p:grpSpPr>
        <p:sp>
          <p:nvSpPr>
            <p:cNvPr id="60" name="Line 73"/>
            <p:cNvSpPr>
              <a:spLocks noChangeShapeType="1"/>
            </p:cNvSpPr>
            <p:nvPr/>
          </p:nvSpPr>
          <p:spPr bwMode="auto">
            <a:xfrm flipV="1">
              <a:off x="385" y="1850"/>
              <a:ext cx="634" cy="1399"/>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14356" name="Rectangle 76"/>
            <p:cNvSpPr/>
            <p:nvPr/>
          </p:nvSpPr>
          <p:spPr>
            <a:xfrm>
              <a:off x="930" y="1374"/>
              <a:ext cx="225" cy="575"/>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solidFill>
                    <a:srgbClr val="2D83F4"/>
                  </a:solidFill>
                  <a:latin typeface="Times New Roman" panose="02020603050405020304" pitchFamily="18" charset="0"/>
                </a:rPr>
                <a:t>E</a:t>
              </a:r>
            </a:p>
          </p:txBody>
        </p:sp>
        <p:sp>
          <p:nvSpPr>
            <p:cNvPr id="62" name="Line 88"/>
            <p:cNvSpPr>
              <a:spLocks noChangeShapeType="1"/>
            </p:cNvSpPr>
            <p:nvPr/>
          </p:nvSpPr>
          <p:spPr bwMode="auto">
            <a:xfrm flipV="1">
              <a:off x="612" y="1850"/>
              <a:ext cx="447" cy="1898"/>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63" name="Line 89"/>
            <p:cNvSpPr>
              <a:spLocks noChangeShapeType="1"/>
            </p:cNvSpPr>
            <p:nvPr/>
          </p:nvSpPr>
          <p:spPr bwMode="auto">
            <a:xfrm flipH="1" flipV="1">
              <a:off x="1092" y="1850"/>
              <a:ext cx="200" cy="216"/>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grpSp>
      <p:sp>
        <p:nvSpPr>
          <p:cNvPr id="64" name="矩形 63"/>
          <p:cNvSpPr/>
          <p:nvPr/>
        </p:nvSpPr>
        <p:spPr>
          <a:xfrm>
            <a:off x="858838" y="876300"/>
            <a:ext cx="1531938" cy="1477963"/>
          </a:xfrm>
          <a:prstGeom prst="rect">
            <a:avLst/>
          </a:prstGeom>
          <a:solidFill>
            <a:schemeClr val="accent5">
              <a:lumMod val="60000"/>
              <a:lumOff val="40000"/>
            </a:schemeClr>
          </a:solidFill>
          <a:ln w="12700">
            <a:solidFill>
              <a:schemeClr val="tx1"/>
            </a:solidFill>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Times New Roman" panose="02020603050405020304" pitchFamily="18" charset="0"/>
              </a:rPr>
              <a:t>文法</a:t>
            </a:r>
            <a:endParaRPr kumimoji="0" lang="en-US" altLang="zh-CN" sz="18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00"/>
                </a:solidFill>
                <a:effectLst/>
                <a:uLnTx/>
                <a:uFillTx/>
                <a:latin typeface="宋体" panose="02010600030101010101" pitchFamily="2" charset="-122"/>
                <a:ea typeface="华文楷体" panose="02010600040101010101" pitchFamily="2" charset="-122"/>
                <a:cs typeface="Times New Roman" panose="02020603050405020304" pitchFamily="18" charset="0"/>
              </a:rPr>
              <a:t>① </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楷体_GB2312"/>
                <a:cs typeface="Times New Roman" panose="02020603050405020304" pitchFamily="18" charset="0"/>
              </a:rPr>
              <a:t>E </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a:cs typeface="Times New Roman" panose="02020603050405020304" pitchFamily="18" charset="0"/>
              </a:rPr>
              <a:t>→ </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楷体_GB2312"/>
                <a:cs typeface="Times New Roman" panose="02020603050405020304" pitchFamily="18" charset="0"/>
              </a:rPr>
              <a:t>E</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a:cs typeface="Times New Roman" panose="02020603050405020304" pitchFamily="18" charset="0"/>
              </a:rPr>
              <a:t>+</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楷体_GB2312"/>
                <a:cs typeface="Times New Roman" panose="02020603050405020304" pitchFamily="18" charset="0"/>
              </a:rPr>
              <a:t>E </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00"/>
                </a:solidFill>
                <a:effectLst/>
                <a:uLnTx/>
                <a:uFillTx/>
                <a:latin typeface="宋体" panose="02010600030101010101" pitchFamily="2" charset="-122"/>
                <a:ea typeface="楷体_GB2312"/>
                <a:cs typeface="Times New Roman" panose="02020603050405020304" pitchFamily="18" charset="0"/>
              </a:rPr>
              <a:t>② </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rPr>
              <a:t>E </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rPr>
              <a:t>→ </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rPr>
              <a:t>E</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rPr>
              <a:t>*</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rPr>
              <a:t>E </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③ </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rPr>
              <a:t>E </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rPr>
              <a:t>→ (</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rPr>
              <a:t>E</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rPr>
              <a:t>) </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④ </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rPr>
              <a:t>E </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a:cs typeface="楷体_GB2312"/>
              </a:rPr>
              <a:t>→ id</a:t>
            </a:r>
            <a:endParaRPr kumimoji="0" lang="zh-CN" altLang="en-US" sz="1800" b="1" i="0" u="none" strike="noStrike" kern="1200" cap="none" spc="0" normalizeH="0" baseline="0" noProof="0">
              <a:ln>
                <a:noFill/>
              </a:ln>
              <a:solidFill>
                <a:srgbClr val="000000"/>
              </a:solidFill>
              <a:effectLst/>
              <a:uLnTx/>
              <a:uFillTx/>
              <a:latin typeface="Tahoma" panose="020B0604030504040204" pitchFamily="34" charset="0"/>
              <a:ea typeface="楷体_GB2312"/>
              <a:cs typeface="楷体_GB2312"/>
            </a:endParaRPr>
          </a:p>
        </p:txBody>
      </p:sp>
      <p:sp>
        <p:nvSpPr>
          <p:cNvPr id="14354" name="Rectangle 57"/>
          <p:cNvSpPr/>
          <p:nvPr/>
        </p:nvSpPr>
        <p:spPr>
          <a:xfrm>
            <a:off x="461963" y="4252913"/>
            <a:ext cx="2895600" cy="406400"/>
          </a:xfrm>
          <a:prstGeom prst="rect">
            <a:avLst/>
          </a:prstGeom>
          <a:noFill/>
          <a:ln w="9525">
            <a:noFill/>
          </a:ln>
        </p:spPr>
        <p:txBody>
          <a:bodyPr lIns="92075" tIns="46038" rIns="92075" bIns="46038">
            <a:spAutoFit/>
          </a:bodyPr>
          <a:lstStyle/>
          <a:p>
            <a:pPr>
              <a:lnSpc>
                <a:spcPct val="110000"/>
              </a:lnSpc>
              <a:spcBef>
                <a:spcPct val="20000"/>
              </a:spcBef>
              <a:buClr>
                <a:srgbClr val="5EAEFF"/>
              </a:buClr>
              <a:buSzPct val="75000"/>
              <a:buFont typeface="Monotype Sorts"/>
            </a:pPr>
            <a:r>
              <a:rPr lang="en-US" altLang="zh-CN" sz="2000" b="1" dirty="0">
                <a:solidFill>
                  <a:srgbClr val="2D83F4"/>
                </a:solidFill>
                <a:latin typeface="Times New Roman" panose="02020603050405020304" pitchFamily="18" charset="0"/>
              </a:rPr>
              <a:t>id</a:t>
            </a:r>
            <a:r>
              <a:rPr lang="en-US" altLang="zh-CN" sz="2000" b="1" dirty="0">
                <a:solidFill>
                  <a:srgbClr val="5EAEFF"/>
                </a:solidFill>
                <a:latin typeface="Times New Roman" panose="02020603050405020304" pitchFamily="18" charset="0"/>
              </a:rPr>
              <a:t>    </a:t>
            </a:r>
            <a:r>
              <a:rPr lang="en-US" altLang="zh-CN" sz="2000" b="1" dirty="0">
                <a:solidFill>
                  <a:srgbClr val="2D83F4"/>
                </a:solidFill>
                <a:latin typeface="Times New Roman" panose="02020603050405020304" pitchFamily="18" charset="0"/>
              </a:rPr>
              <a:t>+    (    id    +    id</a:t>
            </a:r>
            <a:r>
              <a:rPr lang="en-US" altLang="zh-CN" sz="2000" dirty="0">
                <a:solidFill>
                  <a:srgbClr val="2D83F4"/>
                </a:solidFill>
                <a:latin typeface="Times New Roman" panose="02020603050405020304" pitchFamily="18" charset="0"/>
              </a:rPr>
              <a:t>    </a:t>
            </a:r>
            <a:r>
              <a:rPr lang="en-US" altLang="zh-CN" sz="2000" b="1" dirty="0">
                <a:solidFill>
                  <a:srgbClr val="2D83F4"/>
                </a:solidFill>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fltVal val="0"/>
                                          </p:val>
                                        </p:tav>
                                        <p:tav tm="100000">
                                          <p:val>
                                            <p:strVal val="#ppt_w"/>
                                          </p:val>
                                        </p:tav>
                                      </p:tavLst>
                                    </p:anim>
                                    <p:anim calcmode="lin" valueType="num">
                                      <p:cBhvr>
                                        <p:cTn id="8" dur="500" fill="hold"/>
                                        <p:tgtEl>
                                          <p:spTgt spid="38"/>
                                        </p:tgtEl>
                                        <p:attrNameLst>
                                          <p:attrName>ppt_h</p:attrName>
                                        </p:attrNameLst>
                                      </p:cBhvr>
                                      <p:tavLst>
                                        <p:tav tm="0">
                                          <p:val>
                                            <p:fltVal val="0"/>
                                          </p:val>
                                        </p:tav>
                                        <p:tav tm="100000">
                                          <p:val>
                                            <p:strVal val="#ppt_h"/>
                                          </p:val>
                                        </p:tav>
                                      </p:tavLst>
                                    </p:anim>
                                    <p:animEffect transition="in" filter="fade">
                                      <p:cBhvr>
                                        <p:cTn id="9" dur="500"/>
                                        <p:tgtEl>
                                          <p:spTgt spid="3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2"/>
                                        </p:tgtEl>
                                        <p:attrNameLst>
                                          <p:attrName>style.visibility</p:attrName>
                                        </p:attrNameLst>
                                      </p:cBhvr>
                                      <p:to>
                                        <p:strVal val="visible"/>
                                      </p:to>
                                    </p:set>
                                    <p:anim calcmode="lin" valueType="num">
                                      <p:cBhvr>
                                        <p:cTn id="14" dur="500" fill="hold"/>
                                        <p:tgtEl>
                                          <p:spTgt spid="32"/>
                                        </p:tgtEl>
                                        <p:attrNameLst>
                                          <p:attrName>ppt_w</p:attrName>
                                        </p:attrNameLst>
                                      </p:cBhvr>
                                      <p:tavLst>
                                        <p:tav tm="0">
                                          <p:val>
                                            <p:fltVal val="0"/>
                                          </p:val>
                                        </p:tav>
                                        <p:tav tm="100000">
                                          <p:val>
                                            <p:strVal val="#ppt_w"/>
                                          </p:val>
                                        </p:tav>
                                      </p:tavLst>
                                    </p:anim>
                                    <p:anim calcmode="lin" valueType="num">
                                      <p:cBhvr>
                                        <p:cTn id="15" dur="500" fill="hold"/>
                                        <p:tgtEl>
                                          <p:spTgt spid="32"/>
                                        </p:tgtEl>
                                        <p:attrNameLst>
                                          <p:attrName>ppt_h</p:attrName>
                                        </p:attrNameLst>
                                      </p:cBhvr>
                                      <p:tavLst>
                                        <p:tav tm="0">
                                          <p:val>
                                            <p:fltVal val="0"/>
                                          </p:val>
                                        </p:tav>
                                        <p:tav tm="100000">
                                          <p:val>
                                            <p:strVal val="#ppt_h"/>
                                          </p:val>
                                        </p:tav>
                                      </p:tavLst>
                                    </p:anim>
                                    <p:animEffect transition="in" filter="fade">
                                      <p:cBhvr>
                                        <p:cTn id="16" dur="500"/>
                                        <p:tgtEl>
                                          <p:spTgt spid="32"/>
                                        </p:tgtEl>
                                      </p:cBhvr>
                                    </p:animEffect>
                                  </p:childTnLst>
                                </p:cTn>
                              </p:par>
                              <p:par>
                                <p:cTn id="17" presetID="53" presetClass="entr" presetSubtype="16"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p:cTn id="19" dur="500" fill="hold"/>
                                        <p:tgtEl>
                                          <p:spTgt spid="33"/>
                                        </p:tgtEl>
                                        <p:attrNameLst>
                                          <p:attrName>ppt_w</p:attrName>
                                        </p:attrNameLst>
                                      </p:cBhvr>
                                      <p:tavLst>
                                        <p:tav tm="0">
                                          <p:val>
                                            <p:fltVal val="0"/>
                                          </p:val>
                                        </p:tav>
                                        <p:tav tm="100000">
                                          <p:val>
                                            <p:strVal val="#ppt_w"/>
                                          </p:val>
                                        </p:tav>
                                      </p:tavLst>
                                    </p:anim>
                                    <p:anim calcmode="lin" valueType="num">
                                      <p:cBhvr>
                                        <p:cTn id="20" dur="500" fill="hold"/>
                                        <p:tgtEl>
                                          <p:spTgt spid="33"/>
                                        </p:tgtEl>
                                        <p:attrNameLst>
                                          <p:attrName>ppt_h</p:attrName>
                                        </p:attrNameLst>
                                      </p:cBhvr>
                                      <p:tavLst>
                                        <p:tav tm="0">
                                          <p:val>
                                            <p:fltVal val="0"/>
                                          </p:val>
                                        </p:tav>
                                        <p:tav tm="100000">
                                          <p:val>
                                            <p:strVal val="#ppt_h"/>
                                          </p:val>
                                        </p:tav>
                                      </p:tavLst>
                                    </p:anim>
                                    <p:animEffect transition="in" filter="fade">
                                      <p:cBhvr>
                                        <p:cTn id="21" dur="500"/>
                                        <p:tgtEl>
                                          <p:spTgt spid="33"/>
                                        </p:tgtEl>
                                      </p:cBhvr>
                                    </p:animEffect>
                                  </p:childTnLst>
                                </p:cTn>
                              </p:par>
                              <p:par>
                                <p:cTn id="22" presetID="53" presetClass="entr" presetSubtype="16" fill="hold" nodeType="withEffect">
                                  <p:stCondLst>
                                    <p:cond delay="0"/>
                                  </p:stCondLst>
                                  <p:childTnLst>
                                    <p:set>
                                      <p:cBhvr>
                                        <p:cTn id="23" dur="1" fill="hold">
                                          <p:stCondLst>
                                            <p:cond delay="0"/>
                                          </p:stCondLst>
                                        </p:cTn>
                                        <p:tgtEl>
                                          <p:spTgt spid="34"/>
                                        </p:tgtEl>
                                        <p:attrNameLst>
                                          <p:attrName>style.visibility</p:attrName>
                                        </p:attrNameLst>
                                      </p:cBhvr>
                                      <p:to>
                                        <p:strVal val="visible"/>
                                      </p:to>
                                    </p:set>
                                    <p:anim calcmode="lin" valueType="num">
                                      <p:cBhvr>
                                        <p:cTn id="24" dur="500" fill="hold"/>
                                        <p:tgtEl>
                                          <p:spTgt spid="34"/>
                                        </p:tgtEl>
                                        <p:attrNameLst>
                                          <p:attrName>ppt_w</p:attrName>
                                        </p:attrNameLst>
                                      </p:cBhvr>
                                      <p:tavLst>
                                        <p:tav tm="0">
                                          <p:val>
                                            <p:fltVal val="0"/>
                                          </p:val>
                                        </p:tav>
                                        <p:tav tm="100000">
                                          <p:val>
                                            <p:strVal val="#ppt_w"/>
                                          </p:val>
                                        </p:tav>
                                      </p:tavLst>
                                    </p:anim>
                                    <p:anim calcmode="lin" valueType="num">
                                      <p:cBhvr>
                                        <p:cTn id="25" dur="500" fill="hold"/>
                                        <p:tgtEl>
                                          <p:spTgt spid="34"/>
                                        </p:tgtEl>
                                        <p:attrNameLst>
                                          <p:attrName>ppt_h</p:attrName>
                                        </p:attrNameLst>
                                      </p:cBhvr>
                                      <p:tavLst>
                                        <p:tav tm="0">
                                          <p:val>
                                            <p:fltVal val="0"/>
                                          </p:val>
                                        </p:tav>
                                        <p:tav tm="100000">
                                          <p:val>
                                            <p:strVal val="#ppt_h"/>
                                          </p:val>
                                        </p:tav>
                                      </p:tavLst>
                                    </p:anim>
                                    <p:animEffect transition="in" filter="fade">
                                      <p:cBhvr>
                                        <p:cTn id="26" dur="500"/>
                                        <p:tgtEl>
                                          <p:spTgt spid="34"/>
                                        </p:tgtEl>
                                      </p:cBhvr>
                                    </p:animEffect>
                                  </p:childTnLst>
                                </p:cTn>
                              </p:par>
                              <p:par>
                                <p:cTn id="27" presetID="53" presetClass="entr" presetSubtype="16" fill="hold" nodeType="withEffect">
                                  <p:stCondLst>
                                    <p:cond delay="0"/>
                                  </p:stCondLst>
                                  <p:childTnLst>
                                    <p:set>
                                      <p:cBhvr>
                                        <p:cTn id="28" dur="1" fill="hold">
                                          <p:stCondLst>
                                            <p:cond delay="0"/>
                                          </p:stCondLst>
                                        </p:cTn>
                                        <p:tgtEl>
                                          <p:spTgt spid="35"/>
                                        </p:tgtEl>
                                        <p:attrNameLst>
                                          <p:attrName>style.visibility</p:attrName>
                                        </p:attrNameLst>
                                      </p:cBhvr>
                                      <p:to>
                                        <p:strVal val="visible"/>
                                      </p:to>
                                    </p:set>
                                    <p:anim calcmode="lin" valueType="num">
                                      <p:cBhvr>
                                        <p:cTn id="29" dur="500" fill="hold"/>
                                        <p:tgtEl>
                                          <p:spTgt spid="35"/>
                                        </p:tgtEl>
                                        <p:attrNameLst>
                                          <p:attrName>ppt_w</p:attrName>
                                        </p:attrNameLst>
                                      </p:cBhvr>
                                      <p:tavLst>
                                        <p:tav tm="0">
                                          <p:val>
                                            <p:fltVal val="0"/>
                                          </p:val>
                                        </p:tav>
                                        <p:tav tm="100000">
                                          <p:val>
                                            <p:strVal val="#ppt_w"/>
                                          </p:val>
                                        </p:tav>
                                      </p:tavLst>
                                    </p:anim>
                                    <p:anim calcmode="lin" valueType="num">
                                      <p:cBhvr>
                                        <p:cTn id="30" dur="500" fill="hold"/>
                                        <p:tgtEl>
                                          <p:spTgt spid="35"/>
                                        </p:tgtEl>
                                        <p:attrNameLst>
                                          <p:attrName>ppt_h</p:attrName>
                                        </p:attrNameLst>
                                      </p:cBhvr>
                                      <p:tavLst>
                                        <p:tav tm="0">
                                          <p:val>
                                            <p:fltVal val="0"/>
                                          </p:val>
                                        </p:tav>
                                        <p:tav tm="100000">
                                          <p:val>
                                            <p:strVal val="#ppt_h"/>
                                          </p:val>
                                        </p:tav>
                                      </p:tavLst>
                                    </p:anim>
                                    <p:animEffect transition="in" filter="fade">
                                      <p:cBhvr>
                                        <p:cTn id="31" dur="500"/>
                                        <p:tgtEl>
                                          <p:spTgt spid="35"/>
                                        </p:tgtEl>
                                      </p:cBhvr>
                                    </p:animEffect>
                                  </p:childTnLst>
                                </p:cTn>
                              </p:par>
                              <p:par>
                                <p:cTn id="32" presetID="53" presetClass="entr" presetSubtype="16" fill="hold" nodeType="withEffect">
                                  <p:stCondLst>
                                    <p:cond delay="0"/>
                                  </p:stCondLst>
                                  <p:childTnLst>
                                    <p:set>
                                      <p:cBhvr>
                                        <p:cTn id="33" dur="1" fill="hold">
                                          <p:stCondLst>
                                            <p:cond delay="0"/>
                                          </p:stCondLst>
                                        </p:cTn>
                                        <p:tgtEl>
                                          <p:spTgt spid="36"/>
                                        </p:tgtEl>
                                        <p:attrNameLst>
                                          <p:attrName>style.visibility</p:attrName>
                                        </p:attrNameLst>
                                      </p:cBhvr>
                                      <p:to>
                                        <p:strVal val="visible"/>
                                      </p:to>
                                    </p:set>
                                    <p:anim calcmode="lin" valueType="num">
                                      <p:cBhvr>
                                        <p:cTn id="34" dur="500" fill="hold"/>
                                        <p:tgtEl>
                                          <p:spTgt spid="36"/>
                                        </p:tgtEl>
                                        <p:attrNameLst>
                                          <p:attrName>ppt_w</p:attrName>
                                        </p:attrNameLst>
                                      </p:cBhvr>
                                      <p:tavLst>
                                        <p:tav tm="0">
                                          <p:val>
                                            <p:fltVal val="0"/>
                                          </p:val>
                                        </p:tav>
                                        <p:tav tm="100000">
                                          <p:val>
                                            <p:strVal val="#ppt_w"/>
                                          </p:val>
                                        </p:tav>
                                      </p:tavLst>
                                    </p:anim>
                                    <p:anim calcmode="lin" valueType="num">
                                      <p:cBhvr>
                                        <p:cTn id="35" dur="500" fill="hold"/>
                                        <p:tgtEl>
                                          <p:spTgt spid="36"/>
                                        </p:tgtEl>
                                        <p:attrNameLst>
                                          <p:attrName>ppt_h</p:attrName>
                                        </p:attrNameLst>
                                      </p:cBhvr>
                                      <p:tavLst>
                                        <p:tav tm="0">
                                          <p:val>
                                            <p:fltVal val="0"/>
                                          </p:val>
                                        </p:tav>
                                        <p:tav tm="100000">
                                          <p:val>
                                            <p:strVal val="#ppt_h"/>
                                          </p:val>
                                        </p:tav>
                                      </p:tavLst>
                                    </p:anim>
                                    <p:animEffect transition="in" filter="fade">
                                      <p:cBhvr>
                                        <p:cTn id="36" dur="500"/>
                                        <p:tgtEl>
                                          <p:spTgt spid="36"/>
                                        </p:tgtEl>
                                      </p:cBhvr>
                                    </p:animEffect>
                                  </p:childTnLst>
                                </p:cTn>
                              </p:par>
                              <p:par>
                                <p:cTn id="37" presetID="53" presetClass="entr" presetSubtype="16" fill="hold" nodeType="withEffect">
                                  <p:stCondLst>
                                    <p:cond delay="0"/>
                                  </p:stCondLst>
                                  <p:childTnLst>
                                    <p:set>
                                      <p:cBhvr>
                                        <p:cTn id="38" dur="1" fill="hold">
                                          <p:stCondLst>
                                            <p:cond delay="0"/>
                                          </p:stCondLst>
                                        </p:cTn>
                                        <p:tgtEl>
                                          <p:spTgt spid="37"/>
                                        </p:tgtEl>
                                        <p:attrNameLst>
                                          <p:attrName>style.visibility</p:attrName>
                                        </p:attrNameLst>
                                      </p:cBhvr>
                                      <p:to>
                                        <p:strVal val="visible"/>
                                      </p:to>
                                    </p:set>
                                    <p:anim calcmode="lin" valueType="num">
                                      <p:cBhvr>
                                        <p:cTn id="39" dur="500" fill="hold"/>
                                        <p:tgtEl>
                                          <p:spTgt spid="37"/>
                                        </p:tgtEl>
                                        <p:attrNameLst>
                                          <p:attrName>ppt_w</p:attrName>
                                        </p:attrNameLst>
                                      </p:cBhvr>
                                      <p:tavLst>
                                        <p:tav tm="0">
                                          <p:val>
                                            <p:fltVal val="0"/>
                                          </p:val>
                                        </p:tav>
                                        <p:tav tm="100000">
                                          <p:val>
                                            <p:strVal val="#ppt_w"/>
                                          </p:val>
                                        </p:tav>
                                      </p:tavLst>
                                    </p:anim>
                                    <p:anim calcmode="lin" valueType="num">
                                      <p:cBhvr>
                                        <p:cTn id="40" dur="500" fill="hold"/>
                                        <p:tgtEl>
                                          <p:spTgt spid="37"/>
                                        </p:tgtEl>
                                        <p:attrNameLst>
                                          <p:attrName>ppt_h</p:attrName>
                                        </p:attrNameLst>
                                      </p:cBhvr>
                                      <p:tavLst>
                                        <p:tav tm="0">
                                          <p:val>
                                            <p:fltVal val="0"/>
                                          </p:val>
                                        </p:tav>
                                        <p:tav tm="100000">
                                          <p:val>
                                            <p:strVal val="#ppt_h"/>
                                          </p:val>
                                        </p:tav>
                                      </p:tavLst>
                                    </p:anim>
                                    <p:animEffect transition="in" filter="fade">
                                      <p:cBhvr>
                                        <p:cTn id="4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Grp="1"/>
          </p:cNvSpPr>
          <p:nvPr>
            <p:ph idx="1"/>
          </p:nvPr>
        </p:nvSpPr>
        <p:spPr>
          <a:xfrm>
            <a:off x="411163" y="917575"/>
            <a:ext cx="8304212" cy="3225800"/>
          </a:xfrm>
        </p:spPr>
        <p:txBody>
          <a:bodyPr vert="horz" wrap="square" lIns="92075" tIns="46038" rIns="92075" bIns="46038" anchor="t" anchorCtr="0"/>
          <a:lstStyle/>
          <a:p>
            <a:pPr eaLnBrk="1" hangingPunct="1">
              <a:lnSpc>
                <a:spcPts val="4000"/>
              </a:lnSpc>
              <a:buClrTx/>
              <a:buSzPct val="100000"/>
              <a:buFont typeface="Wingdings" panose="05000000000000000000" pitchFamily="2" charset="2"/>
              <a:buChar char="Ø"/>
            </a:pPr>
            <a:r>
              <a:rPr lang="zh-CN" altLang="en-US" sz="2800" b="1" kern="1200" dirty="0">
                <a:solidFill>
                  <a:schemeClr val="tx1"/>
                </a:solidFill>
                <a:latin typeface="Times New Roman" panose="02020603050405020304" pitchFamily="18" charset="0"/>
                <a:ea typeface="华文楷体" panose="02010600040101010101" pitchFamily="2" charset="-122"/>
                <a:cs typeface="+mn-cs"/>
              </a:rPr>
              <a:t>移入：将</a:t>
            </a:r>
            <a:r>
              <a:rPr lang="zh-CN" altLang="en-US" sz="2800"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下一个输入符号移到栈的顶端</a:t>
            </a:r>
            <a:endParaRPr lang="en-US" altLang="zh-CN" sz="2800" b="1" kern="1200" dirty="0">
              <a:solidFill>
                <a:schemeClr val="tx1"/>
              </a:solidFill>
              <a:highlight>
                <a:srgbClr val="FFFF00"/>
              </a:highlight>
              <a:latin typeface="Times New Roman" panose="02020603050405020304" pitchFamily="18" charset="0"/>
              <a:ea typeface="华文楷体" panose="02010600040101010101" pitchFamily="2" charset="-122"/>
              <a:cs typeface="+mn-cs"/>
            </a:endParaRPr>
          </a:p>
          <a:p>
            <a:pPr eaLnBrk="1" hangingPunct="1">
              <a:lnSpc>
                <a:spcPts val="4000"/>
              </a:lnSpc>
              <a:buClrTx/>
              <a:buSzPct val="100000"/>
              <a:buFont typeface="Wingdings" panose="05000000000000000000" pitchFamily="2" charset="2"/>
              <a:buChar char="Ø"/>
            </a:pPr>
            <a:r>
              <a:rPr lang="zh-CN" altLang="en-US" sz="2800" b="1" kern="1200" dirty="0">
                <a:solidFill>
                  <a:schemeClr val="tx1"/>
                </a:solidFill>
                <a:latin typeface="Times New Roman" panose="02020603050405020304" pitchFamily="18" charset="0"/>
                <a:ea typeface="华文楷体" panose="02010600040101010101" pitchFamily="2" charset="-122"/>
                <a:cs typeface="+mn-cs"/>
              </a:rPr>
              <a:t>归约：被</a:t>
            </a:r>
            <a:r>
              <a:rPr lang="zh-CN" altLang="en-US" sz="2800"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归约的符号串的</a:t>
            </a:r>
            <a:r>
              <a:rPr lang="zh-CN" altLang="en-US" sz="2800" b="1" kern="1200" dirty="0">
                <a:solidFill>
                  <a:srgbClr val="2D83F4"/>
                </a:solidFill>
                <a:highlight>
                  <a:srgbClr val="FFFF00"/>
                </a:highlight>
                <a:latin typeface="Times New Roman" panose="02020603050405020304" pitchFamily="18" charset="0"/>
                <a:ea typeface="华文楷体" panose="02010600040101010101" pitchFamily="2" charset="-122"/>
                <a:cs typeface="+mn-cs"/>
              </a:rPr>
              <a:t>右端</a:t>
            </a:r>
            <a:r>
              <a:rPr lang="zh-CN" altLang="en-US" sz="2800"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必然处于栈顶</a:t>
            </a:r>
            <a:r>
              <a:rPr lang="zh-CN" altLang="en-US" sz="2800" b="1" kern="1200" dirty="0">
                <a:solidFill>
                  <a:schemeClr val="tx1"/>
                </a:solidFill>
                <a:latin typeface="Times New Roman" panose="02020603050405020304" pitchFamily="18" charset="0"/>
                <a:ea typeface="华文楷体" panose="02010600040101010101" pitchFamily="2" charset="-122"/>
                <a:cs typeface="+mn-cs"/>
              </a:rPr>
              <a:t>。语法分析器在栈中确定这个串的</a:t>
            </a:r>
            <a:r>
              <a:rPr lang="zh-CN" altLang="en-US" sz="2800" b="1" kern="1200" dirty="0">
                <a:solidFill>
                  <a:srgbClr val="2D83F4"/>
                </a:solidFill>
                <a:latin typeface="Times New Roman" panose="02020603050405020304" pitchFamily="18" charset="0"/>
                <a:ea typeface="华文楷体" panose="02010600040101010101" pitchFamily="2" charset="-122"/>
                <a:cs typeface="+mn-cs"/>
              </a:rPr>
              <a:t>左端</a:t>
            </a:r>
            <a:r>
              <a:rPr lang="zh-CN" altLang="en-US" sz="2800" b="1" kern="1200" dirty="0">
                <a:solidFill>
                  <a:schemeClr val="tx1"/>
                </a:solidFill>
                <a:latin typeface="Times New Roman" panose="02020603050405020304" pitchFamily="18" charset="0"/>
                <a:ea typeface="华文楷体" panose="02010600040101010101" pitchFamily="2" charset="-122"/>
                <a:cs typeface="+mn-cs"/>
              </a:rPr>
              <a:t>，并决定用哪个非终结符来替换这个串</a:t>
            </a:r>
            <a:endParaRPr lang="en-US" altLang="zh-CN" sz="2800" b="1" kern="1200" dirty="0">
              <a:solidFill>
                <a:schemeClr val="tx1"/>
              </a:solidFill>
              <a:latin typeface="Times New Roman" panose="02020603050405020304" pitchFamily="18" charset="0"/>
              <a:ea typeface="华文楷体" panose="02010600040101010101" pitchFamily="2" charset="-122"/>
              <a:cs typeface="+mn-cs"/>
            </a:endParaRPr>
          </a:p>
          <a:p>
            <a:pPr eaLnBrk="1" hangingPunct="1">
              <a:lnSpc>
                <a:spcPts val="4000"/>
              </a:lnSpc>
              <a:buClrTx/>
              <a:buSzPct val="100000"/>
              <a:buFont typeface="Wingdings" panose="05000000000000000000" pitchFamily="2" charset="2"/>
              <a:buChar char="Ø"/>
            </a:pPr>
            <a:r>
              <a:rPr lang="zh-CN" altLang="en-US" sz="2800"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接收：宣布语法分析过程成功完成</a:t>
            </a:r>
            <a:endParaRPr lang="en-US" altLang="zh-CN" sz="2800" b="1" kern="1200" dirty="0">
              <a:solidFill>
                <a:schemeClr val="tx1"/>
              </a:solidFill>
              <a:highlight>
                <a:srgbClr val="FFFF00"/>
              </a:highlight>
              <a:latin typeface="Times New Roman" panose="02020603050405020304" pitchFamily="18" charset="0"/>
              <a:ea typeface="华文楷体" panose="02010600040101010101" pitchFamily="2" charset="-122"/>
              <a:cs typeface="+mn-cs"/>
            </a:endParaRPr>
          </a:p>
          <a:p>
            <a:pPr eaLnBrk="1" hangingPunct="1">
              <a:lnSpc>
                <a:spcPts val="4000"/>
              </a:lnSpc>
              <a:buClrTx/>
              <a:buSzPct val="100000"/>
              <a:buFont typeface="Wingdings" panose="05000000000000000000" pitchFamily="2" charset="2"/>
              <a:buChar char="Ø"/>
            </a:pPr>
            <a:r>
              <a:rPr lang="zh-CN" altLang="en-US" sz="2800" b="1" kern="1200" dirty="0">
                <a:solidFill>
                  <a:schemeClr val="tx1"/>
                </a:solidFill>
                <a:latin typeface="Times New Roman" panose="02020603050405020304" pitchFamily="18" charset="0"/>
                <a:ea typeface="华文楷体" panose="02010600040101010101" pitchFamily="2" charset="-122"/>
                <a:cs typeface="+mn-cs"/>
              </a:rPr>
              <a:t>报错：发现一个语法错误，并调用错误恢复子例程</a:t>
            </a:r>
            <a:endParaRPr lang="en-US" altLang="zh-CN" sz="2800" b="1" kern="1200" dirty="0">
              <a:solidFill>
                <a:schemeClr val="tx1"/>
              </a:solidFill>
              <a:latin typeface="Times New Roman" panose="02020603050405020304" pitchFamily="18" charset="0"/>
              <a:ea typeface="华文楷体" panose="02010600040101010101" pitchFamily="2" charset="-122"/>
              <a:cs typeface="+mn-cs"/>
            </a:endParaRPr>
          </a:p>
        </p:txBody>
      </p:sp>
      <p:sp>
        <p:nvSpPr>
          <p:cNvPr id="18435" name="Rectangle 2"/>
          <p:cNvSpPr>
            <a:spLocks noGrp="1"/>
          </p:cNvSpPr>
          <p:nvPr>
            <p:ph type="title"/>
          </p:nvPr>
        </p:nvSpPr>
        <p:spPr>
          <a:xfrm>
            <a:off x="755650" y="268288"/>
            <a:ext cx="7931150" cy="358775"/>
          </a:xfrm>
        </p:spPr>
        <p:txBody>
          <a:bodyPr vert="horz" wrap="square" lIns="92075" tIns="46038" rIns="92075" bIns="46038" anchor="ctr" anchorCtr="0"/>
          <a:lstStyle/>
          <a:p>
            <a:pPr eaLnBrk="1" hangingPunct="1">
              <a:buNone/>
            </a:pPr>
            <a:r>
              <a:rPr lang="zh-CN" altLang="en-US" sz="3000" kern="1200" dirty="0">
                <a:solidFill>
                  <a:schemeClr val="tx1"/>
                </a:solidFill>
                <a:latin typeface="微软雅黑" panose="020B0503020204020204" pitchFamily="34" charset="-122"/>
                <a:ea typeface="微软雅黑" panose="020B0503020204020204" pitchFamily="34" charset="-122"/>
                <a:cs typeface="+mj-cs"/>
              </a:rPr>
              <a:t>移入</a:t>
            </a:r>
            <a:r>
              <a:rPr lang="en-US" altLang="zh-CN" sz="3000" kern="1200" dirty="0">
                <a:solidFill>
                  <a:schemeClr val="tx1"/>
                </a:solidFill>
                <a:latin typeface="微软雅黑" panose="020B0503020204020204" pitchFamily="34" charset="-122"/>
                <a:ea typeface="微软雅黑" panose="020B0503020204020204" pitchFamily="34" charset="-122"/>
                <a:cs typeface="+mj-cs"/>
              </a:rPr>
              <a:t>-</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归约分析器可采取的</a:t>
            </a:r>
            <a:r>
              <a:rPr lang="en-US" altLang="zh-CN" sz="3000" kern="1200" dirty="0">
                <a:solidFill>
                  <a:schemeClr val="tx1"/>
                </a:solidFill>
                <a:latin typeface="微软雅黑" panose="020B0503020204020204" pitchFamily="34" charset="-122"/>
                <a:ea typeface="微软雅黑" panose="020B0503020204020204" pitchFamily="34" charset="-122"/>
                <a:cs typeface="+mj-cs"/>
              </a:rPr>
              <a:t>4</a:t>
            </a:r>
            <a:r>
              <a:rPr lang="zh-CN" altLang="en-US" sz="3000" kern="1200" dirty="0">
                <a:solidFill>
                  <a:schemeClr val="tx1"/>
                </a:solidFill>
                <a:latin typeface="微软雅黑" panose="020B0503020204020204" pitchFamily="34" charset="-122"/>
                <a:ea typeface="微软雅黑" panose="020B0503020204020204" pitchFamily="34" charset="-122"/>
                <a:cs typeface="+mj-cs"/>
              </a:rPr>
              <a:t>种动作</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1" name="Rectangle 2"/>
          <p:cNvSpPr>
            <a:spLocks noGrp="1" noChangeArrowheads="1"/>
          </p:cNvSpPr>
          <p:nvPr>
            <p:ph idx="1"/>
          </p:nvPr>
        </p:nvSpPr>
        <p:spPr>
          <a:xfrm>
            <a:off x="3276600" y="858838"/>
            <a:ext cx="5862638" cy="3225800"/>
          </a:xfrm>
        </p:spPr>
        <p:txBody>
          <a:bodyPr vert="horz" wrap="square" lIns="92075" tIns="46038" rIns="92075" bIns="46038" numCol="1" anchor="t" anchorCtr="0" compatLnSpc="1"/>
          <a:lstStyle/>
          <a:p>
            <a:pPr marL="273050" marR="0" lvl="0" indent="-273050" algn="l" defTabSz="914400" rtl="0" eaLnBrk="1" fontAlgn="base" latinLnBrk="0" hangingPunct="1">
              <a:lnSpc>
                <a:spcPct val="80000"/>
              </a:lnSpc>
              <a:spcBef>
                <a:spcPct val="20000"/>
              </a:spcBef>
              <a:spcAft>
                <a:spcPct val="0"/>
              </a:spcAft>
              <a:buClr>
                <a:schemeClr val="accent1"/>
              </a:buClr>
              <a:buSzPct val="100000"/>
              <a:buFont typeface="Wingdings" panose="05000000000000000000" pitchFamily="2" charset="2"/>
              <a:buNone/>
              <a:defRPr/>
            </a:pPr>
            <a:r>
              <a:rPr kumimoji="0" lang="zh-CN" altLang="en-US" sz="2000" b="1" i="0" u="none" strike="noStrike" kern="1200" cap="none" spc="0" normalizeH="0" baseline="0" noProof="0" dirty="0">
                <a:ln>
                  <a:noFill/>
                </a:ln>
                <a:solidFill>
                  <a:srgbClr val="2D83F4"/>
                </a:solidFill>
                <a:effectLst/>
                <a:uLnTx/>
                <a:uFillTx/>
                <a:latin typeface="华文楷体" panose="02010600040101010101" pitchFamily="2" charset="-122"/>
                <a:ea typeface="+mn-ea"/>
                <a:cs typeface="Times New Roman" panose="02020603050405020304" pitchFamily="18" charset="0"/>
              </a:rPr>
              <a:t>    栈                              剩余输入</a:t>
            </a:r>
            <a:r>
              <a:rPr kumimoji="0" lang="en-US" altLang="zh-CN" sz="2000" b="1" i="0" u="none" strike="noStrike" kern="1200" cap="none" spc="0" normalizeH="0" baseline="0" noProof="0" dirty="0">
                <a:ln>
                  <a:noFill/>
                </a:ln>
                <a:solidFill>
                  <a:srgbClr val="2D83F4"/>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rgbClr val="2D83F4"/>
                </a:solidFill>
                <a:effectLst/>
                <a:uLnTx/>
                <a:uFillTx/>
                <a:latin typeface="华文楷体" panose="02010600040101010101" pitchFamily="2" charset="-122"/>
                <a:ea typeface="+mn-ea"/>
                <a:cs typeface="Times New Roman" panose="02020603050405020304" pitchFamily="18" charset="0"/>
              </a:rPr>
              <a:t>动作</a:t>
            </a:r>
            <a:endParaRPr kumimoji="0" lang="en-US" altLang="zh-CN" sz="2000" b="1" i="0" u="none" strike="noStrike" kern="1200" cap="none" spc="0" normalizeH="0" baseline="0" noProof="0" dirty="0">
              <a:ln>
                <a:noFill/>
              </a:ln>
              <a:solidFill>
                <a:srgbClr val="2D83F4"/>
              </a:solidFill>
              <a:effectLst/>
              <a:uLnTx/>
              <a:uFillTx/>
              <a:latin typeface="华文楷体" panose="02010600040101010101" pitchFamily="2" charset="-122"/>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var</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A</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B</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A</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B</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移入</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A</a:t>
            </a:r>
            <a:r>
              <a:rPr kumimoji="1" lang="en-US" altLang="zh-CN" sz="2000" b="1" i="1" u="none" strike="noStrike" kern="1200" cap="none" spc="0" normalizeH="0" baseline="-2500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B</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移入</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273050" marR="0" lvl="0" indent="-273050" algn="l" defTabSz="914400" rtl="0" eaLnBrk="1" fontAlgn="base" latinLnBrk="0" hangingPunct="1">
              <a:lnSpc>
                <a:spcPts val="2000"/>
              </a:lnSpc>
              <a:spcBef>
                <a:spcPct val="20000"/>
              </a:spcBef>
              <a:spcAft>
                <a:spcPct val="0"/>
              </a:spcAft>
              <a:buClr>
                <a:srgbClr val="31B6FD"/>
              </a:buClr>
              <a:buSzPct val="100000"/>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B</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归约</a:t>
            </a: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B</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移入</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B</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移入</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273050" marR="0" lvl="0" indent="-273050" algn="l" defTabSz="914400" rtl="0" eaLnBrk="1" fontAlgn="base" latinLnBrk="0" hangingPunct="1">
              <a:lnSpc>
                <a:spcPts val="2000"/>
              </a:lnSpc>
              <a:spcBef>
                <a:spcPct val="20000"/>
              </a:spcBef>
              <a:spcAft>
                <a:spcPct val="0"/>
              </a:spcAft>
              <a:buClr>
                <a:srgbClr val="31B6FD"/>
              </a:buClr>
              <a:buSzPct val="100000"/>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归约</a:t>
            </a: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移入</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移入</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归约</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273050" marR="0" lvl="0" indent="-273050" algn="l" defTabSz="914400" rtl="0" eaLnBrk="1" fontAlgn="base" latinLnBrk="0" hangingPunct="1">
              <a:lnSpc>
                <a:spcPts val="2000"/>
              </a:lnSpc>
              <a:spcBef>
                <a:spcPct val="20000"/>
              </a:spcBef>
              <a:spcAft>
                <a:spcPct val="0"/>
              </a:spcAft>
              <a:buClr>
                <a:schemeClr val="accent1"/>
              </a:buClr>
              <a:buSzPct val="100000"/>
              <a:buFont typeface="Wingdings" panose="05000000000000000000" pitchFamily="2"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ts val="2000"/>
              </a:lnSpc>
              <a:spcBef>
                <a:spcPct val="20000"/>
              </a:spcBef>
              <a:spcAft>
                <a:spcPct val="0"/>
              </a:spcAft>
              <a:buClr>
                <a:schemeClr val="accent1"/>
              </a:buClr>
              <a:buSzPct val="100000"/>
              <a:buFont typeface="Wingdings" panose="05000000000000000000" pitchFamily="2" charset="2"/>
              <a:buNone/>
              <a:defRPr/>
            </a:pPr>
            <a:endPar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grpSp>
        <p:nvGrpSpPr>
          <p:cNvPr id="2" name="Group 78"/>
          <p:cNvGrpSpPr/>
          <p:nvPr/>
        </p:nvGrpSpPr>
        <p:grpSpPr>
          <a:xfrm>
            <a:off x="755650" y="4230688"/>
            <a:ext cx="906463" cy="504825"/>
            <a:chOff x="811" y="3041"/>
            <a:chExt cx="571" cy="672"/>
          </a:xfrm>
        </p:grpSpPr>
        <p:sp>
          <p:nvSpPr>
            <p:cNvPr id="20498" name="Line 79"/>
            <p:cNvSpPr/>
            <p:nvPr/>
          </p:nvSpPr>
          <p:spPr>
            <a:xfrm flipH="1" flipV="1">
              <a:off x="1066" y="3475"/>
              <a:ext cx="0" cy="238"/>
            </a:xfrm>
            <a:prstGeom prst="line">
              <a:avLst/>
            </a:prstGeom>
            <a:ln w="12700" cap="flat" cmpd="sng">
              <a:solidFill>
                <a:schemeClr val="tx1"/>
              </a:solidFill>
              <a:prstDash val="solid"/>
              <a:headEnd type="none" w="med" len="med"/>
              <a:tailEnd type="none" w="med" len="med"/>
            </a:ln>
          </p:spPr>
        </p:sp>
        <p:sp>
          <p:nvSpPr>
            <p:cNvPr id="20499" name="Rectangle 80"/>
            <p:cNvSpPr/>
            <p:nvPr/>
          </p:nvSpPr>
          <p:spPr>
            <a:xfrm>
              <a:off x="811" y="3041"/>
              <a:ext cx="571" cy="542"/>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buNone/>
              </a:pPr>
              <a:r>
                <a:rPr lang="en-US" altLang="zh-CN" sz="2000" b="1" dirty="0">
                  <a:solidFill>
                    <a:srgbClr val="000000"/>
                  </a:solidFill>
                  <a:latin typeface="Times New Roman" panose="02020603050405020304" pitchFamily="18" charset="0"/>
                  <a:ea typeface="楷体_GB2312"/>
                </a:rPr>
                <a:t>&lt;</a:t>
              </a:r>
              <a:r>
                <a:rPr lang="en-US" altLang="zh-CN" sz="2000" b="1" i="1" dirty="0">
                  <a:solidFill>
                    <a:srgbClr val="000000"/>
                  </a:solidFill>
                  <a:latin typeface="Times New Roman" panose="02020603050405020304" pitchFamily="18" charset="0"/>
                  <a:ea typeface="楷体_GB2312"/>
                </a:rPr>
                <a:t>IDS</a:t>
              </a:r>
              <a:r>
                <a:rPr lang="en-US" altLang="zh-CN" sz="2000" b="1" dirty="0">
                  <a:solidFill>
                    <a:srgbClr val="000000"/>
                  </a:solidFill>
                  <a:latin typeface="Times New Roman" panose="02020603050405020304" pitchFamily="18" charset="0"/>
                  <a:ea typeface="楷体_GB2312"/>
                </a:rPr>
                <a:t>&gt;</a:t>
              </a:r>
              <a:endParaRPr lang="en-US" altLang="zh-CN" sz="2000" b="1" i="1" dirty="0">
                <a:solidFill>
                  <a:srgbClr val="2D83F4"/>
                </a:solidFill>
                <a:latin typeface="Times New Roman" panose="02020603050405020304" pitchFamily="18" charset="0"/>
                <a:ea typeface="楷体_GB2312"/>
              </a:endParaRPr>
            </a:p>
          </p:txBody>
        </p:sp>
      </p:grpSp>
      <p:sp>
        <p:nvSpPr>
          <p:cNvPr id="39" name="Rectangle 3"/>
          <p:cNvSpPr txBox="1"/>
          <p:nvPr/>
        </p:nvSpPr>
        <p:spPr>
          <a:xfrm>
            <a:off x="112713" y="725488"/>
            <a:ext cx="3668712" cy="1974850"/>
          </a:xfrm>
          <a:prstGeom prst="rect">
            <a:avLst/>
          </a:prstGeom>
          <a:noFill/>
          <a:ln w="9525">
            <a:noFill/>
          </a:ln>
        </p:spPr>
        <p:txBody>
          <a:bodyPr/>
          <a:lstStyle/>
          <a:p>
            <a:pPr marL="609600" indent="-609600" eaLnBrk="1" hangingPunct="1">
              <a:lnSpc>
                <a:spcPts val="2500"/>
              </a:lnSpc>
              <a:spcBef>
                <a:spcPct val="20000"/>
              </a:spcBef>
              <a:buClr>
                <a:srgbClr val="31B6FD"/>
              </a:buClr>
              <a:buSzPct val="100000"/>
              <a:buFont typeface="Wingdings" panose="05000000000000000000" pitchFamily="2" charset="2"/>
              <a:buNone/>
            </a:pPr>
            <a:r>
              <a:rPr lang="zh-CN" altLang="en-US" sz="2000" b="1" dirty="0">
                <a:solidFill>
                  <a:srgbClr val="000000"/>
                </a:solidFill>
                <a:latin typeface="楷体" panose="02010609060101010101" pitchFamily="49" charset="-122"/>
                <a:ea typeface="楷体" panose="02010609060101010101" pitchFamily="49" charset="-122"/>
              </a:rPr>
              <a:t>例：</a:t>
            </a:r>
          </a:p>
          <a:p>
            <a:pPr marL="609600" indent="-609600" eaLnBrk="1" hangingPunct="1">
              <a:lnSpc>
                <a:spcPts val="2500"/>
              </a:lnSpc>
              <a:spcBef>
                <a:spcPct val="20000"/>
              </a:spcBef>
              <a:buClr>
                <a:srgbClr val="31B6FD"/>
              </a:buClr>
              <a:buSzPct val="100000"/>
              <a:buFont typeface="Wingdings" panose="05000000000000000000" pitchFamily="2" charset="2"/>
              <a:buNone/>
            </a:pPr>
            <a:r>
              <a:rPr lang="en-US" altLang="zh-CN" sz="2000" b="1" dirty="0">
                <a:solidFill>
                  <a:srgbClr val="000000"/>
                </a:solidFill>
                <a:latin typeface="Times New Roman" panose="02020603050405020304" pitchFamily="18" charset="0"/>
                <a:ea typeface="楷体_GB2312"/>
              </a:rPr>
              <a:t>(1) &lt;</a:t>
            </a:r>
            <a:r>
              <a:rPr lang="en-US" altLang="zh-CN" sz="2000" b="1" i="1" dirty="0">
                <a:solidFill>
                  <a:srgbClr val="000000"/>
                </a:solidFill>
                <a:latin typeface="Times New Roman" panose="02020603050405020304" pitchFamily="18" charset="0"/>
                <a:ea typeface="楷体_GB2312"/>
              </a:rPr>
              <a:t>S</a:t>
            </a:r>
            <a:r>
              <a:rPr lang="en-US" altLang="zh-CN" sz="2000" b="1" dirty="0">
                <a:solidFill>
                  <a:srgbClr val="000000"/>
                </a:solidFill>
                <a:latin typeface="Times New Roman" panose="02020603050405020304" pitchFamily="18" charset="0"/>
                <a:ea typeface="楷体_GB2312"/>
              </a:rPr>
              <a:t>&gt;→var &lt;</a:t>
            </a:r>
            <a:r>
              <a:rPr lang="en-US" altLang="zh-CN" sz="2000" b="1" i="1" dirty="0">
                <a:solidFill>
                  <a:srgbClr val="000000"/>
                </a:solidFill>
                <a:latin typeface="Times New Roman" panose="02020603050405020304" pitchFamily="18" charset="0"/>
                <a:ea typeface="楷体_GB2312"/>
              </a:rPr>
              <a:t>IDS</a:t>
            </a:r>
            <a:r>
              <a:rPr lang="en-US" altLang="zh-CN" sz="2000" b="1" dirty="0">
                <a:solidFill>
                  <a:srgbClr val="000000"/>
                </a:solidFill>
                <a:latin typeface="Times New Roman" panose="02020603050405020304" pitchFamily="18" charset="0"/>
                <a:ea typeface="楷体_GB2312"/>
              </a:rPr>
              <a:t>&gt; : &lt;</a:t>
            </a:r>
            <a:r>
              <a:rPr lang="en-US" altLang="zh-CN" sz="2000" b="1" i="1" dirty="0">
                <a:solidFill>
                  <a:srgbClr val="000000"/>
                </a:solidFill>
                <a:latin typeface="Times New Roman" panose="02020603050405020304" pitchFamily="18" charset="0"/>
                <a:ea typeface="楷体_GB2312"/>
              </a:rPr>
              <a:t>T</a:t>
            </a:r>
            <a:r>
              <a:rPr lang="en-US" altLang="zh-CN" sz="2000" b="1" dirty="0">
                <a:solidFill>
                  <a:srgbClr val="000000"/>
                </a:solidFill>
                <a:latin typeface="Times New Roman" panose="02020603050405020304" pitchFamily="18" charset="0"/>
                <a:ea typeface="楷体_GB2312"/>
              </a:rPr>
              <a:t>&gt;</a:t>
            </a:r>
          </a:p>
          <a:p>
            <a:pPr marL="609600" indent="-609600" eaLnBrk="1" hangingPunct="1">
              <a:lnSpc>
                <a:spcPts val="2500"/>
              </a:lnSpc>
              <a:spcBef>
                <a:spcPct val="20000"/>
              </a:spcBef>
              <a:buClr>
                <a:srgbClr val="31B6FD"/>
              </a:buClr>
              <a:buSzPct val="100000"/>
              <a:buFont typeface="Wingdings" panose="05000000000000000000" pitchFamily="2" charset="2"/>
              <a:buNone/>
            </a:pPr>
            <a:r>
              <a:rPr lang="en-US" altLang="zh-CN" sz="2000" b="1" dirty="0">
                <a:solidFill>
                  <a:srgbClr val="000000"/>
                </a:solidFill>
                <a:latin typeface="Times New Roman" panose="02020603050405020304" pitchFamily="18" charset="0"/>
                <a:ea typeface="楷体_GB2312"/>
              </a:rPr>
              <a:t>(2) &lt;</a:t>
            </a:r>
            <a:r>
              <a:rPr lang="en-US" altLang="zh-CN" sz="2000" b="1" i="1" dirty="0">
                <a:solidFill>
                  <a:srgbClr val="000000"/>
                </a:solidFill>
                <a:latin typeface="Times New Roman" panose="02020603050405020304" pitchFamily="18" charset="0"/>
                <a:ea typeface="楷体_GB2312"/>
              </a:rPr>
              <a:t>IDS</a:t>
            </a:r>
            <a:r>
              <a:rPr lang="en-US" altLang="zh-CN" sz="2000" b="1" dirty="0">
                <a:solidFill>
                  <a:srgbClr val="000000"/>
                </a:solidFill>
                <a:latin typeface="Times New Roman" panose="02020603050405020304" pitchFamily="18" charset="0"/>
                <a:ea typeface="楷体_GB2312"/>
              </a:rPr>
              <a:t>&gt;→i</a:t>
            </a:r>
          </a:p>
          <a:p>
            <a:pPr marL="609600" indent="-609600" eaLnBrk="1" hangingPunct="1">
              <a:lnSpc>
                <a:spcPts val="2500"/>
              </a:lnSpc>
              <a:spcBef>
                <a:spcPct val="20000"/>
              </a:spcBef>
              <a:buClr>
                <a:srgbClr val="31B6FD"/>
              </a:buClr>
              <a:buSzPct val="100000"/>
              <a:buFont typeface="Wingdings" panose="05000000000000000000" pitchFamily="2" charset="2"/>
              <a:buNone/>
            </a:pPr>
            <a:r>
              <a:rPr lang="en-US" altLang="zh-CN" sz="2000" b="1" dirty="0">
                <a:solidFill>
                  <a:srgbClr val="000000"/>
                </a:solidFill>
                <a:latin typeface="Times New Roman" panose="02020603050405020304" pitchFamily="18" charset="0"/>
                <a:ea typeface="楷体_GB2312"/>
              </a:rPr>
              <a:t>(3) &lt;</a:t>
            </a:r>
            <a:r>
              <a:rPr lang="en-US" altLang="zh-CN" sz="2000" b="1" i="1" dirty="0">
                <a:solidFill>
                  <a:srgbClr val="000000"/>
                </a:solidFill>
                <a:latin typeface="Times New Roman" panose="02020603050405020304" pitchFamily="18" charset="0"/>
                <a:ea typeface="楷体_GB2312"/>
              </a:rPr>
              <a:t>IDS</a:t>
            </a:r>
            <a:r>
              <a:rPr lang="en-US" altLang="zh-CN" sz="2000" b="1" dirty="0">
                <a:solidFill>
                  <a:srgbClr val="000000"/>
                </a:solidFill>
                <a:latin typeface="Times New Roman" panose="02020603050405020304" pitchFamily="18" charset="0"/>
                <a:ea typeface="楷体_GB2312"/>
              </a:rPr>
              <a:t>&gt;→&lt;</a:t>
            </a:r>
            <a:r>
              <a:rPr lang="en-US" altLang="zh-CN" sz="2000" b="1" i="1" dirty="0">
                <a:solidFill>
                  <a:srgbClr val="000000"/>
                </a:solidFill>
                <a:latin typeface="Times New Roman" panose="02020603050405020304" pitchFamily="18" charset="0"/>
                <a:ea typeface="楷体_GB2312"/>
              </a:rPr>
              <a:t>IDS</a:t>
            </a:r>
            <a:r>
              <a:rPr lang="en-US" altLang="zh-CN" sz="2000" b="1" dirty="0">
                <a:solidFill>
                  <a:srgbClr val="000000"/>
                </a:solidFill>
                <a:latin typeface="Times New Roman" panose="02020603050405020304" pitchFamily="18" charset="0"/>
                <a:ea typeface="楷体_GB2312"/>
              </a:rPr>
              <a:t>&gt; , i</a:t>
            </a:r>
          </a:p>
          <a:p>
            <a:pPr marL="609600" indent="-609600" eaLnBrk="1" hangingPunct="1">
              <a:lnSpc>
                <a:spcPts val="2500"/>
              </a:lnSpc>
              <a:spcBef>
                <a:spcPct val="20000"/>
              </a:spcBef>
              <a:buClr>
                <a:srgbClr val="31B6FD"/>
              </a:buClr>
              <a:buSzPct val="100000"/>
              <a:buFont typeface="Wingdings" panose="05000000000000000000" pitchFamily="2" charset="2"/>
              <a:buNone/>
            </a:pPr>
            <a:r>
              <a:rPr lang="en-US" altLang="zh-CN" sz="2000" b="1" dirty="0">
                <a:solidFill>
                  <a:srgbClr val="000000"/>
                </a:solidFill>
                <a:latin typeface="Times New Roman" panose="02020603050405020304" pitchFamily="18" charset="0"/>
                <a:ea typeface="楷体_GB2312"/>
              </a:rPr>
              <a:t>(4) &lt;</a:t>
            </a:r>
            <a:r>
              <a:rPr lang="en-US" altLang="zh-CN" sz="2000" b="1" i="1" dirty="0">
                <a:solidFill>
                  <a:srgbClr val="000000"/>
                </a:solidFill>
                <a:latin typeface="Times New Roman" panose="02020603050405020304" pitchFamily="18" charset="0"/>
                <a:ea typeface="楷体_GB2312"/>
              </a:rPr>
              <a:t>T</a:t>
            </a:r>
            <a:r>
              <a:rPr lang="en-US" altLang="zh-CN" sz="2000" b="1" dirty="0">
                <a:solidFill>
                  <a:srgbClr val="000000"/>
                </a:solidFill>
                <a:latin typeface="Times New Roman" panose="02020603050405020304" pitchFamily="18" charset="0"/>
                <a:ea typeface="楷体_GB2312"/>
              </a:rPr>
              <a:t>&gt;→real</a:t>
            </a:r>
            <a:r>
              <a:rPr lang="en-US" altLang="zh-CN" sz="2000" b="1" i="1" dirty="0">
                <a:solidFill>
                  <a:srgbClr val="000000"/>
                </a:solidFill>
                <a:latin typeface="Times New Roman" panose="02020603050405020304" pitchFamily="18" charset="0"/>
                <a:ea typeface="楷体_GB2312"/>
              </a:rPr>
              <a:t> | </a:t>
            </a:r>
            <a:r>
              <a:rPr lang="en-US" altLang="zh-CN" sz="2000" b="1" dirty="0">
                <a:solidFill>
                  <a:srgbClr val="000000"/>
                </a:solidFill>
                <a:latin typeface="Times New Roman" panose="02020603050405020304" pitchFamily="18" charset="0"/>
                <a:ea typeface="楷体_GB2312"/>
              </a:rPr>
              <a:t>int </a:t>
            </a:r>
          </a:p>
        </p:txBody>
      </p:sp>
      <p:grpSp>
        <p:nvGrpSpPr>
          <p:cNvPr id="3" name="Group 78"/>
          <p:cNvGrpSpPr/>
          <p:nvPr/>
        </p:nvGrpSpPr>
        <p:grpSpPr>
          <a:xfrm>
            <a:off x="1692275" y="4227513"/>
            <a:ext cx="906463" cy="504825"/>
            <a:chOff x="811" y="3041"/>
            <a:chExt cx="571" cy="672"/>
          </a:xfrm>
        </p:grpSpPr>
        <p:sp>
          <p:nvSpPr>
            <p:cNvPr id="20496" name="Line 79"/>
            <p:cNvSpPr/>
            <p:nvPr/>
          </p:nvSpPr>
          <p:spPr>
            <a:xfrm flipH="1" flipV="1">
              <a:off x="1066" y="3475"/>
              <a:ext cx="0" cy="238"/>
            </a:xfrm>
            <a:prstGeom prst="line">
              <a:avLst/>
            </a:prstGeom>
            <a:ln w="12700" cap="flat" cmpd="sng">
              <a:solidFill>
                <a:schemeClr val="tx1"/>
              </a:solidFill>
              <a:prstDash val="solid"/>
              <a:headEnd type="none" w="med" len="med"/>
              <a:tailEnd type="none" w="med" len="med"/>
            </a:ln>
          </p:spPr>
        </p:sp>
        <p:sp>
          <p:nvSpPr>
            <p:cNvPr id="20497" name="Rectangle 80"/>
            <p:cNvSpPr/>
            <p:nvPr/>
          </p:nvSpPr>
          <p:spPr>
            <a:xfrm>
              <a:off x="811" y="3041"/>
              <a:ext cx="571" cy="542"/>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buNone/>
              </a:pPr>
              <a:r>
                <a:rPr lang="en-US" altLang="zh-CN" sz="2000" b="1" dirty="0">
                  <a:solidFill>
                    <a:srgbClr val="000000"/>
                  </a:solidFill>
                  <a:latin typeface="Times New Roman" panose="02020603050405020304" pitchFamily="18" charset="0"/>
                  <a:ea typeface="楷体_GB2312"/>
                </a:rPr>
                <a:t>&lt;</a:t>
              </a:r>
              <a:r>
                <a:rPr lang="en-US" altLang="zh-CN" sz="2000" b="1" i="1" dirty="0">
                  <a:solidFill>
                    <a:srgbClr val="000000"/>
                  </a:solidFill>
                  <a:latin typeface="Times New Roman" panose="02020603050405020304" pitchFamily="18" charset="0"/>
                  <a:ea typeface="楷体_GB2312"/>
                </a:rPr>
                <a:t>IDS</a:t>
              </a:r>
              <a:r>
                <a:rPr lang="en-US" altLang="zh-CN" sz="2000" b="1" dirty="0">
                  <a:solidFill>
                    <a:srgbClr val="000000"/>
                  </a:solidFill>
                  <a:latin typeface="Times New Roman" panose="02020603050405020304" pitchFamily="18" charset="0"/>
                  <a:ea typeface="楷体_GB2312"/>
                </a:rPr>
                <a:t>&gt;</a:t>
              </a:r>
              <a:endParaRPr lang="en-US" altLang="zh-CN" sz="2000" b="1" i="1" dirty="0">
                <a:solidFill>
                  <a:srgbClr val="2D83F4"/>
                </a:solidFill>
                <a:latin typeface="Times New Roman" panose="02020603050405020304" pitchFamily="18" charset="0"/>
                <a:ea typeface="楷体_GB2312"/>
              </a:endParaRPr>
            </a:p>
          </p:txBody>
        </p:sp>
      </p:grpSp>
      <p:grpSp>
        <p:nvGrpSpPr>
          <p:cNvPr id="4" name="Group 78"/>
          <p:cNvGrpSpPr/>
          <p:nvPr/>
        </p:nvGrpSpPr>
        <p:grpSpPr>
          <a:xfrm>
            <a:off x="2784475" y="4227513"/>
            <a:ext cx="635000" cy="504825"/>
            <a:chOff x="891" y="3041"/>
            <a:chExt cx="400" cy="672"/>
          </a:xfrm>
        </p:grpSpPr>
        <p:sp>
          <p:nvSpPr>
            <p:cNvPr id="20494" name="Line 79"/>
            <p:cNvSpPr/>
            <p:nvPr/>
          </p:nvSpPr>
          <p:spPr>
            <a:xfrm flipH="1" flipV="1">
              <a:off x="1066" y="3475"/>
              <a:ext cx="0" cy="238"/>
            </a:xfrm>
            <a:prstGeom prst="line">
              <a:avLst/>
            </a:prstGeom>
            <a:ln w="12700" cap="flat" cmpd="sng">
              <a:solidFill>
                <a:schemeClr val="tx1"/>
              </a:solidFill>
              <a:prstDash val="solid"/>
              <a:headEnd type="none" w="med" len="med"/>
              <a:tailEnd type="none" w="med" len="med"/>
            </a:ln>
          </p:spPr>
        </p:sp>
        <p:sp>
          <p:nvSpPr>
            <p:cNvPr id="20495" name="Rectangle 80"/>
            <p:cNvSpPr/>
            <p:nvPr/>
          </p:nvSpPr>
          <p:spPr>
            <a:xfrm>
              <a:off x="891" y="3041"/>
              <a:ext cx="400" cy="574"/>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buNone/>
              </a:pPr>
              <a:r>
                <a:rPr lang="en-US" altLang="zh-CN" sz="2000" b="1" dirty="0">
                  <a:solidFill>
                    <a:srgbClr val="000000"/>
                  </a:solidFill>
                  <a:latin typeface="Times New Roman" panose="02020603050405020304" pitchFamily="18" charset="0"/>
                  <a:ea typeface="楷体_GB2312"/>
                </a:rPr>
                <a:t>&lt;</a:t>
              </a:r>
              <a:r>
                <a:rPr lang="en-US" altLang="zh-CN" sz="2000" b="1" i="1" dirty="0">
                  <a:solidFill>
                    <a:srgbClr val="000000"/>
                  </a:solidFill>
                  <a:latin typeface="Times New Roman" panose="02020603050405020304" pitchFamily="18" charset="0"/>
                  <a:ea typeface="楷体_GB2312"/>
                </a:rPr>
                <a:t>T</a:t>
              </a:r>
              <a:r>
                <a:rPr lang="en-US" altLang="zh-CN" sz="2000" b="1" dirty="0">
                  <a:solidFill>
                    <a:srgbClr val="000000"/>
                  </a:solidFill>
                  <a:latin typeface="Times New Roman" panose="02020603050405020304" pitchFamily="18" charset="0"/>
                  <a:ea typeface="楷体_GB2312"/>
                </a:rPr>
                <a:t>&gt;</a:t>
              </a:r>
              <a:endParaRPr lang="en-US" altLang="zh-CN" sz="2000" b="1" i="1" dirty="0">
                <a:solidFill>
                  <a:srgbClr val="2D83F4"/>
                </a:solidFill>
                <a:latin typeface="Times New Roman" panose="02020603050405020304" pitchFamily="18" charset="0"/>
                <a:ea typeface="楷体_GB2312"/>
              </a:endParaRPr>
            </a:p>
          </p:txBody>
        </p:sp>
      </p:grpSp>
      <p:cxnSp>
        <p:nvCxnSpPr>
          <p:cNvPr id="5" name="直接连接符 4"/>
          <p:cNvCxnSpPr/>
          <p:nvPr/>
        </p:nvCxnSpPr>
        <p:spPr>
          <a:xfrm>
            <a:off x="5219700" y="3003550"/>
            <a:ext cx="28892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4284663" y="3003550"/>
            <a:ext cx="93503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4" name="矩形 63"/>
          <p:cNvSpPr/>
          <p:nvPr/>
        </p:nvSpPr>
        <p:spPr>
          <a:xfrm>
            <a:off x="34925" y="4732338"/>
            <a:ext cx="619125" cy="349250"/>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273050" lvl="0" indent="-273050" eaLnBrk="1" hangingPunct="1">
              <a:lnSpc>
                <a:spcPts val="2000"/>
              </a:lnSpc>
              <a:buClr>
                <a:srgbClr val="31B6FD"/>
              </a:buClr>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楷体_GB2312"/>
              </a:rPr>
              <a:t>var</a:t>
            </a:r>
            <a:endParaRPr lang="en-US" altLang="zh-CN" sz="2000" b="1" i="1" dirty="0">
              <a:solidFill>
                <a:srgbClr val="000000"/>
              </a:solidFill>
              <a:latin typeface="Times New Roman" panose="02020603050405020304" pitchFamily="18" charset="0"/>
              <a:ea typeface="华文楷体" panose="02010600040101010101" pitchFamily="2" charset="-122"/>
            </a:endParaRPr>
          </a:p>
        </p:txBody>
      </p:sp>
      <p:sp>
        <p:nvSpPr>
          <p:cNvPr id="65" name="矩形 64"/>
          <p:cNvSpPr/>
          <p:nvPr/>
        </p:nvSpPr>
        <p:spPr>
          <a:xfrm>
            <a:off x="2411413" y="4721225"/>
            <a:ext cx="947738" cy="400050"/>
          </a:xfrm>
          <a:prstGeom prst="rect">
            <a:avLst/>
          </a:prstGeom>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 </a:t>
            </a:r>
            <a:r>
              <a:rPr kumimoji="0" lang="zh-CN" altLang="en-US" sz="2000" b="1" i="1" u="none" strike="noStrike" kern="120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real</a:t>
            </a:r>
            <a:endParaRPr kumimoji="1" lang="en-US" altLang="zh-CN" sz="2000" b="1" i="0" u="none" strike="noStrike" kern="1200" cap="none" spc="0" normalizeH="0" baseline="0" noProof="0" dirty="0">
              <a:ln>
                <a:noFill/>
              </a:ln>
              <a:solidFill>
                <a:srgbClr val="5EAEFF"/>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endParaRPr>
          </a:p>
        </p:txBody>
      </p:sp>
      <p:sp>
        <p:nvSpPr>
          <p:cNvPr id="20" name="Rectangle 57"/>
          <p:cNvSpPr>
            <a:spLocks noChangeArrowheads="1"/>
          </p:cNvSpPr>
          <p:nvPr/>
        </p:nvSpPr>
        <p:spPr bwMode="auto">
          <a:xfrm>
            <a:off x="1549400" y="4686300"/>
            <a:ext cx="1438275" cy="400050"/>
          </a:xfrm>
          <a:prstGeom prst="rect">
            <a:avLst/>
          </a:prstGeom>
          <a:noFill/>
          <a:ln w="9525">
            <a:noFill/>
            <a:miter lim="800000"/>
          </a:ln>
        </p:spPr>
        <p:txBody>
          <a:bodyPr lIns="92075" tIns="46038" rIns="92075" bIns="46038">
            <a:spAutoFit/>
          </a:bodyPr>
          <a:lstStyle/>
          <a:p>
            <a:pPr marL="342900" marR="0" lvl="0" indent="-34290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 </a:t>
            </a:r>
            <a:r>
              <a:rPr kumimoji="0" lang="zh-CN" altLang="en-US" sz="2000" b="1" i="1" u="none" strike="noStrike" kern="120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prstClr val="black"/>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prstClr val="black"/>
                </a:solidFill>
                <a:effectLst/>
                <a:uLnTx/>
                <a:uFillTx/>
                <a:latin typeface="Times New Roman" panose="02020603050405020304" pitchFamily="18" charset="0"/>
                <a:ea typeface="楷体_GB2312"/>
                <a:cs typeface="Times New Roman" panose="02020603050405020304" pitchFamily="18" charset="0"/>
              </a:rPr>
              <a:t>B</a:t>
            </a:r>
            <a:endParaRPr kumimoji="1" lang="en-US" altLang="zh-CN" sz="2000" b="1" i="0" u="none" strike="noStrike" kern="1200" cap="none" spc="0" normalizeH="0" baseline="0" noProof="0" dirty="0">
              <a:ln>
                <a:noFill/>
              </a:ln>
              <a:solidFill>
                <a:prstClr val="black"/>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endParaRPr>
          </a:p>
        </p:txBody>
      </p:sp>
      <p:sp>
        <p:nvSpPr>
          <p:cNvPr id="21" name="矩形 20"/>
          <p:cNvSpPr/>
          <p:nvPr/>
        </p:nvSpPr>
        <p:spPr>
          <a:xfrm>
            <a:off x="998538" y="4659313"/>
            <a:ext cx="401638" cy="40005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0" u="none" strike="noStrike" kern="1200" cap="none" spc="0" normalizeH="0" baseline="0" noProof="0" dirty="0" err="1">
                <a:ln>
                  <a:noFill/>
                </a:ln>
                <a:solidFill>
                  <a:prstClr val="black"/>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prstClr val="black"/>
                </a:solidFill>
                <a:effectLst/>
                <a:uLnTx/>
                <a:uFillTx/>
                <a:latin typeface="Times New Roman" panose="02020603050405020304" pitchFamily="18" charset="0"/>
                <a:ea typeface="楷体_GB2312"/>
                <a:cs typeface="Times New Roman" panose="02020603050405020304" pitchFamily="18" charset="0"/>
              </a:rPr>
              <a:t>A</a:t>
            </a:r>
            <a:r>
              <a:rPr kumimoji="1" lang="en-US" altLang="zh-CN" sz="2000" b="1" i="1" u="none" strike="noStrike" kern="1200" cap="none" spc="0" normalizeH="0" baseline="-25000" noProof="0" dirty="0">
                <a:ln>
                  <a:noFill/>
                </a:ln>
                <a:solidFill>
                  <a:prstClr val="black"/>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endParaRPr kumimoji="0" lang="zh-CN" altLang="en-US" sz="18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0493" name="Rectangle 2"/>
          <p:cNvSpPr txBox="1"/>
          <p:nvPr/>
        </p:nvSpPr>
        <p:spPr>
          <a:xfrm>
            <a:off x="755650" y="268288"/>
            <a:ext cx="7931150" cy="358775"/>
          </a:xfrm>
          <a:prstGeom prst="rect">
            <a:avLst/>
          </a:prstGeom>
          <a:noFill/>
          <a:ln w="9525">
            <a:noFill/>
          </a:ln>
        </p:spPr>
        <p:txBody>
          <a:bodyPr anchor="ctr" anchorCtr="0"/>
          <a:lstStyle/>
          <a:p>
            <a:pPr eaLnBrk="1" hangingPunct="1">
              <a:buNone/>
            </a:pPr>
            <a:r>
              <a:rPr lang="zh-CN" altLang="en-US" sz="3000" b="1" dirty="0">
                <a:solidFill>
                  <a:srgbClr val="000000"/>
                </a:solidFill>
                <a:latin typeface="微软雅黑" panose="020B0503020204020204" pitchFamily="34" charset="-122"/>
                <a:ea typeface="微软雅黑" panose="020B0503020204020204" pitchFamily="34" charset="-122"/>
              </a:rPr>
              <a:t>移入</a:t>
            </a:r>
            <a:r>
              <a:rPr lang="en-US" altLang="zh-CN" sz="3000" b="1" dirty="0">
                <a:solidFill>
                  <a:srgbClr val="000000"/>
                </a:solidFill>
                <a:latin typeface="微软雅黑" panose="020B0503020204020204" pitchFamily="34" charset="-122"/>
                <a:ea typeface="微软雅黑" panose="020B0503020204020204" pitchFamily="34" charset="-122"/>
              </a:rPr>
              <a:t>-</a:t>
            </a:r>
            <a:r>
              <a:rPr lang="zh-CN" altLang="en-US" sz="3000" b="1" dirty="0">
                <a:solidFill>
                  <a:srgbClr val="000000"/>
                </a:solidFill>
                <a:latin typeface="微软雅黑" panose="020B0503020204020204" pitchFamily="34" charset="-122"/>
                <a:ea typeface="微软雅黑" panose="020B0503020204020204" pitchFamily="34" charset="-122"/>
              </a:rPr>
              <a:t>归约分析中存在的问题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p:cTn id="7" dur="500" fill="hold"/>
                                        <p:tgtEl>
                                          <p:spTgt spid="39"/>
                                        </p:tgtEl>
                                        <p:attrNameLst>
                                          <p:attrName>ppt_w</p:attrName>
                                        </p:attrNameLst>
                                      </p:cBhvr>
                                      <p:tavLst>
                                        <p:tav tm="0">
                                          <p:val>
                                            <p:fltVal val="0"/>
                                          </p:val>
                                        </p:tav>
                                        <p:tav tm="100000">
                                          <p:val>
                                            <p:strVal val="#ppt_w"/>
                                          </p:val>
                                        </p:tav>
                                      </p:tavLst>
                                    </p:anim>
                                    <p:anim calcmode="lin" valueType="num">
                                      <p:cBhvr>
                                        <p:cTn id="8" dur="500" fill="hold"/>
                                        <p:tgtEl>
                                          <p:spTgt spid="39"/>
                                        </p:tgtEl>
                                        <p:attrNameLst>
                                          <p:attrName>ppt_h</p:attrName>
                                        </p:attrNameLst>
                                      </p:cBhvr>
                                      <p:tavLst>
                                        <p:tav tm="0">
                                          <p:val>
                                            <p:fltVal val="0"/>
                                          </p:val>
                                        </p:tav>
                                        <p:tav tm="100000">
                                          <p:val>
                                            <p:strVal val="#ppt_h"/>
                                          </p:val>
                                        </p:tav>
                                      </p:tavLst>
                                    </p:anim>
                                    <p:animEffect transition="in" filter="fade">
                                      <p:cBhvr>
                                        <p:cTn id="9" dur="500"/>
                                        <p:tgtEl>
                                          <p:spTgt spid="3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64"/>
                                        </p:tgtEl>
                                        <p:attrNameLst>
                                          <p:attrName>style.visibility</p:attrName>
                                        </p:attrNameLst>
                                      </p:cBhvr>
                                      <p:to>
                                        <p:strVal val="visible"/>
                                      </p:to>
                                    </p:set>
                                    <p:anim calcmode="lin" valueType="num">
                                      <p:cBhvr>
                                        <p:cTn id="14" dur="500" fill="hold"/>
                                        <p:tgtEl>
                                          <p:spTgt spid="64"/>
                                        </p:tgtEl>
                                        <p:attrNameLst>
                                          <p:attrName>ppt_w</p:attrName>
                                        </p:attrNameLst>
                                      </p:cBhvr>
                                      <p:tavLst>
                                        <p:tav tm="0">
                                          <p:val>
                                            <p:fltVal val="0"/>
                                          </p:val>
                                        </p:tav>
                                        <p:tav tm="100000">
                                          <p:val>
                                            <p:strVal val="#ppt_w"/>
                                          </p:val>
                                        </p:tav>
                                      </p:tavLst>
                                    </p:anim>
                                    <p:anim calcmode="lin" valueType="num">
                                      <p:cBhvr>
                                        <p:cTn id="15" dur="500" fill="hold"/>
                                        <p:tgtEl>
                                          <p:spTgt spid="64"/>
                                        </p:tgtEl>
                                        <p:attrNameLst>
                                          <p:attrName>ppt_h</p:attrName>
                                        </p:attrNameLst>
                                      </p:cBhvr>
                                      <p:tavLst>
                                        <p:tav tm="0">
                                          <p:val>
                                            <p:fltVal val="0"/>
                                          </p:val>
                                        </p:tav>
                                        <p:tav tm="100000">
                                          <p:val>
                                            <p:strVal val="#ppt_h"/>
                                          </p:val>
                                        </p:tav>
                                      </p:tavLst>
                                    </p:anim>
                                    <p:animEffect transition="in" filter="fade">
                                      <p:cBhvr>
                                        <p:cTn id="16" dur="500"/>
                                        <p:tgtEl>
                                          <p:spTgt spid="64"/>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65"/>
                                        </p:tgtEl>
                                        <p:attrNameLst>
                                          <p:attrName>style.visibility</p:attrName>
                                        </p:attrNameLst>
                                      </p:cBhvr>
                                      <p:to>
                                        <p:strVal val="visible"/>
                                      </p:to>
                                    </p:set>
                                    <p:anim calcmode="lin" valueType="num">
                                      <p:cBhvr>
                                        <p:cTn id="19" dur="500" fill="hold"/>
                                        <p:tgtEl>
                                          <p:spTgt spid="65"/>
                                        </p:tgtEl>
                                        <p:attrNameLst>
                                          <p:attrName>ppt_w</p:attrName>
                                        </p:attrNameLst>
                                      </p:cBhvr>
                                      <p:tavLst>
                                        <p:tav tm="0">
                                          <p:val>
                                            <p:fltVal val="0"/>
                                          </p:val>
                                        </p:tav>
                                        <p:tav tm="100000">
                                          <p:val>
                                            <p:strVal val="#ppt_w"/>
                                          </p:val>
                                        </p:tav>
                                      </p:tavLst>
                                    </p:anim>
                                    <p:anim calcmode="lin" valueType="num">
                                      <p:cBhvr>
                                        <p:cTn id="20" dur="500" fill="hold"/>
                                        <p:tgtEl>
                                          <p:spTgt spid="65"/>
                                        </p:tgtEl>
                                        <p:attrNameLst>
                                          <p:attrName>ppt_h</p:attrName>
                                        </p:attrNameLst>
                                      </p:cBhvr>
                                      <p:tavLst>
                                        <p:tav tm="0">
                                          <p:val>
                                            <p:fltVal val="0"/>
                                          </p:val>
                                        </p:tav>
                                        <p:tav tm="100000">
                                          <p:val>
                                            <p:strVal val="#ppt_h"/>
                                          </p:val>
                                        </p:tav>
                                      </p:tavLst>
                                    </p:anim>
                                    <p:animEffect transition="in" filter="fade">
                                      <p:cBhvr>
                                        <p:cTn id="21" dur="500"/>
                                        <p:tgtEl>
                                          <p:spTgt spid="65"/>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 calcmode="lin" valueType="num">
                                      <p:cBhvr>
                                        <p:cTn id="24" dur="500" fill="hold"/>
                                        <p:tgtEl>
                                          <p:spTgt spid="20"/>
                                        </p:tgtEl>
                                        <p:attrNameLst>
                                          <p:attrName>ppt_w</p:attrName>
                                        </p:attrNameLst>
                                      </p:cBhvr>
                                      <p:tavLst>
                                        <p:tav tm="0">
                                          <p:val>
                                            <p:fltVal val="0"/>
                                          </p:val>
                                        </p:tav>
                                        <p:tav tm="100000">
                                          <p:val>
                                            <p:strVal val="#ppt_w"/>
                                          </p:val>
                                        </p:tav>
                                      </p:tavLst>
                                    </p:anim>
                                    <p:anim calcmode="lin" valueType="num">
                                      <p:cBhvr>
                                        <p:cTn id="25" dur="500" fill="hold"/>
                                        <p:tgtEl>
                                          <p:spTgt spid="20"/>
                                        </p:tgtEl>
                                        <p:attrNameLst>
                                          <p:attrName>ppt_h</p:attrName>
                                        </p:attrNameLst>
                                      </p:cBhvr>
                                      <p:tavLst>
                                        <p:tav tm="0">
                                          <p:val>
                                            <p:fltVal val="0"/>
                                          </p:val>
                                        </p:tav>
                                        <p:tav tm="100000">
                                          <p:val>
                                            <p:strVal val="#ppt_h"/>
                                          </p:val>
                                        </p:tav>
                                      </p:tavLst>
                                    </p:anim>
                                    <p:animEffect transition="in" filter="fade">
                                      <p:cBhvr>
                                        <p:cTn id="26" dur="500"/>
                                        <p:tgtEl>
                                          <p:spTgt spid="20"/>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p:cTn id="29" dur="500" fill="hold"/>
                                        <p:tgtEl>
                                          <p:spTgt spid="21"/>
                                        </p:tgtEl>
                                        <p:attrNameLst>
                                          <p:attrName>ppt_w</p:attrName>
                                        </p:attrNameLst>
                                      </p:cBhvr>
                                      <p:tavLst>
                                        <p:tav tm="0">
                                          <p:val>
                                            <p:fltVal val="0"/>
                                          </p:val>
                                        </p:tav>
                                        <p:tav tm="100000">
                                          <p:val>
                                            <p:strVal val="#ppt_w"/>
                                          </p:val>
                                        </p:tav>
                                      </p:tavLst>
                                    </p:anim>
                                    <p:anim calcmode="lin" valueType="num">
                                      <p:cBhvr>
                                        <p:cTn id="30" dur="500" fill="hold"/>
                                        <p:tgtEl>
                                          <p:spTgt spid="21"/>
                                        </p:tgtEl>
                                        <p:attrNameLst>
                                          <p:attrName>ppt_h</p:attrName>
                                        </p:attrNameLst>
                                      </p:cBhvr>
                                      <p:tavLst>
                                        <p:tav tm="0">
                                          <p:val>
                                            <p:fltVal val="0"/>
                                          </p:val>
                                        </p:tav>
                                        <p:tav tm="100000">
                                          <p:val>
                                            <p:strVal val="#ppt_h"/>
                                          </p:val>
                                        </p:tav>
                                      </p:tavLst>
                                    </p:anim>
                                    <p:animEffect transition="in" filter="fade">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nodeType="clickEffect">
                                  <p:stCondLst>
                                    <p:cond delay="0"/>
                                  </p:stCondLst>
                                  <p:childTnLst>
                                    <p:set>
                                      <p:cBhvr>
                                        <p:cTn id="35" dur="1" fill="hold">
                                          <p:stCondLst>
                                            <p:cond delay="0"/>
                                          </p:stCondLst>
                                        </p:cTn>
                                        <p:tgtEl>
                                          <p:spTgt spid="18441">
                                            <p:txEl>
                                              <p:pRg st="0" end="0"/>
                                            </p:txEl>
                                          </p:spTgt>
                                        </p:tgtEl>
                                        <p:attrNameLst>
                                          <p:attrName>style.visibility</p:attrName>
                                        </p:attrNameLst>
                                      </p:cBhvr>
                                      <p:to>
                                        <p:strVal val="visible"/>
                                      </p:to>
                                    </p:set>
                                    <p:anim calcmode="lin" valueType="num">
                                      <p:cBhvr>
                                        <p:cTn id="36" dur="500" fill="hold"/>
                                        <p:tgtEl>
                                          <p:spTgt spid="18441">
                                            <p:txEl>
                                              <p:pRg st="0" end="0"/>
                                            </p:txEl>
                                          </p:spTgt>
                                        </p:tgtEl>
                                        <p:attrNameLst>
                                          <p:attrName>ppt_w</p:attrName>
                                        </p:attrNameLst>
                                      </p:cBhvr>
                                      <p:tavLst>
                                        <p:tav tm="0">
                                          <p:val>
                                            <p:fltVal val="0"/>
                                          </p:val>
                                        </p:tav>
                                        <p:tav tm="100000">
                                          <p:val>
                                            <p:strVal val="#ppt_w"/>
                                          </p:val>
                                        </p:tav>
                                      </p:tavLst>
                                    </p:anim>
                                    <p:anim calcmode="lin" valueType="num">
                                      <p:cBhvr>
                                        <p:cTn id="37" dur="500" fill="hold"/>
                                        <p:tgtEl>
                                          <p:spTgt spid="18441">
                                            <p:txEl>
                                              <p:pRg st="0" end="0"/>
                                            </p:txEl>
                                          </p:spTgt>
                                        </p:tgtEl>
                                        <p:attrNameLst>
                                          <p:attrName>ppt_h</p:attrName>
                                        </p:attrNameLst>
                                      </p:cBhvr>
                                      <p:tavLst>
                                        <p:tav tm="0">
                                          <p:val>
                                            <p:fltVal val="0"/>
                                          </p:val>
                                        </p:tav>
                                        <p:tav tm="100000">
                                          <p:val>
                                            <p:strVal val="#ppt_h"/>
                                          </p:val>
                                        </p:tav>
                                      </p:tavLst>
                                    </p:anim>
                                    <p:animEffect transition="in" filter="fade">
                                      <p:cBhvr>
                                        <p:cTn id="38" dur="500"/>
                                        <p:tgtEl>
                                          <p:spTgt spid="18441">
                                            <p:txEl>
                                              <p:pRg st="0" end="0"/>
                                            </p:txEl>
                                          </p:spTgt>
                                        </p:tgtEl>
                                      </p:cBhvr>
                                    </p:animEffect>
                                  </p:childTnLst>
                                </p:cTn>
                              </p:par>
                              <p:par>
                                <p:cTn id="39" presetID="53" presetClass="entr" presetSubtype="16" fill="hold" nodeType="withEffect">
                                  <p:stCondLst>
                                    <p:cond delay="0"/>
                                  </p:stCondLst>
                                  <p:childTnLst>
                                    <p:set>
                                      <p:cBhvr>
                                        <p:cTn id="40" dur="1" fill="hold">
                                          <p:stCondLst>
                                            <p:cond delay="0"/>
                                          </p:stCondLst>
                                        </p:cTn>
                                        <p:tgtEl>
                                          <p:spTgt spid="18441">
                                            <p:txEl>
                                              <p:pRg st="1" end="1"/>
                                            </p:txEl>
                                          </p:spTgt>
                                        </p:tgtEl>
                                        <p:attrNameLst>
                                          <p:attrName>style.visibility</p:attrName>
                                        </p:attrNameLst>
                                      </p:cBhvr>
                                      <p:to>
                                        <p:strVal val="visible"/>
                                      </p:to>
                                    </p:set>
                                    <p:anim calcmode="lin" valueType="num">
                                      <p:cBhvr>
                                        <p:cTn id="41" dur="500" fill="hold"/>
                                        <p:tgtEl>
                                          <p:spTgt spid="18441">
                                            <p:txEl>
                                              <p:pRg st="1" end="1"/>
                                            </p:txEl>
                                          </p:spTgt>
                                        </p:tgtEl>
                                        <p:attrNameLst>
                                          <p:attrName>ppt_w</p:attrName>
                                        </p:attrNameLst>
                                      </p:cBhvr>
                                      <p:tavLst>
                                        <p:tav tm="0">
                                          <p:val>
                                            <p:fltVal val="0"/>
                                          </p:val>
                                        </p:tav>
                                        <p:tav tm="100000">
                                          <p:val>
                                            <p:strVal val="#ppt_w"/>
                                          </p:val>
                                        </p:tav>
                                      </p:tavLst>
                                    </p:anim>
                                    <p:anim calcmode="lin" valueType="num">
                                      <p:cBhvr>
                                        <p:cTn id="42" dur="500" fill="hold"/>
                                        <p:tgtEl>
                                          <p:spTgt spid="18441">
                                            <p:txEl>
                                              <p:pRg st="1" end="1"/>
                                            </p:txEl>
                                          </p:spTgt>
                                        </p:tgtEl>
                                        <p:attrNameLst>
                                          <p:attrName>ppt_h</p:attrName>
                                        </p:attrNameLst>
                                      </p:cBhvr>
                                      <p:tavLst>
                                        <p:tav tm="0">
                                          <p:val>
                                            <p:fltVal val="0"/>
                                          </p:val>
                                        </p:tav>
                                        <p:tav tm="100000">
                                          <p:val>
                                            <p:strVal val="#ppt_h"/>
                                          </p:val>
                                        </p:tav>
                                      </p:tavLst>
                                    </p:anim>
                                    <p:animEffect transition="in" filter="fade">
                                      <p:cBhvr>
                                        <p:cTn id="43" dur="500"/>
                                        <p:tgtEl>
                                          <p:spTgt spid="18441">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nodeType="clickEffect">
                                  <p:stCondLst>
                                    <p:cond delay="0"/>
                                  </p:stCondLst>
                                  <p:childTnLst>
                                    <p:set>
                                      <p:cBhvr>
                                        <p:cTn id="47" dur="1" fill="hold">
                                          <p:stCondLst>
                                            <p:cond delay="0"/>
                                          </p:stCondLst>
                                        </p:cTn>
                                        <p:tgtEl>
                                          <p:spTgt spid="18441">
                                            <p:txEl>
                                              <p:pRg st="2" end="2"/>
                                            </p:txEl>
                                          </p:spTgt>
                                        </p:tgtEl>
                                        <p:attrNameLst>
                                          <p:attrName>style.visibility</p:attrName>
                                        </p:attrNameLst>
                                      </p:cBhvr>
                                      <p:to>
                                        <p:strVal val="visible"/>
                                      </p:to>
                                    </p:set>
                                    <p:anim calcmode="lin" valueType="num">
                                      <p:cBhvr>
                                        <p:cTn id="48" dur="500" fill="hold"/>
                                        <p:tgtEl>
                                          <p:spTgt spid="18441">
                                            <p:txEl>
                                              <p:pRg st="2" end="2"/>
                                            </p:txEl>
                                          </p:spTgt>
                                        </p:tgtEl>
                                        <p:attrNameLst>
                                          <p:attrName>ppt_w</p:attrName>
                                        </p:attrNameLst>
                                      </p:cBhvr>
                                      <p:tavLst>
                                        <p:tav tm="0">
                                          <p:val>
                                            <p:fltVal val="0"/>
                                          </p:val>
                                        </p:tav>
                                        <p:tav tm="100000">
                                          <p:val>
                                            <p:strVal val="#ppt_w"/>
                                          </p:val>
                                        </p:tav>
                                      </p:tavLst>
                                    </p:anim>
                                    <p:anim calcmode="lin" valueType="num">
                                      <p:cBhvr>
                                        <p:cTn id="49" dur="500" fill="hold"/>
                                        <p:tgtEl>
                                          <p:spTgt spid="18441">
                                            <p:txEl>
                                              <p:pRg st="2" end="2"/>
                                            </p:txEl>
                                          </p:spTgt>
                                        </p:tgtEl>
                                        <p:attrNameLst>
                                          <p:attrName>ppt_h</p:attrName>
                                        </p:attrNameLst>
                                      </p:cBhvr>
                                      <p:tavLst>
                                        <p:tav tm="0">
                                          <p:val>
                                            <p:fltVal val="0"/>
                                          </p:val>
                                        </p:tav>
                                        <p:tav tm="100000">
                                          <p:val>
                                            <p:strVal val="#ppt_h"/>
                                          </p:val>
                                        </p:tav>
                                      </p:tavLst>
                                    </p:anim>
                                    <p:animEffect transition="in" filter="fade">
                                      <p:cBhvr>
                                        <p:cTn id="50" dur="500"/>
                                        <p:tgtEl>
                                          <p:spTgt spid="18441">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nodeType="clickEffect">
                                  <p:stCondLst>
                                    <p:cond delay="0"/>
                                  </p:stCondLst>
                                  <p:childTnLst>
                                    <p:set>
                                      <p:cBhvr>
                                        <p:cTn id="54" dur="1" fill="hold">
                                          <p:stCondLst>
                                            <p:cond delay="0"/>
                                          </p:stCondLst>
                                        </p:cTn>
                                        <p:tgtEl>
                                          <p:spTgt spid="18441">
                                            <p:txEl>
                                              <p:pRg st="3" end="3"/>
                                            </p:txEl>
                                          </p:spTgt>
                                        </p:tgtEl>
                                        <p:attrNameLst>
                                          <p:attrName>style.visibility</p:attrName>
                                        </p:attrNameLst>
                                      </p:cBhvr>
                                      <p:to>
                                        <p:strVal val="visible"/>
                                      </p:to>
                                    </p:set>
                                    <p:anim calcmode="lin" valueType="num">
                                      <p:cBhvr>
                                        <p:cTn id="55" dur="500" fill="hold"/>
                                        <p:tgtEl>
                                          <p:spTgt spid="18441">
                                            <p:txEl>
                                              <p:pRg st="3" end="3"/>
                                            </p:txEl>
                                          </p:spTgt>
                                        </p:tgtEl>
                                        <p:attrNameLst>
                                          <p:attrName>ppt_w</p:attrName>
                                        </p:attrNameLst>
                                      </p:cBhvr>
                                      <p:tavLst>
                                        <p:tav tm="0">
                                          <p:val>
                                            <p:fltVal val="0"/>
                                          </p:val>
                                        </p:tav>
                                        <p:tav tm="100000">
                                          <p:val>
                                            <p:strVal val="#ppt_w"/>
                                          </p:val>
                                        </p:tav>
                                      </p:tavLst>
                                    </p:anim>
                                    <p:anim calcmode="lin" valueType="num">
                                      <p:cBhvr>
                                        <p:cTn id="56" dur="500" fill="hold"/>
                                        <p:tgtEl>
                                          <p:spTgt spid="18441">
                                            <p:txEl>
                                              <p:pRg st="3" end="3"/>
                                            </p:txEl>
                                          </p:spTgt>
                                        </p:tgtEl>
                                        <p:attrNameLst>
                                          <p:attrName>ppt_h</p:attrName>
                                        </p:attrNameLst>
                                      </p:cBhvr>
                                      <p:tavLst>
                                        <p:tav tm="0">
                                          <p:val>
                                            <p:fltVal val="0"/>
                                          </p:val>
                                        </p:tav>
                                        <p:tav tm="100000">
                                          <p:val>
                                            <p:strVal val="#ppt_h"/>
                                          </p:val>
                                        </p:tav>
                                      </p:tavLst>
                                    </p:anim>
                                    <p:animEffect transition="in" filter="fade">
                                      <p:cBhvr>
                                        <p:cTn id="57" dur="500"/>
                                        <p:tgtEl>
                                          <p:spTgt spid="18441">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nodeType="clickEffect">
                                  <p:stCondLst>
                                    <p:cond delay="0"/>
                                  </p:stCondLst>
                                  <p:childTnLst>
                                    <p:set>
                                      <p:cBhvr>
                                        <p:cTn id="61" dur="1" fill="hold">
                                          <p:stCondLst>
                                            <p:cond delay="0"/>
                                          </p:stCondLst>
                                        </p:cTn>
                                        <p:tgtEl>
                                          <p:spTgt spid="18441">
                                            <p:txEl>
                                              <p:pRg st="4" end="4"/>
                                            </p:txEl>
                                          </p:spTgt>
                                        </p:tgtEl>
                                        <p:attrNameLst>
                                          <p:attrName>style.visibility</p:attrName>
                                        </p:attrNameLst>
                                      </p:cBhvr>
                                      <p:to>
                                        <p:strVal val="visible"/>
                                      </p:to>
                                    </p:set>
                                    <p:anim calcmode="lin" valueType="num">
                                      <p:cBhvr>
                                        <p:cTn id="62" dur="500" fill="hold"/>
                                        <p:tgtEl>
                                          <p:spTgt spid="18441">
                                            <p:txEl>
                                              <p:pRg st="4" end="4"/>
                                            </p:txEl>
                                          </p:spTgt>
                                        </p:tgtEl>
                                        <p:attrNameLst>
                                          <p:attrName>ppt_w</p:attrName>
                                        </p:attrNameLst>
                                      </p:cBhvr>
                                      <p:tavLst>
                                        <p:tav tm="0">
                                          <p:val>
                                            <p:fltVal val="0"/>
                                          </p:val>
                                        </p:tav>
                                        <p:tav tm="100000">
                                          <p:val>
                                            <p:strVal val="#ppt_w"/>
                                          </p:val>
                                        </p:tav>
                                      </p:tavLst>
                                    </p:anim>
                                    <p:anim calcmode="lin" valueType="num">
                                      <p:cBhvr>
                                        <p:cTn id="63" dur="500" fill="hold"/>
                                        <p:tgtEl>
                                          <p:spTgt spid="18441">
                                            <p:txEl>
                                              <p:pRg st="4" end="4"/>
                                            </p:txEl>
                                          </p:spTgt>
                                        </p:tgtEl>
                                        <p:attrNameLst>
                                          <p:attrName>ppt_h</p:attrName>
                                        </p:attrNameLst>
                                      </p:cBhvr>
                                      <p:tavLst>
                                        <p:tav tm="0">
                                          <p:val>
                                            <p:fltVal val="0"/>
                                          </p:val>
                                        </p:tav>
                                        <p:tav tm="100000">
                                          <p:val>
                                            <p:strVal val="#ppt_h"/>
                                          </p:val>
                                        </p:tav>
                                      </p:tavLst>
                                    </p:anim>
                                    <p:animEffect transition="in" filter="fade">
                                      <p:cBhvr>
                                        <p:cTn id="64" dur="500"/>
                                        <p:tgtEl>
                                          <p:spTgt spid="18441">
                                            <p:txEl>
                                              <p:pRg st="4" end="4"/>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16" fill="hold" nodeType="clickEffect">
                                  <p:stCondLst>
                                    <p:cond delay="0"/>
                                  </p:stCondLst>
                                  <p:childTnLst>
                                    <p:set>
                                      <p:cBhvr>
                                        <p:cTn id="68" dur="1" fill="hold">
                                          <p:stCondLst>
                                            <p:cond delay="0"/>
                                          </p:stCondLst>
                                        </p:cTn>
                                        <p:tgtEl>
                                          <p:spTgt spid="2"/>
                                        </p:tgtEl>
                                        <p:attrNameLst>
                                          <p:attrName>style.visibility</p:attrName>
                                        </p:attrNameLst>
                                      </p:cBhvr>
                                      <p:to>
                                        <p:strVal val="visible"/>
                                      </p:to>
                                    </p:set>
                                    <p:anim calcmode="lin" valueType="num">
                                      <p:cBhvr>
                                        <p:cTn id="69" dur="500" fill="hold"/>
                                        <p:tgtEl>
                                          <p:spTgt spid="2"/>
                                        </p:tgtEl>
                                        <p:attrNameLst>
                                          <p:attrName>ppt_w</p:attrName>
                                        </p:attrNameLst>
                                      </p:cBhvr>
                                      <p:tavLst>
                                        <p:tav tm="0">
                                          <p:val>
                                            <p:fltVal val="0"/>
                                          </p:val>
                                        </p:tav>
                                        <p:tav tm="100000">
                                          <p:val>
                                            <p:strVal val="#ppt_w"/>
                                          </p:val>
                                        </p:tav>
                                      </p:tavLst>
                                    </p:anim>
                                    <p:anim calcmode="lin" valueType="num">
                                      <p:cBhvr>
                                        <p:cTn id="70" dur="500" fill="hold"/>
                                        <p:tgtEl>
                                          <p:spTgt spid="2"/>
                                        </p:tgtEl>
                                        <p:attrNameLst>
                                          <p:attrName>ppt_h</p:attrName>
                                        </p:attrNameLst>
                                      </p:cBhvr>
                                      <p:tavLst>
                                        <p:tav tm="0">
                                          <p:val>
                                            <p:fltVal val="0"/>
                                          </p:val>
                                        </p:tav>
                                        <p:tav tm="100000">
                                          <p:val>
                                            <p:strVal val="#ppt_h"/>
                                          </p:val>
                                        </p:tav>
                                      </p:tavLst>
                                    </p:anim>
                                    <p:animEffect transition="in" filter="fade">
                                      <p:cBhvr>
                                        <p:cTn id="71" dur="500"/>
                                        <p:tgtEl>
                                          <p:spTgt spid="2"/>
                                        </p:tgtEl>
                                      </p:cBhvr>
                                    </p:animEffect>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nodeType="clickEffect">
                                  <p:stCondLst>
                                    <p:cond delay="0"/>
                                  </p:stCondLst>
                                  <p:childTnLst>
                                    <p:set>
                                      <p:cBhvr>
                                        <p:cTn id="75" dur="1" fill="hold">
                                          <p:stCondLst>
                                            <p:cond delay="0"/>
                                          </p:stCondLst>
                                        </p:cTn>
                                        <p:tgtEl>
                                          <p:spTgt spid="18441">
                                            <p:txEl>
                                              <p:pRg st="5" end="5"/>
                                            </p:txEl>
                                          </p:spTgt>
                                        </p:tgtEl>
                                        <p:attrNameLst>
                                          <p:attrName>style.visibility</p:attrName>
                                        </p:attrNameLst>
                                      </p:cBhvr>
                                      <p:to>
                                        <p:strVal val="visible"/>
                                      </p:to>
                                    </p:set>
                                    <p:anim calcmode="lin" valueType="num">
                                      <p:cBhvr>
                                        <p:cTn id="76" dur="500" fill="hold"/>
                                        <p:tgtEl>
                                          <p:spTgt spid="18441">
                                            <p:txEl>
                                              <p:pRg st="5" end="5"/>
                                            </p:txEl>
                                          </p:spTgt>
                                        </p:tgtEl>
                                        <p:attrNameLst>
                                          <p:attrName>ppt_w</p:attrName>
                                        </p:attrNameLst>
                                      </p:cBhvr>
                                      <p:tavLst>
                                        <p:tav tm="0">
                                          <p:val>
                                            <p:fltVal val="0"/>
                                          </p:val>
                                        </p:tav>
                                        <p:tav tm="100000">
                                          <p:val>
                                            <p:strVal val="#ppt_w"/>
                                          </p:val>
                                        </p:tav>
                                      </p:tavLst>
                                    </p:anim>
                                    <p:anim calcmode="lin" valueType="num">
                                      <p:cBhvr>
                                        <p:cTn id="77" dur="500" fill="hold"/>
                                        <p:tgtEl>
                                          <p:spTgt spid="18441">
                                            <p:txEl>
                                              <p:pRg st="5" end="5"/>
                                            </p:txEl>
                                          </p:spTgt>
                                        </p:tgtEl>
                                        <p:attrNameLst>
                                          <p:attrName>ppt_h</p:attrName>
                                        </p:attrNameLst>
                                      </p:cBhvr>
                                      <p:tavLst>
                                        <p:tav tm="0">
                                          <p:val>
                                            <p:fltVal val="0"/>
                                          </p:val>
                                        </p:tav>
                                        <p:tav tm="100000">
                                          <p:val>
                                            <p:strVal val="#ppt_h"/>
                                          </p:val>
                                        </p:tav>
                                      </p:tavLst>
                                    </p:anim>
                                    <p:animEffect transition="in" filter="fade">
                                      <p:cBhvr>
                                        <p:cTn id="78" dur="500"/>
                                        <p:tgtEl>
                                          <p:spTgt spid="18441">
                                            <p:txEl>
                                              <p:pRg st="5" end="5"/>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53" presetClass="entr" presetSubtype="16" fill="hold" nodeType="clickEffect">
                                  <p:stCondLst>
                                    <p:cond delay="0"/>
                                  </p:stCondLst>
                                  <p:childTnLst>
                                    <p:set>
                                      <p:cBhvr>
                                        <p:cTn id="82" dur="1" fill="hold">
                                          <p:stCondLst>
                                            <p:cond delay="0"/>
                                          </p:stCondLst>
                                        </p:cTn>
                                        <p:tgtEl>
                                          <p:spTgt spid="18441">
                                            <p:txEl>
                                              <p:pRg st="6" end="6"/>
                                            </p:txEl>
                                          </p:spTgt>
                                        </p:tgtEl>
                                        <p:attrNameLst>
                                          <p:attrName>style.visibility</p:attrName>
                                        </p:attrNameLst>
                                      </p:cBhvr>
                                      <p:to>
                                        <p:strVal val="visible"/>
                                      </p:to>
                                    </p:set>
                                    <p:anim calcmode="lin" valueType="num">
                                      <p:cBhvr>
                                        <p:cTn id="83" dur="500" fill="hold"/>
                                        <p:tgtEl>
                                          <p:spTgt spid="18441">
                                            <p:txEl>
                                              <p:pRg st="6" end="6"/>
                                            </p:txEl>
                                          </p:spTgt>
                                        </p:tgtEl>
                                        <p:attrNameLst>
                                          <p:attrName>ppt_w</p:attrName>
                                        </p:attrNameLst>
                                      </p:cBhvr>
                                      <p:tavLst>
                                        <p:tav tm="0">
                                          <p:val>
                                            <p:fltVal val="0"/>
                                          </p:val>
                                        </p:tav>
                                        <p:tav tm="100000">
                                          <p:val>
                                            <p:strVal val="#ppt_w"/>
                                          </p:val>
                                        </p:tav>
                                      </p:tavLst>
                                    </p:anim>
                                    <p:anim calcmode="lin" valueType="num">
                                      <p:cBhvr>
                                        <p:cTn id="84" dur="500" fill="hold"/>
                                        <p:tgtEl>
                                          <p:spTgt spid="18441">
                                            <p:txEl>
                                              <p:pRg st="6" end="6"/>
                                            </p:txEl>
                                          </p:spTgt>
                                        </p:tgtEl>
                                        <p:attrNameLst>
                                          <p:attrName>ppt_h</p:attrName>
                                        </p:attrNameLst>
                                      </p:cBhvr>
                                      <p:tavLst>
                                        <p:tav tm="0">
                                          <p:val>
                                            <p:fltVal val="0"/>
                                          </p:val>
                                        </p:tav>
                                        <p:tav tm="100000">
                                          <p:val>
                                            <p:strVal val="#ppt_h"/>
                                          </p:val>
                                        </p:tav>
                                      </p:tavLst>
                                    </p:anim>
                                    <p:animEffect transition="in" filter="fade">
                                      <p:cBhvr>
                                        <p:cTn id="85" dur="500"/>
                                        <p:tgtEl>
                                          <p:spTgt spid="18441">
                                            <p:txEl>
                                              <p:pRg st="6" end="6"/>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53" presetClass="entr" presetSubtype="16" fill="hold" nodeType="clickEffect">
                                  <p:stCondLst>
                                    <p:cond delay="0"/>
                                  </p:stCondLst>
                                  <p:childTnLst>
                                    <p:set>
                                      <p:cBhvr>
                                        <p:cTn id="89" dur="1" fill="hold">
                                          <p:stCondLst>
                                            <p:cond delay="0"/>
                                          </p:stCondLst>
                                        </p:cTn>
                                        <p:tgtEl>
                                          <p:spTgt spid="18441">
                                            <p:txEl>
                                              <p:pRg st="7" end="7"/>
                                            </p:txEl>
                                          </p:spTgt>
                                        </p:tgtEl>
                                        <p:attrNameLst>
                                          <p:attrName>style.visibility</p:attrName>
                                        </p:attrNameLst>
                                      </p:cBhvr>
                                      <p:to>
                                        <p:strVal val="visible"/>
                                      </p:to>
                                    </p:set>
                                    <p:anim calcmode="lin" valueType="num">
                                      <p:cBhvr>
                                        <p:cTn id="90" dur="500" fill="hold"/>
                                        <p:tgtEl>
                                          <p:spTgt spid="18441">
                                            <p:txEl>
                                              <p:pRg st="7" end="7"/>
                                            </p:txEl>
                                          </p:spTgt>
                                        </p:tgtEl>
                                        <p:attrNameLst>
                                          <p:attrName>ppt_w</p:attrName>
                                        </p:attrNameLst>
                                      </p:cBhvr>
                                      <p:tavLst>
                                        <p:tav tm="0">
                                          <p:val>
                                            <p:fltVal val="0"/>
                                          </p:val>
                                        </p:tav>
                                        <p:tav tm="100000">
                                          <p:val>
                                            <p:strVal val="#ppt_w"/>
                                          </p:val>
                                        </p:tav>
                                      </p:tavLst>
                                    </p:anim>
                                    <p:anim calcmode="lin" valueType="num">
                                      <p:cBhvr>
                                        <p:cTn id="91" dur="500" fill="hold"/>
                                        <p:tgtEl>
                                          <p:spTgt spid="18441">
                                            <p:txEl>
                                              <p:pRg st="7" end="7"/>
                                            </p:txEl>
                                          </p:spTgt>
                                        </p:tgtEl>
                                        <p:attrNameLst>
                                          <p:attrName>ppt_h</p:attrName>
                                        </p:attrNameLst>
                                      </p:cBhvr>
                                      <p:tavLst>
                                        <p:tav tm="0">
                                          <p:val>
                                            <p:fltVal val="0"/>
                                          </p:val>
                                        </p:tav>
                                        <p:tav tm="100000">
                                          <p:val>
                                            <p:strVal val="#ppt_h"/>
                                          </p:val>
                                        </p:tav>
                                      </p:tavLst>
                                    </p:anim>
                                    <p:animEffect transition="in" filter="fade">
                                      <p:cBhvr>
                                        <p:cTn id="92" dur="500"/>
                                        <p:tgtEl>
                                          <p:spTgt spid="18441">
                                            <p:txEl>
                                              <p:pRg st="7" end="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53" presetClass="entr" presetSubtype="16" fill="hold" nodeType="clickEffect">
                                  <p:stCondLst>
                                    <p:cond delay="0"/>
                                  </p:stCondLst>
                                  <p:childTnLst>
                                    <p:set>
                                      <p:cBhvr>
                                        <p:cTn id="96" dur="1" fill="hold">
                                          <p:stCondLst>
                                            <p:cond delay="0"/>
                                          </p:stCondLst>
                                        </p:cTn>
                                        <p:tgtEl>
                                          <p:spTgt spid="3"/>
                                        </p:tgtEl>
                                        <p:attrNameLst>
                                          <p:attrName>style.visibility</p:attrName>
                                        </p:attrNameLst>
                                      </p:cBhvr>
                                      <p:to>
                                        <p:strVal val="visible"/>
                                      </p:to>
                                    </p:set>
                                    <p:anim calcmode="lin" valueType="num">
                                      <p:cBhvr>
                                        <p:cTn id="97" dur="500" fill="hold"/>
                                        <p:tgtEl>
                                          <p:spTgt spid="3"/>
                                        </p:tgtEl>
                                        <p:attrNameLst>
                                          <p:attrName>ppt_w</p:attrName>
                                        </p:attrNameLst>
                                      </p:cBhvr>
                                      <p:tavLst>
                                        <p:tav tm="0">
                                          <p:val>
                                            <p:fltVal val="0"/>
                                          </p:val>
                                        </p:tav>
                                        <p:tav tm="100000">
                                          <p:val>
                                            <p:strVal val="#ppt_w"/>
                                          </p:val>
                                        </p:tav>
                                      </p:tavLst>
                                    </p:anim>
                                    <p:anim calcmode="lin" valueType="num">
                                      <p:cBhvr>
                                        <p:cTn id="98" dur="500" fill="hold"/>
                                        <p:tgtEl>
                                          <p:spTgt spid="3"/>
                                        </p:tgtEl>
                                        <p:attrNameLst>
                                          <p:attrName>ppt_h</p:attrName>
                                        </p:attrNameLst>
                                      </p:cBhvr>
                                      <p:tavLst>
                                        <p:tav tm="0">
                                          <p:val>
                                            <p:fltVal val="0"/>
                                          </p:val>
                                        </p:tav>
                                        <p:tav tm="100000">
                                          <p:val>
                                            <p:strVal val="#ppt_h"/>
                                          </p:val>
                                        </p:tav>
                                      </p:tavLst>
                                    </p:anim>
                                    <p:animEffect transition="in" filter="fade">
                                      <p:cBhvr>
                                        <p:cTn id="99" dur="500"/>
                                        <p:tgtEl>
                                          <p:spTgt spid="3"/>
                                        </p:tgtEl>
                                      </p:cBhvr>
                                    </p:animEffect>
                                  </p:childTnLst>
                                </p:cTn>
                              </p:par>
                            </p:childTnLst>
                          </p:cTn>
                        </p:par>
                      </p:childTnLst>
                    </p:cTn>
                  </p:par>
                  <p:par>
                    <p:cTn id="100" fill="hold">
                      <p:stCondLst>
                        <p:cond delay="indefinite"/>
                      </p:stCondLst>
                      <p:childTnLst>
                        <p:par>
                          <p:cTn id="101" fill="hold">
                            <p:stCondLst>
                              <p:cond delay="0"/>
                            </p:stCondLst>
                            <p:childTnLst>
                              <p:par>
                                <p:cTn id="102" presetID="53" presetClass="entr" presetSubtype="16" fill="hold" nodeType="clickEffect">
                                  <p:stCondLst>
                                    <p:cond delay="0"/>
                                  </p:stCondLst>
                                  <p:childTnLst>
                                    <p:set>
                                      <p:cBhvr>
                                        <p:cTn id="103" dur="1" fill="hold">
                                          <p:stCondLst>
                                            <p:cond delay="0"/>
                                          </p:stCondLst>
                                        </p:cTn>
                                        <p:tgtEl>
                                          <p:spTgt spid="18441">
                                            <p:txEl>
                                              <p:pRg st="8" end="8"/>
                                            </p:txEl>
                                          </p:spTgt>
                                        </p:tgtEl>
                                        <p:attrNameLst>
                                          <p:attrName>style.visibility</p:attrName>
                                        </p:attrNameLst>
                                      </p:cBhvr>
                                      <p:to>
                                        <p:strVal val="visible"/>
                                      </p:to>
                                    </p:set>
                                    <p:anim calcmode="lin" valueType="num">
                                      <p:cBhvr>
                                        <p:cTn id="104" dur="500" fill="hold"/>
                                        <p:tgtEl>
                                          <p:spTgt spid="18441">
                                            <p:txEl>
                                              <p:pRg st="8" end="8"/>
                                            </p:txEl>
                                          </p:spTgt>
                                        </p:tgtEl>
                                        <p:attrNameLst>
                                          <p:attrName>ppt_w</p:attrName>
                                        </p:attrNameLst>
                                      </p:cBhvr>
                                      <p:tavLst>
                                        <p:tav tm="0">
                                          <p:val>
                                            <p:fltVal val="0"/>
                                          </p:val>
                                        </p:tav>
                                        <p:tav tm="100000">
                                          <p:val>
                                            <p:strVal val="#ppt_w"/>
                                          </p:val>
                                        </p:tav>
                                      </p:tavLst>
                                    </p:anim>
                                    <p:anim calcmode="lin" valueType="num">
                                      <p:cBhvr>
                                        <p:cTn id="105" dur="500" fill="hold"/>
                                        <p:tgtEl>
                                          <p:spTgt spid="18441">
                                            <p:txEl>
                                              <p:pRg st="8" end="8"/>
                                            </p:txEl>
                                          </p:spTgt>
                                        </p:tgtEl>
                                        <p:attrNameLst>
                                          <p:attrName>ppt_h</p:attrName>
                                        </p:attrNameLst>
                                      </p:cBhvr>
                                      <p:tavLst>
                                        <p:tav tm="0">
                                          <p:val>
                                            <p:fltVal val="0"/>
                                          </p:val>
                                        </p:tav>
                                        <p:tav tm="100000">
                                          <p:val>
                                            <p:strVal val="#ppt_h"/>
                                          </p:val>
                                        </p:tav>
                                      </p:tavLst>
                                    </p:anim>
                                    <p:animEffect transition="in" filter="fade">
                                      <p:cBhvr>
                                        <p:cTn id="106" dur="500"/>
                                        <p:tgtEl>
                                          <p:spTgt spid="18441">
                                            <p:txEl>
                                              <p:pRg st="8" end="8"/>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53" presetClass="entr" presetSubtype="16" fill="hold" nodeType="clickEffect">
                                  <p:stCondLst>
                                    <p:cond delay="0"/>
                                  </p:stCondLst>
                                  <p:childTnLst>
                                    <p:set>
                                      <p:cBhvr>
                                        <p:cTn id="110" dur="1" fill="hold">
                                          <p:stCondLst>
                                            <p:cond delay="0"/>
                                          </p:stCondLst>
                                        </p:cTn>
                                        <p:tgtEl>
                                          <p:spTgt spid="18441">
                                            <p:txEl>
                                              <p:pRg st="9" end="9"/>
                                            </p:txEl>
                                          </p:spTgt>
                                        </p:tgtEl>
                                        <p:attrNameLst>
                                          <p:attrName>style.visibility</p:attrName>
                                        </p:attrNameLst>
                                      </p:cBhvr>
                                      <p:to>
                                        <p:strVal val="visible"/>
                                      </p:to>
                                    </p:set>
                                    <p:anim calcmode="lin" valueType="num">
                                      <p:cBhvr>
                                        <p:cTn id="111" dur="500" fill="hold"/>
                                        <p:tgtEl>
                                          <p:spTgt spid="18441">
                                            <p:txEl>
                                              <p:pRg st="9" end="9"/>
                                            </p:txEl>
                                          </p:spTgt>
                                        </p:tgtEl>
                                        <p:attrNameLst>
                                          <p:attrName>ppt_w</p:attrName>
                                        </p:attrNameLst>
                                      </p:cBhvr>
                                      <p:tavLst>
                                        <p:tav tm="0">
                                          <p:val>
                                            <p:fltVal val="0"/>
                                          </p:val>
                                        </p:tav>
                                        <p:tav tm="100000">
                                          <p:val>
                                            <p:strVal val="#ppt_w"/>
                                          </p:val>
                                        </p:tav>
                                      </p:tavLst>
                                    </p:anim>
                                    <p:anim calcmode="lin" valueType="num">
                                      <p:cBhvr>
                                        <p:cTn id="112" dur="500" fill="hold"/>
                                        <p:tgtEl>
                                          <p:spTgt spid="18441">
                                            <p:txEl>
                                              <p:pRg st="9" end="9"/>
                                            </p:txEl>
                                          </p:spTgt>
                                        </p:tgtEl>
                                        <p:attrNameLst>
                                          <p:attrName>ppt_h</p:attrName>
                                        </p:attrNameLst>
                                      </p:cBhvr>
                                      <p:tavLst>
                                        <p:tav tm="0">
                                          <p:val>
                                            <p:fltVal val="0"/>
                                          </p:val>
                                        </p:tav>
                                        <p:tav tm="100000">
                                          <p:val>
                                            <p:strVal val="#ppt_h"/>
                                          </p:val>
                                        </p:tav>
                                      </p:tavLst>
                                    </p:anim>
                                    <p:animEffect transition="in" filter="fade">
                                      <p:cBhvr>
                                        <p:cTn id="113" dur="500"/>
                                        <p:tgtEl>
                                          <p:spTgt spid="18441">
                                            <p:txEl>
                                              <p:pRg st="9" end="9"/>
                                            </p:txEl>
                                          </p:spTgt>
                                        </p:tgtEl>
                                      </p:cBhvr>
                                    </p:animEffect>
                                  </p:childTnLst>
                                </p:cTn>
                              </p:par>
                            </p:childTnLst>
                          </p:cTn>
                        </p:par>
                      </p:childTnLst>
                    </p:cTn>
                  </p:par>
                  <p:par>
                    <p:cTn id="114" fill="hold">
                      <p:stCondLst>
                        <p:cond delay="indefinite"/>
                      </p:stCondLst>
                      <p:childTnLst>
                        <p:par>
                          <p:cTn id="115" fill="hold">
                            <p:stCondLst>
                              <p:cond delay="0"/>
                            </p:stCondLst>
                            <p:childTnLst>
                              <p:par>
                                <p:cTn id="116" presetID="53" presetClass="entr" presetSubtype="16" fill="hold" nodeType="clickEffect">
                                  <p:stCondLst>
                                    <p:cond delay="0"/>
                                  </p:stCondLst>
                                  <p:childTnLst>
                                    <p:set>
                                      <p:cBhvr>
                                        <p:cTn id="117" dur="1" fill="hold">
                                          <p:stCondLst>
                                            <p:cond delay="0"/>
                                          </p:stCondLst>
                                        </p:cTn>
                                        <p:tgtEl>
                                          <p:spTgt spid="18441">
                                            <p:txEl>
                                              <p:pRg st="10" end="10"/>
                                            </p:txEl>
                                          </p:spTgt>
                                        </p:tgtEl>
                                        <p:attrNameLst>
                                          <p:attrName>style.visibility</p:attrName>
                                        </p:attrNameLst>
                                      </p:cBhvr>
                                      <p:to>
                                        <p:strVal val="visible"/>
                                      </p:to>
                                    </p:set>
                                    <p:anim calcmode="lin" valueType="num">
                                      <p:cBhvr>
                                        <p:cTn id="118" dur="500" fill="hold"/>
                                        <p:tgtEl>
                                          <p:spTgt spid="18441">
                                            <p:txEl>
                                              <p:pRg st="10" end="10"/>
                                            </p:txEl>
                                          </p:spTgt>
                                        </p:tgtEl>
                                        <p:attrNameLst>
                                          <p:attrName>ppt_w</p:attrName>
                                        </p:attrNameLst>
                                      </p:cBhvr>
                                      <p:tavLst>
                                        <p:tav tm="0">
                                          <p:val>
                                            <p:fltVal val="0"/>
                                          </p:val>
                                        </p:tav>
                                        <p:tav tm="100000">
                                          <p:val>
                                            <p:strVal val="#ppt_w"/>
                                          </p:val>
                                        </p:tav>
                                      </p:tavLst>
                                    </p:anim>
                                    <p:anim calcmode="lin" valueType="num">
                                      <p:cBhvr>
                                        <p:cTn id="119" dur="500" fill="hold"/>
                                        <p:tgtEl>
                                          <p:spTgt spid="18441">
                                            <p:txEl>
                                              <p:pRg st="10" end="10"/>
                                            </p:txEl>
                                          </p:spTgt>
                                        </p:tgtEl>
                                        <p:attrNameLst>
                                          <p:attrName>ppt_h</p:attrName>
                                        </p:attrNameLst>
                                      </p:cBhvr>
                                      <p:tavLst>
                                        <p:tav tm="0">
                                          <p:val>
                                            <p:fltVal val="0"/>
                                          </p:val>
                                        </p:tav>
                                        <p:tav tm="100000">
                                          <p:val>
                                            <p:strVal val="#ppt_h"/>
                                          </p:val>
                                        </p:tav>
                                      </p:tavLst>
                                    </p:anim>
                                    <p:animEffect transition="in" filter="fade">
                                      <p:cBhvr>
                                        <p:cTn id="120" dur="500"/>
                                        <p:tgtEl>
                                          <p:spTgt spid="18441">
                                            <p:txEl>
                                              <p:pRg st="10" end="10"/>
                                            </p:txEl>
                                          </p:spTgt>
                                        </p:tgtEl>
                                      </p:cBhvr>
                                    </p:animEffect>
                                  </p:childTnLst>
                                </p:cTn>
                              </p:par>
                            </p:childTnLst>
                          </p:cTn>
                        </p:par>
                      </p:childTnLst>
                    </p:cTn>
                  </p:par>
                  <p:par>
                    <p:cTn id="121" fill="hold">
                      <p:stCondLst>
                        <p:cond delay="indefinite"/>
                      </p:stCondLst>
                      <p:childTnLst>
                        <p:par>
                          <p:cTn id="122" fill="hold">
                            <p:stCondLst>
                              <p:cond delay="0"/>
                            </p:stCondLst>
                            <p:childTnLst>
                              <p:par>
                                <p:cTn id="123" presetID="53" presetClass="entr" presetSubtype="16" fill="hold" nodeType="clickEffect">
                                  <p:stCondLst>
                                    <p:cond delay="0"/>
                                  </p:stCondLst>
                                  <p:childTnLst>
                                    <p:set>
                                      <p:cBhvr>
                                        <p:cTn id="124" dur="1" fill="hold">
                                          <p:stCondLst>
                                            <p:cond delay="0"/>
                                          </p:stCondLst>
                                        </p:cTn>
                                        <p:tgtEl>
                                          <p:spTgt spid="4"/>
                                        </p:tgtEl>
                                        <p:attrNameLst>
                                          <p:attrName>style.visibility</p:attrName>
                                        </p:attrNameLst>
                                      </p:cBhvr>
                                      <p:to>
                                        <p:strVal val="visible"/>
                                      </p:to>
                                    </p:set>
                                    <p:anim calcmode="lin" valueType="num">
                                      <p:cBhvr>
                                        <p:cTn id="125" dur="500" fill="hold"/>
                                        <p:tgtEl>
                                          <p:spTgt spid="4"/>
                                        </p:tgtEl>
                                        <p:attrNameLst>
                                          <p:attrName>ppt_w</p:attrName>
                                        </p:attrNameLst>
                                      </p:cBhvr>
                                      <p:tavLst>
                                        <p:tav tm="0">
                                          <p:val>
                                            <p:fltVal val="0"/>
                                          </p:val>
                                        </p:tav>
                                        <p:tav tm="100000">
                                          <p:val>
                                            <p:strVal val="#ppt_w"/>
                                          </p:val>
                                        </p:tav>
                                      </p:tavLst>
                                    </p:anim>
                                    <p:anim calcmode="lin" valueType="num">
                                      <p:cBhvr>
                                        <p:cTn id="126" dur="500" fill="hold"/>
                                        <p:tgtEl>
                                          <p:spTgt spid="4"/>
                                        </p:tgtEl>
                                        <p:attrNameLst>
                                          <p:attrName>ppt_h</p:attrName>
                                        </p:attrNameLst>
                                      </p:cBhvr>
                                      <p:tavLst>
                                        <p:tav tm="0">
                                          <p:val>
                                            <p:fltVal val="0"/>
                                          </p:val>
                                        </p:tav>
                                        <p:tav tm="100000">
                                          <p:val>
                                            <p:strVal val="#ppt_h"/>
                                          </p:val>
                                        </p:tav>
                                      </p:tavLst>
                                    </p:anim>
                                    <p:animEffect transition="in" filter="fade">
                                      <p:cBhvr>
                                        <p:cTn id="127" dur="500"/>
                                        <p:tgtEl>
                                          <p:spTgt spid="4"/>
                                        </p:tgtEl>
                                      </p:cBhvr>
                                    </p:animEffect>
                                  </p:childTnLst>
                                </p:cTn>
                              </p:par>
                            </p:childTnLst>
                          </p:cTn>
                        </p:par>
                      </p:childTnLst>
                    </p:cTn>
                  </p:par>
                  <p:par>
                    <p:cTn id="128" fill="hold">
                      <p:stCondLst>
                        <p:cond delay="indefinite"/>
                      </p:stCondLst>
                      <p:childTnLst>
                        <p:par>
                          <p:cTn id="129" fill="hold">
                            <p:stCondLst>
                              <p:cond delay="0"/>
                            </p:stCondLst>
                            <p:childTnLst>
                              <p:par>
                                <p:cTn id="130" presetID="53" presetClass="entr" presetSubtype="16" fill="hold" nodeType="clickEffect">
                                  <p:stCondLst>
                                    <p:cond delay="0"/>
                                  </p:stCondLst>
                                  <p:childTnLst>
                                    <p:set>
                                      <p:cBhvr>
                                        <p:cTn id="131" dur="1" fill="hold">
                                          <p:stCondLst>
                                            <p:cond delay="0"/>
                                          </p:stCondLst>
                                        </p:cTn>
                                        <p:tgtEl>
                                          <p:spTgt spid="5"/>
                                        </p:tgtEl>
                                        <p:attrNameLst>
                                          <p:attrName>style.visibility</p:attrName>
                                        </p:attrNameLst>
                                      </p:cBhvr>
                                      <p:to>
                                        <p:strVal val="visible"/>
                                      </p:to>
                                    </p:set>
                                    <p:anim calcmode="lin" valueType="num">
                                      <p:cBhvr>
                                        <p:cTn id="132" dur="500" fill="hold"/>
                                        <p:tgtEl>
                                          <p:spTgt spid="5"/>
                                        </p:tgtEl>
                                        <p:attrNameLst>
                                          <p:attrName>ppt_w</p:attrName>
                                        </p:attrNameLst>
                                      </p:cBhvr>
                                      <p:tavLst>
                                        <p:tav tm="0">
                                          <p:val>
                                            <p:fltVal val="0"/>
                                          </p:val>
                                        </p:tav>
                                        <p:tav tm="100000">
                                          <p:val>
                                            <p:strVal val="#ppt_w"/>
                                          </p:val>
                                        </p:tav>
                                      </p:tavLst>
                                    </p:anim>
                                    <p:anim calcmode="lin" valueType="num">
                                      <p:cBhvr>
                                        <p:cTn id="133" dur="500" fill="hold"/>
                                        <p:tgtEl>
                                          <p:spTgt spid="5"/>
                                        </p:tgtEl>
                                        <p:attrNameLst>
                                          <p:attrName>ppt_h</p:attrName>
                                        </p:attrNameLst>
                                      </p:cBhvr>
                                      <p:tavLst>
                                        <p:tav tm="0">
                                          <p:val>
                                            <p:fltVal val="0"/>
                                          </p:val>
                                        </p:tav>
                                        <p:tav tm="100000">
                                          <p:val>
                                            <p:strVal val="#ppt_h"/>
                                          </p:val>
                                        </p:tav>
                                      </p:tavLst>
                                    </p:anim>
                                    <p:animEffect transition="in" filter="fade">
                                      <p:cBhvr>
                                        <p:cTn id="134" dur="500"/>
                                        <p:tgtEl>
                                          <p:spTgt spid="5"/>
                                        </p:tgtEl>
                                      </p:cBhvr>
                                    </p:animEffect>
                                  </p:childTnLst>
                                </p:cTn>
                              </p:par>
                            </p:childTnLst>
                          </p:cTn>
                        </p:par>
                      </p:childTnLst>
                    </p:cTn>
                  </p:par>
                  <p:par>
                    <p:cTn id="135" fill="hold">
                      <p:stCondLst>
                        <p:cond delay="indefinite"/>
                      </p:stCondLst>
                      <p:childTnLst>
                        <p:par>
                          <p:cTn id="136" fill="hold">
                            <p:stCondLst>
                              <p:cond delay="0"/>
                            </p:stCondLst>
                            <p:childTnLst>
                              <p:par>
                                <p:cTn id="137" presetID="53" presetClass="entr" presetSubtype="16" fill="hold" nodeType="clickEffect">
                                  <p:stCondLst>
                                    <p:cond delay="0"/>
                                  </p:stCondLst>
                                  <p:childTnLst>
                                    <p:set>
                                      <p:cBhvr>
                                        <p:cTn id="138" dur="1" fill="hold">
                                          <p:stCondLst>
                                            <p:cond delay="0"/>
                                          </p:stCondLst>
                                        </p:cTn>
                                        <p:tgtEl>
                                          <p:spTgt spid="56"/>
                                        </p:tgtEl>
                                        <p:attrNameLst>
                                          <p:attrName>style.visibility</p:attrName>
                                        </p:attrNameLst>
                                      </p:cBhvr>
                                      <p:to>
                                        <p:strVal val="visible"/>
                                      </p:to>
                                    </p:set>
                                    <p:anim calcmode="lin" valueType="num">
                                      <p:cBhvr>
                                        <p:cTn id="139" dur="500" fill="hold"/>
                                        <p:tgtEl>
                                          <p:spTgt spid="56"/>
                                        </p:tgtEl>
                                        <p:attrNameLst>
                                          <p:attrName>ppt_w</p:attrName>
                                        </p:attrNameLst>
                                      </p:cBhvr>
                                      <p:tavLst>
                                        <p:tav tm="0">
                                          <p:val>
                                            <p:fltVal val="0"/>
                                          </p:val>
                                        </p:tav>
                                        <p:tav tm="100000">
                                          <p:val>
                                            <p:strVal val="#ppt_w"/>
                                          </p:val>
                                        </p:tav>
                                      </p:tavLst>
                                    </p:anim>
                                    <p:anim calcmode="lin" valueType="num">
                                      <p:cBhvr>
                                        <p:cTn id="140" dur="500" fill="hold"/>
                                        <p:tgtEl>
                                          <p:spTgt spid="56"/>
                                        </p:tgtEl>
                                        <p:attrNameLst>
                                          <p:attrName>ppt_h</p:attrName>
                                        </p:attrNameLst>
                                      </p:cBhvr>
                                      <p:tavLst>
                                        <p:tav tm="0">
                                          <p:val>
                                            <p:fltVal val="0"/>
                                          </p:val>
                                        </p:tav>
                                        <p:tav tm="100000">
                                          <p:val>
                                            <p:strVal val="#ppt_h"/>
                                          </p:val>
                                        </p:tav>
                                      </p:tavLst>
                                    </p:anim>
                                    <p:animEffect transition="in" filter="fade">
                                      <p:cBhvr>
                                        <p:cTn id="141" dur="500"/>
                                        <p:tgtEl>
                                          <p:spTgt spid="56"/>
                                        </p:tgtEl>
                                      </p:cBhvr>
                                    </p:animEffect>
                                  </p:childTnLst>
                                </p:cTn>
                              </p:par>
                            </p:childTnLst>
                          </p:cTn>
                        </p:par>
                      </p:childTnLst>
                    </p:cTn>
                  </p:par>
                  <p:par>
                    <p:cTn id="142" fill="hold">
                      <p:stCondLst>
                        <p:cond delay="indefinite"/>
                      </p:stCondLst>
                      <p:childTnLst>
                        <p:par>
                          <p:cTn id="143" fill="hold">
                            <p:stCondLst>
                              <p:cond delay="0"/>
                            </p:stCondLst>
                            <p:childTnLst>
                              <p:par>
                                <p:cTn id="144" presetID="53" presetClass="exit" presetSubtype="32" fill="hold" nodeType="clickEffect">
                                  <p:stCondLst>
                                    <p:cond delay="0"/>
                                  </p:stCondLst>
                                  <p:childTnLst>
                                    <p:anim calcmode="lin" valueType="num">
                                      <p:cBhvr>
                                        <p:cTn id="145" dur="500"/>
                                        <p:tgtEl>
                                          <p:spTgt spid="18441">
                                            <p:txEl>
                                              <p:pRg st="7" end="7"/>
                                            </p:txEl>
                                          </p:spTgt>
                                        </p:tgtEl>
                                        <p:attrNameLst>
                                          <p:attrName>ppt_w</p:attrName>
                                        </p:attrNameLst>
                                      </p:cBhvr>
                                      <p:tavLst>
                                        <p:tav tm="0">
                                          <p:val>
                                            <p:strVal val="ppt_w"/>
                                          </p:val>
                                        </p:tav>
                                        <p:tav tm="100000">
                                          <p:val>
                                            <p:fltVal val="0"/>
                                          </p:val>
                                        </p:tav>
                                      </p:tavLst>
                                    </p:anim>
                                    <p:anim calcmode="lin" valueType="num">
                                      <p:cBhvr>
                                        <p:cTn id="146" dur="500"/>
                                        <p:tgtEl>
                                          <p:spTgt spid="18441">
                                            <p:txEl>
                                              <p:pRg st="7" end="7"/>
                                            </p:txEl>
                                          </p:spTgt>
                                        </p:tgtEl>
                                        <p:attrNameLst>
                                          <p:attrName>ppt_h</p:attrName>
                                        </p:attrNameLst>
                                      </p:cBhvr>
                                      <p:tavLst>
                                        <p:tav tm="0">
                                          <p:val>
                                            <p:strVal val="ppt_h"/>
                                          </p:val>
                                        </p:tav>
                                        <p:tav tm="100000">
                                          <p:val>
                                            <p:fltVal val="0"/>
                                          </p:val>
                                        </p:tav>
                                      </p:tavLst>
                                    </p:anim>
                                    <p:animEffect transition="out" filter="fade">
                                      <p:cBhvr>
                                        <p:cTn id="147" dur="500"/>
                                        <p:tgtEl>
                                          <p:spTgt spid="18441">
                                            <p:txEl>
                                              <p:pRg st="7" end="7"/>
                                            </p:txEl>
                                          </p:spTgt>
                                        </p:tgtEl>
                                      </p:cBhvr>
                                    </p:animEffect>
                                    <p:set>
                                      <p:cBhvr>
                                        <p:cTn id="148" dur="1" fill="hold">
                                          <p:stCondLst>
                                            <p:cond delay="499"/>
                                          </p:stCondLst>
                                        </p:cTn>
                                        <p:tgtEl>
                                          <p:spTgt spid="18441">
                                            <p:txEl>
                                              <p:pRg st="7" end="7"/>
                                            </p:txEl>
                                          </p:spTgt>
                                        </p:tgtEl>
                                        <p:attrNameLst>
                                          <p:attrName>style.visibility</p:attrName>
                                        </p:attrNameLst>
                                      </p:cBhvr>
                                      <p:to>
                                        <p:strVal val="hidden"/>
                                      </p:to>
                                    </p:set>
                                  </p:childTnLst>
                                </p:cTn>
                              </p:par>
                              <p:par>
                                <p:cTn id="149" presetID="53" presetClass="exit" presetSubtype="32" fill="hold" nodeType="withEffect">
                                  <p:stCondLst>
                                    <p:cond delay="0"/>
                                  </p:stCondLst>
                                  <p:childTnLst>
                                    <p:anim calcmode="lin" valueType="num">
                                      <p:cBhvr>
                                        <p:cTn id="150" dur="500"/>
                                        <p:tgtEl>
                                          <p:spTgt spid="18441">
                                            <p:txEl>
                                              <p:pRg st="8" end="8"/>
                                            </p:txEl>
                                          </p:spTgt>
                                        </p:tgtEl>
                                        <p:attrNameLst>
                                          <p:attrName>ppt_w</p:attrName>
                                        </p:attrNameLst>
                                      </p:cBhvr>
                                      <p:tavLst>
                                        <p:tav tm="0">
                                          <p:val>
                                            <p:strVal val="ppt_w"/>
                                          </p:val>
                                        </p:tav>
                                        <p:tav tm="100000">
                                          <p:val>
                                            <p:fltVal val="0"/>
                                          </p:val>
                                        </p:tav>
                                      </p:tavLst>
                                    </p:anim>
                                    <p:anim calcmode="lin" valueType="num">
                                      <p:cBhvr>
                                        <p:cTn id="151" dur="500"/>
                                        <p:tgtEl>
                                          <p:spTgt spid="18441">
                                            <p:txEl>
                                              <p:pRg st="8" end="8"/>
                                            </p:txEl>
                                          </p:spTgt>
                                        </p:tgtEl>
                                        <p:attrNameLst>
                                          <p:attrName>ppt_h</p:attrName>
                                        </p:attrNameLst>
                                      </p:cBhvr>
                                      <p:tavLst>
                                        <p:tav tm="0">
                                          <p:val>
                                            <p:strVal val="ppt_h"/>
                                          </p:val>
                                        </p:tav>
                                        <p:tav tm="100000">
                                          <p:val>
                                            <p:fltVal val="0"/>
                                          </p:val>
                                        </p:tav>
                                      </p:tavLst>
                                    </p:anim>
                                    <p:animEffect transition="out" filter="fade">
                                      <p:cBhvr>
                                        <p:cTn id="152" dur="500"/>
                                        <p:tgtEl>
                                          <p:spTgt spid="18441">
                                            <p:txEl>
                                              <p:pRg st="8" end="8"/>
                                            </p:txEl>
                                          </p:spTgt>
                                        </p:tgtEl>
                                      </p:cBhvr>
                                    </p:animEffect>
                                    <p:set>
                                      <p:cBhvr>
                                        <p:cTn id="153" dur="1" fill="hold">
                                          <p:stCondLst>
                                            <p:cond delay="499"/>
                                          </p:stCondLst>
                                        </p:cTn>
                                        <p:tgtEl>
                                          <p:spTgt spid="18441">
                                            <p:txEl>
                                              <p:pRg st="8" end="8"/>
                                            </p:txEl>
                                          </p:spTgt>
                                        </p:tgtEl>
                                        <p:attrNameLst>
                                          <p:attrName>style.visibility</p:attrName>
                                        </p:attrNameLst>
                                      </p:cBhvr>
                                      <p:to>
                                        <p:strVal val="hidden"/>
                                      </p:to>
                                    </p:set>
                                  </p:childTnLst>
                                </p:cTn>
                              </p:par>
                              <p:par>
                                <p:cTn id="154" presetID="53" presetClass="exit" presetSubtype="32" fill="hold" nodeType="withEffect">
                                  <p:stCondLst>
                                    <p:cond delay="0"/>
                                  </p:stCondLst>
                                  <p:childTnLst>
                                    <p:anim calcmode="lin" valueType="num">
                                      <p:cBhvr>
                                        <p:cTn id="155" dur="500"/>
                                        <p:tgtEl>
                                          <p:spTgt spid="18441">
                                            <p:txEl>
                                              <p:pRg st="9" end="9"/>
                                            </p:txEl>
                                          </p:spTgt>
                                        </p:tgtEl>
                                        <p:attrNameLst>
                                          <p:attrName>ppt_w</p:attrName>
                                        </p:attrNameLst>
                                      </p:cBhvr>
                                      <p:tavLst>
                                        <p:tav tm="0">
                                          <p:val>
                                            <p:strVal val="ppt_w"/>
                                          </p:val>
                                        </p:tav>
                                        <p:tav tm="100000">
                                          <p:val>
                                            <p:fltVal val="0"/>
                                          </p:val>
                                        </p:tav>
                                      </p:tavLst>
                                    </p:anim>
                                    <p:anim calcmode="lin" valueType="num">
                                      <p:cBhvr>
                                        <p:cTn id="156" dur="500"/>
                                        <p:tgtEl>
                                          <p:spTgt spid="18441">
                                            <p:txEl>
                                              <p:pRg st="9" end="9"/>
                                            </p:txEl>
                                          </p:spTgt>
                                        </p:tgtEl>
                                        <p:attrNameLst>
                                          <p:attrName>ppt_h</p:attrName>
                                        </p:attrNameLst>
                                      </p:cBhvr>
                                      <p:tavLst>
                                        <p:tav tm="0">
                                          <p:val>
                                            <p:strVal val="ppt_h"/>
                                          </p:val>
                                        </p:tav>
                                        <p:tav tm="100000">
                                          <p:val>
                                            <p:fltVal val="0"/>
                                          </p:val>
                                        </p:tav>
                                      </p:tavLst>
                                    </p:anim>
                                    <p:animEffect transition="out" filter="fade">
                                      <p:cBhvr>
                                        <p:cTn id="157" dur="500"/>
                                        <p:tgtEl>
                                          <p:spTgt spid="18441">
                                            <p:txEl>
                                              <p:pRg st="9" end="9"/>
                                            </p:txEl>
                                          </p:spTgt>
                                        </p:tgtEl>
                                      </p:cBhvr>
                                    </p:animEffect>
                                    <p:set>
                                      <p:cBhvr>
                                        <p:cTn id="158" dur="1" fill="hold">
                                          <p:stCondLst>
                                            <p:cond delay="499"/>
                                          </p:stCondLst>
                                        </p:cTn>
                                        <p:tgtEl>
                                          <p:spTgt spid="18441">
                                            <p:txEl>
                                              <p:pRg st="9" end="9"/>
                                            </p:txEl>
                                          </p:spTgt>
                                        </p:tgtEl>
                                        <p:attrNameLst>
                                          <p:attrName>style.visibility</p:attrName>
                                        </p:attrNameLst>
                                      </p:cBhvr>
                                      <p:to>
                                        <p:strVal val="hidden"/>
                                      </p:to>
                                    </p:set>
                                  </p:childTnLst>
                                </p:cTn>
                              </p:par>
                              <p:par>
                                <p:cTn id="159" presetID="53" presetClass="exit" presetSubtype="32" fill="hold" nodeType="withEffect">
                                  <p:stCondLst>
                                    <p:cond delay="0"/>
                                  </p:stCondLst>
                                  <p:childTnLst>
                                    <p:anim calcmode="lin" valueType="num">
                                      <p:cBhvr>
                                        <p:cTn id="160" dur="500"/>
                                        <p:tgtEl>
                                          <p:spTgt spid="18441">
                                            <p:txEl>
                                              <p:pRg st="10" end="10"/>
                                            </p:txEl>
                                          </p:spTgt>
                                        </p:tgtEl>
                                        <p:attrNameLst>
                                          <p:attrName>ppt_w</p:attrName>
                                        </p:attrNameLst>
                                      </p:cBhvr>
                                      <p:tavLst>
                                        <p:tav tm="0">
                                          <p:val>
                                            <p:strVal val="ppt_w"/>
                                          </p:val>
                                        </p:tav>
                                        <p:tav tm="100000">
                                          <p:val>
                                            <p:fltVal val="0"/>
                                          </p:val>
                                        </p:tav>
                                      </p:tavLst>
                                    </p:anim>
                                    <p:anim calcmode="lin" valueType="num">
                                      <p:cBhvr>
                                        <p:cTn id="161" dur="500"/>
                                        <p:tgtEl>
                                          <p:spTgt spid="18441">
                                            <p:txEl>
                                              <p:pRg st="10" end="10"/>
                                            </p:txEl>
                                          </p:spTgt>
                                        </p:tgtEl>
                                        <p:attrNameLst>
                                          <p:attrName>ppt_h</p:attrName>
                                        </p:attrNameLst>
                                      </p:cBhvr>
                                      <p:tavLst>
                                        <p:tav tm="0">
                                          <p:val>
                                            <p:strVal val="ppt_h"/>
                                          </p:val>
                                        </p:tav>
                                        <p:tav tm="100000">
                                          <p:val>
                                            <p:fltVal val="0"/>
                                          </p:val>
                                        </p:tav>
                                      </p:tavLst>
                                    </p:anim>
                                    <p:animEffect transition="out" filter="fade">
                                      <p:cBhvr>
                                        <p:cTn id="162" dur="500"/>
                                        <p:tgtEl>
                                          <p:spTgt spid="18441">
                                            <p:txEl>
                                              <p:pRg st="10" end="10"/>
                                            </p:txEl>
                                          </p:spTgt>
                                        </p:tgtEl>
                                      </p:cBhvr>
                                    </p:animEffect>
                                    <p:set>
                                      <p:cBhvr>
                                        <p:cTn id="163" dur="1" fill="hold">
                                          <p:stCondLst>
                                            <p:cond delay="499"/>
                                          </p:stCondLst>
                                        </p:cTn>
                                        <p:tgtEl>
                                          <p:spTgt spid="18441">
                                            <p:txEl>
                                              <p:pRg st="10" end="10"/>
                                            </p:txEl>
                                          </p:spTgt>
                                        </p:tgtEl>
                                        <p:attrNameLst>
                                          <p:attrName>style.visibility</p:attrName>
                                        </p:attrNameLst>
                                      </p:cBhvr>
                                      <p:to>
                                        <p:strVal val="hidden"/>
                                      </p:to>
                                    </p:set>
                                  </p:childTnLst>
                                </p:cTn>
                              </p:par>
                              <p:par>
                                <p:cTn id="164" presetID="53" presetClass="exit" presetSubtype="32" fill="hold" nodeType="withEffect">
                                  <p:stCondLst>
                                    <p:cond delay="0"/>
                                  </p:stCondLst>
                                  <p:childTnLst>
                                    <p:anim calcmode="lin" valueType="num">
                                      <p:cBhvr>
                                        <p:cTn id="165" dur="500"/>
                                        <p:tgtEl>
                                          <p:spTgt spid="18441">
                                            <p:txEl>
                                              <p:pRg st="11" end="11"/>
                                            </p:txEl>
                                          </p:spTgt>
                                        </p:tgtEl>
                                        <p:attrNameLst>
                                          <p:attrName>ppt_w</p:attrName>
                                        </p:attrNameLst>
                                      </p:cBhvr>
                                      <p:tavLst>
                                        <p:tav tm="0">
                                          <p:val>
                                            <p:strVal val="ppt_w"/>
                                          </p:val>
                                        </p:tav>
                                        <p:tav tm="100000">
                                          <p:val>
                                            <p:fltVal val="0"/>
                                          </p:val>
                                        </p:tav>
                                      </p:tavLst>
                                    </p:anim>
                                    <p:anim calcmode="lin" valueType="num">
                                      <p:cBhvr>
                                        <p:cTn id="166" dur="500"/>
                                        <p:tgtEl>
                                          <p:spTgt spid="18441">
                                            <p:txEl>
                                              <p:pRg st="11" end="11"/>
                                            </p:txEl>
                                          </p:spTgt>
                                        </p:tgtEl>
                                        <p:attrNameLst>
                                          <p:attrName>ppt_h</p:attrName>
                                        </p:attrNameLst>
                                      </p:cBhvr>
                                      <p:tavLst>
                                        <p:tav tm="0">
                                          <p:val>
                                            <p:strVal val="ppt_h"/>
                                          </p:val>
                                        </p:tav>
                                        <p:tav tm="100000">
                                          <p:val>
                                            <p:fltVal val="0"/>
                                          </p:val>
                                        </p:tav>
                                      </p:tavLst>
                                    </p:anim>
                                    <p:animEffect transition="out" filter="fade">
                                      <p:cBhvr>
                                        <p:cTn id="167" dur="500"/>
                                        <p:tgtEl>
                                          <p:spTgt spid="18441">
                                            <p:txEl>
                                              <p:pRg st="11" end="11"/>
                                            </p:txEl>
                                          </p:spTgt>
                                        </p:tgtEl>
                                      </p:cBhvr>
                                    </p:animEffect>
                                    <p:set>
                                      <p:cBhvr>
                                        <p:cTn id="168" dur="1" fill="hold">
                                          <p:stCondLst>
                                            <p:cond delay="499"/>
                                          </p:stCondLst>
                                        </p:cTn>
                                        <p:tgtEl>
                                          <p:spTgt spid="18441">
                                            <p:txEl>
                                              <p:pRg st="11" end="11"/>
                                            </p:txEl>
                                          </p:spTgt>
                                        </p:tgtEl>
                                        <p:attrNameLst>
                                          <p:attrName>style.visibility</p:attrName>
                                        </p:attrNameLst>
                                      </p:cBhvr>
                                      <p:to>
                                        <p:strVal val="hidden"/>
                                      </p:to>
                                    </p:set>
                                  </p:childTnLst>
                                </p:cTn>
                              </p:par>
                              <p:par>
                                <p:cTn id="169" presetID="53" presetClass="exit" presetSubtype="32" fill="hold" nodeType="withEffect">
                                  <p:stCondLst>
                                    <p:cond delay="0"/>
                                  </p:stCondLst>
                                  <p:childTnLst>
                                    <p:anim calcmode="lin" valueType="num">
                                      <p:cBhvr>
                                        <p:cTn id="170" dur="500"/>
                                        <p:tgtEl>
                                          <p:spTgt spid="3"/>
                                        </p:tgtEl>
                                        <p:attrNameLst>
                                          <p:attrName>ppt_w</p:attrName>
                                        </p:attrNameLst>
                                      </p:cBhvr>
                                      <p:tavLst>
                                        <p:tav tm="0">
                                          <p:val>
                                            <p:strVal val="ppt_w"/>
                                          </p:val>
                                        </p:tav>
                                        <p:tav tm="100000">
                                          <p:val>
                                            <p:fltVal val="0"/>
                                          </p:val>
                                        </p:tav>
                                      </p:tavLst>
                                    </p:anim>
                                    <p:anim calcmode="lin" valueType="num">
                                      <p:cBhvr>
                                        <p:cTn id="171" dur="500"/>
                                        <p:tgtEl>
                                          <p:spTgt spid="3"/>
                                        </p:tgtEl>
                                        <p:attrNameLst>
                                          <p:attrName>ppt_h</p:attrName>
                                        </p:attrNameLst>
                                      </p:cBhvr>
                                      <p:tavLst>
                                        <p:tav tm="0">
                                          <p:val>
                                            <p:strVal val="ppt_h"/>
                                          </p:val>
                                        </p:tav>
                                        <p:tav tm="100000">
                                          <p:val>
                                            <p:fltVal val="0"/>
                                          </p:val>
                                        </p:tav>
                                      </p:tavLst>
                                    </p:anim>
                                    <p:animEffect transition="out" filter="fade">
                                      <p:cBhvr>
                                        <p:cTn id="172" dur="500"/>
                                        <p:tgtEl>
                                          <p:spTgt spid="3"/>
                                        </p:tgtEl>
                                      </p:cBhvr>
                                    </p:animEffect>
                                    <p:set>
                                      <p:cBhvr>
                                        <p:cTn id="173" dur="1" fill="hold">
                                          <p:stCondLst>
                                            <p:cond delay="499"/>
                                          </p:stCondLst>
                                        </p:cTn>
                                        <p:tgtEl>
                                          <p:spTgt spid="3"/>
                                        </p:tgtEl>
                                        <p:attrNameLst>
                                          <p:attrName>style.visibility</p:attrName>
                                        </p:attrNameLst>
                                      </p:cBhvr>
                                      <p:to>
                                        <p:strVal val="hidden"/>
                                      </p:to>
                                    </p:set>
                                  </p:childTnLst>
                                </p:cTn>
                              </p:par>
                              <p:par>
                                <p:cTn id="174" presetID="53" presetClass="exit" presetSubtype="32" fill="hold" nodeType="withEffect">
                                  <p:stCondLst>
                                    <p:cond delay="0"/>
                                  </p:stCondLst>
                                  <p:childTnLst>
                                    <p:anim calcmode="lin" valueType="num">
                                      <p:cBhvr>
                                        <p:cTn id="175" dur="500"/>
                                        <p:tgtEl>
                                          <p:spTgt spid="4"/>
                                        </p:tgtEl>
                                        <p:attrNameLst>
                                          <p:attrName>ppt_w</p:attrName>
                                        </p:attrNameLst>
                                      </p:cBhvr>
                                      <p:tavLst>
                                        <p:tav tm="0">
                                          <p:val>
                                            <p:strVal val="ppt_w"/>
                                          </p:val>
                                        </p:tav>
                                        <p:tav tm="100000">
                                          <p:val>
                                            <p:fltVal val="0"/>
                                          </p:val>
                                        </p:tav>
                                      </p:tavLst>
                                    </p:anim>
                                    <p:anim calcmode="lin" valueType="num">
                                      <p:cBhvr>
                                        <p:cTn id="176" dur="500"/>
                                        <p:tgtEl>
                                          <p:spTgt spid="4"/>
                                        </p:tgtEl>
                                        <p:attrNameLst>
                                          <p:attrName>ppt_h</p:attrName>
                                        </p:attrNameLst>
                                      </p:cBhvr>
                                      <p:tavLst>
                                        <p:tav tm="0">
                                          <p:val>
                                            <p:strVal val="ppt_h"/>
                                          </p:val>
                                        </p:tav>
                                        <p:tav tm="100000">
                                          <p:val>
                                            <p:fltVal val="0"/>
                                          </p:val>
                                        </p:tav>
                                      </p:tavLst>
                                    </p:anim>
                                    <p:animEffect transition="out" filter="fade">
                                      <p:cBhvr>
                                        <p:cTn id="177" dur="500"/>
                                        <p:tgtEl>
                                          <p:spTgt spid="4"/>
                                        </p:tgtEl>
                                      </p:cBhvr>
                                    </p:animEffect>
                                    <p:set>
                                      <p:cBhvr>
                                        <p:cTn id="178"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64" grpId="0"/>
      <p:bldP spid="65" grpId="0"/>
      <p:bldP spid="20" grpId="0"/>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1" name="Rectangle 2"/>
          <p:cNvSpPr>
            <a:spLocks noGrp="1" noChangeArrowheads="1"/>
          </p:cNvSpPr>
          <p:nvPr>
            <p:ph idx="1"/>
          </p:nvPr>
        </p:nvSpPr>
        <p:spPr>
          <a:xfrm>
            <a:off x="3276600" y="858838"/>
            <a:ext cx="5862638" cy="3225800"/>
          </a:xfrm>
        </p:spPr>
        <p:txBody>
          <a:bodyPr vert="horz" wrap="square" lIns="92075" tIns="46038" rIns="92075" bIns="46038" numCol="1" anchor="t" anchorCtr="0" compatLnSpc="1"/>
          <a:lstStyle/>
          <a:p>
            <a:pPr marL="273050" marR="0" lvl="0" indent="-273050" algn="l" defTabSz="914400" rtl="0" eaLnBrk="1" fontAlgn="base" latinLnBrk="0" hangingPunct="1">
              <a:lnSpc>
                <a:spcPct val="80000"/>
              </a:lnSpc>
              <a:spcBef>
                <a:spcPct val="20000"/>
              </a:spcBef>
              <a:spcAft>
                <a:spcPct val="0"/>
              </a:spcAft>
              <a:buClr>
                <a:schemeClr val="accent1"/>
              </a:buClr>
              <a:buSzPct val="100000"/>
              <a:buFont typeface="Wingdings" panose="05000000000000000000" pitchFamily="2" charset="2"/>
              <a:buNone/>
              <a:defRPr/>
            </a:pPr>
            <a:r>
              <a:rPr kumimoji="0" lang="zh-CN" altLang="en-US" sz="2000" b="1" i="0" u="none" strike="noStrike" kern="1200" cap="none" spc="0" normalizeH="0" baseline="0" noProof="0" dirty="0">
                <a:ln>
                  <a:noFill/>
                </a:ln>
                <a:solidFill>
                  <a:srgbClr val="2D83F4"/>
                </a:solidFill>
                <a:effectLst/>
                <a:uLnTx/>
                <a:uFillTx/>
                <a:latin typeface="华文楷体" panose="02010600040101010101" pitchFamily="2" charset="-122"/>
                <a:ea typeface="+mn-ea"/>
                <a:cs typeface="Times New Roman" panose="02020603050405020304" pitchFamily="18" charset="0"/>
              </a:rPr>
              <a:t>    栈                              剩余输入</a:t>
            </a:r>
            <a:r>
              <a:rPr kumimoji="0" lang="en-US" altLang="zh-CN" sz="2000" b="1" i="0" u="none" strike="noStrike" kern="1200" cap="none" spc="0" normalizeH="0" baseline="0" noProof="0" dirty="0">
                <a:ln>
                  <a:noFill/>
                </a:ln>
                <a:solidFill>
                  <a:srgbClr val="2D83F4"/>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rgbClr val="2D83F4"/>
                </a:solidFill>
                <a:effectLst/>
                <a:uLnTx/>
                <a:uFillTx/>
                <a:latin typeface="华文楷体" panose="02010600040101010101" pitchFamily="2" charset="-122"/>
                <a:ea typeface="+mn-ea"/>
                <a:cs typeface="Times New Roman" panose="02020603050405020304" pitchFamily="18" charset="0"/>
              </a:rPr>
              <a:t>动作</a:t>
            </a:r>
            <a:endParaRPr kumimoji="0" lang="en-US" altLang="zh-CN" sz="2000" b="1" i="0" u="none" strike="noStrike" kern="1200" cap="none" spc="0" normalizeH="0" baseline="0" noProof="0" dirty="0">
              <a:ln>
                <a:noFill/>
              </a:ln>
              <a:solidFill>
                <a:srgbClr val="2D83F4"/>
              </a:solidFill>
              <a:effectLst/>
              <a:uLnTx/>
              <a:uFillTx/>
              <a:latin typeface="华文楷体" panose="02010600040101010101" pitchFamily="2" charset="-122"/>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var</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A</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B</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A</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B</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移入</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A</a:t>
            </a:r>
            <a:r>
              <a:rPr kumimoji="1" lang="en-US" altLang="zh-CN" sz="2000" b="1" i="1" u="none" strike="noStrike" kern="1200" cap="none" spc="0" normalizeH="0" baseline="-2500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B</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移入</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273050" marR="0" lvl="0" indent="-273050" algn="l" defTabSz="914400" rtl="0" eaLnBrk="1" fontAlgn="base" latinLnBrk="0" hangingPunct="1">
              <a:lnSpc>
                <a:spcPts val="2000"/>
              </a:lnSpc>
              <a:spcBef>
                <a:spcPct val="20000"/>
              </a:spcBef>
              <a:spcAft>
                <a:spcPct val="0"/>
              </a:spcAft>
              <a:buClr>
                <a:srgbClr val="31B6FD"/>
              </a:buClr>
              <a:buSzPct val="100000"/>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B</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归约</a:t>
            </a: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B</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移入</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B</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移入</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273050" marR="0" lvl="0" indent="-273050" algn="l" defTabSz="914400" rtl="0" eaLnBrk="1" fontAlgn="base" latinLnBrk="0" hangingPunct="1">
              <a:lnSpc>
                <a:spcPts val="2000"/>
              </a:lnSpc>
              <a:spcBef>
                <a:spcPct val="20000"/>
              </a:spcBef>
              <a:spcAft>
                <a:spcPct val="0"/>
              </a:spcAft>
              <a:buClr>
                <a:srgbClr val="31B6FD"/>
              </a:buClr>
              <a:buSzPct val="100000"/>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归约</a:t>
            </a: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移入</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移入</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归约</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归约</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endParaRPr kumimoji="0" lang="en-US" altLang="zh-CN" sz="2000" b="1" i="0" u="none" strike="noStrike" kern="1200" cap="none" spc="0" normalizeH="0" baseline="0" noProof="0" dirty="0">
              <a:ln>
                <a:noFill/>
              </a:ln>
              <a:solidFill>
                <a:prstClr val="black"/>
              </a:solidFill>
              <a:effectLst/>
              <a:uLnTx/>
              <a:uFillTx/>
              <a:latin typeface="华文楷体" panose="02010600040101010101" pitchFamily="2" charset="-122"/>
              <a:ea typeface="+mn-ea"/>
              <a:cs typeface="Times New Roman" panose="02020603050405020304" pitchFamily="18" charset="0"/>
            </a:endParaRPr>
          </a:p>
        </p:txBody>
      </p:sp>
      <p:sp>
        <p:nvSpPr>
          <p:cNvPr id="43" name="Rectangle 57"/>
          <p:cNvSpPr>
            <a:spLocks noChangeArrowheads="1"/>
          </p:cNvSpPr>
          <p:nvPr/>
        </p:nvSpPr>
        <p:spPr bwMode="auto">
          <a:xfrm>
            <a:off x="1549400" y="4686300"/>
            <a:ext cx="898525" cy="400050"/>
          </a:xfrm>
          <a:prstGeom prst="rect">
            <a:avLst/>
          </a:prstGeom>
          <a:noFill/>
          <a:ln w="9525">
            <a:noFill/>
            <a:miter lim="800000"/>
          </a:ln>
        </p:spPr>
        <p:txBody>
          <a:bodyPr lIns="92075" tIns="46038" rIns="92075" bIns="46038">
            <a:spAutoFit/>
          </a:bodyPr>
          <a:lstStyle/>
          <a:p>
            <a:pPr marL="342900" marR="0" lvl="0" indent="-34290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 </a:t>
            </a:r>
            <a:r>
              <a:rPr kumimoji="0" lang="zh-CN" altLang="en-US" sz="2000" b="1" i="1" u="none" strike="noStrike" kern="120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prstClr val="black"/>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prstClr val="black"/>
                </a:solidFill>
                <a:effectLst/>
                <a:uLnTx/>
                <a:uFillTx/>
                <a:latin typeface="Times New Roman" panose="02020603050405020304" pitchFamily="18" charset="0"/>
                <a:ea typeface="楷体_GB2312"/>
                <a:cs typeface="Times New Roman" panose="02020603050405020304" pitchFamily="18" charset="0"/>
              </a:rPr>
              <a:t>B</a:t>
            </a:r>
            <a:endParaRPr kumimoji="1" lang="en-US" altLang="zh-CN" sz="2000" b="1" i="0" u="none" strike="noStrike" kern="1200" cap="none" spc="0" normalizeH="0" baseline="0" noProof="0" dirty="0">
              <a:ln>
                <a:noFill/>
              </a:ln>
              <a:solidFill>
                <a:prstClr val="black"/>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endParaRPr>
          </a:p>
        </p:txBody>
      </p:sp>
      <p:sp>
        <p:nvSpPr>
          <p:cNvPr id="22532" name="Line 79"/>
          <p:cNvSpPr/>
          <p:nvPr/>
        </p:nvSpPr>
        <p:spPr>
          <a:xfrm flipH="1" flipV="1">
            <a:off x="1160463" y="4556125"/>
            <a:ext cx="0" cy="179388"/>
          </a:xfrm>
          <a:prstGeom prst="line">
            <a:avLst/>
          </a:prstGeom>
          <a:ln w="12700" cap="flat" cmpd="sng">
            <a:solidFill>
              <a:schemeClr val="tx1"/>
            </a:solidFill>
            <a:prstDash val="solid"/>
            <a:headEnd type="none" w="med" len="med"/>
            <a:tailEnd type="none" w="med" len="med"/>
          </a:ln>
        </p:spPr>
      </p:sp>
      <p:sp>
        <p:nvSpPr>
          <p:cNvPr id="26651" name="Rectangle 80"/>
          <p:cNvSpPr/>
          <p:nvPr/>
        </p:nvSpPr>
        <p:spPr>
          <a:xfrm>
            <a:off x="755650" y="4230688"/>
            <a:ext cx="906463" cy="406400"/>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buNone/>
            </a:pPr>
            <a:r>
              <a:rPr lang="en-US" altLang="zh-CN" sz="2000" b="1" dirty="0">
                <a:solidFill>
                  <a:srgbClr val="000000"/>
                </a:solidFill>
                <a:latin typeface="Times New Roman" panose="02020603050405020304" pitchFamily="18" charset="0"/>
                <a:ea typeface="楷体_GB2312"/>
              </a:rPr>
              <a:t>&lt;</a:t>
            </a:r>
            <a:r>
              <a:rPr lang="en-US" altLang="zh-CN" sz="2000" b="1" i="1" dirty="0">
                <a:solidFill>
                  <a:srgbClr val="000000"/>
                </a:solidFill>
                <a:latin typeface="Times New Roman" panose="02020603050405020304" pitchFamily="18" charset="0"/>
                <a:ea typeface="楷体_GB2312"/>
              </a:rPr>
              <a:t>IDS</a:t>
            </a:r>
            <a:r>
              <a:rPr lang="en-US" altLang="zh-CN" sz="2000" b="1" dirty="0">
                <a:solidFill>
                  <a:srgbClr val="000000"/>
                </a:solidFill>
                <a:latin typeface="Times New Roman" panose="02020603050405020304" pitchFamily="18" charset="0"/>
                <a:ea typeface="楷体_GB2312"/>
              </a:rPr>
              <a:t>&gt;</a:t>
            </a:r>
            <a:endParaRPr lang="en-US" altLang="zh-CN" sz="2000" b="1" i="1" dirty="0">
              <a:solidFill>
                <a:srgbClr val="2D83F4"/>
              </a:solidFill>
              <a:latin typeface="Times New Roman" panose="02020603050405020304" pitchFamily="18" charset="0"/>
              <a:ea typeface="楷体_GB2312"/>
            </a:endParaRPr>
          </a:p>
        </p:txBody>
      </p:sp>
      <p:sp>
        <p:nvSpPr>
          <p:cNvPr id="18452" name="Rectangle 76"/>
          <p:cNvSpPr/>
          <p:nvPr/>
        </p:nvSpPr>
        <p:spPr>
          <a:xfrm>
            <a:off x="1258888" y="3702050"/>
            <a:ext cx="906462" cy="406400"/>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None/>
            </a:pPr>
            <a:r>
              <a:rPr lang="en-US" altLang="zh-CN" sz="2000" b="1" dirty="0">
                <a:solidFill>
                  <a:srgbClr val="000000"/>
                </a:solidFill>
                <a:latin typeface="Times New Roman" panose="02020603050405020304" pitchFamily="18" charset="0"/>
                <a:ea typeface="楷体_GB2312"/>
              </a:rPr>
              <a:t>&lt;</a:t>
            </a:r>
            <a:r>
              <a:rPr lang="en-US" altLang="zh-CN" sz="2000" b="1" i="1" dirty="0">
                <a:solidFill>
                  <a:srgbClr val="000000"/>
                </a:solidFill>
                <a:latin typeface="Times New Roman" panose="02020603050405020304" pitchFamily="18" charset="0"/>
                <a:ea typeface="楷体_GB2312"/>
              </a:rPr>
              <a:t>IDS</a:t>
            </a:r>
            <a:r>
              <a:rPr lang="en-US" altLang="zh-CN" sz="2000" b="1" dirty="0">
                <a:solidFill>
                  <a:srgbClr val="000000"/>
                </a:solidFill>
                <a:latin typeface="Times New Roman" panose="02020603050405020304" pitchFamily="18" charset="0"/>
                <a:ea typeface="楷体_GB2312"/>
              </a:rPr>
              <a:t>&gt;</a:t>
            </a:r>
            <a:endParaRPr lang="en-US" altLang="zh-CN" sz="2000" b="1" i="1" dirty="0">
              <a:solidFill>
                <a:srgbClr val="2D83F4"/>
              </a:solidFill>
              <a:latin typeface="Times New Roman" panose="02020603050405020304" pitchFamily="18" charset="0"/>
              <a:ea typeface="楷体_GB2312"/>
            </a:endParaRPr>
          </a:p>
        </p:txBody>
      </p:sp>
      <p:grpSp>
        <p:nvGrpSpPr>
          <p:cNvPr id="3" name="组合 7"/>
          <p:cNvGrpSpPr/>
          <p:nvPr/>
        </p:nvGrpSpPr>
        <p:grpSpPr>
          <a:xfrm>
            <a:off x="1160463" y="4075113"/>
            <a:ext cx="854075" cy="773112"/>
            <a:chOff x="1160461" y="4075376"/>
            <a:chExt cx="854076" cy="772294"/>
          </a:xfrm>
        </p:grpSpPr>
        <p:sp>
          <p:nvSpPr>
            <p:cNvPr id="22558" name="Line 73"/>
            <p:cNvSpPr/>
            <p:nvPr/>
          </p:nvSpPr>
          <p:spPr>
            <a:xfrm flipV="1">
              <a:off x="1160461" y="4075376"/>
              <a:ext cx="503238" cy="209601"/>
            </a:xfrm>
            <a:prstGeom prst="line">
              <a:avLst/>
            </a:prstGeom>
            <a:ln w="12700" cap="flat" cmpd="sng">
              <a:solidFill>
                <a:schemeClr val="tx1"/>
              </a:solidFill>
              <a:prstDash val="solid"/>
              <a:headEnd type="none" w="med" len="med"/>
              <a:tailEnd type="none" w="med" len="med"/>
            </a:ln>
          </p:spPr>
        </p:sp>
        <p:sp>
          <p:nvSpPr>
            <p:cNvPr id="22559" name="Line 88"/>
            <p:cNvSpPr/>
            <p:nvPr/>
          </p:nvSpPr>
          <p:spPr>
            <a:xfrm flipV="1">
              <a:off x="1657349" y="4075376"/>
              <a:ext cx="0" cy="772294"/>
            </a:xfrm>
            <a:prstGeom prst="line">
              <a:avLst/>
            </a:prstGeom>
            <a:ln w="12700" cap="flat" cmpd="sng">
              <a:solidFill>
                <a:schemeClr val="tx1"/>
              </a:solidFill>
              <a:prstDash val="solid"/>
              <a:headEnd type="none" w="med" len="med"/>
              <a:tailEnd type="none" w="med" len="med"/>
            </a:ln>
          </p:spPr>
        </p:sp>
        <p:sp>
          <p:nvSpPr>
            <p:cNvPr id="22560" name="Line 89"/>
            <p:cNvSpPr/>
            <p:nvPr/>
          </p:nvSpPr>
          <p:spPr>
            <a:xfrm flipH="1" flipV="1">
              <a:off x="1673224" y="4075376"/>
              <a:ext cx="341313" cy="634814"/>
            </a:xfrm>
            <a:prstGeom prst="line">
              <a:avLst/>
            </a:prstGeom>
            <a:ln w="12700" cap="flat" cmpd="sng">
              <a:solidFill>
                <a:schemeClr val="tx1"/>
              </a:solidFill>
              <a:prstDash val="solid"/>
              <a:headEnd type="none" w="med" len="med"/>
              <a:tailEnd type="none" w="med" len="med"/>
            </a:ln>
          </p:spPr>
        </p:sp>
      </p:grpSp>
      <p:sp>
        <p:nvSpPr>
          <p:cNvPr id="22536" name="Rectangle 3"/>
          <p:cNvSpPr txBox="1"/>
          <p:nvPr/>
        </p:nvSpPr>
        <p:spPr>
          <a:xfrm>
            <a:off x="112713" y="725488"/>
            <a:ext cx="3668712" cy="1974850"/>
          </a:xfrm>
          <a:prstGeom prst="rect">
            <a:avLst/>
          </a:prstGeom>
          <a:noFill/>
          <a:ln w="9525">
            <a:noFill/>
          </a:ln>
        </p:spPr>
        <p:txBody>
          <a:bodyPr/>
          <a:lstStyle/>
          <a:p>
            <a:pPr marL="609600" indent="-609600" eaLnBrk="1" hangingPunct="1">
              <a:lnSpc>
                <a:spcPts val="2500"/>
              </a:lnSpc>
              <a:spcBef>
                <a:spcPct val="20000"/>
              </a:spcBef>
              <a:buClr>
                <a:srgbClr val="31B6FD"/>
              </a:buClr>
              <a:buSzPct val="100000"/>
              <a:buFont typeface="Symbol" panose="05050102010706020507" pitchFamily="18" charset="2"/>
              <a:buNone/>
            </a:pPr>
            <a:r>
              <a:rPr lang="zh-CN" altLang="en-US" sz="2000" b="1" dirty="0">
                <a:solidFill>
                  <a:srgbClr val="000000"/>
                </a:solidFill>
                <a:latin typeface="楷体" panose="02010609060101010101" pitchFamily="49" charset="-122"/>
                <a:ea typeface="楷体" panose="02010609060101010101" pitchFamily="49" charset="-122"/>
              </a:rPr>
              <a:t>例：</a:t>
            </a:r>
          </a:p>
          <a:p>
            <a:pPr marL="609600" indent="-609600" eaLnBrk="1" hangingPunct="1">
              <a:lnSpc>
                <a:spcPts val="2500"/>
              </a:lnSpc>
              <a:spcBef>
                <a:spcPct val="20000"/>
              </a:spcBef>
              <a:buClr>
                <a:srgbClr val="31B6FD"/>
              </a:buClr>
              <a:buSzPct val="100000"/>
              <a:buFont typeface="Wingdings" panose="05000000000000000000" pitchFamily="2" charset="2"/>
              <a:buNone/>
            </a:pPr>
            <a:r>
              <a:rPr lang="en-US" altLang="zh-CN" sz="2000" b="1" dirty="0">
                <a:solidFill>
                  <a:srgbClr val="000000"/>
                </a:solidFill>
                <a:latin typeface="Times New Roman" panose="02020603050405020304" pitchFamily="18" charset="0"/>
                <a:ea typeface="楷体_GB2312"/>
              </a:rPr>
              <a:t>(1) &lt;</a:t>
            </a:r>
            <a:r>
              <a:rPr lang="en-US" altLang="zh-CN" sz="2000" b="1" i="1" dirty="0">
                <a:solidFill>
                  <a:srgbClr val="000000"/>
                </a:solidFill>
                <a:latin typeface="Times New Roman" panose="02020603050405020304" pitchFamily="18" charset="0"/>
                <a:ea typeface="楷体_GB2312"/>
              </a:rPr>
              <a:t>S</a:t>
            </a:r>
            <a:r>
              <a:rPr lang="en-US" altLang="zh-CN" sz="2000" b="1" dirty="0">
                <a:solidFill>
                  <a:srgbClr val="000000"/>
                </a:solidFill>
                <a:latin typeface="Times New Roman" panose="02020603050405020304" pitchFamily="18" charset="0"/>
                <a:ea typeface="楷体_GB2312"/>
              </a:rPr>
              <a:t>&gt;→var &lt;</a:t>
            </a:r>
            <a:r>
              <a:rPr lang="en-US" altLang="zh-CN" sz="2000" b="1" i="1" dirty="0">
                <a:solidFill>
                  <a:srgbClr val="000000"/>
                </a:solidFill>
                <a:latin typeface="Times New Roman" panose="02020603050405020304" pitchFamily="18" charset="0"/>
                <a:ea typeface="楷体_GB2312"/>
              </a:rPr>
              <a:t>IDS</a:t>
            </a:r>
            <a:r>
              <a:rPr lang="en-US" altLang="zh-CN" sz="2000" b="1" dirty="0">
                <a:solidFill>
                  <a:srgbClr val="000000"/>
                </a:solidFill>
                <a:latin typeface="Times New Roman" panose="02020603050405020304" pitchFamily="18" charset="0"/>
                <a:ea typeface="楷体_GB2312"/>
              </a:rPr>
              <a:t>&gt; : &lt;</a:t>
            </a:r>
            <a:r>
              <a:rPr lang="en-US" altLang="zh-CN" sz="2000" b="1" i="1" dirty="0">
                <a:solidFill>
                  <a:srgbClr val="000000"/>
                </a:solidFill>
                <a:latin typeface="Times New Roman" panose="02020603050405020304" pitchFamily="18" charset="0"/>
                <a:ea typeface="楷体_GB2312"/>
              </a:rPr>
              <a:t>T</a:t>
            </a:r>
            <a:r>
              <a:rPr lang="en-US" altLang="zh-CN" sz="2000" b="1" dirty="0">
                <a:solidFill>
                  <a:srgbClr val="000000"/>
                </a:solidFill>
                <a:latin typeface="Times New Roman" panose="02020603050405020304" pitchFamily="18" charset="0"/>
                <a:ea typeface="楷体_GB2312"/>
              </a:rPr>
              <a:t>&gt;</a:t>
            </a:r>
          </a:p>
          <a:p>
            <a:pPr marL="609600" indent="-609600" eaLnBrk="1" hangingPunct="1">
              <a:lnSpc>
                <a:spcPts val="2500"/>
              </a:lnSpc>
              <a:spcBef>
                <a:spcPct val="20000"/>
              </a:spcBef>
              <a:buClr>
                <a:srgbClr val="31B6FD"/>
              </a:buClr>
              <a:buSzPct val="100000"/>
              <a:buFont typeface="Wingdings" panose="05000000000000000000" pitchFamily="2" charset="2"/>
              <a:buNone/>
            </a:pPr>
            <a:r>
              <a:rPr lang="en-US" altLang="zh-CN" sz="2000" b="1" dirty="0">
                <a:solidFill>
                  <a:srgbClr val="000000"/>
                </a:solidFill>
                <a:latin typeface="Times New Roman" panose="02020603050405020304" pitchFamily="18" charset="0"/>
                <a:ea typeface="楷体_GB2312"/>
              </a:rPr>
              <a:t>(2) &lt;</a:t>
            </a:r>
            <a:r>
              <a:rPr lang="en-US" altLang="zh-CN" sz="2000" b="1" i="1" dirty="0">
                <a:solidFill>
                  <a:srgbClr val="000000"/>
                </a:solidFill>
                <a:latin typeface="Times New Roman" panose="02020603050405020304" pitchFamily="18" charset="0"/>
                <a:ea typeface="楷体_GB2312"/>
              </a:rPr>
              <a:t>IDS</a:t>
            </a:r>
            <a:r>
              <a:rPr lang="en-US" altLang="zh-CN" sz="2000" b="1" dirty="0">
                <a:solidFill>
                  <a:srgbClr val="000000"/>
                </a:solidFill>
                <a:latin typeface="Times New Roman" panose="02020603050405020304" pitchFamily="18" charset="0"/>
                <a:ea typeface="楷体_GB2312"/>
              </a:rPr>
              <a:t>&gt;→i</a:t>
            </a:r>
          </a:p>
          <a:p>
            <a:pPr marL="609600" indent="-609600" eaLnBrk="1" hangingPunct="1">
              <a:lnSpc>
                <a:spcPts val="2500"/>
              </a:lnSpc>
              <a:spcBef>
                <a:spcPct val="20000"/>
              </a:spcBef>
              <a:buClr>
                <a:srgbClr val="31B6FD"/>
              </a:buClr>
              <a:buSzPct val="100000"/>
              <a:buFont typeface="Wingdings" panose="05000000000000000000" pitchFamily="2" charset="2"/>
              <a:buNone/>
            </a:pPr>
            <a:r>
              <a:rPr lang="en-US" altLang="zh-CN" sz="2000" b="1" dirty="0">
                <a:solidFill>
                  <a:srgbClr val="000000"/>
                </a:solidFill>
                <a:latin typeface="Times New Roman" panose="02020603050405020304" pitchFamily="18" charset="0"/>
                <a:ea typeface="楷体_GB2312"/>
              </a:rPr>
              <a:t>(3) &lt;</a:t>
            </a:r>
            <a:r>
              <a:rPr lang="en-US" altLang="zh-CN" sz="2000" b="1" i="1" dirty="0">
                <a:solidFill>
                  <a:srgbClr val="000000"/>
                </a:solidFill>
                <a:latin typeface="Times New Roman" panose="02020603050405020304" pitchFamily="18" charset="0"/>
                <a:ea typeface="楷体_GB2312"/>
              </a:rPr>
              <a:t>IDS</a:t>
            </a:r>
            <a:r>
              <a:rPr lang="en-US" altLang="zh-CN" sz="2000" b="1" dirty="0">
                <a:solidFill>
                  <a:srgbClr val="000000"/>
                </a:solidFill>
                <a:latin typeface="Times New Roman" panose="02020603050405020304" pitchFamily="18" charset="0"/>
                <a:ea typeface="楷体_GB2312"/>
              </a:rPr>
              <a:t>&gt;→&lt;</a:t>
            </a:r>
            <a:r>
              <a:rPr lang="en-US" altLang="zh-CN" sz="2000" b="1" i="1" dirty="0">
                <a:solidFill>
                  <a:srgbClr val="000000"/>
                </a:solidFill>
                <a:latin typeface="Times New Roman" panose="02020603050405020304" pitchFamily="18" charset="0"/>
                <a:ea typeface="楷体_GB2312"/>
              </a:rPr>
              <a:t>IDS</a:t>
            </a:r>
            <a:r>
              <a:rPr lang="en-US" altLang="zh-CN" sz="2000" b="1" dirty="0">
                <a:solidFill>
                  <a:srgbClr val="000000"/>
                </a:solidFill>
                <a:latin typeface="Times New Roman" panose="02020603050405020304" pitchFamily="18" charset="0"/>
                <a:ea typeface="楷体_GB2312"/>
              </a:rPr>
              <a:t>&gt; , i</a:t>
            </a:r>
          </a:p>
          <a:p>
            <a:pPr marL="609600" indent="-609600" eaLnBrk="1" hangingPunct="1">
              <a:lnSpc>
                <a:spcPts val="2500"/>
              </a:lnSpc>
              <a:spcBef>
                <a:spcPct val="20000"/>
              </a:spcBef>
              <a:buClr>
                <a:srgbClr val="31B6FD"/>
              </a:buClr>
              <a:buSzPct val="100000"/>
              <a:buFont typeface="Wingdings" panose="05000000000000000000" pitchFamily="2" charset="2"/>
              <a:buNone/>
            </a:pPr>
            <a:r>
              <a:rPr lang="en-US" altLang="zh-CN" sz="2000" b="1" dirty="0">
                <a:solidFill>
                  <a:srgbClr val="000000"/>
                </a:solidFill>
                <a:latin typeface="Times New Roman" panose="02020603050405020304" pitchFamily="18" charset="0"/>
                <a:ea typeface="楷体_GB2312"/>
              </a:rPr>
              <a:t>(4) &lt;</a:t>
            </a:r>
            <a:r>
              <a:rPr lang="en-US" altLang="zh-CN" sz="2000" b="1" i="1" dirty="0">
                <a:solidFill>
                  <a:srgbClr val="000000"/>
                </a:solidFill>
                <a:latin typeface="Times New Roman" panose="02020603050405020304" pitchFamily="18" charset="0"/>
                <a:ea typeface="楷体_GB2312"/>
              </a:rPr>
              <a:t>T</a:t>
            </a:r>
            <a:r>
              <a:rPr lang="en-US" altLang="zh-CN" sz="2000" b="1" dirty="0">
                <a:solidFill>
                  <a:srgbClr val="000000"/>
                </a:solidFill>
                <a:latin typeface="Times New Roman" panose="02020603050405020304" pitchFamily="18" charset="0"/>
                <a:ea typeface="楷体_GB2312"/>
              </a:rPr>
              <a:t>&gt;→real</a:t>
            </a:r>
            <a:r>
              <a:rPr lang="en-US" altLang="zh-CN" sz="2000" b="1" i="1" dirty="0">
                <a:solidFill>
                  <a:srgbClr val="000000"/>
                </a:solidFill>
                <a:latin typeface="Times New Roman" panose="02020603050405020304" pitchFamily="18" charset="0"/>
                <a:ea typeface="楷体_GB2312"/>
              </a:rPr>
              <a:t> | </a:t>
            </a:r>
            <a:r>
              <a:rPr lang="en-US" altLang="zh-CN" sz="2000" b="1" dirty="0">
                <a:solidFill>
                  <a:srgbClr val="000000"/>
                </a:solidFill>
                <a:latin typeface="Times New Roman" panose="02020603050405020304" pitchFamily="18" charset="0"/>
                <a:ea typeface="楷体_GB2312"/>
              </a:rPr>
              <a:t>int </a:t>
            </a:r>
          </a:p>
        </p:txBody>
      </p:sp>
      <p:grpSp>
        <p:nvGrpSpPr>
          <p:cNvPr id="4" name="Group 78"/>
          <p:cNvGrpSpPr/>
          <p:nvPr/>
        </p:nvGrpSpPr>
        <p:grpSpPr>
          <a:xfrm>
            <a:off x="2784475" y="4227513"/>
            <a:ext cx="635000" cy="504825"/>
            <a:chOff x="891" y="3041"/>
            <a:chExt cx="400" cy="672"/>
          </a:xfrm>
        </p:grpSpPr>
        <p:sp>
          <p:nvSpPr>
            <p:cNvPr id="22556" name="Line 79"/>
            <p:cNvSpPr/>
            <p:nvPr/>
          </p:nvSpPr>
          <p:spPr>
            <a:xfrm flipH="1" flipV="1">
              <a:off x="1066" y="3475"/>
              <a:ext cx="0" cy="238"/>
            </a:xfrm>
            <a:prstGeom prst="line">
              <a:avLst/>
            </a:prstGeom>
            <a:ln w="12700" cap="flat" cmpd="sng">
              <a:solidFill>
                <a:schemeClr val="tx1"/>
              </a:solidFill>
              <a:prstDash val="solid"/>
              <a:headEnd type="none" w="med" len="med"/>
              <a:tailEnd type="none" w="med" len="med"/>
            </a:ln>
          </p:spPr>
        </p:sp>
        <p:sp>
          <p:nvSpPr>
            <p:cNvPr id="22557" name="Rectangle 80"/>
            <p:cNvSpPr/>
            <p:nvPr/>
          </p:nvSpPr>
          <p:spPr>
            <a:xfrm>
              <a:off x="891" y="3041"/>
              <a:ext cx="400" cy="574"/>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buNone/>
              </a:pPr>
              <a:r>
                <a:rPr lang="en-US" altLang="zh-CN" sz="2000" b="1" dirty="0">
                  <a:solidFill>
                    <a:srgbClr val="000000"/>
                  </a:solidFill>
                  <a:latin typeface="Times New Roman" panose="02020603050405020304" pitchFamily="18" charset="0"/>
                  <a:ea typeface="楷体_GB2312"/>
                </a:rPr>
                <a:t>&lt;</a:t>
              </a:r>
              <a:r>
                <a:rPr lang="en-US" altLang="zh-CN" sz="2000" b="1" i="1" dirty="0">
                  <a:solidFill>
                    <a:srgbClr val="000000"/>
                  </a:solidFill>
                  <a:latin typeface="Times New Roman" panose="02020603050405020304" pitchFamily="18" charset="0"/>
                  <a:ea typeface="楷体_GB2312"/>
                </a:rPr>
                <a:t>T</a:t>
              </a:r>
              <a:r>
                <a:rPr lang="en-US" altLang="zh-CN" sz="2000" b="1" dirty="0">
                  <a:solidFill>
                    <a:srgbClr val="000000"/>
                  </a:solidFill>
                  <a:latin typeface="Times New Roman" panose="02020603050405020304" pitchFamily="18" charset="0"/>
                  <a:ea typeface="楷体_GB2312"/>
                </a:rPr>
                <a:t>&gt;</a:t>
              </a:r>
              <a:endParaRPr lang="en-US" altLang="zh-CN" sz="2000" b="1" i="1" dirty="0">
                <a:solidFill>
                  <a:srgbClr val="2D83F4"/>
                </a:solidFill>
                <a:latin typeface="Times New Roman" panose="02020603050405020304" pitchFamily="18" charset="0"/>
                <a:ea typeface="楷体_GB2312"/>
              </a:endParaRPr>
            </a:p>
          </p:txBody>
        </p:sp>
      </p:grpSp>
      <p:grpSp>
        <p:nvGrpSpPr>
          <p:cNvPr id="5" name="组合 2"/>
          <p:cNvGrpSpPr/>
          <p:nvPr/>
        </p:nvGrpSpPr>
        <p:grpSpPr>
          <a:xfrm>
            <a:off x="398463" y="2825750"/>
            <a:ext cx="2608262" cy="1906588"/>
            <a:chOff x="398141" y="2826055"/>
            <a:chExt cx="2608583" cy="1906354"/>
          </a:xfrm>
        </p:grpSpPr>
        <p:grpSp>
          <p:nvGrpSpPr>
            <p:cNvPr id="22550" name="组合 1"/>
            <p:cNvGrpSpPr/>
            <p:nvPr/>
          </p:nvGrpSpPr>
          <p:grpSpPr>
            <a:xfrm>
              <a:off x="398141" y="2826055"/>
              <a:ext cx="2160589" cy="1906354"/>
              <a:chOff x="398141" y="2826055"/>
              <a:chExt cx="2160589" cy="1906354"/>
            </a:xfrm>
          </p:grpSpPr>
          <p:sp>
            <p:nvSpPr>
              <p:cNvPr id="22552" name="Line 68"/>
              <p:cNvSpPr/>
              <p:nvPr/>
            </p:nvSpPr>
            <p:spPr>
              <a:xfrm flipH="1" flipV="1">
                <a:off x="1755454" y="3172187"/>
                <a:ext cx="803276" cy="1501657"/>
              </a:xfrm>
              <a:prstGeom prst="line">
                <a:avLst/>
              </a:prstGeom>
              <a:ln w="12700" cap="flat" cmpd="sng">
                <a:solidFill>
                  <a:schemeClr val="tx1"/>
                </a:solidFill>
                <a:prstDash val="solid"/>
                <a:headEnd type="none" w="med" len="med"/>
                <a:tailEnd type="none" w="med" len="med"/>
              </a:ln>
            </p:spPr>
          </p:sp>
          <p:sp>
            <p:nvSpPr>
              <p:cNvPr id="22553" name="Line 69"/>
              <p:cNvSpPr/>
              <p:nvPr/>
            </p:nvSpPr>
            <p:spPr>
              <a:xfrm flipV="1">
                <a:off x="1684017" y="3172187"/>
                <a:ext cx="71438" cy="579640"/>
              </a:xfrm>
              <a:prstGeom prst="line">
                <a:avLst/>
              </a:prstGeom>
              <a:ln w="12700" cap="flat" cmpd="sng">
                <a:solidFill>
                  <a:schemeClr val="tx1"/>
                </a:solidFill>
                <a:prstDash val="solid"/>
                <a:headEnd type="none" w="med" len="med"/>
                <a:tailEnd type="none" w="med" len="med"/>
              </a:ln>
            </p:spPr>
          </p:sp>
          <p:sp>
            <p:nvSpPr>
              <p:cNvPr id="22554" name="Line 70"/>
              <p:cNvSpPr/>
              <p:nvPr/>
            </p:nvSpPr>
            <p:spPr>
              <a:xfrm flipV="1">
                <a:off x="398141" y="3172187"/>
                <a:ext cx="1349376" cy="1560222"/>
              </a:xfrm>
              <a:prstGeom prst="line">
                <a:avLst/>
              </a:prstGeom>
              <a:ln w="12700" cap="flat" cmpd="sng">
                <a:solidFill>
                  <a:schemeClr val="tx1"/>
                </a:solidFill>
                <a:prstDash val="solid"/>
                <a:headEnd type="none" w="med" len="med"/>
                <a:tailEnd type="none" w="med" len="med"/>
              </a:ln>
            </p:spPr>
          </p:sp>
          <p:sp>
            <p:nvSpPr>
              <p:cNvPr id="22555" name="Rectangle 71"/>
              <p:cNvSpPr/>
              <p:nvPr/>
            </p:nvSpPr>
            <p:spPr>
              <a:xfrm>
                <a:off x="1458592" y="2826055"/>
                <a:ext cx="620713" cy="431726"/>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None/>
                </a:pPr>
                <a:r>
                  <a:rPr lang="en-US" altLang="zh-CN" sz="2000" b="1" dirty="0">
                    <a:solidFill>
                      <a:srgbClr val="000000"/>
                    </a:solidFill>
                    <a:latin typeface="Times New Roman" panose="02020603050405020304" pitchFamily="18" charset="0"/>
                    <a:ea typeface="楷体_GB2312"/>
                  </a:rPr>
                  <a:t>&lt;</a:t>
                </a:r>
                <a:r>
                  <a:rPr lang="en-US" altLang="zh-CN" sz="2000" b="1" i="1" dirty="0">
                    <a:solidFill>
                      <a:srgbClr val="000000"/>
                    </a:solidFill>
                    <a:latin typeface="Times New Roman" panose="02020603050405020304" pitchFamily="18" charset="0"/>
                    <a:ea typeface="楷体_GB2312"/>
                  </a:rPr>
                  <a:t>S</a:t>
                </a:r>
                <a:r>
                  <a:rPr lang="en-US" altLang="zh-CN" sz="2000" b="1" dirty="0">
                    <a:solidFill>
                      <a:srgbClr val="000000"/>
                    </a:solidFill>
                    <a:latin typeface="Times New Roman" panose="02020603050405020304" pitchFamily="18" charset="0"/>
                    <a:ea typeface="楷体_GB2312"/>
                  </a:rPr>
                  <a:t>&gt;</a:t>
                </a:r>
                <a:endParaRPr lang="en-US" altLang="zh-CN" sz="2000" b="1" i="1" dirty="0">
                  <a:solidFill>
                    <a:srgbClr val="2D83F4"/>
                  </a:solidFill>
                  <a:latin typeface="Times New Roman" panose="02020603050405020304" pitchFamily="18" charset="0"/>
                  <a:ea typeface="楷体_GB2312"/>
                </a:endParaRPr>
              </a:p>
            </p:txBody>
          </p:sp>
        </p:grpSp>
        <p:sp>
          <p:nvSpPr>
            <p:cNvPr id="22551" name="Line 68"/>
            <p:cNvSpPr/>
            <p:nvPr/>
          </p:nvSpPr>
          <p:spPr>
            <a:xfrm flipH="1" flipV="1">
              <a:off x="1755453" y="3169402"/>
              <a:ext cx="1251271" cy="1058532"/>
            </a:xfrm>
            <a:prstGeom prst="line">
              <a:avLst/>
            </a:prstGeom>
            <a:ln w="12700" cap="flat" cmpd="sng">
              <a:solidFill>
                <a:schemeClr val="tx1"/>
              </a:solidFill>
              <a:prstDash val="solid"/>
              <a:headEnd type="none" w="med" len="med"/>
              <a:tailEnd type="none" w="med" len="med"/>
            </a:ln>
          </p:spPr>
        </p:sp>
      </p:grpSp>
      <p:sp>
        <p:nvSpPr>
          <p:cNvPr id="22539"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buNone/>
            </a:pPr>
            <a:r>
              <a:rPr lang="zh-CN" altLang="en-US" sz="3000" kern="1200" dirty="0">
                <a:solidFill>
                  <a:schemeClr val="tx1"/>
                </a:solidFill>
                <a:latin typeface="微软雅黑" panose="020B0503020204020204" pitchFamily="34" charset="-122"/>
                <a:ea typeface="微软雅黑" panose="020B0503020204020204" pitchFamily="34" charset="-122"/>
                <a:cs typeface="+mj-cs"/>
              </a:rPr>
              <a:t>移入</a:t>
            </a:r>
            <a:r>
              <a:rPr lang="en-US" altLang="zh-CN" sz="3000" kern="1200" dirty="0">
                <a:solidFill>
                  <a:schemeClr val="tx1"/>
                </a:solidFill>
                <a:latin typeface="微软雅黑" panose="020B0503020204020204" pitchFamily="34" charset="-122"/>
                <a:ea typeface="微软雅黑" panose="020B0503020204020204" pitchFamily="34" charset="-122"/>
                <a:cs typeface="+mj-cs"/>
              </a:rPr>
              <a:t>-</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归约分析中存在的问题</a:t>
            </a:r>
          </a:p>
        </p:txBody>
      </p:sp>
      <p:sp>
        <p:nvSpPr>
          <p:cNvPr id="7" name="矩形 6"/>
          <p:cNvSpPr/>
          <p:nvPr/>
        </p:nvSpPr>
        <p:spPr>
          <a:xfrm>
            <a:off x="34925" y="4732338"/>
            <a:ext cx="619125" cy="349250"/>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273050" lvl="0" indent="-273050" eaLnBrk="1" hangingPunct="1">
              <a:lnSpc>
                <a:spcPts val="2000"/>
              </a:lnSpc>
              <a:buClr>
                <a:srgbClr val="31B6FD"/>
              </a:buClr>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楷体_GB2312"/>
              </a:rPr>
              <a:t>var</a:t>
            </a:r>
            <a:endParaRPr lang="en-US" altLang="zh-CN" sz="2000" b="1" i="1" dirty="0">
              <a:solidFill>
                <a:srgbClr val="000000"/>
              </a:solidFill>
              <a:latin typeface="Times New Roman" panose="02020603050405020304" pitchFamily="18" charset="0"/>
              <a:ea typeface="华文楷体" panose="02010600040101010101" pitchFamily="2" charset="-122"/>
            </a:endParaRPr>
          </a:p>
        </p:txBody>
      </p:sp>
      <p:sp>
        <p:nvSpPr>
          <p:cNvPr id="9" name="矩形 8"/>
          <p:cNvSpPr/>
          <p:nvPr/>
        </p:nvSpPr>
        <p:spPr>
          <a:xfrm>
            <a:off x="2411413" y="4721225"/>
            <a:ext cx="947738" cy="400050"/>
          </a:xfrm>
          <a:prstGeom prst="rect">
            <a:avLst/>
          </a:prstGeom>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 </a:t>
            </a:r>
            <a:r>
              <a:rPr kumimoji="0" lang="zh-CN" altLang="en-US" sz="2000" b="1" i="1" u="none" strike="noStrike" kern="120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real</a:t>
            </a:r>
            <a:endParaRPr kumimoji="1" lang="en-US" altLang="zh-CN" sz="2000" b="1" i="0" u="none" strike="noStrike" kern="1200" cap="none" spc="0" normalizeH="0" baseline="0" noProof="0" dirty="0">
              <a:ln>
                <a:noFill/>
              </a:ln>
              <a:solidFill>
                <a:srgbClr val="5EAEFF"/>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endParaRPr>
          </a:p>
        </p:txBody>
      </p:sp>
      <p:grpSp>
        <p:nvGrpSpPr>
          <p:cNvPr id="11" name="组合 3"/>
          <p:cNvGrpSpPr/>
          <p:nvPr/>
        </p:nvGrpSpPr>
        <p:grpSpPr>
          <a:xfrm>
            <a:off x="5219700" y="123825"/>
            <a:ext cx="2520950" cy="2879725"/>
            <a:chOff x="5219179" y="169862"/>
            <a:chExt cx="2521054" cy="2880320"/>
          </a:xfrm>
        </p:grpSpPr>
        <p:sp>
          <p:nvSpPr>
            <p:cNvPr id="2" name="椭圆 1"/>
            <p:cNvSpPr/>
            <p:nvPr/>
          </p:nvSpPr>
          <p:spPr>
            <a:xfrm>
              <a:off x="5219179" y="2727853"/>
              <a:ext cx="288937" cy="322329"/>
            </a:xfrm>
            <a:prstGeom prst="ellipse">
              <a:avLst/>
            </a:prstGeom>
            <a:noFill/>
            <a:ln w="381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9" name="AutoShape 14"/>
            <p:cNvSpPr/>
            <p:nvPr/>
          </p:nvSpPr>
          <p:spPr bwMode="auto">
            <a:xfrm>
              <a:off x="5652585" y="169862"/>
              <a:ext cx="2087648" cy="601787"/>
            </a:xfrm>
            <a:prstGeom prst="borderCallout2">
              <a:avLst>
                <a:gd name="adj1" fmla="val 89345"/>
                <a:gd name="adj2" fmla="val -205"/>
                <a:gd name="adj3" fmla="val 148693"/>
                <a:gd name="adj4" fmla="val -16580"/>
                <a:gd name="adj5" fmla="val 422282"/>
                <a:gd name="adj6" fmla="val -14902"/>
              </a:avLst>
            </a:prstGeom>
            <a:solidFill>
              <a:schemeClr val="accent5">
                <a:lumMod val="60000"/>
                <a:lumOff val="40000"/>
              </a:schemeClr>
            </a:solidFill>
            <a:ln w="12700">
              <a:solidFill>
                <a:schemeClr val="tx1"/>
              </a:solidFill>
              <a:miter lim="800000"/>
            </a:ln>
          </p:spPr>
          <p:txBody>
            <a:bodyPr anchor="ct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zh-CN" altLang="en-US" sz="1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楷体_GB2312"/>
                </a:rPr>
                <a:t>造成错误的原因：</a:t>
              </a:r>
              <a:endParaRPr kumimoji="0" lang="en-US" altLang="zh-CN" sz="1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楷体_GB231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zh-CN" altLang="en-US" sz="1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楷体_GB2312"/>
                </a:rPr>
                <a:t>错误地识别了句柄</a:t>
              </a:r>
            </a:p>
          </p:txBody>
        </p:sp>
      </p:grpSp>
      <p:sp>
        <p:nvSpPr>
          <p:cNvPr id="6" name="矩形 5"/>
          <p:cNvSpPr/>
          <p:nvPr/>
        </p:nvSpPr>
        <p:spPr>
          <a:xfrm>
            <a:off x="998538" y="4659313"/>
            <a:ext cx="401638" cy="40005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0" u="none" strike="noStrike" kern="1200" cap="none" spc="0" normalizeH="0" baseline="0" noProof="0" dirty="0" err="1">
                <a:ln>
                  <a:noFill/>
                </a:ln>
                <a:solidFill>
                  <a:prstClr val="black"/>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prstClr val="black"/>
                </a:solidFill>
                <a:effectLst/>
                <a:uLnTx/>
                <a:uFillTx/>
                <a:latin typeface="Times New Roman" panose="02020603050405020304" pitchFamily="18" charset="0"/>
                <a:ea typeface="楷体_GB2312"/>
                <a:cs typeface="Times New Roman" panose="02020603050405020304" pitchFamily="18" charset="0"/>
              </a:rPr>
              <a:t>A</a:t>
            </a:r>
            <a:r>
              <a:rPr kumimoji="1" lang="en-US" altLang="zh-CN" sz="2000" b="1" i="1" u="none" strike="noStrike" kern="1200" cap="none" spc="0" normalizeH="0" baseline="-25000" noProof="0" dirty="0">
                <a:ln>
                  <a:noFill/>
                </a:ln>
                <a:solidFill>
                  <a:prstClr val="black"/>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endParaRPr kumimoji="0" lang="zh-CN" altLang="en-US" sz="18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矩形 9"/>
          <p:cNvSpPr/>
          <p:nvPr/>
        </p:nvSpPr>
        <p:spPr>
          <a:xfrm>
            <a:off x="3684588" y="4632325"/>
            <a:ext cx="3263900" cy="400050"/>
          </a:xfrm>
          <a:prstGeom prst="rect">
            <a:avLst/>
          </a:prstGeom>
          <a:solidFill>
            <a:schemeClr val="accent5">
              <a:lumMod val="60000"/>
              <a:lumOff val="40000"/>
            </a:schemeClr>
          </a:solidFill>
          <a:ln>
            <a:solidFill>
              <a:schemeClr val="tx1"/>
            </a:solidFill>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楷体_GB2312"/>
              </a:rPr>
              <a:t>句柄：</a:t>
            </a:r>
            <a:r>
              <a:rPr kumimoji="0" lang="zh-CN" altLang="en-US" sz="2000" b="1" i="0" u="none" strike="noStrike" kern="1200" cap="none" spc="0" normalizeH="0" baseline="0" noProof="0" dirty="0">
                <a:ln>
                  <a:noFill/>
                </a:ln>
                <a:solidFill>
                  <a:srgbClr val="000000"/>
                </a:solidFill>
                <a:effectLst/>
                <a:highlight>
                  <a:srgbClr val="FFFF00"/>
                </a:highlight>
                <a:uLnTx/>
                <a:uFillTx/>
                <a:latin typeface="华文楷体" panose="02010600040101010101" pitchFamily="2" charset="-122"/>
                <a:ea typeface="华文楷体" panose="02010600040101010101" pitchFamily="2" charset="-122"/>
                <a:cs typeface="楷体_GB2312"/>
              </a:rPr>
              <a:t>句型的最左直接短语</a:t>
            </a:r>
            <a:endParaRPr kumimoji="0" lang="zh-CN" altLang="en-US" sz="3200" b="0" i="0" u="none" strike="noStrike" kern="1200" cap="none" spc="0" normalizeH="0" baseline="0" noProof="0" dirty="0">
              <a:ln>
                <a:noFill/>
              </a:ln>
              <a:solidFill>
                <a:schemeClr val="tx1"/>
              </a:solidFill>
              <a:effectLst/>
              <a:highlight>
                <a:srgbClr val="FFFF00"/>
              </a:highlight>
              <a:uLnTx/>
              <a:uFillTx/>
            </a:endParaRPr>
          </a:p>
        </p:txBody>
      </p:sp>
      <p:cxnSp>
        <p:nvCxnSpPr>
          <p:cNvPr id="33" name="直接连接符 32"/>
          <p:cNvCxnSpPr/>
          <p:nvPr/>
        </p:nvCxnSpPr>
        <p:spPr>
          <a:xfrm>
            <a:off x="5219700" y="3003550"/>
            <a:ext cx="28892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284663" y="3003550"/>
            <a:ext cx="93503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1973263" y="4746625"/>
            <a:ext cx="288925" cy="322263"/>
          </a:xfrm>
          <a:prstGeom prst="ellipse">
            <a:avLst/>
          </a:prstGeom>
          <a:noFill/>
          <a:ln w="381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8441">
                                            <p:txEl>
                                              <p:pRg st="7" end="7"/>
                                            </p:txEl>
                                          </p:spTgt>
                                        </p:tgtEl>
                                        <p:attrNameLst>
                                          <p:attrName>style.visibility</p:attrName>
                                        </p:attrNameLst>
                                      </p:cBhvr>
                                      <p:to>
                                        <p:strVal val="visible"/>
                                      </p:to>
                                    </p:set>
                                    <p:anim calcmode="lin" valueType="num">
                                      <p:cBhvr>
                                        <p:cTn id="7" dur="500" fill="hold"/>
                                        <p:tgtEl>
                                          <p:spTgt spid="18441">
                                            <p:txEl>
                                              <p:pRg st="7" end="7"/>
                                            </p:txEl>
                                          </p:spTgt>
                                        </p:tgtEl>
                                        <p:attrNameLst>
                                          <p:attrName>ppt_w</p:attrName>
                                        </p:attrNameLst>
                                      </p:cBhvr>
                                      <p:tavLst>
                                        <p:tav tm="0">
                                          <p:val>
                                            <p:fltVal val="0"/>
                                          </p:val>
                                        </p:tav>
                                        <p:tav tm="100000">
                                          <p:val>
                                            <p:strVal val="#ppt_w"/>
                                          </p:val>
                                        </p:tav>
                                      </p:tavLst>
                                    </p:anim>
                                    <p:anim calcmode="lin" valueType="num">
                                      <p:cBhvr>
                                        <p:cTn id="8" dur="500" fill="hold"/>
                                        <p:tgtEl>
                                          <p:spTgt spid="18441">
                                            <p:txEl>
                                              <p:pRg st="7" end="7"/>
                                            </p:txEl>
                                          </p:spTgt>
                                        </p:tgtEl>
                                        <p:attrNameLst>
                                          <p:attrName>ppt_h</p:attrName>
                                        </p:attrNameLst>
                                      </p:cBhvr>
                                      <p:tavLst>
                                        <p:tav tm="0">
                                          <p:val>
                                            <p:fltVal val="0"/>
                                          </p:val>
                                        </p:tav>
                                        <p:tav tm="100000">
                                          <p:val>
                                            <p:strVal val="#ppt_h"/>
                                          </p:val>
                                        </p:tav>
                                      </p:tavLst>
                                    </p:anim>
                                    <p:animEffect transition="in" filter="fade">
                                      <p:cBhvr>
                                        <p:cTn id="9" dur="500"/>
                                        <p:tgtEl>
                                          <p:spTgt spid="18441">
                                            <p:txEl>
                                              <p:pRg st="7" end="7"/>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18452"/>
                                        </p:tgtEl>
                                        <p:attrNameLst>
                                          <p:attrName>style.visibility</p:attrName>
                                        </p:attrNameLst>
                                      </p:cBhvr>
                                      <p:to>
                                        <p:strVal val="visible"/>
                                      </p:to>
                                    </p:set>
                                    <p:anim calcmode="lin" valueType="num">
                                      <p:cBhvr>
                                        <p:cTn id="19" dur="500" fill="hold"/>
                                        <p:tgtEl>
                                          <p:spTgt spid="18452"/>
                                        </p:tgtEl>
                                        <p:attrNameLst>
                                          <p:attrName>ppt_w</p:attrName>
                                        </p:attrNameLst>
                                      </p:cBhvr>
                                      <p:tavLst>
                                        <p:tav tm="0">
                                          <p:val>
                                            <p:fltVal val="0"/>
                                          </p:val>
                                        </p:tav>
                                        <p:tav tm="100000">
                                          <p:val>
                                            <p:strVal val="#ppt_w"/>
                                          </p:val>
                                        </p:tav>
                                      </p:tavLst>
                                    </p:anim>
                                    <p:anim calcmode="lin" valueType="num">
                                      <p:cBhvr>
                                        <p:cTn id="20" dur="500" fill="hold"/>
                                        <p:tgtEl>
                                          <p:spTgt spid="18452"/>
                                        </p:tgtEl>
                                        <p:attrNameLst>
                                          <p:attrName>ppt_h</p:attrName>
                                        </p:attrNameLst>
                                      </p:cBhvr>
                                      <p:tavLst>
                                        <p:tav tm="0">
                                          <p:val>
                                            <p:fltVal val="0"/>
                                          </p:val>
                                        </p:tav>
                                        <p:tav tm="100000">
                                          <p:val>
                                            <p:strVal val="#ppt_h"/>
                                          </p:val>
                                        </p:tav>
                                      </p:tavLst>
                                    </p:anim>
                                    <p:animEffect transition="in" filter="fade">
                                      <p:cBhvr>
                                        <p:cTn id="21" dur="500"/>
                                        <p:tgtEl>
                                          <p:spTgt spid="18452"/>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18441">
                                            <p:txEl>
                                              <p:pRg st="8" end="8"/>
                                            </p:txEl>
                                          </p:spTgt>
                                        </p:tgtEl>
                                        <p:attrNameLst>
                                          <p:attrName>style.visibility</p:attrName>
                                        </p:attrNameLst>
                                      </p:cBhvr>
                                      <p:to>
                                        <p:strVal val="visible"/>
                                      </p:to>
                                    </p:set>
                                    <p:anim calcmode="lin" valueType="num">
                                      <p:cBhvr>
                                        <p:cTn id="26" dur="500" fill="hold"/>
                                        <p:tgtEl>
                                          <p:spTgt spid="18441">
                                            <p:txEl>
                                              <p:pRg st="8" end="8"/>
                                            </p:txEl>
                                          </p:spTgt>
                                        </p:tgtEl>
                                        <p:attrNameLst>
                                          <p:attrName>ppt_w</p:attrName>
                                        </p:attrNameLst>
                                      </p:cBhvr>
                                      <p:tavLst>
                                        <p:tav tm="0">
                                          <p:val>
                                            <p:fltVal val="0"/>
                                          </p:val>
                                        </p:tav>
                                        <p:tav tm="100000">
                                          <p:val>
                                            <p:strVal val="#ppt_w"/>
                                          </p:val>
                                        </p:tav>
                                      </p:tavLst>
                                    </p:anim>
                                    <p:anim calcmode="lin" valueType="num">
                                      <p:cBhvr>
                                        <p:cTn id="27" dur="500" fill="hold"/>
                                        <p:tgtEl>
                                          <p:spTgt spid="18441">
                                            <p:txEl>
                                              <p:pRg st="8" end="8"/>
                                            </p:txEl>
                                          </p:spTgt>
                                        </p:tgtEl>
                                        <p:attrNameLst>
                                          <p:attrName>ppt_h</p:attrName>
                                        </p:attrNameLst>
                                      </p:cBhvr>
                                      <p:tavLst>
                                        <p:tav tm="0">
                                          <p:val>
                                            <p:fltVal val="0"/>
                                          </p:val>
                                        </p:tav>
                                        <p:tav tm="100000">
                                          <p:val>
                                            <p:strVal val="#ppt_h"/>
                                          </p:val>
                                        </p:tav>
                                      </p:tavLst>
                                    </p:anim>
                                    <p:animEffect transition="in" filter="fade">
                                      <p:cBhvr>
                                        <p:cTn id="28" dur="500"/>
                                        <p:tgtEl>
                                          <p:spTgt spid="18441">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18441">
                                            <p:txEl>
                                              <p:pRg st="9" end="9"/>
                                            </p:txEl>
                                          </p:spTgt>
                                        </p:tgtEl>
                                        <p:attrNameLst>
                                          <p:attrName>style.visibility</p:attrName>
                                        </p:attrNameLst>
                                      </p:cBhvr>
                                      <p:to>
                                        <p:strVal val="visible"/>
                                      </p:to>
                                    </p:set>
                                    <p:anim calcmode="lin" valueType="num">
                                      <p:cBhvr>
                                        <p:cTn id="33" dur="500" fill="hold"/>
                                        <p:tgtEl>
                                          <p:spTgt spid="18441">
                                            <p:txEl>
                                              <p:pRg st="9" end="9"/>
                                            </p:txEl>
                                          </p:spTgt>
                                        </p:tgtEl>
                                        <p:attrNameLst>
                                          <p:attrName>ppt_w</p:attrName>
                                        </p:attrNameLst>
                                      </p:cBhvr>
                                      <p:tavLst>
                                        <p:tav tm="0">
                                          <p:val>
                                            <p:fltVal val="0"/>
                                          </p:val>
                                        </p:tav>
                                        <p:tav tm="100000">
                                          <p:val>
                                            <p:strVal val="#ppt_w"/>
                                          </p:val>
                                        </p:tav>
                                      </p:tavLst>
                                    </p:anim>
                                    <p:anim calcmode="lin" valueType="num">
                                      <p:cBhvr>
                                        <p:cTn id="34" dur="500" fill="hold"/>
                                        <p:tgtEl>
                                          <p:spTgt spid="18441">
                                            <p:txEl>
                                              <p:pRg st="9" end="9"/>
                                            </p:txEl>
                                          </p:spTgt>
                                        </p:tgtEl>
                                        <p:attrNameLst>
                                          <p:attrName>ppt_h</p:attrName>
                                        </p:attrNameLst>
                                      </p:cBhvr>
                                      <p:tavLst>
                                        <p:tav tm="0">
                                          <p:val>
                                            <p:fltVal val="0"/>
                                          </p:val>
                                        </p:tav>
                                        <p:tav tm="100000">
                                          <p:val>
                                            <p:strVal val="#ppt_h"/>
                                          </p:val>
                                        </p:tav>
                                      </p:tavLst>
                                    </p:anim>
                                    <p:animEffect transition="in" filter="fade">
                                      <p:cBhvr>
                                        <p:cTn id="35" dur="500"/>
                                        <p:tgtEl>
                                          <p:spTgt spid="18441">
                                            <p:txEl>
                                              <p:pRg st="9" end="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nodeType="clickEffect">
                                  <p:stCondLst>
                                    <p:cond delay="0"/>
                                  </p:stCondLst>
                                  <p:childTnLst>
                                    <p:set>
                                      <p:cBhvr>
                                        <p:cTn id="39" dur="1" fill="hold">
                                          <p:stCondLst>
                                            <p:cond delay="0"/>
                                          </p:stCondLst>
                                        </p:cTn>
                                        <p:tgtEl>
                                          <p:spTgt spid="18441">
                                            <p:txEl>
                                              <p:pRg st="10" end="10"/>
                                            </p:txEl>
                                          </p:spTgt>
                                        </p:tgtEl>
                                        <p:attrNameLst>
                                          <p:attrName>style.visibility</p:attrName>
                                        </p:attrNameLst>
                                      </p:cBhvr>
                                      <p:to>
                                        <p:strVal val="visible"/>
                                      </p:to>
                                    </p:set>
                                    <p:anim calcmode="lin" valueType="num">
                                      <p:cBhvr>
                                        <p:cTn id="40" dur="500" fill="hold"/>
                                        <p:tgtEl>
                                          <p:spTgt spid="18441">
                                            <p:txEl>
                                              <p:pRg st="10" end="10"/>
                                            </p:txEl>
                                          </p:spTgt>
                                        </p:tgtEl>
                                        <p:attrNameLst>
                                          <p:attrName>ppt_w</p:attrName>
                                        </p:attrNameLst>
                                      </p:cBhvr>
                                      <p:tavLst>
                                        <p:tav tm="0">
                                          <p:val>
                                            <p:fltVal val="0"/>
                                          </p:val>
                                        </p:tav>
                                        <p:tav tm="100000">
                                          <p:val>
                                            <p:strVal val="#ppt_w"/>
                                          </p:val>
                                        </p:tav>
                                      </p:tavLst>
                                    </p:anim>
                                    <p:anim calcmode="lin" valueType="num">
                                      <p:cBhvr>
                                        <p:cTn id="41" dur="500" fill="hold"/>
                                        <p:tgtEl>
                                          <p:spTgt spid="18441">
                                            <p:txEl>
                                              <p:pRg st="10" end="10"/>
                                            </p:txEl>
                                          </p:spTgt>
                                        </p:tgtEl>
                                        <p:attrNameLst>
                                          <p:attrName>ppt_h</p:attrName>
                                        </p:attrNameLst>
                                      </p:cBhvr>
                                      <p:tavLst>
                                        <p:tav tm="0">
                                          <p:val>
                                            <p:fltVal val="0"/>
                                          </p:val>
                                        </p:tav>
                                        <p:tav tm="100000">
                                          <p:val>
                                            <p:strVal val="#ppt_h"/>
                                          </p:val>
                                        </p:tav>
                                      </p:tavLst>
                                    </p:anim>
                                    <p:animEffect transition="in" filter="fade">
                                      <p:cBhvr>
                                        <p:cTn id="42" dur="500"/>
                                        <p:tgtEl>
                                          <p:spTgt spid="18441">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 calcmode="lin" valueType="num">
                                      <p:cBhvr>
                                        <p:cTn id="47" dur="500" fill="hold"/>
                                        <p:tgtEl>
                                          <p:spTgt spid="4"/>
                                        </p:tgtEl>
                                        <p:attrNameLst>
                                          <p:attrName>ppt_w</p:attrName>
                                        </p:attrNameLst>
                                      </p:cBhvr>
                                      <p:tavLst>
                                        <p:tav tm="0">
                                          <p:val>
                                            <p:fltVal val="0"/>
                                          </p:val>
                                        </p:tav>
                                        <p:tav tm="100000">
                                          <p:val>
                                            <p:strVal val="#ppt_w"/>
                                          </p:val>
                                        </p:tav>
                                      </p:tavLst>
                                    </p:anim>
                                    <p:anim calcmode="lin" valueType="num">
                                      <p:cBhvr>
                                        <p:cTn id="48" dur="500" fill="hold"/>
                                        <p:tgtEl>
                                          <p:spTgt spid="4"/>
                                        </p:tgtEl>
                                        <p:attrNameLst>
                                          <p:attrName>ppt_h</p:attrName>
                                        </p:attrNameLst>
                                      </p:cBhvr>
                                      <p:tavLst>
                                        <p:tav tm="0">
                                          <p:val>
                                            <p:fltVal val="0"/>
                                          </p:val>
                                        </p:tav>
                                        <p:tav tm="100000">
                                          <p:val>
                                            <p:strVal val="#ppt_h"/>
                                          </p:val>
                                        </p:tav>
                                      </p:tavLst>
                                    </p:anim>
                                    <p:animEffect transition="in" filter="fade">
                                      <p:cBhvr>
                                        <p:cTn id="49" dur="500"/>
                                        <p:tgtEl>
                                          <p:spTgt spid="4"/>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nodeType="clickEffect">
                                  <p:stCondLst>
                                    <p:cond delay="0"/>
                                  </p:stCondLst>
                                  <p:childTnLst>
                                    <p:set>
                                      <p:cBhvr>
                                        <p:cTn id="53" dur="1" fill="hold">
                                          <p:stCondLst>
                                            <p:cond delay="0"/>
                                          </p:stCondLst>
                                        </p:cTn>
                                        <p:tgtEl>
                                          <p:spTgt spid="18441">
                                            <p:txEl>
                                              <p:pRg st="11" end="11"/>
                                            </p:txEl>
                                          </p:spTgt>
                                        </p:tgtEl>
                                        <p:attrNameLst>
                                          <p:attrName>style.visibility</p:attrName>
                                        </p:attrNameLst>
                                      </p:cBhvr>
                                      <p:to>
                                        <p:strVal val="visible"/>
                                      </p:to>
                                    </p:set>
                                    <p:anim calcmode="lin" valueType="num">
                                      <p:cBhvr>
                                        <p:cTn id="54" dur="500" fill="hold"/>
                                        <p:tgtEl>
                                          <p:spTgt spid="18441">
                                            <p:txEl>
                                              <p:pRg st="11" end="11"/>
                                            </p:txEl>
                                          </p:spTgt>
                                        </p:tgtEl>
                                        <p:attrNameLst>
                                          <p:attrName>ppt_w</p:attrName>
                                        </p:attrNameLst>
                                      </p:cBhvr>
                                      <p:tavLst>
                                        <p:tav tm="0">
                                          <p:val>
                                            <p:fltVal val="0"/>
                                          </p:val>
                                        </p:tav>
                                        <p:tav tm="100000">
                                          <p:val>
                                            <p:strVal val="#ppt_w"/>
                                          </p:val>
                                        </p:tav>
                                      </p:tavLst>
                                    </p:anim>
                                    <p:anim calcmode="lin" valueType="num">
                                      <p:cBhvr>
                                        <p:cTn id="55" dur="500" fill="hold"/>
                                        <p:tgtEl>
                                          <p:spTgt spid="18441">
                                            <p:txEl>
                                              <p:pRg st="11" end="11"/>
                                            </p:txEl>
                                          </p:spTgt>
                                        </p:tgtEl>
                                        <p:attrNameLst>
                                          <p:attrName>ppt_h</p:attrName>
                                        </p:attrNameLst>
                                      </p:cBhvr>
                                      <p:tavLst>
                                        <p:tav tm="0">
                                          <p:val>
                                            <p:fltVal val="0"/>
                                          </p:val>
                                        </p:tav>
                                        <p:tav tm="100000">
                                          <p:val>
                                            <p:strVal val="#ppt_h"/>
                                          </p:val>
                                        </p:tav>
                                      </p:tavLst>
                                    </p:anim>
                                    <p:animEffect transition="in" filter="fade">
                                      <p:cBhvr>
                                        <p:cTn id="56" dur="500"/>
                                        <p:tgtEl>
                                          <p:spTgt spid="18441">
                                            <p:txEl>
                                              <p:pRg st="11" end="11"/>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nodeType="clickEffect">
                                  <p:stCondLst>
                                    <p:cond delay="0"/>
                                  </p:stCondLst>
                                  <p:childTnLst>
                                    <p:set>
                                      <p:cBhvr>
                                        <p:cTn id="60" dur="1" fill="hold">
                                          <p:stCondLst>
                                            <p:cond delay="0"/>
                                          </p:stCondLst>
                                        </p:cTn>
                                        <p:tgtEl>
                                          <p:spTgt spid="5"/>
                                        </p:tgtEl>
                                        <p:attrNameLst>
                                          <p:attrName>style.visibility</p:attrName>
                                        </p:attrNameLst>
                                      </p:cBhvr>
                                      <p:to>
                                        <p:strVal val="visible"/>
                                      </p:to>
                                    </p:set>
                                    <p:anim calcmode="lin" valueType="num">
                                      <p:cBhvr>
                                        <p:cTn id="61" dur="500" fill="hold"/>
                                        <p:tgtEl>
                                          <p:spTgt spid="5"/>
                                        </p:tgtEl>
                                        <p:attrNameLst>
                                          <p:attrName>ppt_w</p:attrName>
                                        </p:attrNameLst>
                                      </p:cBhvr>
                                      <p:tavLst>
                                        <p:tav tm="0">
                                          <p:val>
                                            <p:fltVal val="0"/>
                                          </p:val>
                                        </p:tav>
                                        <p:tav tm="100000">
                                          <p:val>
                                            <p:strVal val="#ppt_w"/>
                                          </p:val>
                                        </p:tav>
                                      </p:tavLst>
                                    </p:anim>
                                    <p:anim calcmode="lin" valueType="num">
                                      <p:cBhvr>
                                        <p:cTn id="62" dur="500" fill="hold"/>
                                        <p:tgtEl>
                                          <p:spTgt spid="5"/>
                                        </p:tgtEl>
                                        <p:attrNameLst>
                                          <p:attrName>ppt_h</p:attrName>
                                        </p:attrNameLst>
                                      </p:cBhvr>
                                      <p:tavLst>
                                        <p:tav tm="0">
                                          <p:val>
                                            <p:fltVal val="0"/>
                                          </p:val>
                                        </p:tav>
                                        <p:tav tm="100000">
                                          <p:val>
                                            <p:strVal val="#ppt_h"/>
                                          </p:val>
                                        </p:tav>
                                      </p:tavLst>
                                    </p:anim>
                                    <p:animEffect transition="in" filter="fade">
                                      <p:cBhvr>
                                        <p:cTn id="63" dur="500"/>
                                        <p:tgtEl>
                                          <p:spTgt spid="5"/>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nodeType="clickEffect">
                                  <p:stCondLst>
                                    <p:cond delay="0"/>
                                  </p:stCondLst>
                                  <p:childTnLst>
                                    <p:set>
                                      <p:cBhvr>
                                        <p:cTn id="67" dur="1" fill="hold">
                                          <p:stCondLst>
                                            <p:cond delay="0"/>
                                          </p:stCondLst>
                                        </p:cTn>
                                        <p:tgtEl>
                                          <p:spTgt spid="11"/>
                                        </p:tgtEl>
                                        <p:attrNameLst>
                                          <p:attrName>style.visibility</p:attrName>
                                        </p:attrNameLst>
                                      </p:cBhvr>
                                      <p:to>
                                        <p:strVal val="visible"/>
                                      </p:to>
                                    </p:set>
                                    <p:anim calcmode="lin" valueType="num">
                                      <p:cBhvr>
                                        <p:cTn id="68" dur="500" fill="hold"/>
                                        <p:tgtEl>
                                          <p:spTgt spid="11"/>
                                        </p:tgtEl>
                                        <p:attrNameLst>
                                          <p:attrName>ppt_w</p:attrName>
                                        </p:attrNameLst>
                                      </p:cBhvr>
                                      <p:tavLst>
                                        <p:tav tm="0">
                                          <p:val>
                                            <p:fltVal val="0"/>
                                          </p:val>
                                        </p:tav>
                                        <p:tav tm="100000">
                                          <p:val>
                                            <p:strVal val="#ppt_w"/>
                                          </p:val>
                                        </p:tav>
                                      </p:tavLst>
                                    </p:anim>
                                    <p:anim calcmode="lin" valueType="num">
                                      <p:cBhvr>
                                        <p:cTn id="69" dur="500" fill="hold"/>
                                        <p:tgtEl>
                                          <p:spTgt spid="11"/>
                                        </p:tgtEl>
                                        <p:attrNameLst>
                                          <p:attrName>ppt_h</p:attrName>
                                        </p:attrNameLst>
                                      </p:cBhvr>
                                      <p:tavLst>
                                        <p:tav tm="0">
                                          <p:val>
                                            <p:fltVal val="0"/>
                                          </p:val>
                                        </p:tav>
                                        <p:tav tm="100000">
                                          <p:val>
                                            <p:strVal val="#ppt_h"/>
                                          </p:val>
                                        </p:tav>
                                      </p:tavLst>
                                    </p:anim>
                                    <p:animEffect transition="in" filter="fade">
                                      <p:cBhvr>
                                        <p:cTn id="70" dur="500"/>
                                        <p:tgtEl>
                                          <p:spTgt spid="11"/>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mph" presetSubtype="2" fill="hold" grpId="0" nodeType="clickEffect">
                                  <p:stCondLst>
                                    <p:cond delay="0"/>
                                  </p:stCondLst>
                                  <p:childTnLst>
                                    <p:animClr clrSpc="rgb" dir="cw">
                                      <p:cBhvr override="childStyle">
                                        <p:cTn id="74" dur="500" fill="hold"/>
                                        <p:tgtEl>
                                          <p:spTgt spid="43"/>
                                        </p:tgtEl>
                                        <p:attrNameLst>
                                          <p:attrName>style.color</p:attrName>
                                        </p:attrNameLst>
                                      </p:cBhvr>
                                      <p:to>
                                        <a:srgbClr val="FF0000"/>
                                      </p:to>
                                    </p:animClr>
                                  </p:childTnLst>
                                </p:cTn>
                              </p:par>
                              <p:par>
                                <p:cTn id="75" presetID="3" presetClass="emph" presetSubtype="2" fill="hold" grpId="0" nodeType="withEffect">
                                  <p:stCondLst>
                                    <p:cond delay="0"/>
                                  </p:stCondLst>
                                  <p:childTnLst>
                                    <p:animClr clrSpc="rgb" dir="cw">
                                      <p:cBhvr override="childStyle">
                                        <p:cTn id="76" dur="500" fill="hold"/>
                                        <p:tgtEl>
                                          <p:spTgt spid="26651"/>
                                        </p:tgtEl>
                                        <p:attrNameLst>
                                          <p:attrName>style.color</p:attrName>
                                        </p:attrNameLst>
                                      </p:cBhvr>
                                      <p:to>
                                        <a:srgbClr val="FF0000"/>
                                      </p:to>
                                    </p:animClr>
                                  </p:childTnLst>
                                </p:cTn>
                              </p:par>
                              <p:par>
                                <p:cTn id="77" presetID="3" presetClass="emph" presetSubtype="2" fill="hold" grpId="0" nodeType="withEffect">
                                  <p:stCondLst>
                                    <p:cond delay="0"/>
                                  </p:stCondLst>
                                  <p:childTnLst>
                                    <p:animClr clrSpc="rgb" dir="cw">
                                      <p:cBhvr override="childStyle">
                                        <p:cTn id="78" dur="500" fill="hold"/>
                                        <p:tgtEl>
                                          <p:spTgt spid="7"/>
                                        </p:tgtEl>
                                        <p:attrNameLst>
                                          <p:attrName>style.color</p:attrName>
                                        </p:attrNameLst>
                                      </p:cBhvr>
                                      <p:to>
                                        <a:srgbClr val="FF0000"/>
                                      </p:to>
                                    </p:animClr>
                                  </p:childTnLst>
                                </p:cTn>
                              </p:par>
                              <p:par>
                                <p:cTn id="79" presetID="3" presetClass="emph" presetSubtype="2" fill="hold" grpId="0" nodeType="withEffect">
                                  <p:stCondLst>
                                    <p:cond delay="0"/>
                                  </p:stCondLst>
                                  <p:childTnLst>
                                    <p:animClr clrSpc="rgb" dir="cw">
                                      <p:cBhvr override="childStyle">
                                        <p:cTn id="80" dur="500" fill="hold"/>
                                        <p:tgtEl>
                                          <p:spTgt spid="9"/>
                                        </p:tgtEl>
                                        <p:attrNameLst>
                                          <p:attrName>style.color</p:attrName>
                                        </p:attrNameLst>
                                      </p:cBhvr>
                                      <p:to>
                                        <a:schemeClr val="hlink"/>
                                      </p:to>
                                    </p:animClr>
                                  </p:childTnLst>
                                </p:cTn>
                              </p:par>
                              <p:par>
                                <p:cTn id="81" presetID="53" presetClass="entr" presetSubtype="16" fill="hold" grpId="0" nodeType="withEffect">
                                  <p:stCondLst>
                                    <p:cond delay="0"/>
                                  </p:stCondLst>
                                  <p:childTnLst>
                                    <p:set>
                                      <p:cBhvr>
                                        <p:cTn id="82" dur="1" fill="hold">
                                          <p:stCondLst>
                                            <p:cond delay="0"/>
                                          </p:stCondLst>
                                        </p:cTn>
                                        <p:tgtEl>
                                          <p:spTgt spid="36"/>
                                        </p:tgtEl>
                                        <p:attrNameLst>
                                          <p:attrName>style.visibility</p:attrName>
                                        </p:attrNameLst>
                                      </p:cBhvr>
                                      <p:to>
                                        <p:strVal val="visible"/>
                                      </p:to>
                                    </p:set>
                                    <p:anim calcmode="lin" valueType="num">
                                      <p:cBhvr>
                                        <p:cTn id="83" dur="500" fill="hold"/>
                                        <p:tgtEl>
                                          <p:spTgt spid="36"/>
                                        </p:tgtEl>
                                        <p:attrNameLst>
                                          <p:attrName>ppt_w</p:attrName>
                                        </p:attrNameLst>
                                      </p:cBhvr>
                                      <p:tavLst>
                                        <p:tav tm="0">
                                          <p:val>
                                            <p:fltVal val="0"/>
                                          </p:val>
                                        </p:tav>
                                        <p:tav tm="100000">
                                          <p:val>
                                            <p:strVal val="#ppt_w"/>
                                          </p:val>
                                        </p:tav>
                                      </p:tavLst>
                                    </p:anim>
                                    <p:anim calcmode="lin" valueType="num">
                                      <p:cBhvr>
                                        <p:cTn id="84" dur="500" fill="hold"/>
                                        <p:tgtEl>
                                          <p:spTgt spid="36"/>
                                        </p:tgtEl>
                                        <p:attrNameLst>
                                          <p:attrName>ppt_h</p:attrName>
                                        </p:attrNameLst>
                                      </p:cBhvr>
                                      <p:tavLst>
                                        <p:tav tm="0">
                                          <p:val>
                                            <p:fltVal val="0"/>
                                          </p:val>
                                        </p:tav>
                                        <p:tav tm="100000">
                                          <p:val>
                                            <p:strVal val="#ppt_h"/>
                                          </p:val>
                                        </p:tav>
                                      </p:tavLst>
                                    </p:anim>
                                    <p:animEffect transition="in" filter="fade">
                                      <p:cBhvr>
                                        <p:cTn id="85" dur="500"/>
                                        <p:tgtEl>
                                          <p:spTgt spid="36"/>
                                        </p:tgtEl>
                                      </p:cBhvr>
                                    </p:animEffect>
                                  </p:childTnLst>
                                </p:cTn>
                              </p:par>
                            </p:childTnLst>
                          </p:cTn>
                        </p:par>
                      </p:childTnLst>
                    </p:cTn>
                  </p:par>
                  <p:par>
                    <p:cTn id="86" fill="hold">
                      <p:stCondLst>
                        <p:cond delay="indefinite"/>
                      </p:stCondLst>
                      <p:childTnLst>
                        <p:par>
                          <p:cTn id="87" fill="hold">
                            <p:stCondLst>
                              <p:cond delay="0"/>
                            </p:stCondLst>
                            <p:childTnLst>
                              <p:par>
                                <p:cTn id="88" presetID="53" presetClass="entr" presetSubtype="16" fill="hold" grpId="0" nodeType="clickEffect">
                                  <p:stCondLst>
                                    <p:cond delay="0"/>
                                  </p:stCondLst>
                                  <p:childTnLst>
                                    <p:set>
                                      <p:cBhvr>
                                        <p:cTn id="89" dur="1" fill="hold">
                                          <p:stCondLst>
                                            <p:cond delay="0"/>
                                          </p:stCondLst>
                                        </p:cTn>
                                        <p:tgtEl>
                                          <p:spTgt spid="10"/>
                                        </p:tgtEl>
                                        <p:attrNameLst>
                                          <p:attrName>style.visibility</p:attrName>
                                        </p:attrNameLst>
                                      </p:cBhvr>
                                      <p:to>
                                        <p:strVal val="visible"/>
                                      </p:to>
                                    </p:set>
                                    <p:anim calcmode="lin" valueType="num">
                                      <p:cBhvr>
                                        <p:cTn id="90" dur="500" fill="hold"/>
                                        <p:tgtEl>
                                          <p:spTgt spid="10"/>
                                        </p:tgtEl>
                                        <p:attrNameLst>
                                          <p:attrName>ppt_w</p:attrName>
                                        </p:attrNameLst>
                                      </p:cBhvr>
                                      <p:tavLst>
                                        <p:tav tm="0">
                                          <p:val>
                                            <p:fltVal val="0"/>
                                          </p:val>
                                        </p:tav>
                                        <p:tav tm="100000">
                                          <p:val>
                                            <p:strVal val="#ppt_w"/>
                                          </p:val>
                                        </p:tav>
                                      </p:tavLst>
                                    </p:anim>
                                    <p:anim calcmode="lin" valueType="num">
                                      <p:cBhvr>
                                        <p:cTn id="91" dur="500" fill="hold"/>
                                        <p:tgtEl>
                                          <p:spTgt spid="10"/>
                                        </p:tgtEl>
                                        <p:attrNameLst>
                                          <p:attrName>ppt_h</p:attrName>
                                        </p:attrNameLst>
                                      </p:cBhvr>
                                      <p:tavLst>
                                        <p:tav tm="0">
                                          <p:val>
                                            <p:fltVal val="0"/>
                                          </p:val>
                                        </p:tav>
                                        <p:tav tm="100000">
                                          <p:val>
                                            <p:strVal val="#ppt_h"/>
                                          </p:val>
                                        </p:tav>
                                      </p:tavLst>
                                    </p:anim>
                                    <p:animEffect transition="in" filter="fade">
                                      <p:cBhvr>
                                        <p:cTn id="9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26651" grpId="0"/>
      <p:bldP spid="18452" grpId="0"/>
      <p:bldP spid="7" grpId="0"/>
      <p:bldP spid="9" grpId="0"/>
      <p:bldP spid="10" grpId="0" animBg="1"/>
      <p:bldP spid="3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1" name="Rectangle 2"/>
          <p:cNvSpPr>
            <a:spLocks noGrp="1" noChangeArrowheads="1"/>
          </p:cNvSpPr>
          <p:nvPr>
            <p:ph idx="1"/>
          </p:nvPr>
        </p:nvSpPr>
        <p:spPr>
          <a:xfrm>
            <a:off x="3276600" y="858838"/>
            <a:ext cx="5862638" cy="3225800"/>
          </a:xfrm>
        </p:spPr>
        <p:txBody>
          <a:bodyPr vert="horz" wrap="square" lIns="92075" tIns="46038" rIns="92075" bIns="46038" numCol="1" anchor="t" anchorCtr="0" compatLnSpc="1"/>
          <a:lstStyle/>
          <a:p>
            <a:pPr marL="273050" marR="0" lvl="0" indent="-273050" algn="l" defTabSz="914400" rtl="0" eaLnBrk="1" fontAlgn="base" latinLnBrk="0" hangingPunct="1">
              <a:lnSpc>
                <a:spcPct val="80000"/>
              </a:lnSpc>
              <a:spcBef>
                <a:spcPct val="20000"/>
              </a:spcBef>
              <a:spcAft>
                <a:spcPct val="0"/>
              </a:spcAft>
              <a:buClr>
                <a:schemeClr val="accent1"/>
              </a:buClr>
              <a:buSzPct val="100000"/>
              <a:buFont typeface="Wingdings" panose="05000000000000000000" pitchFamily="2" charset="2"/>
              <a:buNone/>
              <a:defRPr/>
            </a:pPr>
            <a:r>
              <a:rPr kumimoji="0" lang="zh-CN" altLang="en-US" sz="2000" b="1" i="0" u="none" strike="noStrike" kern="1200" cap="none" spc="0" normalizeH="0" baseline="0" noProof="0" dirty="0">
                <a:ln>
                  <a:noFill/>
                </a:ln>
                <a:solidFill>
                  <a:srgbClr val="2D83F4"/>
                </a:solidFill>
                <a:effectLst/>
                <a:uLnTx/>
                <a:uFillTx/>
                <a:latin typeface="华文楷体" panose="02010600040101010101" pitchFamily="2" charset="-122"/>
                <a:ea typeface="+mn-ea"/>
                <a:cs typeface="Times New Roman" panose="02020603050405020304" pitchFamily="18" charset="0"/>
              </a:rPr>
              <a:t>    栈                              剩余输入</a:t>
            </a:r>
            <a:r>
              <a:rPr kumimoji="0" lang="en-US" altLang="zh-CN" sz="2000" b="1" i="0" u="none" strike="noStrike" kern="1200" cap="none" spc="0" normalizeH="0" baseline="0" noProof="0" dirty="0">
                <a:ln>
                  <a:noFill/>
                </a:ln>
                <a:solidFill>
                  <a:srgbClr val="2D83F4"/>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rgbClr val="2D83F4"/>
                </a:solidFill>
                <a:effectLst/>
                <a:uLnTx/>
                <a:uFillTx/>
                <a:latin typeface="华文楷体" panose="02010600040101010101" pitchFamily="2" charset="-122"/>
                <a:ea typeface="+mn-ea"/>
                <a:cs typeface="Times New Roman" panose="02020603050405020304" pitchFamily="18" charset="0"/>
              </a:rPr>
              <a:t>动作</a:t>
            </a:r>
            <a:endParaRPr kumimoji="0" lang="en-US" altLang="zh-CN" sz="2000" b="1" i="0" u="none" strike="noStrike" kern="1200" cap="none" spc="0" normalizeH="0" baseline="0" noProof="0" dirty="0">
              <a:ln>
                <a:noFill/>
              </a:ln>
              <a:solidFill>
                <a:srgbClr val="2D83F4"/>
              </a:solidFill>
              <a:effectLst/>
              <a:uLnTx/>
              <a:uFillTx/>
              <a:latin typeface="华文楷体" panose="02010600040101010101" pitchFamily="2" charset="-122"/>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var</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A</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B</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A</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B</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移入</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A</a:t>
            </a:r>
            <a:r>
              <a:rPr kumimoji="1" lang="en-US" altLang="zh-CN" sz="2000" b="1" i="1" u="none" strike="noStrike" kern="1200" cap="none" spc="0" normalizeH="0" baseline="-2500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B</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移入</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273050" marR="0" lvl="0" indent="-273050" algn="l" defTabSz="914400" rtl="0" eaLnBrk="1" fontAlgn="base" latinLnBrk="0" hangingPunct="1">
              <a:lnSpc>
                <a:spcPts val="2000"/>
              </a:lnSpc>
              <a:spcBef>
                <a:spcPct val="20000"/>
              </a:spcBef>
              <a:spcAft>
                <a:spcPct val="0"/>
              </a:spcAft>
              <a:buClr>
                <a:srgbClr val="31B6FD"/>
              </a:buClr>
              <a:buSzPct val="100000"/>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B</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归约</a:t>
            </a: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B</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移入</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Times New Roman" panose="02020603050405020304" pitchFamily="18" charset="0"/>
              </a:rPr>
              <a:t>B</a:t>
            </a:r>
            <a:r>
              <a:rPr kumimoji="1" lang="en-US" altLang="zh-CN" sz="20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移入</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273050" marR="0" lvl="0" indent="-273050" algn="l" defTabSz="914400" rtl="0" eaLnBrk="1" fontAlgn="base" latinLnBrk="0" hangingPunct="1">
              <a:lnSpc>
                <a:spcPts val="2000"/>
              </a:lnSpc>
              <a:spcBef>
                <a:spcPct val="20000"/>
              </a:spcBef>
              <a:spcAft>
                <a:spcPct val="0"/>
              </a:spcAft>
              <a:buClr>
                <a:srgbClr val="31B6FD"/>
              </a:buClr>
              <a:buSzPct val="100000"/>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归约</a:t>
            </a: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移入</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real</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移入</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var</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归约</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&lt;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&gt;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rPr>
              <a:t>归约</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Symbol" panose="05050102010706020507" pitchFamily="18" charset="2"/>
              <a:buNone/>
              <a:defRPr/>
            </a:pPr>
            <a:endParaRPr kumimoji="0" lang="en-US" altLang="zh-CN" sz="2000" b="1" i="0" u="none" strike="noStrike" kern="1200" cap="none" spc="0" normalizeH="0" baseline="0" noProof="0" dirty="0">
              <a:ln>
                <a:noFill/>
              </a:ln>
              <a:solidFill>
                <a:prstClr val="black"/>
              </a:solidFill>
              <a:effectLst/>
              <a:uLnTx/>
              <a:uFillTx/>
              <a:latin typeface="华文楷体" panose="02010600040101010101" pitchFamily="2" charset="-122"/>
              <a:ea typeface="+mn-ea"/>
              <a:cs typeface="Times New Roman" panose="02020603050405020304" pitchFamily="18" charset="0"/>
            </a:endParaRPr>
          </a:p>
        </p:txBody>
      </p:sp>
      <p:sp>
        <p:nvSpPr>
          <p:cNvPr id="24579" name="Rectangle 3"/>
          <p:cNvSpPr txBox="1"/>
          <p:nvPr/>
        </p:nvSpPr>
        <p:spPr>
          <a:xfrm>
            <a:off x="112713" y="725488"/>
            <a:ext cx="3668712" cy="1974850"/>
          </a:xfrm>
          <a:prstGeom prst="rect">
            <a:avLst/>
          </a:prstGeom>
          <a:noFill/>
          <a:ln w="9525">
            <a:noFill/>
          </a:ln>
        </p:spPr>
        <p:txBody>
          <a:bodyPr/>
          <a:lstStyle/>
          <a:p>
            <a:pPr marL="609600" indent="-609600" eaLnBrk="1" hangingPunct="1">
              <a:lnSpc>
                <a:spcPts val="2500"/>
              </a:lnSpc>
              <a:spcBef>
                <a:spcPct val="20000"/>
              </a:spcBef>
              <a:buClr>
                <a:srgbClr val="31B6FD"/>
              </a:buClr>
              <a:buSzPct val="100000"/>
              <a:buFont typeface="Symbol" panose="05050102010706020507" pitchFamily="18" charset="2"/>
              <a:buNone/>
            </a:pPr>
            <a:r>
              <a:rPr lang="zh-CN" altLang="en-US" sz="2000" b="1" dirty="0">
                <a:solidFill>
                  <a:srgbClr val="000000"/>
                </a:solidFill>
                <a:latin typeface="楷体" panose="02010609060101010101" pitchFamily="49" charset="-122"/>
                <a:ea typeface="楷体" panose="02010609060101010101" pitchFamily="49" charset="-122"/>
              </a:rPr>
              <a:t>例：</a:t>
            </a:r>
          </a:p>
          <a:p>
            <a:pPr marL="609600" indent="-609600" eaLnBrk="1" hangingPunct="1">
              <a:lnSpc>
                <a:spcPts val="2500"/>
              </a:lnSpc>
              <a:spcBef>
                <a:spcPct val="20000"/>
              </a:spcBef>
              <a:buClr>
                <a:srgbClr val="31B6FD"/>
              </a:buClr>
              <a:buSzPct val="100000"/>
              <a:buFont typeface="Wingdings" panose="05000000000000000000" pitchFamily="2" charset="2"/>
              <a:buNone/>
            </a:pPr>
            <a:r>
              <a:rPr lang="en-US" altLang="zh-CN" sz="2000" b="1" dirty="0">
                <a:solidFill>
                  <a:srgbClr val="000000"/>
                </a:solidFill>
                <a:latin typeface="Times New Roman" panose="02020603050405020304" pitchFamily="18" charset="0"/>
                <a:ea typeface="楷体_GB2312"/>
              </a:rPr>
              <a:t>(1) &lt;</a:t>
            </a:r>
            <a:r>
              <a:rPr lang="en-US" altLang="zh-CN" sz="2000" b="1" i="1" dirty="0">
                <a:solidFill>
                  <a:srgbClr val="000000"/>
                </a:solidFill>
                <a:latin typeface="Times New Roman" panose="02020603050405020304" pitchFamily="18" charset="0"/>
                <a:ea typeface="楷体_GB2312"/>
              </a:rPr>
              <a:t>S</a:t>
            </a:r>
            <a:r>
              <a:rPr lang="en-US" altLang="zh-CN" sz="2000" b="1" dirty="0">
                <a:solidFill>
                  <a:srgbClr val="000000"/>
                </a:solidFill>
                <a:latin typeface="Times New Roman" panose="02020603050405020304" pitchFamily="18" charset="0"/>
                <a:ea typeface="楷体_GB2312"/>
              </a:rPr>
              <a:t>&gt;→var &lt;</a:t>
            </a:r>
            <a:r>
              <a:rPr lang="en-US" altLang="zh-CN" sz="2000" b="1" i="1" dirty="0">
                <a:solidFill>
                  <a:srgbClr val="000000"/>
                </a:solidFill>
                <a:latin typeface="Times New Roman" panose="02020603050405020304" pitchFamily="18" charset="0"/>
                <a:ea typeface="楷体_GB2312"/>
              </a:rPr>
              <a:t>IDS</a:t>
            </a:r>
            <a:r>
              <a:rPr lang="en-US" altLang="zh-CN" sz="2000" b="1" dirty="0">
                <a:solidFill>
                  <a:srgbClr val="000000"/>
                </a:solidFill>
                <a:latin typeface="Times New Roman" panose="02020603050405020304" pitchFamily="18" charset="0"/>
                <a:ea typeface="楷体_GB2312"/>
              </a:rPr>
              <a:t>&gt; : &lt;</a:t>
            </a:r>
            <a:r>
              <a:rPr lang="en-US" altLang="zh-CN" sz="2000" b="1" i="1" dirty="0">
                <a:solidFill>
                  <a:srgbClr val="000000"/>
                </a:solidFill>
                <a:latin typeface="Times New Roman" panose="02020603050405020304" pitchFamily="18" charset="0"/>
                <a:ea typeface="楷体_GB2312"/>
              </a:rPr>
              <a:t>T</a:t>
            </a:r>
            <a:r>
              <a:rPr lang="en-US" altLang="zh-CN" sz="2000" b="1" dirty="0">
                <a:solidFill>
                  <a:srgbClr val="000000"/>
                </a:solidFill>
                <a:latin typeface="Times New Roman" panose="02020603050405020304" pitchFamily="18" charset="0"/>
                <a:ea typeface="楷体_GB2312"/>
              </a:rPr>
              <a:t>&gt;</a:t>
            </a:r>
          </a:p>
          <a:p>
            <a:pPr marL="609600" indent="-609600" eaLnBrk="1" hangingPunct="1">
              <a:lnSpc>
                <a:spcPts val="2500"/>
              </a:lnSpc>
              <a:spcBef>
                <a:spcPct val="20000"/>
              </a:spcBef>
              <a:buClr>
                <a:srgbClr val="31B6FD"/>
              </a:buClr>
              <a:buSzPct val="100000"/>
              <a:buFont typeface="Wingdings" panose="05000000000000000000" pitchFamily="2" charset="2"/>
              <a:buNone/>
            </a:pPr>
            <a:r>
              <a:rPr lang="en-US" altLang="zh-CN" sz="2000" b="1" dirty="0">
                <a:solidFill>
                  <a:srgbClr val="000000"/>
                </a:solidFill>
                <a:latin typeface="Times New Roman" panose="02020603050405020304" pitchFamily="18" charset="0"/>
                <a:ea typeface="楷体_GB2312"/>
              </a:rPr>
              <a:t>(2) &lt;</a:t>
            </a:r>
            <a:r>
              <a:rPr lang="en-US" altLang="zh-CN" sz="2000" b="1" i="1" dirty="0">
                <a:solidFill>
                  <a:srgbClr val="000000"/>
                </a:solidFill>
                <a:latin typeface="Times New Roman" panose="02020603050405020304" pitchFamily="18" charset="0"/>
                <a:ea typeface="楷体_GB2312"/>
              </a:rPr>
              <a:t>IDS</a:t>
            </a:r>
            <a:r>
              <a:rPr lang="en-US" altLang="zh-CN" sz="2000" b="1" dirty="0">
                <a:solidFill>
                  <a:srgbClr val="000000"/>
                </a:solidFill>
                <a:latin typeface="Times New Roman" panose="02020603050405020304" pitchFamily="18" charset="0"/>
                <a:ea typeface="楷体_GB2312"/>
              </a:rPr>
              <a:t>&gt;→i</a:t>
            </a:r>
          </a:p>
          <a:p>
            <a:pPr marL="609600" indent="-609600" eaLnBrk="1" hangingPunct="1">
              <a:lnSpc>
                <a:spcPts val="2500"/>
              </a:lnSpc>
              <a:spcBef>
                <a:spcPct val="20000"/>
              </a:spcBef>
              <a:buClr>
                <a:srgbClr val="31B6FD"/>
              </a:buClr>
              <a:buSzPct val="100000"/>
              <a:buFont typeface="Wingdings" panose="05000000000000000000" pitchFamily="2" charset="2"/>
              <a:buNone/>
            </a:pPr>
            <a:r>
              <a:rPr lang="en-US" altLang="zh-CN" sz="2000" b="1" dirty="0">
                <a:solidFill>
                  <a:srgbClr val="000000"/>
                </a:solidFill>
                <a:latin typeface="Times New Roman" panose="02020603050405020304" pitchFamily="18" charset="0"/>
                <a:ea typeface="楷体_GB2312"/>
              </a:rPr>
              <a:t>(3) &lt;</a:t>
            </a:r>
            <a:r>
              <a:rPr lang="en-US" altLang="zh-CN" sz="2000" b="1" i="1" dirty="0">
                <a:solidFill>
                  <a:srgbClr val="000000"/>
                </a:solidFill>
                <a:latin typeface="Times New Roman" panose="02020603050405020304" pitchFamily="18" charset="0"/>
                <a:ea typeface="楷体_GB2312"/>
              </a:rPr>
              <a:t>IDS</a:t>
            </a:r>
            <a:r>
              <a:rPr lang="en-US" altLang="zh-CN" sz="2000" b="1" dirty="0">
                <a:solidFill>
                  <a:srgbClr val="000000"/>
                </a:solidFill>
                <a:latin typeface="Times New Roman" panose="02020603050405020304" pitchFamily="18" charset="0"/>
                <a:ea typeface="楷体_GB2312"/>
              </a:rPr>
              <a:t>&gt;→&lt;</a:t>
            </a:r>
            <a:r>
              <a:rPr lang="en-US" altLang="zh-CN" sz="2000" b="1" i="1" dirty="0">
                <a:solidFill>
                  <a:srgbClr val="000000"/>
                </a:solidFill>
                <a:latin typeface="Times New Roman" panose="02020603050405020304" pitchFamily="18" charset="0"/>
                <a:ea typeface="楷体_GB2312"/>
              </a:rPr>
              <a:t>IDS</a:t>
            </a:r>
            <a:r>
              <a:rPr lang="en-US" altLang="zh-CN" sz="2000" b="1" dirty="0">
                <a:solidFill>
                  <a:srgbClr val="000000"/>
                </a:solidFill>
                <a:latin typeface="Times New Roman" panose="02020603050405020304" pitchFamily="18" charset="0"/>
                <a:ea typeface="楷体_GB2312"/>
              </a:rPr>
              <a:t>&gt; , i</a:t>
            </a:r>
          </a:p>
          <a:p>
            <a:pPr marL="609600" indent="-609600" eaLnBrk="1" hangingPunct="1">
              <a:lnSpc>
                <a:spcPts val="2500"/>
              </a:lnSpc>
              <a:spcBef>
                <a:spcPct val="20000"/>
              </a:spcBef>
              <a:buClr>
                <a:srgbClr val="31B6FD"/>
              </a:buClr>
              <a:buSzPct val="100000"/>
              <a:buFont typeface="Wingdings" panose="05000000000000000000" pitchFamily="2" charset="2"/>
              <a:buNone/>
            </a:pPr>
            <a:r>
              <a:rPr lang="en-US" altLang="zh-CN" sz="2000" b="1" dirty="0">
                <a:solidFill>
                  <a:srgbClr val="000000"/>
                </a:solidFill>
                <a:latin typeface="Times New Roman" panose="02020603050405020304" pitchFamily="18" charset="0"/>
                <a:ea typeface="楷体_GB2312"/>
              </a:rPr>
              <a:t>(4) &lt;</a:t>
            </a:r>
            <a:r>
              <a:rPr lang="en-US" altLang="zh-CN" sz="2000" b="1" i="1" dirty="0">
                <a:solidFill>
                  <a:srgbClr val="000000"/>
                </a:solidFill>
                <a:latin typeface="Times New Roman" panose="02020603050405020304" pitchFamily="18" charset="0"/>
                <a:ea typeface="楷体_GB2312"/>
              </a:rPr>
              <a:t>T</a:t>
            </a:r>
            <a:r>
              <a:rPr lang="en-US" altLang="zh-CN" sz="2000" b="1" dirty="0">
                <a:solidFill>
                  <a:srgbClr val="000000"/>
                </a:solidFill>
                <a:latin typeface="Times New Roman" panose="02020603050405020304" pitchFamily="18" charset="0"/>
                <a:ea typeface="楷体_GB2312"/>
              </a:rPr>
              <a:t>&gt;→real</a:t>
            </a:r>
            <a:r>
              <a:rPr lang="en-US" altLang="zh-CN" sz="2000" b="1" i="1" dirty="0">
                <a:solidFill>
                  <a:srgbClr val="000000"/>
                </a:solidFill>
                <a:latin typeface="Times New Roman" panose="02020603050405020304" pitchFamily="18" charset="0"/>
                <a:ea typeface="楷体_GB2312"/>
              </a:rPr>
              <a:t> | </a:t>
            </a:r>
            <a:r>
              <a:rPr lang="en-US" altLang="zh-CN" sz="2000" b="1" dirty="0">
                <a:solidFill>
                  <a:srgbClr val="000000"/>
                </a:solidFill>
                <a:latin typeface="Times New Roman" panose="02020603050405020304" pitchFamily="18" charset="0"/>
                <a:ea typeface="楷体_GB2312"/>
              </a:rPr>
              <a:t>int </a:t>
            </a:r>
          </a:p>
        </p:txBody>
      </p:sp>
      <p:sp>
        <p:nvSpPr>
          <p:cNvPr id="24580"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buNone/>
            </a:pPr>
            <a:r>
              <a:rPr lang="zh-CN" altLang="en-US" sz="3000" kern="1200" dirty="0">
                <a:solidFill>
                  <a:schemeClr val="tx1"/>
                </a:solidFill>
                <a:latin typeface="微软雅黑" panose="020B0503020204020204" pitchFamily="34" charset="-122"/>
                <a:ea typeface="微软雅黑" panose="020B0503020204020204" pitchFamily="34" charset="-122"/>
                <a:cs typeface="+mj-cs"/>
              </a:rPr>
              <a:t>移入</a:t>
            </a:r>
            <a:r>
              <a:rPr lang="en-US" altLang="zh-CN" sz="3000" kern="1200" dirty="0">
                <a:solidFill>
                  <a:schemeClr val="tx1"/>
                </a:solidFill>
                <a:latin typeface="微软雅黑" panose="020B0503020204020204" pitchFamily="34" charset="-122"/>
                <a:ea typeface="微软雅黑" panose="020B0503020204020204" pitchFamily="34" charset="-122"/>
                <a:cs typeface="+mj-cs"/>
              </a:rPr>
              <a:t>-</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归约分析中存在的问题</a:t>
            </a:r>
          </a:p>
        </p:txBody>
      </p:sp>
      <p:sp>
        <p:nvSpPr>
          <p:cNvPr id="2" name="椭圆 1"/>
          <p:cNvSpPr/>
          <p:nvPr/>
        </p:nvSpPr>
        <p:spPr bwMode="auto">
          <a:xfrm>
            <a:off x="5219700" y="2681288"/>
            <a:ext cx="288925" cy="322263"/>
          </a:xfrm>
          <a:prstGeom prst="ellipse">
            <a:avLst/>
          </a:prstGeom>
          <a:noFill/>
          <a:ln w="381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cxnSp>
        <p:nvCxnSpPr>
          <p:cNvPr id="33" name="直接连接符 32"/>
          <p:cNvCxnSpPr/>
          <p:nvPr/>
        </p:nvCxnSpPr>
        <p:spPr>
          <a:xfrm>
            <a:off x="5219700" y="3003550"/>
            <a:ext cx="28892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284663" y="3003550"/>
            <a:ext cx="93503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5" name="云形标注 34"/>
          <p:cNvSpPr/>
          <p:nvPr/>
        </p:nvSpPr>
        <p:spPr>
          <a:xfrm>
            <a:off x="4735513" y="3206750"/>
            <a:ext cx="4330700" cy="877888"/>
          </a:xfrm>
          <a:prstGeom prst="cloudCallout">
            <a:avLst>
              <a:gd name="adj1" fmla="val -47929"/>
              <a:gd name="adj2" fmla="val 124283"/>
            </a:avLst>
          </a:prstGeom>
          <a:solidFill>
            <a:schemeClr val="tx2">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华文楷体" panose="02010600040101010101" pitchFamily="2" charset="-122"/>
                <a:ea typeface="+mn-ea"/>
                <a:cs typeface="Times New Roman" panose="02020603050405020304" pitchFamily="18" charset="0"/>
              </a:rPr>
              <a:t>如何正确地识别句柄？</a:t>
            </a:r>
          </a:p>
        </p:txBody>
      </p:sp>
      <p:sp>
        <p:nvSpPr>
          <p:cNvPr id="37" name="Rectangle 57"/>
          <p:cNvSpPr>
            <a:spLocks noChangeArrowheads="1"/>
          </p:cNvSpPr>
          <p:nvPr/>
        </p:nvSpPr>
        <p:spPr bwMode="auto">
          <a:xfrm>
            <a:off x="1549400" y="4686300"/>
            <a:ext cx="898525" cy="400050"/>
          </a:xfrm>
          <a:prstGeom prst="rect">
            <a:avLst/>
          </a:prstGeom>
          <a:noFill/>
          <a:ln w="9525">
            <a:noFill/>
            <a:miter lim="800000"/>
          </a:ln>
        </p:spPr>
        <p:txBody>
          <a:bodyPr lIns="92075" tIns="46038" rIns="92075" bIns="46038">
            <a:spAutoFit/>
          </a:bodyPr>
          <a:lstStyle/>
          <a:p>
            <a:pPr marL="342900" marR="0" lvl="0" indent="-34290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rgbClr val="FF0000"/>
                </a:solidFill>
                <a:effectLst/>
                <a:uLnTx/>
                <a:uFillTx/>
                <a:latin typeface="Times New Roman" panose="02020603050405020304" pitchFamily="18" charset="0"/>
                <a:ea typeface="楷体_GB2312"/>
                <a:cs typeface="Times New Roman" panose="02020603050405020304" pitchFamily="18" charset="0"/>
              </a:rPr>
              <a:t> </a:t>
            </a:r>
            <a:r>
              <a:rPr kumimoji="0" lang="zh-CN" altLang="en-US" sz="2000" b="1" i="1" u="none" strike="noStrike" kern="1200" cap="none" spc="0" normalizeH="0" baseline="0" noProof="0" dirty="0">
                <a:ln>
                  <a:noFill/>
                </a:ln>
                <a:solidFill>
                  <a:srgbClr val="FF0000"/>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err="1">
                <a:ln>
                  <a:noFill/>
                </a:ln>
                <a:solidFill>
                  <a:srgbClr val="FF0000"/>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srgbClr val="FF0000"/>
                </a:solidFill>
                <a:effectLst/>
                <a:uLnTx/>
                <a:uFillTx/>
                <a:latin typeface="Times New Roman" panose="02020603050405020304" pitchFamily="18" charset="0"/>
                <a:ea typeface="楷体_GB2312"/>
                <a:cs typeface="Times New Roman" panose="02020603050405020304" pitchFamily="18" charset="0"/>
              </a:rPr>
              <a:t>B</a:t>
            </a:r>
            <a:endParaRPr kumimoji="1"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endParaRPr>
          </a:p>
        </p:txBody>
      </p:sp>
      <p:sp>
        <p:nvSpPr>
          <p:cNvPr id="24586" name="Line 79"/>
          <p:cNvSpPr/>
          <p:nvPr/>
        </p:nvSpPr>
        <p:spPr>
          <a:xfrm flipH="1" flipV="1">
            <a:off x="1160463" y="4556125"/>
            <a:ext cx="0" cy="179388"/>
          </a:xfrm>
          <a:prstGeom prst="line">
            <a:avLst/>
          </a:prstGeom>
          <a:ln w="12700" cap="flat" cmpd="sng">
            <a:solidFill>
              <a:schemeClr val="tx1"/>
            </a:solidFill>
            <a:prstDash val="solid"/>
            <a:headEnd type="none" w="med" len="med"/>
            <a:tailEnd type="none" w="med" len="med"/>
          </a:ln>
        </p:spPr>
      </p:sp>
      <p:sp>
        <p:nvSpPr>
          <p:cNvPr id="24587" name="Rectangle 80"/>
          <p:cNvSpPr/>
          <p:nvPr/>
        </p:nvSpPr>
        <p:spPr>
          <a:xfrm>
            <a:off x="755650" y="4230688"/>
            <a:ext cx="906463" cy="406400"/>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buNone/>
            </a:pPr>
            <a:r>
              <a:rPr lang="en-US" altLang="zh-CN" sz="2000" b="1" dirty="0">
                <a:solidFill>
                  <a:srgbClr val="FF0000"/>
                </a:solidFill>
                <a:latin typeface="Times New Roman" panose="02020603050405020304" pitchFamily="18" charset="0"/>
                <a:ea typeface="楷体_GB2312"/>
              </a:rPr>
              <a:t>&lt;</a:t>
            </a:r>
            <a:r>
              <a:rPr lang="en-US" altLang="zh-CN" sz="2000" b="1" i="1" dirty="0">
                <a:solidFill>
                  <a:srgbClr val="FF0000"/>
                </a:solidFill>
                <a:latin typeface="Times New Roman" panose="02020603050405020304" pitchFamily="18" charset="0"/>
                <a:ea typeface="楷体_GB2312"/>
              </a:rPr>
              <a:t>IDS</a:t>
            </a:r>
            <a:r>
              <a:rPr lang="en-US" altLang="zh-CN" sz="2000" b="1" dirty="0">
                <a:solidFill>
                  <a:srgbClr val="FF0000"/>
                </a:solidFill>
                <a:latin typeface="Times New Roman" panose="02020603050405020304" pitchFamily="18" charset="0"/>
                <a:ea typeface="楷体_GB2312"/>
              </a:rPr>
              <a:t>&gt;</a:t>
            </a:r>
            <a:endParaRPr lang="en-US" altLang="zh-CN" sz="2000" b="1" i="1" dirty="0">
              <a:solidFill>
                <a:srgbClr val="FF0000"/>
              </a:solidFill>
              <a:latin typeface="Times New Roman" panose="02020603050405020304" pitchFamily="18" charset="0"/>
              <a:ea typeface="楷体_GB2312"/>
            </a:endParaRPr>
          </a:p>
        </p:txBody>
      </p:sp>
      <p:sp>
        <p:nvSpPr>
          <p:cNvPr id="24588" name="Rectangle 76"/>
          <p:cNvSpPr/>
          <p:nvPr/>
        </p:nvSpPr>
        <p:spPr>
          <a:xfrm>
            <a:off x="1258888" y="3702050"/>
            <a:ext cx="906462" cy="406400"/>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None/>
            </a:pPr>
            <a:r>
              <a:rPr lang="en-US" altLang="zh-CN" sz="2000" b="1" dirty="0">
                <a:solidFill>
                  <a:srgbClr val="000000"/>
                </a:solidFill>
                <a:latin typeface="Times New Roman" panose="02020603050405020304" pitchFamily="18" charset="0"/>
                <a:ea typeface="楷体_GB2312"/>
              </a:rPr>
              <a:t>&lt;</a:t>
            </a:r>
            <a:r>
              <a:rPr lang="en-US" altLang="zh-CN" sz="2000" b="1" i="1" dirty="0">
                <a:solidFill>
                  <a:srgbClr val="000000"/>
                </a:solidFill>
                <a:latin typeface="Times New Roman" panose="02020603050405020304" pitchFamily="18" charset="0"/>
                <a:ea typeface="楷体_GB2312"/>
              </a:rPr>
              <a:t>IDS</a:t>
            </a:r>
            <a:r>
              <a:rPr lang="en-US" altLang="zh-CN" sz="2000" b="1" dirty="0">
                <a:solidFill>
                  <a:srgbClr val="000000"/>
                </a:solidFill>
                <a:latin typeface="Times New Roman" panose="02020603050405020304" pitchFamily="18" charset="0"/>
                <a:ea typeface="楷体_GB2312"/>
              </a:rPr>
              <a:t>&gt;</a:t>
            </a:r>
            <a:endParaRPr lang="en-US" altLang="zh-CN" sz="2000" b="1" i="1" dirty="0">
              <a:solidFill>
                <a:srgbClr val="2D83F4"/>
              </a:solidFill>
              <a:latin typeface="Times New Roman" panose="02020603050405020304" pitchFamily="18" charset="0"/>
              <a:ea typeface="楷体_GB2312"/>
            </a:endParaRPr>
          </a:p>
        </p:txBody>
      </p:sp>
      <p:grpSp>
        <p:nvGrpSpPr>
          <p:cNvPr id="24589" name="组合 7"/>
          <p:cNvGrpSpPr/>
          <p:nvPr/>
        </p:nvGrpSpPr>
        <p:grpSpPr>
          <a:xfrm>
            <a:off x="1160463" y="4075113"/>
            <a:ext cx="854075" cy="773112"/>
            <a:chOff x="1160461" y="4075376"/>
            <a:chExt cx="854076" cy="772294"/>
          </a:xfrm>
        </p:grpSpPr>
        <p:sp>
          <p:nvSpPr>
            <p:cNvPr id="24606" name="Line 73"/>
            <p:cNvSpPr/>
            <p:nvPr/>
          </p:nvSpPr>
          <p:spPr>
            <a:xfrm flipV="1">
              <a:off x="1160461" y="4075376"/>
              <a:ext cx="503238" cy="209601"/>
            </a:xfrm>
            <a:prstGeom prst="line">
              <a:avLst/>
            </a:prstGeom>
            <a:ln w="12700" cap="flat" cmpd="sng">
              <a:solidFill>
                <a:schemeClr val="tx1"/>
              </a:solidFill>
              <a:prstDash val="solid"/>
              <a:headEnd type="none" w="med" len="med"/>
              <a:tailEnd type="none" w="med" len="med"/>
            </a:ln>
          </p:spPr>
        </p:sp>
        <p:sp>
          <p:nvSpPr>
            <p:cNvPr id="24607" name="Line 88"/>
            <p:cNvSpPr/>
            <p:nvPr/>
          </p:nvSpPr>
          <p:spPr>
            <a:xfrm flipV="1">
              <a:off x="1657349" y="4075376"/>
              <a:ext cx="0" cy="772294"/>
            </a:xfrm>
            <a:prstGeom prst="line">
              <a:avLst/>
            </a:prstGeom>
            <a:ln w="12700" cap="flat" cmpd="sng">
              <a:solidFill>
                <a:schemeClr val="tx1"/>
              </a:solidFill>
              <a:prstDash val="solid"/>
              <a:headEnd type="none" w="med" len="med"/>
              <a:tailEnd type="none" w="med" len="med"/>
            </a:ln>
          </p:spPr>
        </p:sp>
        <p:sp>
          <p:nvSpPr>
            <p:cNvPr id="24608" name="Line 89"/>
            <p:cNvSpPr/>
            <p:nvPr/>
          </p:nvSpPr>
          <p:spPr>
            <a:xfrm flipH="1" flipV="1">
              <a:off x="1673224" y="4075376"/>
              <a:ext cx="341313" cy="634814"/>
            </a:xfrm>
            <a:prstGeom prst="line">
              <a:avLst/>
            </a:prstGeom>
            <a:ln w="12700" cap="flat" cmpd="sng">
              <a:solidFill>
                <a:schemeClr val="tx1"/>
              </a:solidFill>
              <a:prstDash val="solid"/>
              <a:headEnd type="none" w="med" len="med"/>
              <a:tailEnd type="none" w="med" len="med"/>
            </a:ln>
          </p:spPr>
        </p:sp>
      </p:grpSp>
      <p:grpSp>
        <p:nvGrpSpPr>
          <p:cNvPr id="24590" name="Group 78"/>
          <p:cNvGrpSpPr/>
          <p:nvPr/>
        </p:nvGrpSpPr>
        <p:grpSpPr>
          <a:xfrm>
            <a:off x="2784475" y="4227513"/>
            <a:ext cx="635000" cy="504825"/>
            <a:chOff x="891" y="3041"/>
            <a:chExt cx="400" cy="672"/>
          </a:xfrm>
        </p:grpSpPr>
        <p:sp>
          <p:nvSpPr>
            <p:cNvPr id="24604" name="Line 79"/>
            <p:cNvSpPr/>
            <p:nvPr/>
          </p:nvSpPr>
          <p:spPr>
            <a:xfrm flipH="1" flipV="1">
              <a:off x="1066" y="3475"/>
              <a:ext cx="0" cy="238"/>
            </a:xfrm>
            <a:prstGeom prst="line">
              <a:avLst/>
            </a:prstGeom>
            <a:ln w="12700" cap="flat" cmpd="sng">
              <a:solidFill>
                <a:schemeClr val="tx1"/>
              </a:solidFill>
              <a:prstDash val="solid"/>
              <a:headEnd type="none" w="med" len="med"/>
              <a:tailEnd type="none" w="med" len="med"/>
            </a:ln>
          </p:spPr>
        </p:sp>
        <p:sp>
          <p:nvSpPr>
            <p:cNvPr id="24605" name="Rectangle 80"/>
            <p:cNvSpPr/>
            <p:nvPr/>
          </p:nvSpPr>
          <p:spPr>
            <a:xfrm>
              <a:off x="891" y="3041"/>
              <a:ext cx="400" cy="574"/>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buNone/>
              </a:pPr>
              <a:r>
                <a:rPr lang="en-US" altLang="zh-CN" sz="2000" b="1" dirty="0">
                  <a:solidFill>
                    <a:srgbClr val="000000"/>
                  </a:solidFill>
                  <a:latin typeface="Times New Roman" panose="02020603050405020304" pitchFamily="18" charset="0"/>
                  <a:ea typeface="楷体_GB2312"/>
                </a:rPr>
                <a:t>&lt;</a:t>
              </a:r>
              <a:r>
                <a:rPr lang="en-US" altLang="zh-CN" sz="2000" b="1" i="1" dirty="0">
                  <a:solidFill>
                    <a:srgbClr val="000000"/>
                  </a:solidFill>
                  <a:latin typeface="Times New Roman" panose="02020603050405020304" pitchFamily="18" charset="0"/>
                  <a:ea typeface="楷体_GB2312"/>
                </a:rPr>
                <a:t>T</a:t>
              </a:r>
              <a:r>
                <a:rPr lang="en-US" altLang="zh-CN" sz="2000" b="1" dirty="0">
                  <a:solidFill>
                    <a:srgbClr val="000000"/>
                  </a:solidFill>
                  <a:latin typeface="Times New Roman" panose="02020603050405020304" pitchFamily="18" charset="0"/>
                  <a:ea typeface="楷体_GB2312"/>
                </a:rPr>
                <a:t>&gt;</a:t>
              </a:r>
              <a:endParaRPr lang="en-US" altLang="zh-CN" sz="2000" b="1" i="1" dirty="0">
                <a:solidFill>
                  <a:srgbClr val="2D83F4"/>
                </a:solidFill>
                <a:latin typeface="Times New Roman" panose="02020603050405020304" pitchFamily="18" charset="0"/>
                <a:ea typeface="楷体_GB2312"/>
              </a:endParaRPr>
            </a:p>
          </p:txBody>
        </p:sp>
      </p:grpSp>
      <p:grpSp>
        <p:nvGrpSpPr>
          <p:cNvPr id="24591" name="组合 2"/>
          <p:cNvGrpSpPr/>
          <p:nvPr/>
        </p:nvGrpSpPr>
        <p:grpSpPr>
          <a:xfrm>
            <a:off x="398463" y="2825750"/>
            <a:ext cx="2608262" cy="1906588"/>
            <a:chOff x="398141" y="2826055"/>
            <a:chExt cx="2608583" cy="1906354"/>
          </a:xfrm>
        </p:grpSpPr>
        <p:grpSp>
          <p:nvGrpSpPr>
            <p:cNvPr id="24598" name="组合 1"/>
            <p:cNvGrpSpPr/>
            <p:nvPr/>
          </p:nvGrpSpPr>
          <p:grpSpPr>
            <a:xfrm>
              <a:off x="398141" y="2826055"/>
              <a:ext cx="2160589" cy="1906354"/>
              <a:chOff x="398141" y="2826055"/>
              <a:chExt cx="2160589" cy="1906354"/>
            </a:xfrm>
          </p:grpSpPr>
          <p:sp>
            <p:nvSpPr>
              <p:cNvPr id="24600" name="Line 68"/>
              <p:cNvSpPr/>
              <p:nvPr/>
            </p:nvSpPr>
            <p:spPr>
              <a:xfrm flipH="1" flipV="1">
                <a:off x="1755454" y="3172187"/>
                <a:ext cx="803276" cy="1501657"/>
              </a:xfrm>
              <a:prstGeom prst="line">
                <a:avLst/>
              </a:prstGeom>
              <a:ln w="12700" cap="flat" cmpd="sng">
                <a:solidFill>
                  <a:schemeClr val="tx1"/>
                </a:solidFill>
                <a:prstDash val="solid"/>
                <a:headEnd type="none" w="med" len="med"/>
                <a:tailEnd type="none" w="med" len="med"/>
              </a:ln>
            </p:spPr>
          </p:sp>
          <p:sp>
            <p:nvSpPr>
              <p:cNvPr id="24601" name="Line 69"/>
              <p:cNvSpPr/>
              <p:nvPr/>
            </p:nvSpPr>
            <p:spPr>
              <a:xfrm flipV="1">
                <a:off x="1684017" y="3172187"/>
                <a:ext cx="71438" cy="579640"/>
              </a:xfrm>
              <a:prstGeom prst="line">
                <a:avLst/>
              </a:prstGeom>
              <a:ln w="12700" cap="flat" cmpd="sng">
                <a:solidFill>
                  <a:schemeClr val="tx1"/>
                </a:solidFill>
                <a:prstDash val="solid"/>
                <a:headEnd type="none" w="med" len="med"/>
                <a:tailEnd type="none" w="med" len="med"/>
              </a:ln>
            </p:spPr>
          </p:sp>
          <p:sp>
            <p:nvSpPr>
              <p:cNvPr id="24602" name="Line 70"/>
              <p:cNvSpPr/>
              <p:nvPr/>
            </p:nvSpPr>
            <p:spPr>
              <a:xfrm flipV="1">
                <a:off x="398141" y="3172187"/>
                <a:ext cx="1349376" cy="1560222"/>
              </a:xfrm>
              <a:prstGeom prst="line">
                <a:avLst/>
              </a:prstGeom>
              <a:ln w="12700" cap="flat" cmpd="sng">
                <a:solidFill>
                  <a:schemeClr val="tx1"/>
                </a:solidFill>
                <a:prstDash val="solid"/>
                <a:headEnd type="none" w="med" len="med"/>
                <a:tailEnd type="none" w="med" len="med"/>
              </a:ln>
            </p:spPr>
          </p:sp>
          <p:sp>
            <p:nvSpPr>
              <p:cNvPr id="24603" name="Rectangle 71"/>
              <p:cNvSpPr/>
              <p:nvPr/>
            </p:nvSpPr>
            <p:spPr>
              <a:xfrm>
                <a:off x="1458592" y="2826055"/>
                <a:ext cx="620713" cy="431726"/>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None/>
                </a:pPr>
                <a:r>
                  <a:rPr lang="en-US" altLang="zh-CN" sz="2000" b="1" dirty="0">
                    <a:solidFill>
                      <a:srgbClr val="000000"/>
                    </a:solidFill>
                    <a:latin typeface="Times New Roman" panose="02020603050405020304" pitchFamily="18" charset="0"/>
                    <a:ea typeface="楷体_GB2312"/>
                  </a:rPr>
                  <a:t>&lt;</a:t>
                </a:r>
                <a:r>
                  <a:rPr lang="en-US" altLang="zh-CN" sz="2000" b="1" i="1" dirty="0">
                    <a:solidFill>
                      <a:srgbClr val="000000"/>
                    </a:solidFill>
                    <a:latin typeface="Times New Roman" panose="02020603050405020304" pitchFamily="18" charset="0"/>
                    <a:ea typeface="楷体_GB2312"/>
                  </a:rPr>
                  <a:t>S</a:t>
                </a:r>
                <a:r>
                  <a:rPr lang="en-US" altLang="zh-CN" sz="2000" b="1" dirty="0">
                    <a:solidFill>
                      <a:srgbClr val="000000"/>
                    </a:solidFill>
                    <a:latin typeface="Times New Roman" panose="02020603050405020304" pitchFamily="18" charset="0"/>
                    <a:ea typeface="楷体_GB2312"/>
                  </a:rPr>
                  <a:t>&gt;</a:t>
                </a:r>
                <a:endParaRPr lang="en-US" altLang="zh-CN" sz="2000" b="1" i="1" dirty="0">
                  <a:solidFill>
                    <a:srgbClr val="2D83F4"/>
                  </a:solidFill>
                  <a:latin typeface="Times New Roman" panose="02020603050405020304" pitchFamily="18" charset="0"/>
                  <a:ea typeface="楷体_GB2312"/>
                </a:endParaRPr>
              </a:p>
            </p:txBody>
          </p:sp>
        </p:grpSp>
        <p:sp>
          <p:nvSpPr>
            <p:cNvPr id="24599" name="Line 68"/>
            <p:cNvSpPr/>
            <p:nvPr/>
          </p:nvSpPr>
          <p:spPr>
            <a:xfrm flipH="1" flipV="1">
              <a:off x="1755453" y="3169402"/>
              <a:ext cx="1251271" cy="1058532"/>
            </a:xfrm>
            <a:prstGeom prst="line">
              <a:avLst/>
            </a:prstGeom>
            <a:ln w="12700" cap="flat" cmpd="sng">
              <a:solidFill>
                <a:schemeClr val="tx1"/>
              </a:solidFill>
              <a:prstDash val="solid"/>
              <a:headEnd type="none" w="med" len="med"/>
              <a:tailEnd type="none" w="med" len="med"/>
            </a:ln>
          </p:spPr>
        </p:sp>
      </p:grpSp>
      <p:sp>
        <p:nvSpPr>
          <p:cNvPr id="24592" name="矩形 6"/>
          <p:cNvSpPr/>
          <p:nvPr/>
        </p:nvSpPr>
        <p:spPr>
          <a:xfrm>
            <a:off x="34925" y="4732338"/>
            <a:ext cx="619125" cy="349250"/>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273050" lvl="0" indent="-273050" eaLnBrk="1" hangingPunct="1">
              <a:lnSpc>
                <a:spcPts val="2000"/>
              </a:lnSpc>
              <a:buClr>
                <a:srgbClr val="31B6FD"/>
              </a:buClr>
              <a:buFontTx/>
              <a:buNone/>
            </a:pPr>
            <a:r>
              <a:rPr lang="en-US" altLang="zh-CN" sz="2000" b="1" dirty="0">
                <a:solidFill>
                  <a:srgbClr val="FF0000"/>
                </a:solidFill>
                <a:latin typeface="Times New Roman" panose="02020603050405020304" pitchFamily="18" charset="0"/>
                <a:ea typeface="华文楷体" panose="02010600040101010101" pitchFamily="2" charset="-122"/>
              </a:rPr>
              <a:t> </a:t>
            </a:r>
            <a:r>
              <a:rPr lang="en-US" altLang="zh-CN" sz="2000" b="1" dirty="0">
                <a:solidFill>
                  <a:srgbClr val="FF0000"/>
                </a:solidFill>
                <a:latin typeface="Times New Roman" panose="02020603050405020304" pitchFamily="18" charset="0"/>
                <a:ea typeface="楷体_GB2312"/>
              </a:rPr>
              <a:t>var</a:t>
            </a:r>
            <a:endParaRPr lang="en-US" altLang="zh-CN" sz="2000" b="1" i="1" dirty="0">
              <a:solidFill>
                <a:srgbClr val="FF0000"/>
              </a:solidFill>
              <a:latin typeface="Times New Roman" panose="02020603050405020304" pitchFamily="18" charset="0"/>
              <a:ea typeface="华文楷体" panose="02010600040101010101" pitchFamily="2" charset="-122"/>
            </a:endParaRPr>
          </a:p>
        </p:txBody>
      </p:sp>
      <p:sp>
        <p:nvSpPr>
          <p:cNvPr id="58" name="矩形 57"/>
          <p:cNvSpPr/>
          <p:nvPr/>
        </p:nvSpPr>
        <p:spPr>
          <a:xfrm>
            <a:off x="2411413" y="4721225"/>
            <a:ext cx="947738" cy="400050"/>
          </a:xfrm>
          <a:prstGeom prst="rect">
            <a:avLst/>
          </a:prstGeom>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2">
                    <a:lumMod val="60000"/>
                    <a:lumOff val="40000"/>
                  </a:schemeClr>
                </a:solidFill>
                <a:effectLst/>
                <a:uLnTx/>
                <a:uFillTx/>
                <a:latin typeface="Times New Roman" panose="02020603050405020304" pitchFamily="18" charset="0"/>
                <a:ea typeface="楷体_GB2312"/>
                <a:cs typeface="Times New Roman" panose="02020603050405020304" pitchFamily="18" charset="0"/>
              </a:rPr>
              <a:t>:</a:t>
            </a:r>
            <a:r>
              <a:rPr kumimoji="0" lang="en-US" altLang="zh-CN" sz="2000" b="1" i="1" u="none" strike="noStrike" kern="1200" cap="none" spc="0" normalizeH="0" baseline="0" noProof="0" dirty="0">
                <a:ln>
                  <a:noFill/>
                </a:ln>
                <a:solidFill>
                  <a:schemeClr val="tx2">
                    <a:lumMod val="60000"/>
                    <a:lumOff val="40000"/>
                  </a:schemeClr>
                </a:solidFill>
                <a:effectLst/>
                <a:uLnTx/>
                <a:uFillTx/>
                <a:latin typeface="Times New Roman" panose="02020603050405020304" pitchFamily="18" charset="0"/>
                <a:ea typeface="楷体_GB2312"/>
                <a:cs typeface="Times New Roman" panose="02020603050405020304" pitchFamily="18" charset="0"/>
              </a:rPr>
              <a:t> </a:t>
            </a:r>
            <a:r>
              <a:rPr kumimoji="0" lang="zh-CN" altLang="en-US" sz="2000" b="1" i="1" u="none" strike="noStrike" kern="1200" cap="none" spc="0" normalizeH="0" baseline="0" noProof="0" dirty="0">
                <a:ln>
                  <a:noFill/>
                </a:ln>
                <a:solidFill>
                  <a:schemeClr val="tx2">
                    <a:lumMod val="60000"/>
                    <a:lumOff val="40000"/>
                  </a:schemeClr>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000" b="1" i="0" u="none" strike="noStrike" kern="1200" cap="none" spc="0" normalizeH="0" baseline="0" noProof="0" dirty="0">
                <a:ln>
                  <a:noFill/>
                </a:ln>
                <a:solidFill>
                  <a:schemeClr val="tx2">
                    <a:lumMod val="60000"/>
                    <a:lumOff val="40000"/>
                  </a:schemeClr>
                </a:solidFill>
                <a:effectLst/>
                <a:uLnTx/>
                <a:uFillTx/>
                <a:latin typeface="Times New Roman" panose="02020603050405020304" pitchFamily="18" charset="0"/>
                <a:ea typeface="楷体_GB2312"/>
                <a:cs typeface="Times New Roman" panose="02020603050405020304" pitchFamily="18" charset="0"/>
              </a:rPr>
              <a:t>real</a:t>
            </a:r>
            <a:endParaRPr kumimoji="1" lang="en-US" altLang="zh-CN" sz="2000" b="1" i="0" u="none" strike="noStrike" kern="1200" cap="none" spc="0" normalizeH="0" baseline="0" noProof="0" dirty="0">
              <a:ln>
                <a:noFill/>
              </a:ln>
              <a:solidFill>
                <a:schemeClr val="tx2">
                  <a:lumMod val="60000"/>
                  <a:lumOff val="40000"/>
                </a:schemeClr>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endParaRPr>
          </a:p>
        </p:txBody>
      </p:sp>
      <p:sp>
        <p:nvSpPr>
          <p:cNvPr id="59" name="矩形 58"/>
          <p:cNvSpPr/>
          <p:nvPr/>
        </p:nvSpPr>
        <p:spPr>
          <a:xfrm>
            <a:off x="998538" y="4659313"/>
            <a:ext cx="401638" cy="40005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0" u="none" strike="noStrike" kern="1200" cap="none" spc="0" normalizeH="0" baseline="0" noProof="0" dirty="0" err="1">
                <a:ln>
                  <a:noFill/>
                </a:ln>
                <a:solidFill>
                  <a:prstClr val="black"/>
                </a:solidFill>
                <a:effectLst/>
                <a:uLnTx/>
                <a:uFillTx/>
                <a:latin typeface="Times New Roman" panose="02020603050405020304" pitchFamily="18" charset="0"/>
                <a:ea typeface="楷体_GB2312"/>
                <a:cs typeface="Times New Roman" panose="02020603050405020304" pitchFamily="18" charset="0"/>
              </a:rPr>
              <a:t>i</a:t>
            </a:r>
            <a:r>
              <a:rPr kumimoji="1" lang="en-US" altLang="zh-CN" sz="2000" b="1" i="1" u="none" strike="noStrike" kern="1200" cap="none" spc="0" normalizeH="0" baseline="-25000" noProof="0" dirty="0" err="1">
                <a:ln>
                  <a:noFill/>
                </a:ln>
                <a:solidFill>
                  <a:prstClr val="black"/>
                </a:solidFill>
                <a:effectLst/>
                <a:uLnTx/>
                <a:uFillTx/>
                <a:latin typeface="Times New Roman" panose="02020603050405020304" pitchFamily="18" charset="0"/>
                <a:ea typeface="楷体_GB2312"/>
                <a:cs typeface="Times New Roman" panose="02020603050405020304" pitchFamily="18" charset="0"/>
              </a:rPr>
              <a:t>A</a:t>
            </a:r>
            <a:r>
              <a:rPr kumimoji="1" lang="en-US" altLang="zh-CN" sz="2000" b="1" i="1" u="none" strike="noStrike" kern="1200" cap="none" spc="0" normalizeH="0" baseline="-25000" noProof="0" dirty="0">
                <a:ln>
                  <a:noFill/>
                </a:ln>
                <a:solidFill>
                  <a:prstClr val="black"/>
                </a:solidFill>
                <a:effectLst>
                  <a:outerShdw blurRad="38100" dist="38100" dir="2700000" algn="tl">
                    <a:srgbClr val="C0C0C0"/>
                  </a:outerShdw>
                </a:effectLst>
                <a:uLnTx/>
                <a:uFillTx/>
                <a:latin typeface="Times New Roman" panose="02020603050405020304" pitchFamily="18" charset="0"/>
                <a:ea typeface="楷体_GB2312"/>
                <a:cs typeface="Times New Roman" panose="02020603050405020304" pitchFamily="18" charset="0"/>
              </a:rPr>
              <a:t> </a:t>
            </a:r>
            <a:endParaRPr kumimoji="0" lang="zh-CN" altLang="en-US" sz="1800" b="0" i="0"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60" name="椭圆 59"/>
          <p:cNvSpPr/>
          <p:nvPr/>
        </p:nvSpPr>
        <p:spPr>
          <a:xfrm>
            <a:off x="1973263" y="4746625"/>
            <a:ext cx="288925" cy="322263"/>
          </a:xfrm>
          <a:prstGeom prst="ellipse">
            <a:avLst/>
          </a:prstGeom>
          <a:noFill/>
          <a:ln w="381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1" name="矩形 60"/>
          <p:cNvSpPr/>
          <p:nvPr/>
        </p:nvSpPr>
        <p:spPr>
          <a:xfrm>
            <a:off x="3684588" y="4632325"/>
            <a:ext cx="3263900" cy="400050"/>
          </a:xfrm>
          <a:prstGeom prst="rect">
            <a:avLst/>
          </a:prstGeom>
          <a:solidFill>
            <a:schemeClr val="accent5">
              <a:lumMod val="60000"/>
              <a:lumOff val="40000"/>
            </a:schemeClr>
          </a:solidFill>
          <a:ln>
            <a:solidFill>
              <a:schemeClr val="tx1"/>
            </a:solidFill>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楷体_GB2312"/>
              </a:rPr>
              <a:t>句柄：句型的最左直接短语</a:t>
            </a:r>
            <a:endParaRPr kumimoji="0" lang="zh-CN" altLang="en-US" sz="32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6" name="AutoShape 14"/>
          <p:cNvSpPr/>
          <p:nvPr/>
        </p:nvSpPr>
        <p:spPr bwMode="auto">
          <a:xfrm>
            <a:off x="5653088" y="123825"/>
            <a:ext cx="2087563" cy="601663"/>
          </a:xfrm>
          <a:prstGeom prst="borderCallout2">
            <a:avLst>
              <a:gd name="adj1" fmla="val 89345"/>
              <a:gd name="adj2" fmla="val -205"/>
              <a:gd name="adj3" fmla="val 148693"/>
              <a:gd name="adj4" fmla="val -16580"/>
              <a:gd name="adj5" fmla="val 422282"/>
              <a:gd name="adj6" fmla="val -14902"/>
            </a:avLst>
          </a:prstGeom>
          <a:solidFill>
            <a:schemeClr val="accent5">
              <a:lumMod val="60000"/>
              <a:lumOff val="40000"/>
            </a:schemeClr>
          </a:solidFill>
          <a:ln w="12700">
            <a:solidFill>
              <a:schemeClr val="tx1"/>
            </a:solidFill>
            <a:miter lim="800000"/>
          </a:ln>
        </p:spPr>
        <p:txBody>
          <a:bodyPr anchor="ct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zh-CN" altLang="en-US" sz="1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楷体_GB2312"/>
              </a:rPr>
              <a:t>造成错误的原因：</a:t>
            </a:r>
            <a:endParaRPr kumimoji="0" lang="en-US" altLang="zh-CN" sz="1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楷体_GB231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zh-CN" altLang="en-US" sz="1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楷体_GB2312"/>
              </a:rPr>
              <a:t>错误地识别了句柄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fltVal val="0"/>
                                          </p:val>
                                        </p:tav>
                                        <p:tav tm="100000">
                                          <p:val>
                                            <p:strVal val="#ppt_h"/>
                                          </p:val>
                                        </p:tav>
                                      </p:tavLst>
                                    </p:anim>
                                    <p:animEffect transition="in" filter="fade">
                                      <p:cBhvr>
                                        <p:cTn id="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3" descr="G:\QQ截图201607142012副本.jpg"/>
          <p:cNvPicPr>
            <a:picLocks noChangeAspect="1"/>
          </p:cNvPicPr>
          <p:nvPr/>
        </p:nvPicPr>
        <p:blipFill>
          <a:blip r:embed="rId3"/>
          <a:stretch>
            <a:fillRect/>
          </a:stretch>
        </p:blipFill>
        <p:spPr>
          <a:xfrm>
            <a:off x="0" y="0"/>
            <a:ext cx="9144000" cy="5151438"/>
          </a:xfrm>
          <a:prstGeom prst="rect">
            <a:avLst/>
          </a:prstGeom>
          <a:noFill/>
          <a:ln w="9525">
            <a:noFill/>
          </a:ln>
        </p:spPr>
      </p:pic>
      <p:sp>
        <p:nvSpPr>
          <p:cNvPr id="10" name="Rectangle 2"/>
          <p:cNvSpPr txBox="1">
            <a:spLocks noChangeArrowheads="1"/>
          </p:cNvSpPr>
          <p:nvPr/>
        </p:nvSpPr>
        <p:spPr>
          <a:xfrm>
            <a:off x="4554538" y="1774825"/>
            <a:ext cx="4446588" cy="939800"/>
          </a:xfrm>
          <a:prstGeom prst="rect">
            <a:avLst/>
          </a:prstGeom>
        </p:spPr>
        <p:txBody>
          <a:bodyPr anchor="ctr"/>
          <a:lstStyle/>
          <a:p>
            <a:pPr marR="0" defTabSz="914400" eaLnBrk="1" fontAlgn="auto" hangingPunct="1">
              <a:spcAft>
                <a:spcPts val="0"/>
              </a:spcAft>
              <a:buClrTx/>
              <a:buSzTx/>
              <a:buFontTx/>
              <a:buNone/>
              <a:defRPr/>
            </a:pPr>
            <a:r>
              <a:rPr kumimoji="0" lang="en-US" altLang="zh-CN" sz="3500" kern="1200" cap="none" spc="600" normalizeH="0" baseline="0" noProof="0" dirty="0">
                <a:solidFill>
                  <a:prstClr val="white"/>
                </a:solidFill>
                <a:latin typeface="微软雅黑" panose="020B0503020204020204" pitchFamily="34" charset="-122"/>
                <a:ea typeface="微软雅黑" panose="020B0503020204020204" pitchFamily="34" charset="-122"/>
                <a:cs typeface="+mj-cs"/>
              </a:rPr>
              <a:t>LR</a:t>
            </a:r>
            <a:r>
              <a:rPr kumimoji="0" lang="zh-CN" altLang="en-US" sz="3500" kern="1200" cap="none" spc="600" normalizeH="0" baseline="0" noProof="0" dirty="0">
                <a:solidFill>
                  <a:prstClr val="white"/>
                </a:solidFill>
                <a:latin typeface="微软雅黑" panose="020B0503020204020204" pitchFamily="34" charset="-122"/>
                <a:ea typeface="微软雅黑" panose="020B0503020204020204" pitchFamily="34" charset="-122"/>
                <a:cs typeface="+mj-cs"/>
              </a:rPr>
              <a:t>分析法概述</a:t>
            </a:r>
          </a:p>
        </p:txBody>
      </p:sp>
      <p:sp>
        <p:nvSpPr>
          <p:cNvPr id="28676" name="Rectangle 2"/>
          <p:cNvSpPr txBox="1"/>
          <p:nvPr/>
        </p:nvSpPr>
        <p:spPr>
          <a:xfrm>
            <a:off x="4914900" y="2428875"/>
            <a:ext cx="3443288" cy="939800"/>
          </a:xfrm>
          <a:prstGeom prst="rect">
            <a:avLst/>
          </a:prstGeom>
          <a:noFill/>
          <a:ln w="9525">
            <a:noFill/>
          </a:ln>
        </p:spPr>
        <p:txBody>
          <a:bodyPr anchor="ctr" anchorCtr="0"/>
          <a:lstStyle/>
          <a:p>
            <a:pPr eaLnBrk="1" hangingPunct="1"/>
            <a:r>
              <a:rPr lang="en-US" altLang="zh-CN" sz="2500" b="1" dirty="0">
                <a:solidFill>
                  <a:srgbClr val="FFFFFF"/>
                </a:solidFill>
                <a:latin typeface="Candara" panose="020E0502030303020204" pitchFamily="34" charset="0"/>
                <a:ea typeface="楷体" panose="02010609060101010101" pitchFamily="49" charset="-122"/>
              </a:rPr>
              <a:t> </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28677" name="Rectangle 2"/>
          <p:cNvSpPr txBox="1"/>
          <p:nvPr/>
        </p:nvSpPr>
        <p:spPr>
          <a:xfrm>
            <a:off x="5214938" y="1487488"/>
            <a:ext cx="3143250" cy="441325"/>
          </a:xfrm>
          <a:prstGeom prst="rect">
            <a:avLst/>
          </a:prstGeom>
          <a:noFill/>
          <a:ln w="12700">
            <a:noFill/>
          </a:ln>
        </p:spPr>
        <p:txBody>
          <a:bodyPr anchor="ctr" anchorCtr="0"/>
          <a:lstStyle/>
          <a:p>
            <a:pPr eaLnBrk="1" hangingPunct="1"/>
            <a:endParaRPr lang="zh-CN" altLang="en-US" sz="80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3"/>
          <p:cNvSpPr>
            <a:spLocks noGrp="1"/>
          </p:cNvSpPr>
          <p:nvPr>
            <p:ph idx="1"/>
          </p:nvPr>
        </p:nvSpPr>
        <p:spPr>
          <a:xfrm>
            <a:off x="481013" y="857250"/>
            <a:ext cx="8162925" cy="3225800"/>
          </a:xfrm>
        </p:spPr>
        <p:txBody>
          <a:bodyPr vert="horz" wrap="square" lIns="91440" tIns="45720" rIns="91440" bIns="45720" anchor="t" anchorCtr="0"/>
          <a:lstStyle/>
          <a:p>
            <a:pPr eaLnBrk="1" hangingPunct="1">
              <a:lnSpc>
                <a:spcPts val="3500"/>
              </a:lnSpc>
              <a:buClrTx/>
              <a:buSzPct val="100000"/>
              <a:buFont typeface="Wingdings" panose="05000000000000000000" pitchFamily="2" charset="2"/>
              <a:buChar char="Ø"/>
            </a:pPr>
            <a:r>
              <a:rPr lang="en-US" altLang="zh-CN" sz="2800" b="1" i="1" kern="1200" dirty="0">
                <a:solidFill>
                  <a:schemeClr val="tx1"/>
                </a:solidFill>
                <a:latin typeface="Times New Roman" panose="02020603050405020304" pitchFamily="18" charset="0"/>
                <a:ea typeface="华文楷体" panose="02010600040101010101" pitchFamily="2" charset="-122"/>
                <a:cs typeface="+mn-cs"/>
              </a:rPr>
              <a:t>LR</a:t>
            </a:r>
            <a:r>
              <a:rPr lang="zh-CN" altLang="en-US" sz="2800" b="1" kern="1200" dirty="0">
                <a:solidFill>
                  <a:schemeClr val="tx1"/>
                </a:solidFill>
                <a:latin typeface="Times New Roman" panose="02020603050405020304" pitchFamily="18" charset="0"/>
                <a:ea typeface="华文楷体" panose="02010600040101010101" pitchFamily="2" charset="-122"/>
                <a:cs typeface="+mn-cs"/>
              </a:rPr>
              <a:t>文法</a:t>
            </a:r>
            <a:r>
              <a:rPr lang="en-US" altLang="zh-CN" sz="28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800" b="1" i="1" kern="1200" dirty="0">
                <a:solidFill>
                  <a:schemeClr val="tx1"/>
                </a:solidFill>
                <a:latin typeface="Times New Roman" panose="02020603050405020304" pitchFamily="18" charset="0"/>
                <a:ea typeface="华文楷体" panose="02010600040101010101" pitchFamily="2" charset="-122"/>
                <a:cs typeface="+mn-cs"/>
              </a:rPr>
              <a:t>Knuth</a:t>
            </a:r>
            <a:r>
              <a:rPr lang="en-US" altLang="zh-CN" sz="2800" b="1" kern="1200" dirty="0">
                <a:solidFill>
                  <a:schemeClr val="tx1"/>
                </a:solidFill>
                <a:latin typeface="Times New Roman" panose="02020603050405020304" pitchFamily="18" charset="0"/>
                <a:ea typeface="华文楷体" panose="02010600040101010101" pitchFamily="2" charset="-122"/>
                <a:cs typeface="+mn-cs"/>
              </a:rPr>
              <a:t>, 1963)</a:t>
            </a:r>
            <a:r>
              <a:rPr lang="zh-CN" altLang="en-US" sz="2800" b="1" kern="1200" dirty="0">
                <a:solidFill>
                  <a:schemeClr val="tx1"/>
                </a:solidFill>
                <a:latin typeface="Times New Roman" panose="02020603050405020304" pitchFamily="18" charset="0"/>
                <a:ea typeface="华文楷体" panose="02010600040101010101" pitchFamily="2" charset="-122"/>
                <a:cs typeface="+mn-cs"/>
              </a:rPr>
              <a:t> 是最大的、可以构造出相应</a:t>
            </a:r>
            <a:r>
              <a:rPr lang="zh-CN" altLang="en-US" sz="2800" b="1" kern="1200" dirty="0">
                <a:solidFill>
                  <a:srgbClr val="2D83F4"/>
                </a:solidFill>
                <a:latin typeface="Times New Roman" panose="02020603050405020304" pitchFamily="18" charset="0"/>
                <a:ea typeface="华文楷体" panose="02010600040101010101" pitchFamily="2" charset="-122"/>
                <a:cs typeface="+mn-cs"/>
              </a:rPr>
              <a:t>移入</a:t>
            </a:r>
            <a:r>
              <a:rPr lang="en-US" altLang="zh-CN" sz="2800" b="1" kern="1200" dirty="0">
                <a:solidFill>
                  <a:srgbClr val="2D83F4"/>
                </a:solidFill>
                <a:latin typeface="Times New Roman" panose="02020603050405020304" pitchFamily="18" charset="0"/>
                <a:ea typeface="华文楷体" panose="02010600040101010101" pitchFamily="2" charset="-122"/>
                <a:cs typeface="+mn-cs"/>
              </a:rPr>
              <a:t>-</a:t>
            </a:r>
            <a:r>
              <a:rPr lang="zh-CN" altLang="en-US" sz="2800" b="1" kern="1200" dirty="0">
                <a:solidFill>
                  <a:srgbClr val="2D83F4"/>
                </a:solidFill>
                <a:latin typeface="Times New Roman" panose="02020603050405020304" pitchFamily="18" charset="0"/>
                <a:ea typeface="华文楷体" panose="02010600040101010101" pitchFamily="2" charset="-122"/>
                <a:cs typeface="+mn-cs"/>
              </a:rPr>
              <a:t>归约句法分析器</a:t>
            </a:r>
            <a:r>
              <a:rPr lang="zh-CN" altLang="en-US" sz="2800" b="1" kern="1200" dirty="0">
                <a:solidFill>
                  <a:schemeClr val="tx1"/>
                </a:solidFill>
                <a:latin typeface="Times New Roman" panose="02020603050405020304" pitchFamily="18" charset="0"/>
                <a:ea typeface="华文楷体" panose="02010600040101010101" pitchFamily="2" charset="-122"/>
                <a:cs typeface="+mn-cs"/>
              </a:rPr>
              <a:t>的文法类</a:t>
            </a:r>
            <a:endParaRPr lang="en-US" altLang="zh-CN" sz="2800" b="1" kern="1200" dirty="0">
              <a:solidFill>
                <a:schemeClr val="tx1"/>
              </a:solidFill>
              <a:latin typeface="Times New Roman" panose="02020603050405020304" pitchFamily="18" charset="0"/>
              <a:ea typeface="华文楷体" panose="02010600040101010101" pitchFamily="2" charset="-122"/>
              <a:cs typeface="+mn-cs"/>
            </a:endParaRPr>
          </a:p>
          <a:p>
            <a:pPr lvl="1" eaLnBrk="1" hangingPunct="1">
              <a:lnSpc>
                <a:spcPts val="3500"/>
              </a:lnSpc>
              <a:buClrTx/>
              <a:buSzPct val="100000"/>
              <a:buFont typeface="Wingdings" panose="05000000000000000000" pitchFamily="2" charset="2"/>
              <a:buChar char="Ø"/>
            </a:pPr>
            <a:r>
              <a:rPr lang="en-US" altLang="zh-CN" sz="2500" b="1" i="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L</a:t>
            </a:r>
            <a:r>
              <a:rPr lang="en-US" altLang="zh-CN" sz="2500"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 </a:t>
            </a:r>
            <a:r>
              <a:rPr lang="zh-CN" altLang="en-US" sz="2500"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对输入进行从</a:t>
            </a:r>
            <a:r>
              <a:rPr lang="zh-CN" altLang="en-US" sz="2500" b="1" kern="1200" dirty="0">
                <a:solidFill>
                  <a:srgbClr val="2D83F4"/>
                </a:solidFill>
                <a:highlight>
                  <a:srgbClr val="FFFF00"/>
                </a:highlight>
                <a:latin typeface="Times New Roman" panose="02020603050405020304" pitchFamily="18" charset="0"/>
                <a:ea typeface="华文楷体" panose="02010600040101010101" pitchFamily="2" charset="-122"/>
                <a:cs typeface="+mn-cs"/>
              </a:rPr>
              <a:t>左</a:t>
            </a:r>
            <a:r>
              <a:rPr lang="zh-CN" altLang="en-US" sz="2500"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到右的扫描</a:t>
            </a:r>
            <a:endParaRPr lang="en-US" altLang="zh-CN" sz="2500" b="1" kern="1200" dirty="0">
              <a:solidFill>
                <a:schemeClr val="tx1"/>
              </a:solidFill>
              <a:highlight>
                <a:srgbClr val="FFFF00"/>
              </a:highlight>
              <a:latin typeface="Times New Roman" panose="02020603050405020304" pitchFamily="18" charset="0"/>
              <a:ea typeface="华文楷体" panose="02010600040101010101" pitchFamily="2" charset="-122"/>
              <a:cs typeface="+mn-cs"/>
            </a:endParaRPr>
          </a:p>
          <a:p>
            <a:pPr lvl="1" eaLnBrk="1" hangingPunct="1">
              <a:lnSpc>
                <a:spcPts val="3500"/>
              </a:lnSpc>
              <a:buClrTx/>
              <a:buSzPct val="100000"/>
              <a:buFont typeface="Wingdings" panose="05000000000000000000" pitchFamily="2" charset="2"/>
              <a:buChar char="Ø"/>
            </a:pPr>
            <a:r>
              <a:rPr lang="en-US" altLang="zh-CN" sz="2500" b="1" i="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R</a:t>
            </a:r>
            <a:r>
              <a:rPr lang="en-US" altLang="zh-CN" sz="2500"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 </a:t>
            </a:r>
            <a:r>
              <a:rPr lang="zh-CN" altLang="en-US" sz="2500"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反向构造出一个最</a:t>
            </a:r>
            <a:r>
              <a:rPr lang="zh-CN" altLang="en-US" sz="2500" b="1" kern="1200" dirty="0">
                <a:solidFill>
                  <a:srgbClr val="2D83F4"/>
                </a:solidFill>
                <a:highlight>
                  <a:srgbClr val="FFFF00"/>
                </a:highlight>
                <a:latin typeface="Times New Roman" panose="02020603050405020304" pitchFamily="18" charset="0"/>
                <a:ea typeface="华文楷体" panose="02010600040101010101" pitchFamily="2" charset="-122"/>
                <a:cs typeface="+mn-cs"/>
              </a:rPr>
              <a:t>右</a:t>
            </a:r>
            <a:r>
              <a:rPr lang="zh-CN" altLang="en-US" sz="2500"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推导序列</a:t>
            </a:r>
            <a:endParaRPr lang="en-US" altLang="zh-CN" sz="2500" b="1" kern="1200" dirty="0">
              <a:solidFill>
                <a:schemeClr val="tx1"/>
              </a:solidFill>
              <a:highlight>
                <a:srgbClr val="FFFF00"/>
              </a:highlight>
              <a:latin typeface="Times New Roman" panose="02020603050405020304" pitchFamily="18" charset="0"/>
              <a:ea typeface="华文楷体" panose="02010600040101010101" pitchFamily="2" charset="-122"/>
              <a:cs typeface="+mn-cs"/>
            </a:endParaRPr>
          </a:p>
          <a:p>
            <a:pPr eaLnBrk="1" hangingPunct="1">
              <a:lnSpc>
                <a:spcPts val="3500"/>
              </a:lnSpc>
              <a:buClrTx/>
              <a:buSzPct val="100000"/>
              <a:buFont typeface="Wingdings" panose="05000000000000000000" pitchFamily="2" charset="2"/>
              <a:buChar char="Ø"/>
            </a:pPr>
            <a:r>
              <a:rPr lang="en-US" altLang="zh-CN" sz="2800" b="1" i="1" kern="1200" dirty="0">
                <a:solidFill>
                  <a:schemeClr val="tx1"/>
                </a:solidFill>
                <a:latin typeface="Times New Roman" panose="02020603050405020304" pitchFamily="18" charset="0"/>
                <a:ea typeface="华文楷体" panose="02010600040101010101" pitchFamily="2" charset="-122"/>
                <a:cs typeface="+mn-cs"/>
              </a:rPr>
              <a:t>LR</a:t>
            </a:r>
            <a:r>
              <a:rPr lang="en-US" altLang="zh-CN" sz="28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800" b="1" i="1" kern="1200" dirty="0">
                <a:solidFill>
                  <a:schemeClr val="tx1"/>
                </a:solidFill>
                <a:latin typeface="Times New Roman" panose="02020603050405020304" pitchFamily="18" charset="0"/>
                <a:ea typeface="华文楷体" panose="02010600040101010101" pitchFamily="2" charset="-122"/>
                <a:cs typeface="+mn-cs"/>
              </a:rPr>
              <a:t>k</a:t>
            </a:r>
            <a:r>
              <a:rPr lang="en-US" altLang="zh-CN" sz="2800" b="1" kern="1200" dirty="0">
                <a:solidFill>
                  <a:schemeClr val="tx1"/>
                </a:solidFill>
                <a:latin typeface="Times New Roman" panose="02020603050405020304" pitchFamily="18" charset="0"/>
                <a:ea typeface="华文楷体" panose="02010600040101010101" pitchFamily="2" charset="-122"/>
                <a:cs typeface="+mn-cs"/>
              </a:rPr>
              <a:t>)</a:t>
            </a:r>
            <a:r>
              <a:rPr lang="zh-CN" altLang="en-US" sz="2800" b="1" kern="1200" dirty="0">
                <a:solidFill>
                  <a:schemeClr val="tx1"/>
                </a:solidFill>
                <a:latin typeface="Times New Roman" panose="02020603050405020304" pitchFamily="18" charset="0"/>
                <a:ea typeface="华文楷体" panose="02010600040101010101" pitchFamily="2" charset="-122"/>
                <a:cs typeface="+mn-cs"/>
              </a:rPr>
              <a:t>分析</a:t>
            </a:r>
            <a:endParaRPr lang="en-US" altLang="zh-CN" sz="2800" b="1" kern="1200" dirty="0">
              <a:solidFill>
                <a:schemeClr val="tx1"/>
              </a:solidFill>
              <a:latin typeface="Times New Roman" panose="02020603050405020304" pitchFamily="18" charset="0"/>
              <a:ea typeface="华文楷体" panose="02010600040101010101" pitchFamily="2" charset="-122"/>
              <a:cs typeface="+mn-cs"/>
            </a:endParaRPr>
          </a:p>
          <a:p>
            <a:pPr lvl="1" eaLnBrk="1" hangingPunct="1">
              <a:lnSpc>
                <a:spcPts val="3500"/>
              </a:lnSpc>
              <a:buClrTx/>
              <a:buSzPct val="100000"/>
              <a:buFont typeface="Wingdings" panose="05000000000000000000" pitchFamily="2" charset="2"/>
              <a:buChar char="Ø"/>
            </a:pPr>
            <a:r>
              <a:rPr lang="zh-CN" altLang="en-US" sz="2500" b="1" kern="1200" dirty="0">
                <a:solidFill>
                  <a:schemeClr val="tx1"/>
                </a:solidFill>
                <a:latin typeface="Times New Roman" panose="02020603050405020304" pitchFamily="18" charset="0"/>
                <a:ea typeface="华文楷体" panose="02010600040101010101" pitchFamily="2" charset="-122"/>
                <a:cs typeface="+mn-cs"/>
              </a:rPr>
              <a:t>需要</a:t>
            </a:r>
            <a:r>
              <a:rPr lang="zh-CN" altLang="en-US" sz="2500"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向前查看</a:t>
            </a:r>
            <a:r>
              <a:rPr lang="en-US" altLang="zh-CN" sz="2500" b="1" i="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k</a:t>
            </a:r>
            <a:r>
              <a:rPr lang="zh-CN" altLang="en-US" sz="2500"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个输入符号</a:t>
            </a:r>
            <a:r>
              <a:rPr lang="zh-CN" altLang="en-US" sz="2500" b="1" kern="1200" dirty="0">
                <a:solidFill>
                  <a:schemeClr val="tx1"/>
                </a:solidFill>
                <a:latin typeface="Times New Roman" panose="02020603050405020304" pitchFamily="18" charset="0"/>
                <a:ea typeface="华文楷体" panose="02010600040101010101" pitchFamily="2" charset="-122"/>
                <a:cs typeface="+mn-cs"/>
              </a:rPr>
              <a:t>的</a:t>
            </a:r>
            <a:r>
              <a:rPr lang="en-US" altLang="zh-CN" sz="2400" b="1" i="1" kern="1200" dirty="0">
                <a:solidFill>
                  <a:schemeClr val="tx1"/>
                </a:solidFill>
                <a:latin typeface="Times New Roman" panose="02020603050405020304" pitchFamily="18" charset="0"/>
                <a:ea typeface="华文楷体" panose="02010600040101010101" pitchFamily="2" charset="-122"/>
                <a:cs typeface="+mn-cs"/>
              </a:rPr>
              <a:t>LR</a:t>
            </a:r>
            <a:r>
              <a:rPr lang="zh-CN" altLang="en-US" sz="2400" b="1" kern="1200" dirty="0">
                <a:solidFill>
                  <a:schemeClr val="tx1"/>
                </a:solidFill>
                <a:latin typeface="Times New Roman" panose="02020603050405020304" pitchFamily="18" charset="0"/>
                <a:ea typeface="华文楷体" panose="02010600040101010101" pitchFamily="2" charset="-122"/>
                <a:cs typeface="+mn-cs"/>
              </a:rPr>
              <a:t>分析</a:t>
            </a:r>
            <a:endParaRPr lang="en-US" altLang="zh-CN" sz="2400" b="1" kern="1200" dirty="0">
              <a:solidFill>
                <a:schemeClr val="tx1"/>
              </a:solidFill>
              <a:latin typeface="Times New Roman" panose="02020603050405020304" pitchFamily="18" charset="0"/>
              <a:ea typeface="华文楷体" panose="02010600040101010101" pitchFamily="2" charset="-122"/>
              <a:cs typeface="+mn-cs"/>
            </a:endParaRPr>
          </a:p>
          <a:p>
            <a:pPr lvl="1" eaLnBrk="1" hangingPunct="1">
              <a:lnSpc>
                <a:spcPts val="3000"/>
              </a:lnSpc>
              <a:buClrTx/>
              <a:buSzPct val="100000"/>
              <a:buFont typeface="Wingdings" panose="05000000000000000000" pitchFamily="2" charset="2"/>
              <a:buChar char="Ø"/>
            </a:pPr>
            <a:endParaRPr lang="en-US" altLang="zh-CN" sz="2500" b="1" kern="1200" dirty="0">
              <a:solidFill>
                <a:schemeClr val="tx1"/>
              </a:solidFill>
              <a:latin typeface="楷体_GB2312"/>
              <a:ea typeface="楷体_GB2312"/>
              <a:cs typeface="+mn-cs"/>
            </a:endParaRPr>
          </a:p>
          <a:p>
            <a:pPr lvl="1" eaLnBrk="1" hangingPunct="1">
              <a:lnSpc>
                <a:spcPct val="120000"/>
              </a:lnSpc>
              <a:buSzPct val="100000"/>
            </a:pPr>
            <a:endParaRPr lang="zh-CN" altLang="en-US" kern="1200" dirty="0">
              <a:latin typeface="楷体_GB2312"/>
              <a:ea typeface="楷体_GB2312"/>
              <a:cs typeface="+mn-cs"/>
            </a:endParaRPr>
          </a:p>
          <a:p>
            <a:pPr eaLnBrk="1" hangingPunct="1">
              <a:buSzPct val="100000"/>
            </a:pPr>
            <a:endParaRPr lang="zh-CN" altLang="en-US" kern="1200" dirty="0">
              <a:latin typeface="Times New Roman" panose="02020603050405020304" pitchFamily="18" charset="0"/>
              <a:ea typeface="华文楷体" panose="02010600040101010101" pitchFamily="2" charset="-122"/>
              <a:cs typeface="+mn-cs"/>
            </a:endParaRPr>
          </a:p>
        </p:txBody>
      </p:sp>
      <p:sp>
        <p:nvSpPr>
          <p:cNvPr id="888834" name="Rectangle 2"/>
          <p:cNvSpPr>
            <a:spLocks noGrp="1" noChangeArrowheads="1"/>
          </p:cNvSpPr>
          <p:nvPr>
            <p:ph type="title"/>
          </p:nvPr>
        </p:nvSpPr>
        <p:spPr>
          <a:xfrm>
            <a:off x="755650" y="268288"/>
            <a:ext cx="7931150" cy="358775"/>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000" b="1" i="1"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LR </a:t>
            </a:r>
            <a:r>
              <a:rPr kumimoji="0" lang="zh-CN" altLang="en-US" sz="3000" b="1" i="0" u="none" strike="noStrike" kern="120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rPr>
              <a:t>分析法</a:t>
            </a:r>
            <a:endParaRPr kumimoji="0" lang="zh-CN" altLang="en-US" sz="3000" b="1" i="0" u="none" strike="noStrike" kern="1200" cap="none" spc="300" normalizeH="0" baseline="0" noProof="0" dirty="0">
              <a:ln>
                <a:noFill/>
              </a:ln>
              <a:solidFill>
                <a:schemeClr val="tx1"/>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j-cs"/>
            </a:endParaRPr>
          </a:p>
        </p:txBody>
      </p:sp>
      <p:sp>
        <p:nvSpPr>
          <p:cNvPr id="81924" name="矩形 1"/>
          <p:cNvSpPr>
            <a:spLocks noChangeArrowheads="1"/>
          </p:cNvSpPr>
          <p:nvPr/>
        </p:nvSpPr>
        <p:spPr bwMode="auto">
          <a:xfrm>
            <a:off x="1643063" y="3975100"/>
            <a:ext cx="5618163" cy="862013"/>
          </a:xfrm>
          <a:prstGeom prst="rect">
            <a:avLst/>
          </a:prstGeom>
          <a:solidFill>
            <a:schemeClr val="accent5">
              <a:lumMod val="60000"/>
              <a:lumOff val="40000"/>
            </a:schemeClr>
          </a:solidFill>
          <a:ln w="12700">
            <a:solidFill>
              <a:schemeClr val="tx1"/>
            </a:solid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k</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 = 0 </a:t>
            </a:r>
            <a:r>
              <a:rPr kumimoji="0" lang="zh-CN" altLang="en-US" sz="25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和</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k</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 = 1 </a:t>
            </a:r>
            <a:r>
              <a:rPr kumimoji="0" lang="zh-CN" altLang="en-US" sz="25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这两种情况具有实践意义</a:t>
            </a:r>
            <a:endPar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500" b="1"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rPr>
              <a:t>当省略</a:t>
            </a:r>
            <a:r>
              <a:rPr kumimoji="0" lang="en-US" altLang="zh-CN" sz="2500" b="1"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500" b="1" i="1"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rPr>
              <a:t>k</a:t>
            </a:r>
            <a:r>
              <a:rPr kumimoji="0" lang="en-US" altLang="zh-CN" sz="2500" b="1"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500" b="1"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rPr>
              <a:t>时，表示</a:t>
            </a:r>
            <a:r>
              <a:rPr kumimoji="0" lang="en-US" altLang="zh-CN" sz="2500" b="1" i="1"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rPr>
              <a:t>k</a:t>
            </a:r>
            <a:r>
              <a:rPr kumimoji="0" lang="en-US" altLang="zh-CN" sz="2500" b="1"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rPr>
              <a:t> =1 </a:t>
            </a:r>
            <a:endParaRPr kumimoji="0" lang="zh-CN" altLang="en-US" sz="2500" b="1"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1923">
                                            <p:txEl>
                                              <p:pRg st="3" end="3"/>
                                            </p:txEl>
                                          </p:spTgt>
                                        </p:tgtEl>
                                        <p:attrNameLst>
                                          <p:attrName>style.visibility</p:attrName>
                                        </p:attrNameLst>
                                      </p:cBhvr>
                                      <p:to>
                                        <p:strVal val="visible"/>
                                      </p:to>
                                    </p:set>
                                    <p:anim calcmode="lin" valueType="num">
                                      <p:cBhvr>
                                        <p:cTn id="7" dur="500" fill="hold"/>
                                        <p:tgtEl>
                                          <p:spTgt spid="81923">
                                            <p:txEl>
                                              <p:pRg st="3" end="3"/>
                                            </p:txEl>
                                          </p:spTgt>
                                        </p:tgtEl>
                                        <p:attrNameLst>
                                          <p:attrName>ppt_w</p:attrName>
                                        </p:attrNameLst>
                                      </p:cBhvr>
                                      <p:tavLst>
                                        <p:tav tm="0">
                                          <p:val>
                                            <p:fltVal val="0"/>
                                          </p:val>
                                        </p:tav>
                                        <p:tav tm="100000">
                                          <p:val>
                                            <p:strVal val="#ppt_w"/>
                                          </p:val>
                                        </p:tav>
                                      </p:tavLst>
                                    </p:anim>
                                    <p:anim calcmode="lin" valueType="num">
                                      <p:cBhvr>
                                        <p:cTn id="8" dur="500" fill="hold"/>
                                        <p:tgtEl>
                                          <p:spTgt spid="81923">
                                            <p:txEl>
                                              <p:pRg st="3" end="3"/>
                                            </p:txEl>
                                          </p:spTgt>
                                        </p:tgtEl>
                                        <p:attrNameLst>
                                          <p:attrName>ppt_h</p:attrName>
                                        </p:attrNameLst>
                                      </p:cBhvr>
                                      <p:tavLst>
                                        <p:tav tm="0">
                                          <p:val>
                                            <p:fltVal val="0"/>
                                          </p:val>
                                        </p:tav>
                                        <p:tav tm="100000">
                                          <p:val>
                                            <p:strVal val="#ppt_h"/>
                                          </p:val>
                                        </p:tav>
                                      </p:tavLst>
                                    </p:anim>
                                    <p:animEffect transition="in" filter="fade">
                                      <p:cBhvr>
                                        <p:cTn id="9" dur="500"/>
                                        <p:tgtEl>
                                          <p:spTgt spid="81923">
                                            <p:txEl>
                                              <p:pRg st="3" end="3"/>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81923">
                                            <p:txEl>
                                              <p:pRg st="4" end="4"/>
                                            </p:txEl>
                                          </p:spTgt>
                                        </p:tgtEl>
                                        <p:attrNameLst>
                                          <p:attrName>style.visibility</p:attrName>
                                        </p:attrNameLst>
                                      </p:cBhvr>
                                      <p:to>
                                        <p:strVal val="visible"/>
                                      </p:to>
                                    </p:set>
                                    <p:anim calcmode="lin" valueType="num">
                                      <p:cBhvr>
                                        <p:cTn id="12" dur="500" fill="hold"/>
                                        <p:tgtEl>
                                          <p:spTgt spid="81923">
                                            <p:txEl>
                                              <p:pRg st="4" end="4"/>
                                            </p:txEl>
                                          </p:spTgt>
                                        </p:tgtEl>
                                        <p:attrNameLst>
                                          <p:attrName>ppt_w</p:attrName>
                                        </p:attrNameLst>
                                      </p:cBhvr>
                                      <p:tavLst>
                                        <p:tav tm="0">
                                          <p:val>
                                            <p:fltVal val="0"/>
                                          </p:val>
                                        </p:tav>
                                        <p:tav tm="100000">
                                          <p:val>
                                            <p:strVal val="#ppt_w"/>
                                          </p:val>
                                        </p:tav>
                                      </p:tavLst>
                                    </p:anim>
                                    <p:anim calcmode="lin" valueType="num">
                                      <p:cBhvr>
                                        <p:cTn id="13" dur="500" fill="hold"/>
                                        <p:tgtEl>
                                          <p:spTgt spid="81923">
                                            <p:txEl>
                                              <p:pRg st="4" end="4"/>
                                            </p:txEl>
                                          </p:spTgt>
                                        </p:tgtEl>
                                        <p:attrNameLst>
                                          <p:attrName>ppt_h</p:attrName>
                                        </p:attrNameLst>
                                      </p:cBhvr>
                                      <p:tavLst>
                                        <p:tav tm="0">
                                          <p:val>
                                            <p:fltVal val="0"/>
                                          </p:val>
                                        </p:tav>
                                        <p:tav tm="100000">
                                          <p:val>
                                            <p:strVal val="#ppt_h"/>
                                          </p:val>
                                        </p:tav>
                                      </p:tavLst>
                                    </p:anim>
                                    <p:animEffect transition="in" filter="fade">
                                      <p:cBhvr>
                                        <p:cTn id="14" dur="500"/>
                                        <p:tgtEl>
                                          <p:spTgt spid="81923">
                                            <p:txEl>
                                              <p:pRg st="4" end="4"/>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81924"/>
                                        </p:tgtEl>
                                        <p:attrNameLst>
                                          <p:attrName>style.visibility</p:attrName>
                                        </p:attrNameLst>
                                      </p:cBhvr>
                                      <p:to>
                                        <p:strVal val="visible"/>
                                      </p:to>
                                    </p:set>
                                    <p:anim calcmode="lin" valueType="num">
                                      <p:cBhvr>
                                        <p:cTn id="19" dur="500" fill="hold"/>
                                        <p:tgtEl>
                                          <p:spTgt spid="81924"/>
                                        </p:tgtEl>
                                        <p:attrNameLst>
                                          <p:attrName>ppt_w</p:attrName>
                                        </p:attrNameLst>
                                      </p:cBhvr>
                                      <p:tavLst>
                                        <p:tav tm="0">
                                          <p:val>
                                            <p:fltVal val="0"/>
                                          </p:val>
                                        </p:tav>
                                        <p:tav tm="100000">
                                          <p:val>
                                            <p:strVal val="#ppt_w"/>
                                          </p:val>
                                        </p:tav>
                                      </p:tavLst>
                                    </p:anim>
                                    <p:anim calcmode="lin" valueType="num">
                                      <p:cBhvr>
                                        <p:cTn id="20" dur="500" fill="hold"/>
                                        <p:tgtEl>
                                          <p:spTgt spid="81924"/>
                                        </p:tgtEl>
                                        <p:attrNameLst>
                                          <p:attrName>ppt_h</p:attrName>
                                        </p:attrNameLst>
                                      </p:cBhvr>
                                      <p:tavLst>
                                        <p:tav tm="0">
                                          <p:val>
                                            <p:fltVal val="0"/>
                                          </p:val>
                                        </p:tav>
                                        <p:tav tm="100000">
                                          <p:val>
                                            <p:strVal val="#ppt_h"/>
                                          </p:val>
                                        </p:tav>
                                      </p:tavLst>
                                    </p:anim>
                                    <p:animEffect transition="in" filter="fade">
                                      <p:cBhvr>
                                        <p:cTn id="21" dur="500"/>
                                        <p:tgtEl>
                                          <p:spTgt spid="81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4"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63" name="Rectangle 3"/>
          <p:cNvSpPr>
            <a:spLocks noGrp="1"/>
          </p:cNvSpPr>
          <p:nvPr>
            <p:ph idx="1"/>
          </p:nvPr>
        </p:nvSpPr>
        <p:spPr>
          <a:xfrm>
            <a:off x="412750" y="785813"/>
            <a:ext cx="8302625" cy="3225800"/>
          </a:xfrm>
        </p:spPr>
        <p:txBody>
          <a:bodyPr vert="horz" wrap="square" lIns="91440" tIns="45720" rIns="91440" bIns="45720" anchor="t" anchorCtr="0"/>
          <a:lstStyle/>
          <a:p>
            <a:pPr eaLnBrk="1" hangingPunct="1">
              <a:lnSpc>
                <a:spcPts val="3200"/>
              </a:lnSpc>
              <a:buClrTx/>
              <a:buSzPct val="100000"/>
              <a:buFont typeface="Wingdings" panose="05000000000000000000" pitchFamily="2" charset="2"/>
              <a:buChar char="Ø"/>
            </a:pPr>
            <a:r>
              <a:rPr lang="zh-CN" altLang="en-US" sz="2800" b="1" kern="1200" dirty="0">
                <a:solidFill>
                  <a:schemeClr val="tx1"/>
                </a:solidFill>
                <a:highlight>
                  <a:srgbClr val="FFFF00"/>
                </a:highlight>
                <a:latin typeface="楷体" panose="02010609060101010101" pitchFamily="49" charset="-122"/>
                <a:ea typeface="华文楷体" panose="02010600040101010101" pitchFamily="2" charset="-122"/>
                <a:cs typeface="+mn-cs"/>
              </a:rPr>
              <a:t>自底向上分析的关键问题是什么？</a:t>
            </a:r>
          </a:p>
          <a:p>
            <a:pPr lvl="1" eaLnBrk="1" hangingPunct="1">
              <a:lnSpc>
                <a:spcPts val="3200"/>
              </a:lnSpc>
              <a:buClrTx/>
              <a:buSzPct val="100000"/>
              <a:buFont typeface="Wingdings" panose="05000000000000000000" pitchFamily="2" charset="2"/>
              <a:buChar char="Ø"/>
            </a:pPr>
            <a:r>
              <a:rPr lang="zh-CN" altLang="en-US" sz="2500" b="1" kern="1200" dirty="0">
                <a:solidFill>
                  <a:schemeClr val="tx1"/>
                </a:solidFill>
                <a:highlight>
                  <a:srgbClr val="FFFF00"/>
                </a:highlight>
                <a:latin typeface="楷体" panose="02010609060101010101" pitchFamily="49" charset="-122"/>
                <a:ea typeface="华文楷体" panose="02010600040101010101" pitchFamily="2" charset="-122"/>
                <a:cs typeface="+mn-cs"/>
              </a:rPr>
              <a:t>如何正确地识别句柄</a:t>
            </a:r>
          </a:p>
          <a:p>
            <a:pPr eaLnBrk="1" hangingPunct="1">
              <a:lnSpc>
                <a:spcPts val="3200"/>
              </a:lnSpc>
              <a:buClrTx/>
              <a:buSzPct val="100000"/>
              <a:buFont typeface="Wingdings" panose="05000000000000000000" pitchFamily="2" charset="2"/>
              <a:buChar char="Ø"/>
            </a:pPr>
            <a:r>
              <a:rPr lang="zh-CN" altLang="en-US" sz="2800" b="1" kern="1200" dirty="0">
                <a:solidFill>
                  <a:schemeClr val="tx1"/>
                </a:solidFill>
                <a:latin typeface="楷体" panose="02010609060101010101" pitchFamily="49" charset="-122"/>
                <a:ea typeface="华文楷体" panose="02010600040101010101" pitchFamily="2" charset="-122"/>
                <a:cs typeface="+mn-cs"/>
              </a:rPr>
              <a:t>句柄是逐步形成的，用“状态”表示句柄识别的进展程度</a:t>
            </a:r>
          </a:p>
          <a:p>
            <a:pPr lvl="1" eaLnBrk="1" hangingPunct="1">
              <a:lnSpc>
                <a:spcPts val="3200"/>
              </a:lnSpc>
              <a:buClrTx/>
              <a:buSzPct val="100000"/>
              <a:buFont typeface="Wingdings" panose="05000000000000000000" pitchFamily="2" charset="2"/>
              <a:buChar char="Ø"/>
            </a:pPr>
            <a:r>
              <a:rPr lang="zh-CN" altLang="en-US" sz="2500" b="1" kern="1200" dirty="0">
                <a:solidFill>
                  <a:schemeClr val="tx1"/>
                </a:solidFill>
                <a:latin typeface="Times New Roman" panose="02020603050405020304" pitchFamily="18" charset="0"/>
                <a:ea typeface="华文楷体" panose="02010600040101010101" pitchFamily="2" charset="-122"/>
                <a:cs typeface="+mn-cs"/>
              </a:rPr>
              <a:t>例：</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S</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bBB</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 </a:t>
            </a:r>
          </a:p>
          <a:p>
            <a:pPr lvl="2" eaLnBrk="1" hangingPunct="1">
              <a:lnSpc>
                <a:spcPts val="3200"/>
              </a:lnSpc>
              <a:buClrTx/>
              <a:buSzPct val="100000"/>
              <a:buFont typeface="Wingdings" panose="05000000000000000000" pitchFamily="2" charset="2"/>
              <a:buChar char="Ø"/>
            </a:pP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S</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 ·</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bBB</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 </a:t>
            </a:r>
          </a:p>
          <a:p>
            <a:pPr lvl="2" eaLnBrk="1" hangingPunct="1">
              <a:lnSpc>
                <a:spcPts val="3200"/>
              </a:lnSpc>
              <a:buClrTx/>
              <a:buSzPct val="100000"/>
              <a:buFont typeface="Wingdings" panose="05000000000000000000" pitchFamily="2" charset="2"/>
              <a:buChar char="Ø"/>
            </a:pP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S</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b</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BB</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 </a:t>
            </a:r>
          </a:p>
          <a:p>
            <a:pPr lvl="2" eaLnBrk="1" hangingPunct="1">
              <a:lnSpc>
                <a:spcPts val="3200"/>
              </a:lnSpc>
              <a:buClrTx/>
              <a:buSzPct val="100000"/>
              <a:buFont typeface="Wingdings" panose="05000000000000000000" pitchFamily="2" charset="2"/>
              <a:buChar char="Ø"/>
            </a:pP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S</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bB</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B</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   </a:t>
            </a:r>
          </a:p>
          <a:p>
            <a:pPr lvl="2" eaLnBrk="1" hangingPunct="1">
              <a:lnSpc>
                <a:spcPts val="3200"/>
              </a:lnSpc>
              <a:buClrTx/>
              <a:buSzPct val="100000"/>
              <a:buFont typeface="Wingdings" panose="05000000000000000000" pitchFamily="2" charset="2"/>
              <a:buChar char="Ø"/>
            </a:pP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S</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bBB</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 </a:t>
            </a:r>
          </a:p>
        </p:txBody>
      </p:sp>
      <p:sp>
        <p:nvSpPr>
          <p:cNvPr id="40963" name="Rectangle 2"/>
          <p:cNvSpPr>
            <a:spLocks noGrp="1" noChangeArrowheads="1"/>
          </p:cNvSpPr>
          <p:nvPr>
            <p:ph type="title"/>
          </p:nvPr>
        </p:nvSpPr>
        <p:spPr>
          <a:xfrm>
            <a:off x="755650" y="268288"/>
            <a:ext cx="7931150" cy="358775"/>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000" b="1" i="1"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LR </a:t>
            </a:r>
            <a:r>
              <a:rPr kumimoji="0" lang="zh-CN" altLang="en-US" sz="3000" b="1" i="0" u="none" strike="noStrike" kern="120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分析法的基本原理</a:t>
            </a:r>
            <a:endParaRPr kumimoji="0" lang="en-US" altLang="zh-CN" sz="3000" b="1" i="0" u="none" strike="noStrike" kern="120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08965" name="Rectangle 5"/>
          <p:cNvSpPr/>
          <p:nvPr/>
        </p:nvSpPr>
        <p:spPr>
          <a:xfrm>
            <a:off x="3438525" y="4587875"/>
            <a:ext cx="2736850" cy="476250"/>
          </a:xfrm>
          <a:prstGeom prst="rect">
            <a:avLst/>
          </a:prstGeom>
          <a:noFill/>
          <a:ln w="9525">
            <a:noFill/>
          </a:ln>
        </p:spPr>
        <p:txBody>
          <a:bodyPr lIns="0" rIns="0">
            <a:spAutoFit/>
          </a:bodyPr>
          <a:lstStyle/>
          <a:p>
            <a:pPr eaLnBrk="1" hangingPunct="1">
              <a:buNone/>
            </a:pPr>
            <a:r>
              <a:rPr lang="zh-CN" altLang="en-US" sz="2500" b="1" dirty="0">
                <a:solidFill>
                  <a:srgbClr val="2D83F4"/>
                </a:solidFill>
                <a:latin typeface="Times New Roman" panose="02020603050405020304" pitchFamily="18" charset="0"/>
                <a:ea typeface="楷体" panose="02010609060101010101" pitchFamily="49" charset="-122"/>
              </a:rPr>
              <a:t>归约状态</a:t>
            </a:r>
          </a:p>
        </p:txBody>
      </p:sp>
      <p:sp>
        <p:nvSpPr>
          <p:cNvPr id="808967" name="Rectangle 7"/>
          <p:cNvSpPr/>
          <p:nvPr/>
        </p:nvSpPr>
        <p:spPr>
          <a:xfrm>
            <a:off x="3419475" y="3143250"/>
            <a:ext cx="2305050" cy="477838"/>
          </a:xfrm>
          <a:prstGeom prst="rect">
            <a:avLst/>
          </a:prstGeom>
          <a:noFill/>
          <a:ln w="9525">
            <a:noFill/>
          </a:ln>
        </p:spPr>
        <p:txBody>
          <a:bodyPr lIns="0" rIns="0">
            <a:spAutoFit/>
          </a:bodyPr>
          <a:lstStyle/>
          <a:p>
            <a:pPr eaLnBrk="1" hangingPunct="1">
              <a:buNone/>
            </a:pPr>
            <a:r>
              <a:rPr lang="zh-CN" altLang="en-US" sz="2500" b="1" dirty="0">
                <a:solidFill>
                  <a:srgbClr val="2D83F4"/>
                </a:solidFill>
                <a:latin typeface="Times New Roman" panose="02020603050405020304" pitchFamily="18" charset="0"/>
                <a:ea typeface="楷体" panose="02010609060101010101" pitchFamily="49" charset="-122"/>
              </a:rPr>
              <a:t>移进状态</a:t>
            </a:r>
          </a:p>
        </p:txBody>
      </p:sp>
      <p:sp>
        <p:nvSpPr>
          <p:cNvPr id="808968" name="Rectangle 8"/>
          <p:cNvSpPr/>
          <p:nvPr/>
        </p:nvSpPr>
        <p:spPr>
          <a:xfrm>
            <a:off x="3419475" y="3867150"/>
            <a:ext cx="1376363" cy="477838"/>
          </a:xfrm>
          <a:prstGeom prst="rect">
            <a:avLst/>
          </a:prstGeom>
          <a:noFill/>
          <a:ln w="9525">
            <a:noFill/>
          </a:ln>
        </p:spPr>
        <p:txBody>
          <a:bodyPr lIns="0" rIns="0">
            <a:spAutoFit/>
          </a:bodyPr>
          <a:lstStyle/>
          <a:p>
            <a:pPr eaLnBrk="1" hangingPunct="1">
              <a:buNone/>
            </a:pPr>
            <a:r>
              <a:rPr lang="zh-CN" altLang="en-US" sz="2500" b="1" dirty="0">
                <a:solidFill>
                  <a:srgbClr val="2D83F4"/>
                </a:solidFill>
                <a:latin typeface="Times New Roman" panose="02020603050405020304" pitchFamily="18" charset="0"/>
                <a:ea typeface="楷体" panose="02010609060101010101" pitchFamily="49" charset="-122"/>
              </a:rPr>
              <a:t>待约状态</a:t>
            </a:r>
          </a:p>
        </p:txBody>
      </p:sp>
      <p:sp>
        <p:nvSpPr>
          <p:cNvPr id="808969" name="AutoShape 9"/>
          <p:cNvSpPr/>
          <p:nvPr/>
        </p:nvSpPr>
        <p:spPr bwMode="auto">
          <a:xfrm>
            <a:off x="2843213" y="3789363"/>
            <a:ext cx="508000" cy="711200"/>
          </a:xfrm>
          <a:prstGeom prst="rightBrace">
            <a:avLst>
              <a:gd name="adj1" fmla="val 19526"/>
              <a:gd name="adj2" fmla="val 50000"/>
            </a:avLst>
          </a:prstGeom>
          <a:noFill/>
          <a:ln w="38100">
            <a:solidFill>
              <a:schemeClr val="tx2">
                <a:lumMod val="60000"/>
                <a:lumOff val="40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08970" name="Line 10"/>
          <p:cNvSpPr>
            <a:spLocks noChangeShapeType="1"/>
          </p:cNvSpPr>
          <p:nvPr/>
        </p:nvSpPr>
        <p:spPr bwMode="auto">
          <a:xfrm flipH="1">
            <a:off x="2843213" y="4803775"/>
            <a:ext cx="576263" cy="0"/>
          </a:xfrm>
          <a:prstGeom prst="line">
            <a:avLst/>
          </a:prstGeom>
          <a:noFill/>
          <a:ln w="38100">
            <a:solidFill>
              <a:schemeClr val="tx2">
                <a:lumMod val="60000"/>
                <a:lumOff val="40000"/>
              </a:schemeClr>
            </a:solidFill>
            <a:round/>
            <a:tailEnd type="triangle" w="med" len="me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08971" name="Line 11"/>
          <p:cNvSpPr>
            <a:spLocks noChangeShapeType="1"/>
          </p:cNvSpPr>
          <p:nvPr/>
        </p:nvSpPr>
        <p:spPr bwMode="auto">
          <a:xfrm flipH="1">
            <a:off x="2843213" y="3357563"/>
            <a:ext cx="576263" cy="0"/>
          </a:xfrm>
          <a:prstGeom prst="line">
            <a:avLst/>
          </a:prstGeom>
          <a:noFill/>
          <a:ln w="38100">
            <a:solidFill>
              <a:schemeClr val="tx2">
                <a:lumMod val="60000"/>
                <a:lumOff val="40000"/>
              </a:schemeClr>
            </a:solidFill>
            <a:round/>
            <a:tailEnd type="triangle" w="med" len="me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 name="矩形 1"/>
          <p:cNvSpPr/>
          <p:nvPr/>
        </p:nvSpPr>
        <p:spPr>
          <a:xfrm>
            <a:off x="4787900" y="3665538"/>
            <a:ext cx="4320604" cy="830263"/>
          </a:xfrm>
          <a:prstGeom prst="rect">
            <a:avLst/>
          </a:prstGeom>
          <a:solidFill>
            <a:schemeClr val="accent5">
              <a:lumMod val="60000"/>
              <a:lumOff val="40000"/>
            </a:schemeClr>
          </a:solidFill>
          <a:ln>
            <a:solidFill>
              <a:schemeClr val="tx1"/>
            </a:solidFill>
          </a:ln>
        </p:spPr>
        <p:txBody>
          <a:bodyPr wrap="square">
            <a:spAutoFit/>
          </a:bodyPr>
          <a:lstStyle/>
          <a:p>
            <a:pPr marL="0" marR="0" lvl="0" indent="0" algn="l" defTabSz="914400" rtl="0" eaLnBrk="1" fontAlgn="base" latinLnBrk="0" hangingPunct="1">
              <a:lnSpc>
                <a:spcPct val="100000"/>
              </a:lnSpc>
              <a:spcBef>
                <a:spcPct val="30000"/>
              </a:spcBef>
              <a:spcAft>
                <a:spcPct val="0"/>
              </a:spcAft>
              <a:buClrTx/>
              <a:buSzTx/>
              <a:buFontTx/>
              <a:buNone/>
              <a:defRPr/>
            </a:pPr>
            <a:r>
              <a:rPr kumimoji="0" lang="en-US" altLang="zh-CN" sz="2400" b="1" i="1"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rPr>
              <a:t>LR</a:t>
            </a:r>
            <a:r>
              <a:rPr kumimoji="0" lang="zh-CN" altLang="en-US" sz="24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rPr>
              <a:t>分析器基于这样一些</a:t>
            </a:r>
            <a:r>
              <a:rPr kumimoji="0" lang="zh-CN" altLang="en-US" sz="2400" b="1" i="0" u="none" strike="noStrike" kern="1200" cap="none" spc="0" normalizeH="0" baseline="0" noProof="0">
                <a:ln>
                  <a:noFill/>
                </a:ln>
                <a:solidFill>
                  <a:srgbClr val="2D83F4"/>
                </a:solidFill>
                <a:effectLst/>
                <a:uLnTx/>
                <a:uFillTx/>
                <a:latin typeface="华文楷体" panose="02010600040101010101" pitchFamily="2" charset="-122"/>
                <a:ea typeface="华文楷体" panose="02010600040101010101" pitchFamily="2" charset="-122"/>
                <a:cs typeface="+mn-cs"/>
              </a:rPr>
              <a:t>状态</a:t>
            </a:r>
            <a:r>
              <a:rPr kumimoji="0" lang="zh-CN" altLang="en-US" sz="24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rPr>
              <a:t>来构造</a:t>
            </a:r>
            <a:r>
              <a:rPr kumimoji="0" lang="zh-CN" altLang="en-US" sz="2400" b="1" i="0" u="none" strike="noStrike" kern="1200" cap="none" spc="0" normalizeH="0" baseline="0" noProof="0">
                <a:ln>
                  <a:noFill/>
                </a:ln>
                <a:solidFill>
                  <a:srgbClr val="2D83F4"/>
                </a:solidFill>
                <a:effectLst/>
                <a:uLnTx/>
                <a:uFillTx/>
                <a:latin typeface="华文楷体" panose="02010600040101010101" pitchFamily="2" charset="-122"/>
                <a:ea typeface="华文楷体" panose="02010600040101010101" pitchFamily="2" charset="-122"/>
                <a:cs typeface="+mn-cs"/>
              </a:rPr>
              <a:t>自动机</a:t>
            </a:r>
            <a:r>
              <a:rPr kumimoji="0" lang="zh-CN" altLang="en-US" sz="24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rPr>
              <a:t>进行句柄的识别</a:t>
            </a:r>
            <a:endParaRPr kumimoji="0" lang="en-US" altLang="zh-CN" sz="24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sp>
        <p:nvSpPr>
          <p:cNvPr id="3" name="文本框 2">
            <a:extLst>
              <a:ext uri="{FF2B5EF4-FFF2-40B4-BE49-F238E27FC236}">
                <a16:creationId xmlns:a16="http://schemas.microsoft.com/office/drawing/2014/main" id="{24900DA1-DB09-422C-BDAC-E318B3C5351A}"/>
              </a:ext>
            </a:extLst>
          </p:cNvPr>
          <p:cNvSpPr txBox="1"/>
          <p:nvPr/>
        </p:nvSpPr>
        <p:spPr>
          <a:xfrm>
            <a:off x="3275856" y="2527856"/>
            <a:ext cx="5331909" cy="369332"/>
          </a:xfrm>
          <a:prstGeom prst="rect">
            <a:avLst/>
          </a:prstGeom>
          <a:noFill/>
        </p:spPr>
        <p:txBody>
          <a:bodyPr wrap="none" rtlCol="0">
            <a:spAutoFit/>
          </a:bodyPr>
          <a:lstStyle/>
          <a:p>
            <a:r>
              <a:rPr lang="zh-CN" altLang="en-US" b="1" dirty="0">
                <a:highlight>
                  <a:srgbClr val="FFFF00"/>
                </a:highlight>
              </a:rPr>
              <a:t>遇到终结符为移进状态，遇到非终结符为待约状态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08963">
                                            <p:txEl>
                                              <p:pRg st="0" end="0"/>
                                            </p:txEl>
                                          </p:spTgt>
                                        </p:tgtEl>
                                        <p:attrNameLst>
                                          <p:attrName>style.visibility</p:attrName>
                                        </p:attrNameLst>
                                      </p:cBhvr>
                                      <p:to>
                                        <p:strVal val="visible"/>
                                      </p:to>
                                    </p:set>
                                    <p:anim calcmode="lin" valueType="num">
                                      <p:cBhvr>
                                        <p:cTn id="7" dur="500" fill="hold"/>
                                        <p:tgtEl>
                                          <p:spTgt spid="80896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80896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808963">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808963">
                                            <p:txEl>
                                              <p:pRg st="1" end="1"/>
                                            </p:txEl>
                                          </p:spTgt>
                                        </p:tgtEl>
                                        <p:attrNameLst>
                                          <p:attrName>style.visibility</p:attrName>
                                        </p:attrNameLst>
                                      </p:cBhvr>
                                      <p:to>
                                        <p:strVal val="visible"/>
                                      </p:to>
                                    </p:set>
                                    <p:anim calcmode="lin" valueType="num">
                                      <p:cBhvr>
                                        <p:cTn id="12" dur="500" fill="hold"/>
                                        <p:tgtEl>
                                          <p:spTgt spid="80896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808963">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80896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808963">
                                            <p:txEl>
                                              <p:pRg st="2" end="2"/>
                                            </p:txEl>
                                          </p:spTgt>
                                        </p:tgtEl>
                                        <p:attrNameLst>
                                          <p:attrName>style.visibility</p:attrName>
                                        </p:attrNameLst>
                                      </p:cBhvr>
                                      <p:to>
                                        <p:strVal val="visible"/>
                                      </p:to>
                                    </p:set>
                                    <p:anim calcmode="lin" valueType="num">
                                      <p:cBhvr>
                                        <p:cTn id="19" dur="500" fill="hold"/>
                                        <p:tgtEl>
                                          <p:spTgt spid="80896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808963">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80896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808963">
                                            <p:txEl>
                                              <p:pRg st="3" end="3"/>
                                            </p:txEl>
                                          </p:spTgt>
                                        </p:tgtEl>
                                        <p:attrNameLst>
                                          <p:attrName>style.visibility</p:attrName>
                                        </p:attrNameLst>
                                      </p:cBhvr>
                                      <p:to>
                                        <p:strVal val="visible"/>
                                      </p:to>
                                    </p:set>
                                    <p:anim calcmode="lin" valueType="num">
                                      <p:cBhvr>
                                        <p:cTn id="26" dur="500" fill="hold"/>
                                        <p:tgtEl>
                                          <p:spTgt spid="808963">
                                            <p:txEl>
                                              <p:pRg st="3" end="3"/>
                                            </p:txEl>
                                          </p:spTgt>
                                        </p:tgtEl>
                                        <p:attrNameLst>
                                          <p:attrName>ppt_w</p:attrName>
                                        </p:attrNameLst>
                                      </p:cBhvr>
                                      <p:tavLst>
                                        <p:tav tm="0">
                                          <p:val>
                                            <p:fltVal val="0"/>
                                          </p:val>
                                        </p:tav>
                                        <p:tav tm="100000">
                                          <p:val>
                                            <p:strVal val="#ppt_w"/>
                                          </p:val>
                                        </p:tav>
                                      </p:tavLst>
                                    </p:anim>
                                    <p:anim calcmode="lin" valueType="num">
                                      <p:cBhvr>
                                        <p:cTn id="27" dur="500" fill="hold"/>
                                        <p:tgtEl>
                                          <p:spTgt spid="808963">
                                            <p:txEl>
                                              <p:pRg st="3" end="3"/>
                                            </p:txEl>
                                          </p:spTgt>
                                        </p:tgtEl>
                                        <p:attrNameLst>
                                          <p:attrName>ppt_h</p:attrName>
                                        </p:attrNameLst>
                                      </p:cBhvr>
                                      <p:tavLst>
                                        <p:tav tm="0">
                                          <p:val>
                                            <p:fltVal val="0"/>
                                          </p:val>
                                        </p:tav>
                                        <p:tav tm="100000">
                                          <p:val>
                                            <p:strVal val="#ppt_h"/>
                                          </p:val>
                                        </p:tav>
                                      </p:tavLst>
                                    </p:anim>
                                    <p:animEffect transition="in" filter="fade">
                                      <p:cBhvr>
                                        <p:cTn id="28" dur="500"/>
                                        <p:tgtEl>
                                          <p:spTgt spid="80896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808963">
                                            <p:txEl>
                                              <p:pRg st="4" end="4"/>
                                            </p:txEl>
                                          </p:spTgt>
                                        </p:tgtEl>
                                        <p:attrNameLst>
                                          <p:attrName>style.visibility</p:attrName>
                                        </p:attrNameLst>
                                      </p:cBhvr>
                                      <p:to>
                                        <p:strVal val="visible"/>
                                      </p:to>
                                    </p:set>
                                    <p:anim calcmode="lin" valueType="num">
                                      <p:cBhvr>
                                        <p:cTn id="33" dur="500" fill="hold"/>
                                        <p:tgtEl>
                                          <p:spTgt spid="808963">
                                            <p:txEl>
                                              <p:pRg st="4" end="4"/>
                                            </p:txEl>
                                          </p:spTgt>
                                        </p:tgtEl>
                                        <p:attrNameLst>
                                          <p:attrName>ppt_w</p:attrName>
                                        </p:attrNameLst>
                                      </p:cBhvr>
                                      <p:tavLst>
                                        <p:tav tm="0">
                                          <p:val>
                                            <p:fltVal val="0"/>
                                          </p:val>
                                        </p:tav>
                                        <p:tav tm="100000">
                                          <p:val>
                                            <p:strVal val="#ppt_w"/>
                                          </p:val>
                                        </p:tav>
                                      </p:tavLst>
                                    </p:anim>
                                    <p:anim calcmode="lin" valueType="num">
                                      <p:cBhvr>
                                        <p:cTn id="34" dur="500" fill="hold"/>
                                        <p:tgtEl>
                                          <p:spTgt spid="808963">
                                            <p:txEl>
                                              <p:pRg st="4" end="4"/>
                                            </p:txEl>
                                          </p:spTgt>
                                        </p:tgtEl>
                                        <p:attrNameLst>
                                          <p:attrName>ppt_h</p:attrName>
                                        </p:attrNameLst>
                                      </p:cBhvr>
                                      <p:tavLst>
                                        <p:tav tm="0">
                                          <p:val>
                                            <p:fltVal val="0"/>
                                          </p:val>
                                        </p:tav>
                                        <p:tav tm="100000">
                                          <p:val>
                                            <p:strVal val="#ppt_h"/>
                                          </p:val>
                                        </p:tav>
                                      </p:tavLst>
                                    </p:anim>
                                    <p:animEffect transition="in" filter="fade">
                                      <p:cBhvr>
                                        <p:cTn id="35" dur="500"/>
                                        <p:tgtEl>
                                          <p:spTgt spid="808963">
                                            <p:txEl>
                                              <p:pRg st="4" end="4"/>
                                            </p:txEl>
                                          </p:spTgt>
                                        </p:tgtEl>
                                      </p:cBhvr>
                                    </p:animEffect>
                                  </p:childTnLst>
                                </p:cTn>
                              </p:par>
                              <p:par>
                                <p:cTn id="36" presetID="53" presetClass="entr" presetSubtype="16" fill="hold" nodeType="withEffect">
                                  <p:stCondLst>
                                    <p:cond delay="0"/>
                                  </p:stCondLst>
                                  <p:childTnLst>
                                    <p:set>
                                      <p:cBhvr>
                                        <p:cTn id="37" dur="1" fill="hold">
                                          <p:stCondLst>
                                            <p:cond delay="0"/>
                                          </p:stCondLst>
                                        </p:cTn>
                                        <p:tgtEl>
                                          <p:spTgt spid="808963">
                                            <p:txEl>
                                              <p:pRg st="5" end="5"/>
                                            </p:txEl>
                                          </p:spTgt>
                                        </p:tgtEl>
                                        <p:attrNameLst>
                                          <p:attrName>style.visibility</p:attrName>
                                        </p:attrNameLst>
                                      </p:cBhvr>
                                      <p:to>
                                        <p:strVal val="visible"/>
                                      </p:to>
                                    </p:set>
                                    <p:anim calcmode="lin" valueType="num">
                                      <p:cBhvr>
                                        <p:cTn id="38" dur="500" fill="hold"/>
                                        <p:tgtEl>
                                          <p:spTgt spid="808963">
                                            <p:txEl>
                                              <p:pRg st="5" end="5"/>
                                            </p:txEl>
                                          </p:spTgt>
                                        </p:tgtEl>
                                        <p:attrNameLst>
                                          <p:attrName>ppt_w</p:attrName>
                                        </p:attrNameLst>
                                      </p:cBhvr>
                                      <p:tavLst>
                                        <p:tav tm="0">
                                          <p:val>
                                            <p:fltVal val="0"/>
                                          </p:val>
                                        </p:tav>
                                        <p:tav tm="100000">
                                          <p:val>
                                            <p:strVal val="#ppt_w"/>
                                          </p:val>
                                        </p:tav>
                                      </p:tavLst>
                                    </p:anim>
                                    <p:anim calcmode="lin" valueType="num">
                                      <p:cBhvr>
                                        <p:cTn id="39" dur="500" fill="hold"/>
                                        <p:tgtEl>
                                          <p:spTgt spid="808963">
                                            <p:txEl>
                                              <p:pRg st="5" end="5"/>
                                            </p:txEl>
                                          </p:spTgt>
                                        </p:tgtEl>
                                        <p:attrNameLst>
                                          <p:attrName>ppt_h</p:attrName>
                                        </p:attrNameLst>
                                      </p:cBhvr>
                                      <p:tavLst>
                                        <p:tav tm="0">
                                          <p:val>
                                            <p:fltVal val="0"/>
                                          </p:val>
                                        </p:tav>
                                        <p:tav tm="100000">
                                          <p:val>
                                            <p:strVal val="#ppt_h"/>
                                          </p:val>
                                        </p:tav>
                                      </p:tavLst>
                                    </p:anim>
                                    <p:animEffect transition="in" filter="fade">
                                      <p:cBhvr>
                                        <p:cTn id="40" dur="500"/>
                                        <p:tgtEl>
                                          <p:spTgt spid="808963">
                                            <p:txEl>
                                              <p:pRg st="5" end="5"/>
                                            </p:txEl>
                                          </p:spTgt>
                                        </p:tgtEl>
                                      </p:cBhvr>
                                    </p:animEffect>
                                  </p:childTnLst>
                                </p:cTn>
                              </p:par>
                              <p:par>
                                <p:cTn id="41" presetID="53" presetClass="entr" presetSubtype="16" fill="hold" nodeType="withEffect">
                                  <p:stCondLst>
                                    <p:cond delay="0"/>
                                  </p:stCondLst>
                                  <p:childTnLst>
                                    <p:set>
                                      <p:cBhvr>
                                        <p:cTn id="42" dur="1" fill="hold">
                                          <p:stCondLst>
                                            <p:cond delay="0"/>
                                          </p:stCondLst>
                                        </p:cTn>
                                        <p:tgtEl>
                                          <p:spTgt spid="808963">
                                            <p:txEl>
                                              <p:pRg st="6" end="6"/>
                                            </p:txEl>
                                          </p:spTgt>
                                        </p:tgtEl>
                                        <p:attrNameLst>
                                          <p:attrName>style.visibility</p:attrName>
                                        </p:attrNameLst>
                                      </p:cBhvr>
                                      <p:to>
                                        <p:strVal val="visible"/>
                                      </p:to>
                                    </p:set>
                                    <p:anim calcmode="lin" valueType="num">
                                      <p:cBhvr>
                                        <p:cTn id="43" dur="500" fill="hold"/>
                                        <p:tgtEl>
                                          <p:spTgt spid="808963">
                                            <p:txEl>
                                              <p:pRg st="6" end="6"/>
                                            </p:txEl>
                                          </p:spTgt>
                                        </p:tgtEl>
                                        <p:attrNameLst>
                                          <p:attrName>ppt_w</p:attrName>
                                        </p:attrNameLst>
                                      </p:cBhvr>
                                      <p:tavLst>
                                        <p:tav tm="0">
                                          <p:val>
                                            <p:fltVal val="0"/>
                                          </p:val>
                                        </p:tav>
                                        <p:tav tm="100000">
                                          <p:val>
                                            <p:strVal val="#ppt_w"/>
                                          </p:val>
                                        </p:tav>
                                      </p:tavLst>
                                    </p:anim>
                                    <p:anim calcmode="lin" valueType="num">
                                      <p:cBhvr>
                                        <p:cTn id="44" dur="500" fill="hold"/>
                                        <p:tgtEl>
                                          <p:spTgt spid="808963">
                                            <p:txEl>
                                              <p:pRg st="6" end="6"/>
                                            </p:txEl>
                                          </p:spTgt>
                                        </p:tgtEl>
                                        <p:attrNameLst>
                                          <p:attrName>ppt_h</p:attrName>
                                        </p:attrNameLst>
                                      </p:cBhvr>
                                      <p:tavLst>
                                        <p:tav tm="0">
                                          <p:val>
                                            <p:fltVal val="0"/>
                                          </p:val>
                                        </p:tav>
                                        <p:tav tm="100000">
                                          <p:val>
                                            <p:strVal val="#ppt_h"/>
                                          </p:val>
                                        </p:tav>
                                      </p:tavLst>
                                    </p:anim>
                                    <p:animEffect transition="in" filter="fade">
                                      <p:cBhvr>
                                        <p:cTn id="45" dur="500"/>
                                        <p:tgtEl>
                                          <p:spTgt spid="808963">
                                            <p:txEl>
                                              <p:pRg st="6" end="6"/>
                                            </p:txEl>
                                          </p:spTgt>
                                        </p:tgtEl>
                                      </p:cBhvr>
                                    </p:animEffect>
                                  </p:childTnLst>
                                </p:cTn>
                              </p:par>
                              <p:par>
                                <p:cTn id="46" presetID="53" presetClass="entr" presetSubtype="16" fill="hold" nodeType="withEffect">
                                  <p:stCondLst>
                                    <p:cond delay="0"/>
                                  </p:stCondLst>
                                  <p:childTnLst>
                                    <p:set>
                                      <p:cBhvr>
                                        <p:cTn id="47" dur="1" fill="hold">
                                          <p:stCondLst>
                                            <p:cond delay="0"/>
                                          </p:stCondLst>
                                        </p:cTn>
                                        <p:tgtEl>
                                          <p:spTgt spid="808963">
                                            <p:txEl>
                                              <p:pRg st="7" end="7"/>
                                            </p:txEl>
                                          </p:spTgt>
                                        </p:tgtEl>
                                        <p:attrNameLst>
                                          <p:attrName>style.visibility</p:attrName>
                                        </p:attrNameLst>
                                      </p:cBhvr>
                                      <p:to>
                                        <p:strVal val="visible"/>
                                      </p:to>
                                    </p:set>
                                    <p:anim calcmode="lin" valueType="num">
                                      <p:cBhvr>
                                        <p:cTn id="48" dur="500" fill="hold"/>
                                        <p:tgtEl>
                                          <p:spTgt spid="808963">
                                            <p:txEl>
                                              <p:pRg st="7" end="7"/>
                                            </p:txEl>
                                          </p:spTgt>
                                        </p:tgtEl>
                                        <p:attrNameLst>
                                          <p:attrName>ppt_w</p:attrName>
                                        </p:attrNameLst>
                                      </p:cBhvr>
                                      <p:tavLst>
                                        <p:tav tm="0">
                                          <p:val>
                                            <p:fltVal val="0"/>
                                          </p:val>
                                        </p:tav>
                                        <p:tav tm="100000">
                                          <p:val>
                                            <p:strVal val="#ppt_w"/>
                                          </p:val>
                                        </p:tav>
                                      </p:tavLst>
                                    </p:anim>
                                    <p:anim calcmode="lin" valueType="num">
                                      <p:cBhvr>
                                        <p:cTn id="49" dur="500" fill="hold"/>
                                        <p:tgtEl>
                                          <p:spTgt spid="808963">
                                            <p:txEl>
                                              <p:pRg st="7" end="7"/>
                                            </p:txEl>
                                          </p:spTgt>
                                        </p:tgtEl>
                                        <p:attrNameLst>
                                          <p:attrName>ppt_h</p:attrName>
                                        </p:attrNameLst>
                                      </p:cBhvr>
                                      <p:tavLst>
                                        <p:tav tm="0">
                                          <p:val>
                                            <p:fltVal val="0"/>
                                          </p:val>
                                        </p:tav>
                                        <p:tav tm="100000">
                                          <p:val>
                                            <p:strVal val="#ppt_h"/>
                                          </p:val>
                                        </p:tav>
                                      </p:tavLst>
                                    </p:anim>
                                    <p:animEffect transition="in" filter="fade">
                                      <p:cBhvr>
                                        <p:cTn id="50" dur="500"/>
                                        <p:tgtEl>
                                          <p:spTgt spid="808963">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grpId="0" nodeType="clickEffect">
                                  <p:stCondLst>
                                    <p:cond delay="0"/>
                                  </p:stCondLst>
                                  <p:childTnLst>
                                    <p:set>
                                      <p:cBhvr>
                                        <p:cTn id="54" dur="1" fill="hold">
                                          <p:stCondLst>
                                            <p:cond delay="0"/>
                                          </p:stCondLst>
                                        </p:cTn>
                                        <p:tgtEl>
                                          <p:spTgt spid="808967"/>
                                        </p:tgtEl>
                                        <p:attrNameLst>
                                          <p:attrName>style.visibility</p:attrName>
                                        </p:attrNameLst>
                                      </p:cBhvr>
                                      <p:to>
                                        <p:strVal val="visible"/>
                                      </p:to>
                                    </p:set>
                                    <p:anim calcmode="lin" valueType="num">
                                      <p:cBhvr>
                                        <p:cTn id="55" dur="500" fill="hold"/>
                                        <p:tgtEl>
                                          <p:spTgt spid="808967"/>
                                        </p:tgtEl>
                                        <p:attrNameLst>
                                          <p:attrName>ppt_w</p:attrName>
                                        </p:attrNameLst>
                                      </p:cBhvr>
                                      <p:tavLst>
                                        <p:tav tm="0">
                                          <p:val>
                                            <p:fltVal val="0"/>
                                          </p:val>
                                        </p:tav>
                                        <p:tav tm="100000">
                                          <p:val>
                                            <p:strVal val="#ppt_w"/>
                                          </p:val>
                                        </p:tav>
                                      </p:tavLst>
                                    </p:anim>
                                    <p:anim calcmode="lin" valueType="num">
                                      <p:cBhvr>
                                        <p:cTn id="56" dur="500" fill="hold"/>
                                        <p:tgtEl>
                                          <p:spTgt spid="808967"/>
                                        </p:tgtEl>
                                        <p:attrNameLst>
                                          <p:attrName>ppt_h</p:attrName>
                                        </p:attrNameLst>
                                      </p:cBhvr>
                                      <p:tavLst>
                                        <p:tav tm="0">
                                          <p:val>
                                            <p:fltVal val="0"/>
                                          </p:val>
                                        </p:tav>
                                        <p:tav tm="100000">
                                          <p:val>
                                            <p:strVal val="#ppt_h"/>
                                          </p:val>
                                        </p:tav>
                                      </p:tavLst>
                                    </p:anim>
                                    <p:animEffect transition="in" filter="fade">
                                      <p:cBhvr>
                                        <p:cTn id="57" dur="500"/>
                                        <p:tgtEl>
                                          <p:spTgt spid="808967"/>
                                        </p:tgtEl>
                                      </p:cBhvr>
                                    </p:animEffect>
                                  </p:childTnLst>
                                </p:cTn>
                              </p:par>
                              <p:par>
                                <p:cTn id="58" presetID="53" presetClass="entr" presetSubtype="16" fill="hold" nodeType="withEffect">
                                  <p:stCondLst>
                                    <p:cond delay="0"/>
                                  </p:stCondLst>
                                  <p:childTnLst>
                                    <p:set>
                                      <p:cBhvr>
                                        <p:cTn id="59" dur="1" fill="hold">
                                          <p:stCondLst>
                                            <p:cond delay="0"/>
                                          </p:stCondLst>
                                        </p:cTn>
                                        <p:tgtEl>
                                          <p:spTgt spid="808971"/>
                                        </p:tgtEl>
                                        <p:attrNameLst>
                                          <p:attrName>style.visibility</p:attrName>
                                        </p:attrNameLst>
                                      </p:cBhvr>
                                      <p:to>
                                        <p:strVal val="visible"/>
                                      </p:to>
                                    </p:set>
                                    <p:anim calcmode="lin" valueType="num">
                                      <p:cBhvr>
                                        <p:cTn id="60" dur="500" fill="hold"/>
                                        <p:tgtEl>
                                          <p:spTgt spid="808971"/>
                                        </p:tgtEl>
                                        <p:attrNameLst>
                                          <p:attrName>ppt_w</p:attrName>
                                        </p:attrNameLst>
                                      </p:cBhvr>
                                      <p:tavLst>
                                        <p:tav tm="0">
                                          <p:val>
                                            <p:fltVal val="0"/>
                                          </p:val>
                                        </p:tav>
                                        <p:tav tm="100000">
                                          <p:val>
                                            <p:strVal val="#ppt_w"/>
                                          </p:val>
                                        </p:tav>
                                      </p:tavLst>
                                    </p:anim>
                                    <p:anim calcmode="lin" valueType="num">
                                      <p:cBhvr>
                                        <p:cTn id="61" dur="500" fill="hold"/>
                                        <p:tgtEl>
                                          <p:spTgt spid="808971"/>
                                        </p:tgtEl>
                                        <p:attrNameLst>
                                          <p:attrName>ppt_h</p:attrName>
                                        </p:attrNameLst>
                                      </p:cBhvr>
                                      <p:tavLst>
                                        <p:tav tm="0">
                                          <p:val>
                                            <p:fltVal val="0"/>
                                          </p:val>
                                        </p:tav>
                                        <p:tav tm="100000">
                                          <p:val>
                                            <p:strVal val="#ppt_h"/>
                                          </p:val>
                                        </p:tav>
                                      </p:tavLst>
                                    </p:anim>
                                    <p:animEffect transition="in" filter="fade">
                                      <p:cBhvr>
                                        <p:cTn id="62" dur="500"/>
                                        <p:tgtEl>
                                          <p:spTgt spid="808971"/>
                                        </p:tgtEl>
                                      </p:cBhvr>
                                    </p:animEffect>
                                  </p:childTnLst>
                                </p:cTn>
                              </p:par>
                            </p:childTnLst>
                          </p:cTn>
                        </p:par>
                      </p:childTnLst>
                    </p:cTn>
                  </p:par>
                  <p:par>
                    <p:cTn id="63" fill="hold">
                      <p:stCondLst>
                        <p:cond delay="indefinite"/>
                      </p:stCondLst>
                      <p:childTnLst>
                        <p:par>
                          <p:cTn id="64" fill="hold">
                            <p:stCondLst>
                              <p:cond delay="0"/>
                            </p:stCondLst>
                            <p:childTnLst>
                              <p:par>
                                <p:cTn id="65" presetID="53" presetClass="entr" presetSubtype="16" fill="hold" grpId="0" nodeType="clickEffect">
                                  <p:stCondLst>
                                    <p:cond delay="0"/>
                                  </p:stCondLst>
                                  <p:childTnLst>
                                    <p:set>
                                      <p:cBhvr>
                                        <p:cTn id="66" dur="1" fill="hold">
                                          <p:stCondLst>
                                            <p:cond delay="0"/>
                                          </p:stCondLst>
                                        </p:cTn>
                                        <p:tgtEl>
                                          <p:spTgt spid="808968"/>
                                        </p:tgtEl>
                                        <p:attrNameLst>
                                          <p:attrName>style.visibility</p:attrName>
                                        </p:attrNameLst>
                                      </p:cBhvr>
                                      <p:to>
                                        <p:strVal val="visible"/>
                                      </p:to>
                                    </p:set>
                                    <p:anim calcmode="lin" valueType="num">
                                      <p:cBhvr>
                                        <p:cTn id="67" dur="500" fill="hold"/>
                                        <p:tgtEl>
                                          <p:spTgt spid="808968"/>
                                        </p:tgtEl>
                                        <p:attrNameLst>
                                          <p:attrName>ppt_w</p:attrName>
                                        </p:attrNameLst>
                                      </p:cBhvr>
                                      <p:tavLst>
                                        <p:tav tm="0">
                                          <p:val>
                                            <p:fltVal val="0"/>
                                          </p:val>
                                        </p:tav>
                                        <p:tav tm="100000">
                                          <p:val>
                                            <p:strVal val="#ppt_w"/>
                                          </p:val>
                                        </p:tav>
                                      </p:tavLst>
                                    </p:anim>
                                    <p:anim calcmode="lin" valueType="num">
                                      <p:cBhvr>
                                        <p:cTn id="68" dur="500" fill="hold"/>
                                        <p:tgtEl>
                                          <p:spTgt spid="808968"/>
                                        </p:tgtEl>
                                        <p:attrNameLst>
                                          <p:attrName>ppt_h</p:attrName>
                                        </p:attrNameLst>
                                      </p:cBhvr>
                                      <p:tavLst>
                                        <p:tav tm="0">
                                          <p:val>
                                            <p:fltVal val="0"/>
                                          </p:val>
                                        </p:tav>
                                        <p:tav tm="100000">
                                          <p:val>
                                            <p:strVal val="#ppt_h"/>
                                          </p:val>
                                        </p:tav>
                                      </p:tavLst>
                                    </p:anim>
                                    <p:animEffect transition="in" filter="fade">
                                      <p:cBhvr>
                                        <p:cTn id="69" dur="500"/>
                                        <p:tgtEl>
                                          <p:spTgt spid="808968"/>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808969"/>
                                        </p:tgtEl>
                                        <p:attrNameLst>
                                          <p:attrName>style.visibility</p:attrName>
                                        </p:attrNameLst>
                                      </p:cBhvr>
                                      <p:to>
                                        <p:strVal val="visible"/>
                                      </p:to>
                                    </p:set>
                                    <p:anim calcmode="lin" valueType="num">
                                      <p:cBhvr>
                                        <p:cTn id="72" dur="500" fill="hold"/>
                                        <p:tgtEl>
                                          <p:spTgt spid="808969"/>
                                        </p:tgtEl>
                                        <p:attrNameLst>
                                          <p:attrName>ppt_w</p:attrName>
                                        </p:attrNameLst>
                                      </p:cBhvr>
                                      <p:tavLst>
                                        <p:tav tm="0">
                                          <p:val>
                                            <p:fltVal val="0"/>
                                          </p:val>
                                        </p:tav>
                                        <p:tav tm="100000">
                                          <p:val>
                                            <p:strVal val="#ppt_w"/>
                                          </p:val>
                                        </p:tav>
                                      </p:tavLst>
                                    </p:anim>
                                    <p:anim calcmode="lin" valueType="num">
                                      <p:cBhvr>
                                        <p:cTn id="73" dur="500" fill="hold"/>
                                        <p:tgtEl>
                                          <p:spTgt spid="808969"/>
                                        </p:tgtEl>
                                        <p:attrNameLst>
                                          <p:attrName>ppt_h</p:attrName>
                                        </p:attrNameLst>
                                      </p:cBhvr>
                                      <p:tavLst>
                                        <p:tav tm="0">
                                          <p:val>
                                            <p:fltVal val="0"/>
                                          </p:val>
                                        </p:tav>
                                        <p:tav tm="100000">
                                          <p:val>
                                            <p:strVal val="#ppt_h"/>
                                          </p:val>
                                        </p:tav>
                                      </p:tavLst>
                                    </p:anim>
                                    <p:animEffect transition="in" filter="fade">
                                      <p:cBhvr>
                                        <p:cTn id="74" dur="500"/>
                                        <p:tgtEl>
                                          <p:spTgt spid="808969"/>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grpId="0" nodeType="clickEffect">
                                  <p:stCondLst>
                                    <p:cond delay="0"/>
                                  </p:stCondLst>
                                  <p:childTnLst>
                                    <p:set>
                                      <p:cBhvr>
                                        <p:cTn id="78" dur="1" fill="hold">
                                          <p:stCondLst>
                                            <p:cond delay="0"/>
                                          </p:stCondLst>
                                        </p:cTn>
                                        <p:tgtEl>
                                          <p:spTgt spid="808965"/>
                                        </p:tgtEl>
                                        <p:attrNameLst>
                                          <p:attrName>style.visibility</p:attrName>
                                        </p:attrNameLst>
                                      </p:cBhvr>
                                      <p:to>
                                        <p:strVal val="visible"/>
                                      </p:to>
                                    </p:set>
                                    <p:anim calcmode="lin" valueType="num">
                                      <p:cBhvr>
                                        <p:cTn id="79" dur="500" fill="hold"/>
                                        <p:tgtEl>
                                          <p:spTgt spid="808965"/>
                                        </p:tgtEl>
                                        <p:attrNameLst>
                                          <p:attrName>ppt_w</p:attrName>
                                        </p:attrNameLst>
                                      </p:cBhvr>
                                      <p:tavLst>
                                        <p:tav tm="0">
                                          <p:val>
                                            <p:fltVal val="0"/>
                                          </p:val>
                                        </p:tav>
                                        <p:tav tm="100000">
                                          <p:val>
                                            <p:strVal val="#ppt_w"/>
                                          </p:val>
                                        </p:tav>
                                      </p:tavLst>
                                    </p:anim>
                                    <p:anim calcmode="lin" valueType="num">
                                      <p:cBhvr>
                                        <p:cTn id="80" dur="500" fill="hold"/>
                                        <p:tgtEl>
                                          <p:spTgt spid="808965"/>
                                        </p:tgtEl>
                                        <p:attrNameLst>
                                          <p:attrName>ppt_h</p:attrName>
                                        </p:attrNameLst>
                                      </p:cBhvr>
                                      <p:tavLst>
                                        <p:tav tm="0">
                                          <p:val>
                                            <p:fltVal val="0"/>
                                          </p:val>
                                        </p:tav>
                                        <p:tav tm="100000">
                                          <p:val>
                                            <p:strVal val="#ppt_h"/>
                                          </p:val>
                                        </p:tav>
                                      </p:tavLst>
                                    </p:anim>
                                    <p:animEffect transition="in" filter="fade">
                                      <p:cBhvr>
                                        <p:cTn id="81" dur="500"/>
                                        <p:tgtEl>
                                          <p:spTgt spid="808965"/>
                                        </p:tgtEl>
                                      </p:cBhvr>
                                    </p:animEffect>
                                  </p:childTnLst>
                                </p:cTn>
                              </p:par>
                              <p:par>
                                <p:cTn id="82" presetID="53" presetClass="entr" presetSubtype="16" fill="hold" nodeType="withEffect">
                                  <p:stCondLst>
                                    <p:cond delay="0"/>
                                  </p:stCondLst>
                                  <p:childTnLst>
                                    <p:set>
                                      <p:cBhvr>
                                        <p:cTn id="83" dur="1" fill="hold">
                                          <p:stCondLst>
                                            <p:cond delay="0"/>
                                          </p:stCondLst>
                                        </p:cTn>
                                        <p:tgtEl>
                                          <p:spTgt spid="808970"/>
                                        </p:tgtEl>
                                        <p:attrNameLst>
                                          <p:attrName>style.visibility</p:attrName>
                                        </p:attrNameLst>
                                      </p:cBhvr>
                                      <p:to>
                                        <p:strVal val="visible"/>
                                      </p:to>
                                    </p:set>
                                    <p:anim calcmode="lin" valueType="num">
                                      <p:cBhvr>
                                        <p:cTn id="84" dur="500" fill="hold"/>
                                        <p:tgtEl>
                                          <p:spTgt spid="808970"/>
                                        </p:tgtEl>
                                        <p:attrNameLst>
                                          <p:attrName>ppt_w</p:attrName>
                                        </p:attrNameLst>
                                      </p:cBhvr>
                                      <p:tavLst>
                                        <p:tav tm="0">
                                          <p:val>
                                            <p:fltVal val="0"/>
                                          </p:val>
                                        </p:tav>
                                        <p:tav tm="100000">
                                          <p:val>
                                            <p:strVal val="#ppt_w"/>
                                          </p:val>
                                        </p:tav>
                                      </p:tavLst>
                                    </p:anim>
                                    <p:anim calcmode="lin" valueType="num">
                                      <p:cBhvr>
                                        <p:cTn id="85" dur="500" fill="hold"/>
                                        <p:tgtEl>
                                          <p:spTgt spid="808970"/>
                                        </p:tgtEl>
                                        <p:attrNameLst>
                                          <p:attrName>ppt_h</p:attrName>
                                        </p:attrNameLst>
                                      </p:cBhvr>
                                      <p:tavLst>
                                        <p:tav tm="0">
                                          <p:val>
                                            <p:fltVal val="0"/>
                                          </p:val>
                                        </p:tav>
                                        <p:tav tm="100000">
                                          <p:val>
                                            <p:strVal val="#ppt_h"/>
                                          </p:val>
                                        </p:tav>
                                      </p:tavLst>
                                    </p:anim>
                                    <p:animEffect transition="in" filter="fade">
                                      <p:cBhvr>
                                        <p:cTn id="86" dur="500"/>
                                        <p:tgtEl>
                                          <p:spTgt spid="808970"/>
                                        </p:tgtEl>
                                      </p:cBhvr>
                                    </p:animEffect>
                                  </p:childTnLst>
                                </p:cTn>
                              </p:par>
                            </p:childTnLst>
                          </p:cTn>
                        </p:par>
                      </p:childTnLst>
                    </p:cTn>
                  </p:par>
                  <p:par>
                    <p:cTn id="87" fill="hold">
                      <p:stCondLst>
                        <p:cond delay="indefinite"/>
                      </p:stCondLst>
                      <p:childTnLst>
                        <p:par>
                          <p:cTn id="88" fill="hold">
                            <p:stCondLst>
                              <p:cond delay="0"/>
                            </p:stCondLst>
                            <p:childTnLst>
                              <p:par>
                                <p:cTn id="89" presetID="53" presetClass="entr" presetSubtype="16" fill="hold" grpId="0" nodeType="clickEffect">
                                  <p:stCondLst>
                                    <p:cond delay="0"/>
                                  </p:stCondLst>
                                  <p:childTnLst>
                                    <p:set>
                                      <p:cBhvr>
                                        <p:cTn id="90" dur="1" fill="hold">
                                          <p:stCondLst>
                                            <p:cond delay="0"/>
                                          </p:stCondLst>
                                        </p:cTn>
                                        <p:tgtEl>
                                          <p:spTgt spid="2"/>
                                        </p:tgtEl>
                                        <p:attrNameLst>
                                          <p:attrName>style.visibility</p:attrName>
                                        </p:attrNameLst>
                                      </p:cBhvr>
                                      <p:to>
                                        <p:strVal val="visible"/>
                                      </p:to>
                                    </p:set>
                                    <p:anim calcmode="lin" valueType="num">
                                      <p:cBhvr>
                                        <p:cTn id="91" dur="500" fill="hold"/>
                                        <p:tgtEl>
                                          <p:spTgt spid="2"/>
                                        </p:tgtEl>
                                        <p:attrNameLst>
                                          <p:attrName>ppt_w</p:attrName>
                                        </p:attrNameLst>
                                      </p:cBhvr>
                                      <p:tavLst>
                                        <p:tav tm="0">
                                          <p:val>
                                            <p:fltVal val="0"/>
                                          </p:val>
                                        </p:tav>
                                        <p:tav tm="100000">
                                          <p:val>
                                            <p:strVal val="#ppt_w"/>
                                          </p:val>
                                        </p:tav>
                                      </p:tavLst>
                                    </p:anim>
                                    <p:anim calcmode="lin" valueType="num">
                                      <p:cBhvr>
                                        <p:cTn id="92" dur="500" fill="hold"/>
                                        <p:tgtEl>
                                          <p:spTgt spid="2"/>
                                        </p:tgtEl>
                                        <p:attrNameLst>
                                          <p:attrName>ppt_h</p:attrName>
                                        </p:attrNameLst>
                                      </p:cBhvr>
                                      <p:tavLst>
                                        <p:tav tm="0">
                                          <p:val>
                                            <p:fltVal val="0"/>
                                          </p:val>
                                        </p:tav>
                                        <p:tav tm="100000">
                                          <p:val>
                                            <p:strVal val="#ppt_h"/>
                                          </p:val>
                                        </p:tav>
                                      </p:tavLst>
                                    </p:anim>
                                    <p:animEffect transition="in" filter="fade">
                                      <p:cBhvr>
                                        <p:cTn id="9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65" grpId="0"/>
      <p:bldP spid="808967" grpId="0"/>
      <p:bldP spid="808968" grpId="0"/>
      <p:bldP spid="808969" grpId="0" bldLvl="0" animBg="1"/>
      <p:bldP spid="2"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a:xfrm>
            <a:off x="755650" y="268288"/>
            <a:ext cx="7931150" cy="358775"/>
          </a:xfrm>
        </p:spPr>
        <p:txBody>
          <a:bodyPr vert="horz" wrap="square" lIns="92075" tIns="46038" rIns="92075" bIns="46038" anchor="ctr" anchorCtr="0"/>
          <a:lstStyle/>
          <a:p>
            <a:pPr eaLnBrk="1" hangingPunct="1">
              <a:buNone/>
            </a:pPr>
            <a:r>
              <a:rPr lang="en-US" altLang="zh-CN" sz="3000" i="1" kern="1200" dirty="0">
                <a:solidFill>
                  <a:schemeClr val="tx1"/>
                </a:solidFill>
                <a:latin typeface="Times New Roman" panose="02020603050405020304" pitchFamily="18" charset="0"/>
                <a:ea typeface="微软雅黑" panose="020B0503020204020204" pitchFamily="34" charset="-122"/>
                <a:cs typeface="+mj-cs"/>
              </a:rPr>
              <a:t>LR </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分析器（自动机）的总体结构</a:t>
            </a:r>
          </a:p>
        </p:txBody>
      </p:sp>
      <p:sp>
        <p:nvSpPr>
          <p:cNvPr id="43011" name="Rectangle 3"/>
          <p:cNvSpPr>
            <a:spLocks noChangeArrowheads="1"/>
          </p:cNvSpPr>
          <p:nvPr/>
        </p:nvSpPr>
        <p:spPr bwMode="auto">
          <a:xfrm>
            <a:off x="2857500" y="1143000"/>
            <a:ext cx="3786188" cy="642938"/>
          </a:xfrm>
          <a:prstGeom prst="rect">
            <a:avLst/>
          </a:prstGeom>
          <a:solidFill>
            <a:schemeClr val="accent2">
              <a:lumMod val="40000"/>
              <a:lumOff val="60000"/>
            </a:schemeClr>
          </a:solidFill>
          <a:ln w="12700">
            <a:solidFill>
              <a:schemeClr val="tx1"/>
            </a:solidFill>
            <a:miter lim="800000"/>
          </a:ln>
        </p:spPr>
        <p:txBody>
          <a:bodyPr wrap="none"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a:t>
            </a:r>
            <a:r>
              <a:rPr kumimoji="1" lang="en-US" altLang="zh-CN" sz="4000" b="1" i="1"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1</a:t>
            </a:r>
            <a:r>
              <a:rPr kumimoji="1" lang="en-US" altLang="zh-CN" sz="32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3200" b="1"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a</a:t>
            </a:r>
            <a:r>
              <a:rPr kumimoji="1" lang="en-US" altLang="zh-CN" sz="4000" b="1" i="1" u="none" strike="noStrike" kern="1200" cap="none" spc="0" normalizeH="0" baseline="-2500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32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   a</a:t>
            </a:r>
            <a:r>
              <a:rPr kumimoji="1" lang="en-US" altLang="zh-CN" sz="4000" b="1" i="1"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n</a:t>
            </a:r>
            <a:r>
              <a:rPr kumimoji="1" lang="en-US" altLang="zh-CN" sz="32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3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p>
        </p:txBody>
      </p:sp>
      <p:sp>
        <p:nvSpPr>
          <p:cNvPr id="43012" name="Rectangle 4"/>
          <p:cNvSpPr>
            <a:spLocks noChangeArrowheads="1"/>
          </p:cNvSpPr>
          <p:nvPr/>
        </p:nvSpPr>
        <p:spPr bwMode="auto">
          <a:xfrm>
            <a:off x="3359150" y="2352675"/>
            <a:ext cx="2797175" cy="1076325"/>
          </a:xfrm>
          <a:prstGeom prst="rect">
            <a:avLst/>
          </a:prstGeom>
          <a:solidFill>
            <a:schemeClr val="accent2">
              <a:lumMod val="40000"/>
              <a:lumOff val="60000"/>
            </a:schemeClr>
          </a:solidFill>
          <a:ln w="12700">
            <a:solidFill>
              <a:schemeClr val="tx1"/>
            </a:solidFill>
            <a:miter lim="800000"/>
          </a:ln>
        </p:spPr>
        <p:txBody>
          <a:bodyPr wrap="none" lIns="0" tIns="46038" rIns="92075" bIns="46038"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LR</a:t>
            </a:r>
            <a:r>
              <a:rPr kumimoji="1" lang="zh-CN" altLang="en-US" sz="32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主控程序</a:t>
            </a:r>
          </a:p>
        </p:txBody>
      </p:sp>
      <p:sp>
        <p:nvSpPr>
          <p:cNvPr id="43013" name="Rectangle 5"/>
          <p:cNvSpPr>
            <a:spLocks noChangeArrowheads="1"/>
          </p:cNvSpPr>
          <p:nvPr/>
        </p:nvSpPr>
        <p:spPr bwMode="auto">
          <a:xfrm>
            <a:off x="2844800" y="4208463"/>
            <a:ext cx="1943100" cy="676275"/>
          </a:xfrm>
          <a:prstGeom prst="rect">
            <a:avLst/>
          </a:prstGeom>
          <a:solidFill>
            <a:schemeClr val="accent2">
              <a:lumMod val="40000"/>
              <a:lumOff val="60000"/>
            </a:schemeClr>
          </a:solidFill>
          <a:ln w="12700">
            <a:solidFill>
              <a:schemeClr val="tx1"/>
            </a:solidFill>
            <a:miter lim="800000"/>
          </a:ln>
        </p:spPr>
        <p:txBody>
          <a:bodyPr wrap="none" lIns="92075" tIns="46038" rIns="92075" bIns="46038"/>
          <a:lstStyle/>
          <a:p>
            <a:pPr marL="0" marR="0" lvl="0" indent="0" algn="ctr" defTabSz="914400" rtl="0" eaLnBrk="0" fontAlgn="base" latinLnBrk="0" hangingPunct="0">
              <a:lnSpc>
                <a:spcPts val="25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rPr>
              <a:t>动作表</a:t>
            </a:r>
          </a:p>
          <a:p>
            <a:pPr marL="0" marR="0" lvl="0" indent="0" algn="ctr" defTabSz="914400" rtl="0" eaLnBrk="0" fontAlgn="base" latinLnBrk="0" hangingPunct="0">
              <a:lnSpc>
                <a:spcPts val="2500"/>
              </a:lnSpc>
              <a:spcBef>
                <a:spcPct val="0"/>
              </a:spcBef>
              <a:spcAft>
                <a:spcPct val="0"/>
              </a:spcAft>
              <a:buClrTx/>
              <a:buSzTx/>
              <a:buFontTx/>
              <a:buNone/>
              <a:defRPr/>
            </a:pPr>
            <a:r>
              <a:rPr kumimoji="1" lang="en-US" altLang="zh-CN" sz="25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ACTION</a:t>
            </a:r>
          </a:p>
        </p:txBody>
      </p:sp>
      <p:sp>
        <p:nvSpPr>
          <p:cNvPr id="43014" name="Rectangle 6"/>
          <p:cNvSpPr>
            <a:spLocks noChangeArrowheads="1"/>
          </p:cNvSpPr>
          <p:nvPr/>
        </p:nvSpPr>
        <p:spPr bwMode="auto">
          <a:xfrm>
            <a:off x="4805363" y="4208463"/>
            <a:ext cx="1927225" cy="676275"/>
          </a:xfrm>
          <a:prstGeom prst="rect">
            <a:avLst/>
          </a:prstGeom>
          <a:solidFill>
            <a:schemeClr val="accent2">
              <a:lumMod val="40000"/>
              <a:lumOff val="60000"/>
            </a:schemeClr>
          </a:solidFill>
          <a:ln w="12700">
            <a:solidFill>
              <a:schemeClr val="tx1"/>
            </a:solidFill>
            <a:miter lim="800000"/>
          </a:ln>
        </p:spPr>
        <p:txBody>
          <a:bodyPr wrap="none" lIns="92075" tIns="46038" rIns="92075" bIns="46038"/>
          <a:lstStyle/>
          <a:p>
            <a:pPr marL="0" marR="0" lvl="0" indent="0" algn="ctr" defTabSz="914400" rtl="0" eaLnBrk="0" fontAlgn="base" latinLnBrk="0" hangingPunct="0">
              <a:lnSpc>
                <a:spcPts val="25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rPr>
              <a:t>转移表</a:t>
            </a:r>
          </a:p>
          <a:p>
            <a:pPr marL="0" marR="0" lvl="0" indent="0" algn="ctr" defTabSz="914400" rtl="0" eaLnBrk="0" fontAlgn="base" latinLnBrk="0" hangingPunct="0">
              <a:lnSpc>
                <a:spcPts val="2500"/>
              </a:lnSpc>
              <a:spcBef>
                <a:spcPct val="0"/>
              </a:spcBef>
              <a:spcAft>
                <a:spcPct val="0"/>
              </a:spcAft>
              <a:buClrTx/>
              <a:buSzTx/>
              <a:buFontTx/>
              <a:buNone/>
              <a:defRPr/>
            </a:pPr>
            <a:r>
              <a:rPr kumimoji="1" lang="en-US" altLang="zh-CN" sz="25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GOTO</a:t>
            </a:r>
          </a:p>
        </p:txBody>
      </p:sp>
      <p:sp>
        <p:nvSpPr>
          <p:cNvPr id="34823" name="Rectangle 7"/>
          <p:cNvSpPr/>
          <p:nvPr/>
        </p:nvSpPr>
        <p:spPr>
          <a:xfrm>
            <a:off x="7092950" y="2476500"/>
            <a:ext cx="1979613" cy="523875"/>
          </a:xfrm>
          <a:prstGeom prst="rect">
            <a:avLst/>
          </a:prstGeom>
          <a:noFill/>
          <a:ln w="9525">
            <a:noFill/>
          </a:ln>
        </p:spPr>
        <p:txBody>
          <a:bodyPr lIns="92075" tIns="46038" rIns="92075" bIns="46038">
            <a:spAutoFit/>
          </a:bodyPr>
          <a:lstStyle/>
          <a:p>
            <a:pPr algn="ctr"/>
            <a:r>
              <a:rPr lang="zh-CN" altLang="en-US" sz="2800" b="1" dirty="0">
                <a:latin typeface="华文楷体" panose="02010600040101010101" pitchFamily="2" charset="-122"/>
                <a:ea typeface="华文楷体" panose="02010600040101010101" pitchFamily="2" charset="-122"/>
              </a:rPr>
              <a:t>产生式序列</a:t>
            </a:r>
          </a:p>
        </p:txBody>
      </p:sp>
      <p:sp>
        <p:nvSpPr>
          <p:cNvPr id="34824" name="Rectangle 8"/>
          <p:cNvSpPr/>
          <p:nvPr/>
        </p:nvSpPr>
        <p:spPr>
          <a:xfrm>
            <a:off x="284163" y="1733550"/>
            <a:ext cx="2127250" cy="477838"/>
          </a:xfrm>
          <a:prstGeom prst="rect">
            <a:avLst/>
          </a:prstGeom>
          <a:noFill/>
          <a:ln w="9525">
            <a:noFill/>
          </a:ln>
        </p:spPr>
        <p:txBody>
          <a:bodyPr lIns="92075" tIns="46038" rIns="92075" bIns="46038">
            <a:spAutoFit/>
          </a:bodyPr>
          <a:lstStyle/>
          <a:p>
            <a:r>
              <a:rPr lang="zh-CN" altLang="en-US" sz="2500" b="1" dirty="0">
                <a:latin typeface="华文楷体" panose="02010600040101010101" pitchFamily="2" charset="-122"/>
                <a:ea typeface="华文楷体" panose="02010600040101010101" pitchFamily="2" charset="-122"/>
              </a:rPr>
              <a:t>状态/符号栈</a:t>
            </a:r>
          </a:p>
        </p:txBody>
      </p:sp>
      <p:sp>
        <p:nvSpPr>
          <p:cNvPr id="34825" name="Rectangle 9"/>
          <p:cNvSpPr/>
          <p:nvPr/>
        </p:nvSpPr>
        <p:spPr>
          <a:xfrm>
            <a:off x="3643313" y="642938"/>
            <a:ext cx="2216150" cy="523875"/>
          </a:xfrm>
          <a:prstGeom prst="rect">
            <a:avLst/>
          </a:prstGeom>
          <a:noFill/>
          <a:ln w="9525">
            <a:noFill/>
          </a:ln>
        </p:spPr>
        <p:txBody>
          <a:bodyPr lIns="92075" tIns="46038" rIns="92075" bIns="46038">
            <a:spAutoFit/>
          </a:bodyPr>
          <a:lstStyle/>
          <a:p>
            <a:r>
              <a:rPr lang="zh-CN" altLang="en-US" sz="2800" b="1" dirty="0">
                <a:latin typeface="华文楷体 (正文)"/>
                <a:ea typeface="楷体" panose="02010609060101010101" pitchFamily="49" charset="-122"/>
              </a:rPr>
              <a:t>输入缓冲区</a:t>
            </a:r>
          </a:p>
        </p:txBody>
      </p:sp>
      <p:sp>
        <p:nvSpPr>
          <p:cNvPr id="34826" name="Rectangle 11"/>
          <p:cNvSpPr/>
          <p:nvPr/>
        </p:nvSpPr>
        <p:spPr>
          <a:xfrm>
            <a:off x="2643188" y="4071938"/>
            <a:ext cx="4286250" cy="928687"/>
          </a:xfrm>
          <a:prstGeom prst="rect">
            <a:avLst/>
          </a:prstGeom>
          <a:noFill/>
          <a:ln w="12700" cap="flat" cmpd="sng">
            <a:solidFill>
              <a:schemeClr val="tx1"/>
            </a:solidFill>
            <a:prstDash val="solid"/>
            <a:miter/>
            <a:headEnd type="none" w="med" len="med"/>
            <a:tailEnd type="none" w="med" len="med"/>
          </a:ln>
        </p:spPr>
        <p:txBody>
          <a:bodyPr wrap="none" anchor="ctr" anchorCtr="0"/>
          <a:lstStyle/>
          <a:p>
            <a:pPr eaLnBrk="1" hangingPunct="1"/>
            <a:endParaRPr lang="zh-CN" altLang="en-US" dirty="0">
              <a:latin typeface="Tahoma" panose="020B0604030504040204" pitchFamily="34" charset="0"/>
            </a:endParaRPr>
          </a:p>
        </p:txBody>
      </p:sp>
      <p:sp>
        <p:nvSpPr>
          <p:cNvPr id="34827" name="Rectangle 12"/>
          <p:cNvSpPr/>
          <p:nvPr/>
        </p:nvSpPr>
        <p:spPr>
          <a:xfrm>
            <a:off x="7072313" y="4262438"/>
            <a:ext cx="1492250" cy="523875"/>
          </a:xfrm>
          <a:prstGeom prst="rect">
            <a:avLst/>
          </a:prstGeom>
          <a:noFill/>
          <a:ln w="9525">
            <a:noFill/>
          </a:ln>
        </p:spPr>
        <p:txBody>
          <a:bodyPr lIns="0" tIns="46038" rIns="92075" bIns="46038">
            <a:spAutoFit/>
          </a:bodyPr>
          <a:lstStyle/>
          <a:p>
            <a:r>
              <a:rPr lang="zh-CN" altLang="en-US" sz="2800" b="1" dirty="0">
                <a:latin typeface="楷体" panose="02010609060101010101" pitchFamily="49" charset="-122"/>
                <a:ea typeface="楷体" panose="02010609060101010101" pitchFamily="49" charset="-122"/>
              </a:rPr>
              <a:t>分析表</a:t>
            </a:r>
          </a:p>
        </p:txBody>
      </p:sp>
      <p:sp>
        <p:nvSpPr>
          <p:cNvPr id="43020" name="Rectangle 13"/>
          <p:cNvSpPr>
            <a:spLocks noChangeArrowheads="1"/>
          </p:cNvSpPr>
          <p:nvPr/>
        </p:nvSpPr>
        <p:spPr bwMode="auto">
          <a:xfrm>
            <a:off x="152400" y="2171700"/>
            <a:ext cx="977900" cy="2676525"/>
          </a:xfrm>
          <a:prstGeom prst="rect">
            <a:avLst/>
          </a:prstGeom>
          <a:solidFill>
            <a:schemeClr val="accent2">
              <a:lumMod val="40000"/>
              <a:lumOff val="60000"/>
            </a:schemeClr>
          </a:solidFill>
          <a:ln w="12700">
            <a:solidFill>
              <a:schemeClr val="tx1"/>
            </a:solidFill>
            <a:miter lim="800000"/>
          </a:ln>
        </p:spPr>
        <p:txBody>
          <a:bodyPr wrap="none" lIns="92075" tIns="46038" rIns="92075" bIns="46038" anchor="ctr"/>
          <a:lstStyle/>
          <a:p>
            <a:pPr marL="0" marR="0" lvl="0" indent="0" algn="ctr" defTabSz="914400" rtl="0" eaLnBrk="0" fontAlgn="base" latinLnBrk="0" hangingPunct="0">
              <a:lnSpc>
                <a:spcPct val="90000"/>
              </a:lnSpc>
              <a:spcBef>
                <a:spcPct val="0"/>
              </a:spcBef>
              <a:spcAft>
                <a:spcPct val="0"/>
              </a:spcAft>
              <a:buClrTx/>
              <a:buSzTx/>
              <a:buFontTx/>
              <a:buNone/>
              <a:defRPr/>
            </a:pPr>
            <a:r>
              <a:rPr kumimoji="1" lang="en-US" altLang="zh-CN" sz="2400" b="1"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S</a:t>
            </a:r>
            <a:r>
              <a:rPr kumimoji="1" lang="en-US" altLang="zh-CN" sz="3200" b="1" i="1" u="none" strike="noStrike" kern="1200" cap="none" spc="0" normalizeH="0" baseline="-2500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m</a:t>
            </a:r>
            <a:endParaRPr kumimoji="1"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0" fontAlgn="base" latinLnBrk="0" hangingPunct="0">
              <a:lnSpc>
                <a:spcPct val="90000"/>
              </a:lnSpc>
              <a:spcBef>
                <a:spcPct val="0"/>
              </a:spcBef>
              <a:spcAft>
                <a:spcPct val="0"/>
              </a:spcAft>
              <a:buClrTx/>
              <a:buSzTx/>
              <a:buFontTx/>
              <a:buNone/>
              <a:defRPr/>
            </a:pPr>
            <a:r>
              <a:rPr kumimoji="1"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S</a:t>
            </a:r>
            <a:r>
              <a:rPr kumimoji="1" lang="en-US" altLang="zh-CN" sz="3200" b="1" i="1"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m</a:t>
            </a:r>
            <a:r>
              <a:rPr kumimoji="1" lang="en-US" altLang="zh-CN" sz="3200" b="1" i="0"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-1</a:t>
            </a:r>
            <a:endParaRPr kumimoji="1"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0" fontAlgn="base" latinLnBrk="0" hangingPunct="0">
              <a:lnSpc>
                <a:spcPct val="90000"/>
              </a:lnSpc>
              <a:spcBef>
                <a:spcPct val="0"/>
              </a:spcBef>
              <a:spcAft>
                <a:spcPct val="0"/>
              </a:spcAft>
              <a:buClrTx/>
              <a:buSzTx/>
              <a:buFontTx/>
              <a:buNone/>
              <a:defRPr/>
            </a:pPr>
            <a:r>
              <a:rPr kumimoji="1"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ctr" defTabSz="914400" rtl="0" eaLnBrk="0" fontAlgn="base" latinLnBrk="0" hangingPunct="0">
              <a:lnSpc>
                <a:spcPct val="90000"/>
              </a:lnSpc>
              <a:spcBef>
                <a:spcPct val="0"/>
              </a:spcBef>
              <a:spcAft>
                <a:spcPct val="0"/>
              </a:spcAft>
              <a:buClrTx/>
              <a:buSzTx/>
              <a:buFontTx/>
              <a:buNone/>
              <a:defRPr/>
            </a:pPr>
            <a:r>
              <a:rPr kumimoji="1"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ctr" defTabSz="914400" rtl="0" eaLnBrk="0" fontAlgn="base" latinLnBrk="0" hangingPunct="0">
              <a:lnSpc>
                <a:spcPct val="90000"/>
              </a:lnSpc>
              <a:spcBef>
                <a:spcPct val="0"/>
              </a:spcBef>
              <a:spcAft>
                <a:spcPct val="0"/>
              </a:spcAft>
              <a:buClrTx/>
              <a:buSzTx/>
              <a:buFontTx/>
              <a:buNone/>
              <a:defRPr/>
            </a:pPr>
            <a:r>
              <a:rPr kumimoji="1"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ctr" defTabSz="914400" rtl="0" eaLnBrk="0" fontAlgn="base" latinLnBrk="0" hangingPunct="0">
              <a:lnSpc>
                <a:spcPct val="90000"/>
              </a:lnSpc>
              <a:spcBef>
                <a:spcPct val="0"/>
              </a:spcBef>
              <a:spcAft>
                <a:spcPct val="0"/>
              </a:spcAft>
              <a:buClrTx/>
              <a:buSzTx/>
              <a:buFontTx/>
              <a:buNone/>
              <a:defRPr/>
            </a:pPr>
            <a:r>
              <a:rPr kumimoji="1"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S</a:t>
            </a:r>
            <a:r>
              <a:rPr kumimoji="1" lang="en-US" altLang="zh-CN" sz="2400" b="1" i="0"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1</a:t>
            </a:r>
            <a:endParaRPr kumimoji="1"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0" fontAlgn="base" latinLnBrk="0" hangingPunct="0">
              <a:lnSpc>
                <a:spcPct val="90000"/>
              </a:lnSpc>
              <a:spcBef>
                <a:spcPct val="0"/>
              </a:spcBef>
              <a:spcAft>
                <a:spcPct val="0"/>
              </a:spcAft>
              <a:buClrTx/>
              <a:buSzTx/>
              <a:buFontTx/>
              <a:buNone/>
              <a:defRPr/>
            </a:pPr>
            <a:r>
              <a:rPr kumimoji="1" lang="en-US" altLang="zh-CN" sz="24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S</a:t>
            </a:r>
            <a:r>
              <a:rPr kumimoji="1" lang="en-US" altLang="zh-CN" sz="3200" b="1" i="0" u="none" strike="noStrike" kern="120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cs typeface="+mn-cs"/>
              </a:rPr>
              <a:t>0</a:t>
            </a:r>
          </a:p>
        </p:txBody>
      </p:sp>
      <p:sp>
        <p:nvSpPr>
          <p:cNvPr id="410638" name="Rectangle 14"/>
          <p:cNvSpPr>
            <a:spLocks noChangeArrowheads="1"/>
          </p:cNvSpPr>
          <p:nvPr/>
        </p:nvSpPr>
        <p:spPr bwMode="auto">
          <a:xfrm>
            <a:off x="1149350" y="2171700"/>
            <a:ext cx="977900" cy="2681288"/>
          </a:xfrm>
          <a:prstGeom prst="rect">
            <a:avLst/>
          </a:prstGeom>
          <a:solidFill>
            <a:schemeClr val="accent2">
              <a:lumMod val="40000"/>
              <a:lumOff val="60000"/>
            </a:schemeClr>
          </a:solidFill>
          <a:ln w="12700">
            <a:solidFill>
              <a:schemeClr val="tx1"/>
            </a:solidFill>
            <a:miter lim="800000"/>
          </a:ln>
          <a:effectLst/>
        </p:spPr>
        <p:txBody>
          <a:bodyPr wrap="none" lIns="92075" tIns="46038" rIns="92075" bIns="46038"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Tx/>
              <a:buSzTx/>
              <a:buFontTx/>
              <a:buNone/>
              <a:defRPr/>
            </a:pPr>
            <a:r>
              <a:rPr kumimoji="1" lang="en-US" altLang="zh-CN" sz="2400" b="1"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X</a:t>
            </a:r>
            <a:r>
              <a:rPr kumimoji="1" lang="en-US" altLang="zh-CN" sz="3200" b="1" i="1" u="none" strike="noStrike" kern="1200" cap="none" spc="0" normalizeH="0" baseline="-2500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m</a:t>
            </a:r>
            <a:endParaRPr kumimoji="1"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0" fontAlgn="base" latinLnBrk="0" hangingPunct="0">
              <a:lnSpc>
                <a:spcPct val="90000"/>
              </a:lnSpc>
              <a:spcBef>
                <a:spcPct val="0"/>
              </a:spcBef>
              <a:spcAft>
                <a:spcPct val="0"/>
              </a:spcAft>
              <a:buClrTx/>
              <a:buSzTx/>
              <a:buFontTx/>
              <a:buNone/>
              <a:defRPr/>
            </a:pPr>
            <a:r>
              <a:rPr kumimoji="1"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X</a:t>
            </a:r>
            <a:r>
              <a:rPr kumimoji="1" lang="en-US" altLang="zh-CN" sz="3200" b="1" i="1"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m</a:t>
            </a:r>
            <a:r>
              <a:rPr kumimoji="1" lang="en-US" altLang="zh-CN" sz="3200" b="1" i="0"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-1</a:t>
            </a:r>
            <a:endParaRPr kumimoji="1"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0" fontAlgn="base" latinLnBrk="0" hangingPunct="0">
              <a:lnSpc>
                <a:spcPct val="90000"/>
              </a:lnSpc>
              <a:spcBef>
                <a:spcPct val="0"/>
              </a:spcBef>
              <a:spcAft>
                <a:spcPct val="0"/>
              </a:spcAft>
              <a:buClrTx/>
              <a:buSzTx/>
              <a:buFontTx/>
              <a:buNone/>
              <a:defRPr/>
            </a:pPr>
            <a:r>
              <a:rPr kumimoji="1"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ctr" defTabSz="914400" rtl="0" eaLnBrk="0" fontAlgn="base" latinLnBrk="0" hangingPunct="0">
              <a:lnSpc>
                <a:spcPct val="90000"/>
              </a:lnSpc>
              <a:spcBef>
                <a:spcPct val="0"/>
              </a:spcBef>
              <a:spcAft>
                <a:spcPct val="0"/>
              </a:spcAft>
              <a:buClrTx/>
              <a:buSzTx/>
              <a:buFontTx/>
              <a:buNone/>
              <a:defRPr/>
            </a:pPr>
            <a:r>
              <a:rPr kumimoji="1"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ctr" defTabSz="914400" rtl="0" eaLnBrk="0" fontAlgn="base" latinLnBrk="0" hangingPunct="0">
              <a:lnSpc>
                <a:spcPct val="90000"/>
              </a:lnSpc>
              <a:spcBef>
                <a:spcPct val="0"/>
              </a:spcBef>
              <a:spcAft>
                <a:spcPct val="0"/>
              </a:spcAft>
              <a:buClrTx/>
              <a:buSzTx/>
              <a:buFontTx/>
              <a:buNone/>
              <a:defRPr/>
            </a:pPr>
            <a:r>
              <a:rPr kumimoji="1"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ctr" defTabSz="914400" rtl="0" eaLnBrk="0" fontAlgn="base" latinLnBrk="0" hangingPunct="0">
              <a:lnSpc>
                <a:spcPct val="90000"/>
              </a:lnSpc>
              <a:spcBef>
                <a:spcPct val="0"/>
              </a:spcBef>
              <a:spcAft>
                <a:spcPct val="0"/>
              </a:spcAft>
              <a:buClrTx/>
              <a:buSzTx/>
              <a:buFontTx/>
              <a:buNone/>
              <a:defRPr/>
            </a:pPr>
            <a:r>
              <a:rPr kumimoji="1"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X</a:t>
            </a:r>
            <a:r>
              <a:rPr kumimoji="1" lang="en-US" altLang="zh-CN" sz="2400" b="1" i="0"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1</a:t>
            </a:r>
            <a:endParaRPr kumimoji="1"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p>
        </p:txBody>
      </p:sp>
      <p:sp>
        <p:nvSpPr>
          <p:cNvPr id="43022" name="AutoShape 15"/>
          <p:cNvSpPr>
            <a:spLocks noChangeArrowheads="1"/>
          </p:cNvSpPr>
          <p:nvPr/>
        </p:nvSpPr>
        <p:spPr bwMode="auto">
          <a:xfrm rot="10800000">
            <a:off x="2162175" y="2571750"/>
            <a:ext cx="1143000" cy="285750"/>
          </a:xfrm>
          <a:prstGeom prst="rightArrow">
            <a:avLst>
              <a:gd name="adj1" fmla="val 50000"/>
              <a:gd name="adj2" fmla="val 75000"/>
            </a:avLst>
          </a:prstGeom>
          <a:solidFill>
            <a:schemeClr val="accent5">
              <a:lumMod val="60000"/>
              <a:lumOff val="40000"/>
            </a:schemeClr>
          </a:solidFill>
          <a:ln w="12700">
            <a:solidFill>
              <a:schemeClr val="tx1"/>
            </a:solidFill>
            <a:miter lim="800000"/>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3023" name="AutoShape 16"/>
          <p:cNvSpPr>
            <a:spLocks noChangeArrowheads="1"/>
          </p:cNvSpPr>
          <p:nvPr/>
        </p:nvSpPr>
        <p:spPr bwMode="auto">
          <a:xfrm rot="10800000">
            <a:off x="4505325" y="1843088"/>
            <a:ext cx="381000" cy="457200"/>
          </a:xfrm>
          <a:prstGeom prst="downArrow">
            <a:avLst>
              <a:gd name="adj1" fmla="val 50000"/>
              <a:gd name="adj2" fmla="val 40000"/>
            </a:avLst>
          </a:prstGeom>
          <a:solidFill>
            <a:schemeClr val="accent5">
              <a:lumMod val="60000"/>
              <a:lumOff val="40000"/>
            </a:schemeClr>
          </a:solidFill>
          <a:ln w="12700">
            <a:solidFill>
              <a:schemeClr val="tx1"/>
            </a:solidFill>
            <a:miter lim="800000"/>
            <a:headEnd type="none" w="sm" len="sm"/>
            <a:tailEnd type="none" w="sm" len="sm"/>
          </a:ln>
        </p:spPr>
        <p:txBody>
          <a:bodyPr vert="eaVert"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3024" name="AutoShape 17"/>
          <p:cNvSpPr>
            <a:spLocks noChangeArrowheads="1"/>
          </p:cNvSpPr>
          <p:nvPr/>
        </p:nvSpPr>
        <p:spPr bwMode="auto">
          <a:xfrm>
            <a:off x="3643313" y="3457575"/>
            <a:ext cx="304800" cy="542925"/>
          </a:xfrm>
          <a:prstGeom prst="upArrow">
            <a:avLst>
              <a:gd name="adj1" fmla="val 50000"/>
              <a:gd name="adj2" fmla="val 75000"/>
            </a:avLst>
          </a:prstGeom>
          <a:solidFill>
            <a:schemeClr val="accent5">
              <a:lumMod val="60000"/>
              <a:lumOff val="40000"/>
            </a:schemeClr>
          </a:solidFill>
          <a:ln w="12700">
            <a:solidFill>
              <a:schemeClr val="tx1"/>
            </a:solidFill>
            <a:miter lim="800000"/>
            <a:headEnd type="none" w="sm" len="sm"/>
            <a:tailEnd type="none" w="sm" len="sm"/>
          </a:ln>
        </p:spPr>
        <p:txBody>
          <a:bodyPr vert="eaVert"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3026" name="AutoShape 19"/>
          <p:cNvSpPr>
            <a:spLocks noChangeArrowheads="1"/>
          </p:cNvSpPr>
          <p:nvPr/>
        </p:nvSpPr>
        <p:spPr bwMode="auto">
          <a:xfrm>
            <a:off x="6227763" y="2571750"/>
            <a:ext cx="915988" cy="285750"/>
          </a:xfrm>
          <a:prstGeom prst="rightArrow">
            <a:avLst>
              <a:gd name="adj1" fmla="val 50000"/>
              <a:gd name="adj2" fmla="val 85007"/>
            </a:avLst>
          </a:prstGeom>
          <a:solidFill>
            <a:schemeClr val="accent5">
              <a:lumMod val="60000"/>
              <a:lumOff val="40000"/>
            </a:schemeClr>
          </a:solidFill>
          <a:ln w="12700">
            <a:solidFill>
              <a:schemeClr val="tx1"/>
            </a:solidFill>
            <a:miter lim="800000"/>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9" name="AutoShape 17"/>
          <p:cNvSpPr>
            <a:spLocks noChangeArrowheads="1"/>
          </p:cNvSpPr>
          <p:nvPr/>
        </p:nvSpPr>
        <p:spPr bwMode="auto">
          <a:xfrm>
            <a:off x="5624513" y="3457575"/>
            <a:ext cx="304800" cy="542925"/>
          </a:xfrm>
          <a:prstGeom prst="upArrow">
            <a:avLst>
              <a:gd name="adj1" fmla="val 50000"/>
              <a:gd name="adj2" fmla="val 75000"/>
            </a:avLst>
          </a:prstGeom>
          <a:solidFill>
            <a:schemeClr val="accent5">
              <a:lumMod val="60000"/>
              <a:lumOff val="40000"/>
            </a:schemeClr>
          </a:solidFill>
          <a:ln w="12700">
            <a:solidFill>
              <a:schemeClr val="tx1"/>
            </a:solidFill>
            <a:miter lim="800000"/>
            <a:headEnd type="none" w="sm" len="sm"/>
            <a:tailEnd type="none" w="sm" len="sm"/>
          </a:ln>
        </p:spPr>
        <p:txBody>
          <a:bodyPr vert="eaVert"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19"/>
          <p:cNvSpPr txBox="1"/>
          <p:nvPr/>
        </p:nvSpPr>
        <p:spPr>
          <a:xfrm>
            <a:off x="539750" y="2571750"/>
            <a:ext cx="2743200" cy="442913"/>
          </a:xfrm>
          <a:prstGeom prst="rect">
            <a:avLst/>
          </a:prstGeom>
          <a:noFill/>
          <a:ln w="12700">
            <a:noFill/>
          </a:ln>
        </p:spPr>
        <p:txBody>
          <a:bodyPr>
            <a:spAutoFit/>
          </a:bodyPr>
          <a:lstStyle/>
          <a:p>
            <a:pPr>
              <a:lnSpc>
                <a:spcPct val="95000"/>
              </a:lnSpc>
            </a:pPr>
            <a:endParaRPr lang="zh-CN" altLang="en-US" sz="2400" dirty="0">
              <a:latin typeface="楷体_GB2312"/>
              <a:ea typeface="楷体_GB2312"/>
            </a:endParaRPr>
          </a:p>
        </p:txBody>
      </p:sp>
      <p:sp>
        <p:nvSpPr>
          <p:cNvPr id="36867" name="标题 1"/>
          <p:cNvSpPr>
            <a:spLocks noGrp="1"/>
          </p:cNvSpPr>
          <p:nvPr>
            <p:ph type="title"/>
          </p:nvPr>
        </p:nvSpPr>
        <p:spPr>
          <a:xfrm>
            <a:off x="755650" y="268288"/>
            <a:ext cx="7931150" cy="358775"/>
          </a:xfrm>
        </p:spPr>
        <p:txBody>
          <a:bodyPr vert="horz" wrap="square" lIns="91440" tIns="45720" rIns="91440" bIns="45720" anchor="ctr" anchorCtr="0"/>
          <a:lstStyle/>
          <a:p>
            <a:pPr eaLnBrk="1" hangingPunct="1">
              <a:buNone/>
            </a:pPr>
            <a:r>
              <a:rPr lang="en-US" altLang="zh-CN" sz="3000" i="1" kern="1200" dirty="0">
                <a:solidFill>
                  <a:schemeClr val="tx1"/>
                </a:solidFill>
                <a:latin typeface="Times New Roman" panose="02020603050405020304" pitchFamily="18" charset="0"/>
                <a:ea typeface="微软雅黑" panose="020B0503020204020204" pitchFamily="34" charset="-122"/>
                <a:cs typeface="+mj-cs"/>
              </a:rPr>
              <a:t>LR </a:t>
            </a:r>
            <a:r>
              <a:rPr lang="zh-CN" altLang="zh-CN" sz="3000" kern="1200" dirty="0">
                <a:solidFill>
                  <a:schemeClr val="tx1"/>
                </a:solidFill>
                <a:latin typeface="微软雅黑" panose="020B0503020204020204" pitchFamily="34" charset="-122"/>
                <a:ea typeface="微软雅黑" panose="020B0503020204020204" pitchFamily="34" charset="-122"/>
                <a:cs typeface="+mj-cs"/>
              </a:rPr>
              <a:t>分析表</a:t>
            </a:r>
            <a:r>
              <a:rPr lang="zh-CN" altLang="en-US" sz="3000" kern="1200" dirty="0">
                <a:solidFill>
                  <a:schemeClr val="tx1"/>
                </a:solidFill>
                <a:latin typeface="微软雅黑" panose="020B0503020204020204" pitchFamily="34" charset="-122"/>
                <a:ea typeface="微软雅黑" panose="020B0503020204020204" pitchFamily="34" charset="-122"/>
                <a:cs typeface="+mj-cs"/>
              </a:rPr>
              <a:t>的结构</a:t>
            </a:r>
          </a:p>
        </p:txBody>
      </p:sp>
      <p:sp>
        <p:nvSpPr>
          <p:cNvPr id="36868" name="Rectangle 21"/>
          <p:cNvSpPr txBox="1"/>
          <p:nvPr/>
        </p:nvSpPr>
        <p:spPr>
          <a:xfrm>
            <a:off x="400050" y="857250"/>
            <a:ext cx="3314700" cy="3286125"/>
          </a:xfrm>
          <a:prstGeom prst="rect">
            <a:avLst/>
          </a:prstGeom>
          <a:noFill/>
          <a:ln w="9525">
            <a:noFill/>
          </a:ln>
        </p:spPr>
        <p:txBody>
          <a:bodyPr lIns="92075" tIns="46038" rIns="92075" bIns="46038"/>
          <a:lstStyle/>
          <a:p>
            <a:pPr marL="342900" indent="-342900" eaLnBrk="1" hangingPunct="1">
              <a:lnSpc>
                <a:spcPct val="90000"/>
              </a:lnSpc>
              <a:spcBef>
                <a:spcPct val="20000"/>
              </a:spcBef>
              <a:buSzPct val="100000"/>
              <a:buFont typeface="Wingdings" panose="05000000000000000000" pitchFamily="2" charset="2"/>
              <a:buChar char="Ø"/>
            </a:pPr>
            <a:r>
              <a:rPr lang="zh-CN" altLang="en-US" sz="2500" b="1" dirty="0">
                <a:latin typeface="楷体" panose="02010609060101010101" pitchFamily="49" charset="-122"/>
                <a:ea typeface="楷体" panose="02010609060101010101" pitchFamily="49" charset="-122"/>
              </a:rPr>
              <a:t>例</a:t>
            </a:r>
            <a:endParaRPr lang="en-US" altLang="zh-CN" sz="2500" b="1" dirty="0">
              <a:latin typeface="楷体" panose="02010609060101010101" pitchFamily="49" charset="-122"/>
              <a:ea typeface="楷体" panose="02010609060101010101" pitchFamily="49" charset="-122"/>
            </a:endParaRPr>
          </a:p>
          <a:p>
            <a:pPr marL="742950" lvl="1" indent="-285750" eaLnBrk="1" hangingPunct="1">
              <a:lnSpc>
                <a:spcPct val="90000"/>
              </a:lnSpc>
              <a:spcBef>
                <a:spcPct val="20000"/>
              </a:spcBef>
              <a:buSzPct val="100000"/>
              <a:buFont typeface="Wingdings" panose="05000000000000000000" pitchFamily="2" charset="2"/>
              <a:buChar char="Ø"/>
            </a:pPr>
            <a:r>
              <a:rPr lang="zh-CN" altLang="en-US" sz="2500" b="1" dirty="0">
                <a:latin typeface="楷体" panose="02010609060101010101" pitchFamily="49" charset="-122"/>
                <a:ea typeface="楷体" panose="02010609060101010101" pitchFamily="49" charset="-122"/>
              </a:rPr>
              <a:t>文法</a:t>
            </a:r>
            <a:endParaRPr lang="en-US" altLang="zh-CN" sz="2500" b="1" dirty="0">
              <a:latin typeface="楷体" panose="02010609060101010101" pitchFamily="49" charset="-122"/>
              <a:ea typeface="楷体" panose="02010609060101010101" pitchFamily="49" charset="-122"/>
            </a:endParaRPr>
          </a:p>
          <a:p>
            <a:pPr marL="1143000" lvl="2" indent="-228600" eaLnBrk="1" hangingPunct="1">
              <a:lnSpc>
                <a:spcPct val="90000"/>
              </a:lnSpc>
              <a:spcBef>
                <a:spcPct val="20000"/>
              </a:spcBef>
              <a:buClr>
                <a:schemeClr val="folHlink"/>
              </a:buClr>
              <a:buSzPct val="50000"/>
              <a:buNone/>
            </a:pPr>
            <a:r>
              <a:rPr lang="en-US" altLang="zh-CN" sz="2500" b="1" dirty="0">
                <a:latin typeface="宋体" panose="02010600030101010101" pitchFamily="2" charset="-122"/>
              </a:rPr>
              <a:t>① </a:t>
            </a:r>
            <a:r>
              <a:rPr lang="en-US" altLang="zh-CN" sz="2500" b="1" i="1" dirty="0">
                <a:latin typeface="Times New Roman" panose="02020603050405020304" pitchFamily="18" charset="0"/>
                <a:ea typeface="楷体_GB2312"/>
              </a:rPr>
              <a:t>S</a:t>
            </a:r>
            <a:r>
              <a:rPr lang="en-US" altLang="zh-CN" sz="2500" b="1" dirty="0">
                <a:latin typeface="Times New Roman" panose="02020603050405020304" pitchFamily="18" charset="0"/>
                <a:ea typeface="楷体_GB2312"/>
              </a:rPr>
              <a:t>→</a:t>
            </a:r>
            <a:r>
              <a:rPr lang="en-US" altLang="zh-CN" sz="2500" b="1" i="1" dirty="0">
                <a:latin typeface="Times New Roman" panose="02020603050405020304" pitchFamily="18" charset="0"/>
                <a:ea typeface="楷体_GB2312"/>
              </a:rPr>
              <a:t>BB</a:t>
            </a:r>
          </a:p>
          <a:p>
            <a:pPr marL="1143000" lvl="2" indent="-228600" eaLnBrk="1" hangingPunct="1">
              <a:lnSpc>
                <a:spcPct val="90000"/>
              </a:lnSpc>
              <a:spcBef>
                <a:spcPct val="20000"/>
              </a:spcBef>
              <a:buClr>
                <a:schemeClr val="folHlink"/>
              </a:buClr>
              <a:buSzPct val="50000"/>
              <a:buNone/>
            </a:pPr>
            <a:r>
              <a:rPr lang="en-US" altLang="zh-CN" sz="2500" b="1" dirty="0">
                <a:latin typeface="宋体" panose="02010600030101010101" pitchFamily="2" charset="-122"/>
                <a:ea typeface="宋体" panose="02010600030101010101" pitchFamily="2" charset="-122"/>
              </a:rPr>
              <a:t>② </a:t>
            </a:r>
            <a:r>
              <a:rPr lang="en-US" altLang="zh-CN" sz="2500" b="1" i="1" dirty="0">
                <a:latin typeface="Times New Roman" panose="02020603050405020304" pitchFamily="18" charset="0"/>
                <a:ea typeface="楷体_GB2312"/>
              </a:rPr>
              <a:t>B</a:t>
            </a:r>
            <a:r>
              <a:rPr lang="en-US" altLang="zh-CN" sz="2500" b="1" dirty="0">
                <a:latin typeface="Times New Roman" panose="02020603050405020304" pitchFamily="18" charset="0"/>
                <a:ea typeface="楷体_GB2312"/>
              </a:rPr>
              <a:t>→</a:t>
            </a:r>
            <a:r>
              <a:rPr lang="en-US" altLang="zh-CN" sz="2500" b="1" i="1" dirty="0">
                <a:latin typeface="Times New Roman" panose="02020603050405020304" pitchFamily="18" charset="0"/>
                <a:ea typeface="楷体_GB2312"/>
              </a:rPr>
              <a:t>aB</a:t>
            </a:r>
          </a:p>
          <a:p>
            <a:pPr marL="1143000" lvl="2" indent="-228600" eaLnBrk="1" hangingPunct="1">
              <a:lnSpc>
                <a:spcPct val="90000"/>
              </a:lnSpc>
              <a:spcBef>
                <a:spcPct val="20000"/>
              </a:spcBef>
              <a:buClr>
                <a:schemeClr val="folHlink"/>
              </a:buClr>
              <a:buSzPct val="50000"/>
              <a:buNone/>
            </a:pPr>
            <a:r>
              <a:rPr lang="en-US" altLang="zh-CN" sz="2500" b="1" dirty="0">
                <a:latin typeface="宋体" panose="02010600030101010101" pitchFamily="2" charset="-122"/>
              </a:rPr>
              <a:t>③ </a:t>
            </a:r>
            <a:r>
              <a:rPr lang="en-US" altLang="zh-CN" sz="2500" b="1" i="1" dirty="0">
                <a:latin typeface="Times New Roman" panose="02020603050405020304" pitchFamily="18" charset="0"/>
                <a:ea typeface="楷体_GB2312"/>
              </a:rPr>
              <a:t>B</a:t>
            </a:r>
            <a:r>
              <a:rPr lang="en-US" altLang="zh-CN" sz="2500" b="1" dirty="0">
                <a:latin typeface="Times New Roman" panose="02020603050405020304" pitchFamily="18" charset="0"/>
                <a:ea typeface="楷体_GB2312"/>
              </a:rPr>
              <a:t>→</a:t>
            </a:r>
            <a:r>
              <a:rPr lang="en-US" altLang="zh-CN" sz="2500" b="1" i="1" dirty="0">
                <a:latin typeface="Times New Roman" panose="02020603050405020304" pitchFamily="18" charset="0"/>
                <a:ea typeface="楷体_GB2312"/>
              </a:rPr>
              <a:t>b</a:t>
            </a:r>
          </a:p>
          <a:p>
            <a:pPr marL="742950" lvl="1" indent="-285750" eaLnBrk="1" hangingPunct="1">
              <a:lnSpc>
                <a:spcPct val="90000"/>
              </a:lnSpc>
              <a:spcBef>
                <a:spcPct val="20000"/>
              </a:spcBef>
              <a:buClr>
                <a:schemeClr val="hlink"/>
              </a:buClr>
              <a:buSzPct val="55000"/>
              <a:buFont typeface="Wingdings" panose="05000000000000000000" pitchFamily="2" charset="2"/>
              <a:buChar char="n"/>
            </a:pPr>
            <a:endParaRPr lang="zh-CN" altLang="en-US" sz="2400" b="1" dirty="0">
              <a:latin typeface="楷体" panose="02010609060101010101" pitchFamily="49" charset="-122"/>
              <a:ea typeface="楷体" panose="02010609060101010101" pitchFamily="49" charset="-122"/>
            </a:endParaRPr>
          </a:p>
        </p:txBody>
      </p:sp>
      <p:sp>
        <p:nvSpPr>
          <p:cNvPr id="25606" name="AutoShape 20"/>
          <p:cNvSpPr>
            <a:spLocks noChangeArrowheads="1"/>
          </p:cNvSpPr>
          <p:nvPr/>
        </p:nvSpPr>
        <p:spPr bwMode="auto">
          <a:xfrm>
            <a:off x="411163" y="3857625"/>
            <a:ext cx="3517900" cy="785813"/>
          </a:xfrm>
          <a:prstGeom prst="wedgeRoundRectCallout">
            <a:avLst>
              <a:gd name="adj1" fmla="val 44086"/>
              <a:gd name="adj2" fmla="val -83935"/>
              <a:gd name="adj3" fmla="val 16667"/>
            </a:avLst>
          </a:prstGeom>
          <a:solidFill>
            <a:schemeClr val="accent5">
              <a:lumMod val="60000"/>
              <a:lumOff val="40000"/>
            </a:schemeClr>
          </a:solidFill>
          <a:ln w="12700">
            <a:solidFill>
              <a:schemeClr val="tx1"/>
            </a:solid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楷体_GB2312"/>
                <a:cs typeface="Times New Roman" panose="02020603050405020304" pitchFamily="18" charset="0"/>
              </a:rPr>
              <a:t>sn</a:t>
            </a:r>
            <a:r>
              <a:rPr kumimoji="1" lang="zh-CN" altLang="en-US" sz="2000" b="1" i="0" u="none" strike="noStrike" kern="1200" cap="none" spc="0" normalizeH="0" baseline="0" noProof="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1" lang="zh-CN" altLang="en-US" sz="2000" b="1"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rPr>
              <a:t>将符号</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楷体_GB2312"/>
                <a:cs typeface="Times New Roman" panose="02020603050405020304" pitchFamily="18" charset="0"/>
              </a:rPr>
              <a:t>a</a:t>
            </a:r>
            <a:r>
              <a:rPr kumimoji="1" lang="zh-CN" altLang="en-US" sz="2000" b="1"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rPr>
              <a:t>、状态</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楷体_GB2312"/>
                <a:cs typeface="Times New Roman" panose="02020603050405020304" pitchFamily="18" charset="0"/>
              </a:rPr>
              <a:t>n</a:t>
            </a: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1" lang="zh-CN" altLang="en-US" sz="2000" b="1"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rPr>
              <a:t>压入栈</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楷体_GB2312"/>
                <a:cs typeface="Times New Roman" panose="02020603050405020304" pitchFamily="18" charset="0"/>
              </a:rPr>
              <a:t>rn</a:t>
            </a:r>
            <a:r>
              <a:rPr kumimoji="1" lang="zh-CN" altLang="en-US" sz="2000" b="1" i="0" u="none" strike="noStrike" kern="1200" cap="none" spc="0" normalizeH="0" baseline="0" noProof="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1" lang="zh-CN" altLang="en-US" sz="2000" b="1"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rPr>
              <a:t>用第</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楷体_GB2312"/>
                <a:cs typeface="Times New Roman" panose="02020603050405020304" pitchFamily="18" charset="0"/>
              </a:rPr>
              <a:t>n</a:t>
            </a:r>
            <a:r>
              <a:rPr kumimoji="1" lang="zh-CN" altLang="en-US" sz="2000" b="1"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rPr>
              <a:t>个产生式进行归约</a:t>
            </a:r>
          </a:p>
        </p:txBody>
      </p:sp>
      <p:graphicFrame>
        <p:nvGraphicFramePr>
          <p:cNvPr id="22" name="Group 18"/>
          <p:cNvGraphicFramePr>
            <a:graphicFrameLocks noGrp="1"/>
          </p:cNvGraphicFramePr>
          <p:nvPr/>
        </p:nvGraphicFramePr>
        <p:xfrm>
          <a:off x="4214813" y="123825"/>
          <a:ext cx="4318000" cy="3603666"/>
        </p:xfrm>
        <a:graphic>
          <a:graphicData uri="http://schemas.openxmlformats.org/drawingml/2006/table">
            <a:tbl>
              <a:tblPr/>
              <a:tblGrid>
                <a:gridCol w="928687">
                  <a:extLst>
                    <a:ext uri="{9D8B030D-6E8A-4147-A177-3AD203B41FA5}">
                      <a16:colId xmlns:a16="http://schemas.microsoft.com/office/drawing/2014/main" val="20000"/>
                    </a:ext>
                  </a:extLst>
                </a:gridCol>
                <a:gridCol w="714375">
                  <a:extLst>
                    <a:ext uri="{9D8B030D-6E8A-4147-A177-3AD203B41FA5}">
                      <a16:colId xmlns:a16="http://schemas.microsoft.com/office/drawing/2014/main" val="20001"/>
                    </a:ext>
                  </a:extLst>
                </a:gridCol>
                <a:gridCol w="642938">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663575">
                  <a:extLst>
                    <a:ext uri="{9D8B030D-6E8A-4147-A177-3AD203B41FA5}">
                      <a16:colId xmlns:a16="http://schemas.microsoft.com/office/drawing/2014/main" val="20004"/>
                    </a:ext>
                  </a:extLst>
                </a:gridCol>
                <a:gridCol w="720725">
                  <a:extLst>
                    <a:ext uri="{9D8B030D-6E8A-4147-A177-3AD203B41FA5}">
                      <a16:colId xmlns:a16="http://schemas.microsoft.com/office/drawing/2014/main" val="20005"/>
                    </a:ext>
                  </a:extLst>
                </a:gridCol>
              </a:tblGrid>
              <a:tr h="373310">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a:ln>
                            <a:noFill/>
                          </a:ln>
                          <a:solidFill>
                            <a:srgbClr val="000000"/>
                          </a:solidFill>
                          <a:effectLst/>
                          <a:latin typeface="华文楷体" panose="02010600040101010101" pitchFamily="2" charset="-122"/>
                          <a:ea typeface="华文楷体" panose="02010600040101010101" pitchFamily="2" charset="-122"/>
                          <a:cs typeface="Times New Roman" panose="02020603050405020304" pitchFamily="18" charset="0"/>
                        </a:rPr>
                        <a:t>状态</a:t>
                      </a:r>
                    </a:p>
                  </a:txBody>
                  <a:tcPr marL="91447" marR="91447" marT="34257" marB="3425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ACTION</a:t>
                      </a:r>
                      <a:endParaRPr kumimoji="0" lang="zh-CN" altLang="en-US" sz="20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p>
                  </a:txBody>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GOTO</a:t>
                      </a:r>
                      <a:endParaRPr kumimoji="0" lang="zh-CN" altLang="en-US" sz="20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p>
                  </a:txBody>
                  <a:tcPr/>
                </a:tc>
                <a:extLst>
                  <a:ext uri="{0D108BD9-81ED-4DB2-BD59-A6C34878D82A}">
                    <a16:rowId xmlns:a16="http://schemas.microsoft.com/office/drawing/2014/main" val="10000"/>
                  </a:ext>
                </a:extLst>
              </a:tr>
              <a:tr h="403789">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rPr>
                        <a:t>a</a:t>
                      </a:r>
                      <a:endParaRPr kumimoji="0" lang="zh-CN" altLang="en-US"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rPr>
                        <a:t>b</a:t>
                      </a:r>
                      <a:endParaRPr kumimoji="0" lang="zh-CN" altLang="en-US"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en-US"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rPr>
                        <a:t>S</a:t>
                      </a:r>
                      <a:endParaRPr kumimoji="0" lang="zh-CN" altLang="en-US"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rPr>
                        <a:t>B</a:t>
                      </a:r>
                      <a:endParaRPr kumimoji="0" lang="zh-CN" altLang="en-US"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0</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2</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acc</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2</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5</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3</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s3</a:t>
                      </a:r>
                      <a:r>
                        <a:rPr kumimoji="1" lang="en-US" altLang="zh-CN" sz="2200" b="1" i="0" u="none" strike="noStrike" cap="none" normalizeH="0" baseline="0">
                          <a:ln>
                            <a:noFill/>
                          </a:ln>
                          <a:solidFill>
                            <a:schemeClr val="folHlink"/>
                          </a:solidFill>
                          <a:effectLst/>
                          <a:latin typeface="宋体" panose="02010600030101010101" pitchFamily="2" charset="-122"/>
                          <a:ea typeface="华文楷体" panose="02010600040101010101" pitchFamily="2" charset="-122"/>
                          <a:cs typeface="Times New Roman" panose="02020603050405020304" pitchFamily="18" charset="0"/>
                        </a:rPr>
                        <a:t> </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6</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4</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5</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6</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xit" presetSubtype="32" fill="hold" grpId="0" nodeType="clickEffect">
                                  <p:stCondLst>
                                    <p:cond delay="0"/>
                                  </p:stCondLst>
                                  <p:childTnLst>
                                    <p:anim calcmode="lin" valueType="num">
                                      <p:cBhvr>
                                        <p:cTn id="6" dur="500"/>
                                        <p:tgtEl>
                                          <p:spTgt spid="25606"/>
                                        </p:tgtEl>
                                        <p:attrNameLst>
                                          <p:attrName>ppt_w</p:attrName>
                                        </p:attrNameLst>
                                      </p:cBhvr>
                                      <p:tavLst>
                                        <p:tav tm="0">
                                          <p:val>
                                            <p:strVal val="ppt_w"/>
                                          </p:val>
                                        </p:tav>
                                        <p:tav tm="100000">
                                          <p:val>
                                            <p:fltVal val="0"/>
                                          </p:val>
                                        </p:tav>
                                      </p:tavLst>
                                    </p:anim>
                                    <p:anim calcmode="lin" valueType="num">
                                      <p:cBhvr>
                                        <p:cTn id="7" dur="500"/>
                                        <p:tgtEl>
                                          <p:spTgt spid="25606"/>
                                        </p:tgtEl>
                                        <p:attrNameLst>
                                          <p:attrName>ppt_h</p:attrName>
                                        </p:attrNameLst>
                                      </p:cBhvr>
                                      <p:tavLst>
                                        <p:tav tm="0">
                                          <p:val>
                                            <p:strVal val="ppt_h"/>
                                          </p:val>
                                        </p:tav>
                                        <p:tav tm="100000">
                                          <p:val>
                                            <p:fltVal val="0"/>
                                          </p:val>
                                        </p:tav>
                                      </p:tavLst>
                                    </p:anim>
                                    <p:animEffect transition="out" filter="fade">
                                      <p:cBhvr>
                                        <p:cTn id="8" dur="500"/>
                                        <p:tgtEl>
                                          <p:spTgt spid="25606"/>
                                        </p:tgtEl>
                                      </p:cBhvr>
                                    </p:animEffect>
                                    <p:set>
                                      <p:cBhvr>
                                        <p:cTn id="9" dur="1" fill="hold">
                                          <p:stCondLst>
                                            <p:cond delay="499"/>
                                          </p:stCondLst>
                                        </p:cTn>
                                        <p:tgtEl>
                                          <p:spTgt spid="2560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6"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19"/>
          <p:cNvSpPr txBox="1"/>
          <p:nvPr/>
        </p:nvSpPr>
        <p:spPr>
          <a:xfrm>
            <a:off x="539750" y="2571750"/>
            <a:ext cx="2743200" cy="442913"/>
          </a:xfrm>
          <a:prstGeom prst="rect">
            <a:avLst/>
          </a:prstGeom>
          <a:noFill/>
          <a:ln w="12700">
            <a:noFill/>
          </a:ln>
        </p:spPr>
        <p:txBody>
          <a:bodyPr>
            <a:spAutoFit/>
          </a:bodyPr>
          <a:lstStyle/>
          <a:p>
            <a:pPr>
              <a:lnSpc>
                <a:spcPct val="95000"/>
              </a:lnSpc>
            </a:pPr>
            <a:endParaRPr lang="zh-CN" altLang="en-US" sz="2400" dirty="0">
              <a:solidFill>
                <a:srgbClr val="000000"/>
              </a:solidFill>
              <a:latin typeface="楷体_GB2312"/>
              <a:ea typeface="楷体_GB2312"/>
            </a:endParaRPr>
          </a:p>
        </p:txBody>
      </p:sp>
      <p:sp>
        <p:nvSpPr>
          <p:cNvPr id="38915" name="标题 1"/>
          <p:cNvSpPr>
            <a:spLocks noGrp="1"/>
          </p:cNvSpPr>
          <p:nvPr>
            <p:ph type="title"/>
          </p:nvPr>
        </p:nvSpPr>
        <p:spPr>
          <a:xfrm>
            <a:off x="755650" y="268288"/>
            <a:ext cx="7931150" cy="358775"/>
          </a:xfrm>
        </p:spPr>
        <p:txBody>
          <a:bodyPr vert="horz" wrap="square" lIns="91440" tIns="45720" rIns="91440" bIns="45720" anchor="ctr" anchorCtr="0"/>
          <a:lstStyle/>
          <a:p>
            <a:pPr eaLnBrk="1" hangingPunct="1">
              <a:buNone/>
            </a:pPr>
            <a:r>
              <a:rPr lang="en-US" altLang="zh-CN" sz="3000" i="1" kern="1200" dirty="0">
                <a:solidFill>
                  <a:schemeClr val="tx1"/>
                </a:solidFill>
                <a:latin typeface="Times New Roman" panose="02020603050405020304" pitchFamily="18" charset="0"/>
                <a:ea typeface="微软雅黑" panose="020B0503020204020204" pitchFamily="34" charset="-122"/>
                <a:cs typeface="+mj-cs"/>
              </a:rPr>
              <a:t>LR </a:t>
            </a:r>
            <a:r>
              <a:rPr lang="zh-CN" altLang="zh-CN" sz="3000" kern="1200" dirty="0">
                <a:solidFill>
                  <a:schemeClr val="tx1"/>
                </a:solidFill>
                <a:latin typeface="微软雅黑" panose="020B0503020204020204" pitchFamily="34" charset="-122"/>
                <a:ea typeface="微软雅黑" panose="020B0503020204020204" pitchFamily="34" charset="-122"/>
                <a:cs typeface="+mj-cs"/>
              </a:rPr>
              <a:t>分析表</a:t>
            </a:r>
            <a:r>
              <a:rPr lang="zh-CN" altLang="en-US" sz="3000" kern="1200" dirty="0">
                <a:solidFill>
                  <a:schemeClr val="tx1"/>
                </a:solidFill>
                <a:latin typeface="微软雅黑" panose="020B0503020204020204" pitchFamily="34" charset="-122"/>
                <a:ea typeface="微软雅黑" panose="020B0503020204020204" pitchFamily="34" charset="-122"/>
                <a:cs typeface="+mj-cs"/>
              </a:rPr>
              <a:t>的结构</a:t>
            </a:r>
          </a:p>
        </p:txBody>
      </p:sp>
      <p:sp>
        <p:nvSpPr>
          <p:cNvPr id="38916" name="Rectangle 21"/>
          <p:cNvSpPr txBox="1"/>
          <p:nvPr/>
        </p:nvSpPr>
        <p:spPr>
          <a:xfrm>
            <a:off x="400050" y="857250"/>
            <a:ext cx="3314700" cy="3286125"/>
          </a:xfrm>
          <a:prstGeom prst="rect">
            <a:avLst/>
          </a:prstGeom>
          <a:noFill/>
          <a:ln w="9525">
            <a:noFill/>
          </a:ln>
        </p:spPr>
        <p:txBody>
          <a:bodyPr lIns="92075" tIns="46038" rIns="92075" bIns="46038"/>
          <a:lstStyle/>
          <a:p>
            <a:pPr marL="342900" indent="-342900" eaLnBrk="1" hangingPunct="1">
              <a:lnSpc>
                <a:spcPct val="90000"/>
              </a:lnSpc>
              <a:spcBef>
                <a:spcPct val="20000"/>
              </a:spcBef>
              <a:buSzPct val="100000"/>
              <a:buFont typeface="Wingdings" panose="05000000000000000000" pitchFamily="2" charset="2"/>
              <a:buChar char="Ø"/>
            </a:pPr>
            <a:r>
              <a:rPr lang="zh-CN" altLang="en-US" sz="2500" b="1" dirty="0">
                <a:solidFill>
                  <a:srgbClr val="000000"/>
                </a:solidFill>
                <a:latin typeface="楷体" panose="02010609060101010101" pitchFamily="49" charset="-122"/>
                <a:ea typeface="楷体" panose="02010609060101010101" pitchFamily="49" charset="-122"/>
              </a:rPr>
              <a:t>例</a:t>
            </a:r>
            <a:endParaRPr lang="en-US" altLang="zh-CN" sz="2500" b="1" dirty="0">
              <a:solidFill>
                <a:srgbClr val="000000"/>
              </a:solidFill>
              <a:latin typeface="楷体" panose="02010609060101010101" pitchFamily="49" charset="-122"/>
              <a:ea typeface="楷体" panose="02010609060101010101" pitchFamily="49" charset="-122"/>
            </a:endParaRPr>
          </a:p>
          <a:p>
            <a:pPr marL="742950" lvl="1" indent="-285750" eaLnBrk="1" hangingPunct="1">
              <a:lnSpc>
                <a:spcPct val="90000"/>
              </a:lnSpc>
              <a:spcBef>
                <a:spcPct val="20000"/>
              </a:spcBef>
              <a:buSzPct val="100000"/>
              <a:buFont typeface="Wingdings" panose="05000000000000000000" pitchFamily="2" charset="2"/>
              <a:buChar char="Ø"/>
            </a:pPr>
            <a:r>
              <a:rPr lang="zh-CN" altLang="en-US" sz="2500" b="1" dirty="0">
                <a:solidFill>
                  <a:srgbClr val="000000"/>
                </a:solidFill>
                <a:latin typeface="楷体" panose="02010609060101010101" pitchFamily="49" charset="-122"/>
                <a:ea typeface="楷体" panose="02010609060101010101" pitchFamily="49" charset="-122"/>
              </a:rPr>
              <a:t>文法</a:t>
            </a:r>
            <a:endParaRPr lang="en-US" altLang="zh-CN" sz="2500" b="1" dirty="0">
              <a:solidFill>
                <a:srgbClr val="000000"/>
              </a:solidFill>
              <a:latin typeface="楷体" panose="02010609060101010101" pitchFamily="49" charset="-122"/>
              <a:ea typeface="楷体" panose="02010609060101010101" pitchFamily="49" charset="-122"/>
            </a:endParaRPr>
          </a:p>
          <a:p>
            <a:pPr marL="1143000" lvl="2" indent="-228600" eaLnBrk="1" hangingPunct="1">
              <a:lnSpc>
                <a:spcPct val="90000"/>
              </a:lnSpc>
              <a:spcBef>
                <a:spcPct val="20000"/>
              </a:spcBef>
              <a:buClr>
                <a:srgbClr val="5EAEFF"/>
              </a:buClr>
              <a:buSzPct val="50000"/>
              <a:buNone/>
            </a:pPr>
            <a:r>
              <a:rPr lang="en-US" altLang="zh-CN" sz="2500" b="1" dirty="0">
                <a:solidFill>
                  <a:srgbClr val="000000"/>
                </a:solidFill>
                <a:latin typeface="宋体" panose="02010600030101010101" pitchFamily="2" charset="-122"/>
              </a:rPr>
              <a:t>① </a:t>
            </a:r>
            <a:r>
              <a:rPr lang="en-US" altLang="zh-CN" sz="2500" b="1" i="1" dirty="0">
                <a:solidFill>
                  <a:srgbClr val="000000"/>
                </a:solidFill>
                <a:latin typeface="Times New Roman" panose="02020603050405020304" pitchFamily="18" charset="0"/>
                <a:ea typeface="楷体_GB2312"/>
              </a:rPr>
              <a:t>S</a:t>
            </a:r>
            <a:r>
              <a:rPr lang="en-US" altLang="zh-CN" sz="2500" b="1" dirty="0">
                <a:solidFill>
                  <a:srgbClr val="000000"/>
                </a:solidFill>
                <a:latin typeface="Times New Roman" panose="02020603050405020304" pitchFamily="18" charset="0"/>
                <a:ea typeface="楷体_GB2312"/>
              </a:rPr>
              <a:t>→</a:t>
            </a:r>
            <a:r>
              <a:rPr lang="en-US" altLang="zh-CN" sz="2500" b="1" i="1" dirty="0">
                <a:solidFill>
                  <a:srgbClr val="000000"/>
                </a:solidFill>
                <a:latin typeface="Times New Roman" panose="02020603050405020304" pitchFamily="18" charset="0"/>
                <a:ea typeface="楷体_GB2312"/>
              </a:rPr>
              <a:t>BB</a:t>
            </a:r>
          </a:p>
          <a:p>
            <a:pPr marL="1143000" lvl="2" indent="-228600" eaLnBrk="1" hangingPunct="1">
              <a:lnSpc>
                <a:spcPct val="90000"/>
              </a:lnSpc>
              <a:spcBef>
                <a:spcPct val="20000"/>
              </a:spcBef>
              <a:buClr>
                <a:srgbClr val="5EAEFF"/>
              </a:buClr>
              <a:buSzPct val="50000"/>
              <a:buNone/>
            </a:pPr>
            <a:r>
              <a:rPr lang="en-US" altLang="zh-CN" sz="2500" b="1" dirty="0">
                <a:solidFill>
                  <a:srgbClr val="000000"/>
                </a:solidFill>
                <a:latin typeface="宋体" panose="02010600030101010101" pitchFamily="2" charset="-122"/>
                <a:ea typeface="宋体" panose="02010600030101010101" pitchFamily="2" charset="-122"/>
              </a:rPr>
              <a:t>② </a:t>
            </a:r>
            <a:r>
              <a:rPr lang="en-US" altLang="zh-CN" sz="2500" b="1" i="1" dirty="0">
                <a:solidFill>
                  <a:srgbClr val="000000"/>
                </a:solidFill>
                <a:latin typeface="Times New Roman" panose="02020603050405020304" pitchFamily="18" charset="0"/>
                <a:ea typeface="楷体_GB2312"/>
              </a:rPr>
              <a:t>B</a:t>
            </a:r>
            <a:r>
              <a:rPr lang="en-US" altLang="zh-CN" sz="2500" b="1" dirty="0">
                <a:solidFill>
                  <a:srgbClr val="000000"/>
                </a:solidFill>
                <a:latin typeface="Times New Roman" panose="02020603050405020304" pitchFamily="18" charset="0"/>
                <a:ea typeface="楷体_GB2312"/>
              </a:rPr>
              <a:t>→</a:t>
            </a:r>
            <a:r>
              <a:rPr lang="en-US" altLang="zh-CN" sz="2500" b="1" i="1" dirty="0">
                <a:solidFill>
                  <a:srgbClr val="000000"/>
                </a:solidFill>
                <a:latin typeface="Times New Roman" panose="02020603050405020304" pitchFamily="18" charset="0"/>
                <a:ea typeface="楷体_GB2312"/>
              </a:rPr>
              <a:t>aB</a:t>
            </a:r>
          </a:p>
          <a:p>
            <a:pPr marL="1143000" lvl="2" indent="-228600" eaLnBrk="1" hangingPunct="1">
              <a:lnSpc>
                <a:spcPct val="90000"/>
              </a:lnSpc>
              <a:spcBef>
                <a:spcPct val="20000"/>
              </a:spcBef>
              <a:buClr>
                <a:srgbClr val="5EAEFF"/>
              </a:buClr>
              <a:buSzPct val="50000"/>
              <a:buNone/>
            </a:pPr>
            <a:r>
              <a:rPr lang="en-US" altLang="zh-CN" sz="2500" b="1" dirty="0">
                <a:solidFill>
                  <a:srgbClr val="000000"/>
                </a:solidFill>
                <a:latin typeface="宋体" panose="02010600030101010101" pitchFamily="2" charset="-122"/>
              </a:rPr>
              <a:t>③ </a:t>
            </a:r>
            <a:r>
              <a:rPr lang="en-US" altLang="zh-CN" sz="2500" b="1" i="1" dirty="0">
                <a:solidFill>
                  <a:srgbClr val="000000"/>
                </a:solidFill>
                <a:latin typeface="Times New Roman" panose="02020603050405020304" pitchFamily="18" charset="0"/>
                <a:ea typeface="楷体_GB2312"/>
              </a:rPr>
              <a:t>B</a:t>
            </a:r>
            <a:r>
              <a:rPr lang="en-US" altLang="zh-CN" sz="2500" b="1" dirty="0">
                <a:solidFill>
                  <a:srgbClr val="000000"/>
                </a:solidFill>
                <a:latin typeface="Times New Roman" panose="02020603050405020304" pitchFamily="18" charset="0"/>
                <a:ea typeface="楷体_GB2312"/>
              </a:rPr>
              <a:t>→</a:t>
            </a:r>
            <a:r>
              <a:rPr lang="en-US" altLang="zh-CN" sz="2500" b="1" i="1" dirty="0">
                <a:solidFill>
                  <a:srgbClr val="000000"/>
                </a:solidFill>
                <a:latin typeface="Times New Roman" panose="02020603050405020304" pitchFamily="18" charset="0"/>
                <a:ea typeface="楷体_GB2312"/>
              </a:rPr>
              <a:t>b</a:t>
            </a:r>
          </a:p>
          <a:p>
            <a:pPr marL="742950" lvl="1" indent="-285750" eaLnBrk="1" hangingPunct="1">
              <a:lnSpc>
                <a:spcPct val="90000"/>
              </a:lnSpc>
              <a:spcBef>
                <a:spcPct val="20000"/>
              </a:spcBef>
              <a:buClr>
                <a:srgbClr val="0080FF"/>
              </a:buClr>
              <a:buSzPct val="55000"/>
              <a:buFont typeface="Wingdings" panose="05000000000000000000" pitchFamily="2" charset="2"/>
              <a:buChar char="n"/>
            </a:pPr>
            <a:endParaRPr lang="zh-CN" altLang="en-US" sz="2400" b="1" dirty="0">
              <a:solidFill>
                <a:srgbClr val="000000"/>
              </a:solidFill>
              <a:latin typeface="楷体" panose="02010609060101010101" pitchFamily="49" charset="-122"/>
              <a:ea typeface="楷体" panose="02010609060101010101" pitchFamily="49" charset="-122"/>
            </a:endParaRPr>
          </a:p>
        </p:txBody>
      </p:sp>
      <p:graphicFrame>
        <p:nvGraphicFramePr>
          <p:cNvPr id="22" name="Group 18"/>
          <p:cNvGraphicFramePr>
            <a:graphicFrameLocks noGrp="1"/>
          </p:cNvGraphicFramePr>
          <p:nvPr/>
        </p:nvGraphicFramePr>
        <p:xfrm>
          <a:off x="4214813" y="123825"/>
          <a:ext cx="4318000" cy="3603666"/>
        </p:xfrm>
        <a:graphic>
          <a:graphicData uri="http://schemas.openxmlformats.org/drawingml/2006/table">
            <a:tbl>
              <a:tblPr/>
              <a:tblGrid>
                <a:gridCol w="928687">
                  <a:extLst>
                    <a:ext uri="{9D8B030D-6E8A-4147-A177-3AD203B41FA5}">
                      <a16:colId xmlns:a16="http://schemas.microsoft.com/office/drawing/2014/main" val="20000"/>
                    </a:ext>
                  </a:extLst>
                </a:gridCol>
                <a:gridCol w="714375">
                  <a:extLst>
                    <a:ext uri="{9D8B030D-6E8A-4147-A177-3AD203B41FA5}">
                      <a16:colId xmlns:a16="http://schemas.microsoft.com/office/drawing/2014/main" val="20001"/>
                    </a:ext>
                  </a:extLst>
                </a:gridCol>
                <a:gridCol w="642938">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663575">
                  <a:extLst>
                    <a:ext uri="{9D8B030D-6E8A-4147-A177-3AD203B41FA5}">
                      <a16:colId xmlns:a16="http://schemas.microsoft.com/office/drawing/2014/main" val="20004"/>
                    </a:ext>
                  </a:extLst>
                </a:gridCol>
                <a:gridCol w="720725">
                  <a:extLst>
                    <a:ext uri="{9D8B030D-6E8A-4147-A177-3AD203B41FA5}">
                      <a16:colId xmlns:a16="http://schemas.microsoft.com/office/drawing/2014/main" val="20005"/>
                    </a:ext>
                  </a:extLst>
                </a:gridCol>
              </a:tblGrid>
              <a:tr h="373310">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a:ln>
                            <a:noFill/>
                          </a:ln>
                          <a:solidFill>
                            <a:srgbClr val="000000"/>
                          </a:solidFill>
                          <a:effectLst/>
                          <a:latin typeface="华文楷体" panose="02010600040101010101" pitchFamily="2" charset="-122"/>
                          <a:ea typeface="华文楷体" panose="02010600040101010101" pitchFamily="2" charset="-122"/>
                          <a:cs typeface="Times New Roman" panose="02020603050405020304" pitchFamily="18" charset="0"/>
                        </a:rPr>
                        <a:t>状态</a:t>
                      </a:r>
                    </a:p>
                  </a:txBody>
                  <a:tcPr marL="91447" marR="91447" marT="34257" marB="3425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ACTION</a:t>
                      </a:r>
                      <a:endParaRPr kumimoji="0" lang="zh-CN" altLang="en-US" sz="20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p>
                  </a:txBody>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GOTO</a:t>
                      </a:r>
                      <a:endParaRPr kumimoji="0" lang="zh-CN" altLang="en-US" sz="20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p>
                  </a:txBody>
                  <a:tcPr/>
                </a:tc>
                <a:extLst>
                  <a:ext uri="{0D108BD9-81ED-4DB2-BD59-A6C34878D82A}">
                    <a16:rowId xmlns:a16="http://schemas.microsoft.com/office/drawing/2014/main" val="10000"/>
                  </a:ext>
                </a:extLst>
              </a:tr>
              <a:tr h="403789">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rPr>
                        <a:t>a</a:t>
                      </a:r>
                      <a:endParaRPr kumimoji="0" lang="zh-CN" altLang="en-US"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rPr>
                        <a:t>b</a:t>
                      </a:r>
                      <a:endParaRPr kumimoji="0" lang="zh-CN" altLang="en-US"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en-US"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rPr>
                        <a:t>S</a:t>
                      </a:r>
                      <a:endParaRPr kumimoji="0" lang="zh-CN" altLang="en-US"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rPr>
                        <a:t>B</a:t>
                      </a:r>
                      <a:endParaRPr kumimoji="0" lang="zh-CN" altLang="en-US"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0</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2</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acc</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2</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5</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3</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s3</a:t>
                      </a:r>
                      <a:r>
                        <a:rPr kumimoji="1" lang="en-US" altLang="zh-CN" sz="2200" b="1" i="0" u="none" strike="noStrike" cap="none" normalizeH="0" baseline="0">
                          <a:ln>
                            <a:noFill/>
                          </a:ln>
                          <a:solidFill>
                            <a:schemeClr val="folHlink"/>
                          </a:solidFill>
                          <a:effectLst/>
                          <a:latin typeface="宋体" panose="02010600030101010101" pitchFamily="2" charset="-122"/>
                          <a:ea typeface="华文楷体" panose="02010600040101010101" pitchFamily="2" charset="-122"/>
                          <a:cs typeface="Times New Roman" panose="02020603050405020304" pitchFamily="18" charset="0"/>
                        </a:rPr>
                        <a:t> </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6</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4</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5</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6</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7" name="Rectangle 3"/>
          <p:cNvSpPr>
            <a:spLocks noGrp="1"/>
          </p:cNvSpPr>
          <p:nvPr>
            <p:ph idx="1"/>
          </p:nvPr>
        </p:nvSpPr>
        <p:spPr>
          <a:xfrm>
            <a:off x="4211638" y="3721100"/>
            <a:ext cx="3671887" cy="1082675"/>
          </a:xfrm>
        </p:spPr>
        <p:txBody>
          <a:bodyPr vert="horz" wrap="square" lIns="92075" tIns="46038" rIns="92075" bIns="46038" anchor="t" anchorCtr="0"/>
          <a:lstStyle/>
          <a:p>
            <a:pPr eaLnBrk="1" hangingPunct="1">
              <a:lnSpc>
                <a:spcPts val="3500"/>
              </a:lnSpc>
              <a:buSzPct val="100000"/>
              <a:buFont typeface="Wingdings" panose="05000000000000000000" pitchFamily="2" charset="2"/>
              <a:buNone/>
            </a:pPr>
            <a:r>
              <a:rPr lang="zh-CN" altLang="en-US" sz="3000" b="1" kern="1200" dirty="0">
                <a:solidFill>
                  <a:srgbClr val="2D83F4"/>
                </a:solidFill>
                <a:latin typeface="楷体" panose="02010609060101010101" pitchFamily="49" charset="-122"/>
                <a:ea typeface="华文楷体" panose="02010600040101010101" pitchFamily="2" charset="-122"/>
                <a:cs typeface="+mn-cs"/>
              </a:rPr>
              <a:t>栈    剩余输入</a:t>
            </a:r>
          </a:p>
          <a:p>
            <a:pPr eaLnBrk="1" hangingPunct="1">
              <a:lnSpc>
                <a:spcPts val="2500"/>
              </a:lnSpc>
              <a:spcBef>
                <a:spcPct val="0"/>
              </a:spcBef>
              <a:buSzPct val="100000"/>
              <a:buFont typeface="Wingdings" panose="05000000000000000000" pitchFamily="2" charset="2"/>
              <a:buNone/>
            </a:pPr>
            <a:r>
              <a:rPr lang="zh-CN" altLang="en-US" b="1" kern="1200" dirty="0">
                <a:solidFill>
                  <a:schemeClr val="tx1"/>
                </a:solidFill>
                <a:latin typeface="Times New Roman" panose="02020603050405020304" pitchFamily="18" charset="0"/>
                <a:ea typeface="楷体_GB2312"/>
                <a:cs typeface="+mn-cs"/>
              </a:rPr>
              <a:t>0</a:t>
            </a:r>
          </a:p>
          <a:p>
            <a:pPr eaLnBrk="1" hangingPunct="1">
              <a:lnSpc>
                <a:spcPts val="2500"/>
              </a:lnSpc>
              <a:spcBef>
                <a:spcPct val="0"/>
              </a:spcBef>
              <a:buSzPct val="100000"/>
              <a:buFont typeface="Wingdings" panose="05000000000000000000" pitchFamily="2" charset="2"/>
              <a:buNone/>
            </a:pPr>
            <a:r>
              <a:rPr lang="en-US" altLang="zh-CN" b="1" kern="1200" dirty="0">
                <a:solidFill>
                  <a:schemeClr val="tx1"/>
                </a:solidFill>
                <a:latin typeface="Times New Roman" panose="02020603050405020304" pitchFamily="18" charset="0"/>
                <a:ea typeface="楷体_GB2312"/>
                <a:cs typeface="+mn-cs"/>
              </a:rPr>
              <a:t>$</a:t>
            </a:r>
            <a:r>
              <a:rPr lang="zh-CN" altLang="en-US" b="1" i="1" kern="1200" dirty="0">
                <a:solidFill>
                  <a:schemeClr val="tx1"/>
                </a:solidFill>
                <a:latin typeface="Times New Roman" panose="02020603050405020304" pitchFamily="18" charset="0"/>
                <a:ea typeface="楷体_GB2312"/>
                <a:cs typeface="+mn-cs"/>
              </a:rPr>
              <a:t>          </a:t>
            </a:r>
            <a:r>
              <a:rPr lang="en-US" altLang="zh-CN" b="1" i="1" kern="1200" dirty="0">
                <a:solidFill>
                  <a:schemeClr val="tx1"/>
                </a:solidFill>
                <a:latin typeface="Times New Roman" panose="02020603050405020304" pitchFamily="18" charset="0"/>
                <a:ea typeface="楷体_GB2312"/>
                <a:cs typeface="+mn-cs"/>
              </a:rPr>
              <a:t>            </a:t>
            </a:r>
            <a:r>
              <a:rPr lang="en-US" altLang="zh-CN" b="1" kern="1200" dirty="0">
                <a:solidFill>
                  <a:schemeClr val="tx1"/>
                </a:solidFill>
                <a:latin typeface="Times New Roman" panose="02020603050405020304" pitchFamily="18" charset="0"/>
                <a:ea typeface="楷体_GB2312"/>
                <a:cs typeface="+mn-cs"/>
              </a:rPr>
              <a:t>$</a:t>
            </a:r>
            <a:endParaRPr lang="en-US" altLang="zh-CN" b="1" i="1" kern="1200" dirty="0">
              <a:solidFill>
                <a:schemeClr val="tx1"/>
              </a:solidFill>
              <a:latin typeface="Times New Roman" panose="02020603050405020304" pitchFamily="18" charset="0"/>
              <a:ea typeface="楷体_GB2312"/>
              <a:cs typeface="+mn-cs"/>
            </a:endParaRPr>
          </a:p>
          <a:p>
            <a:pPr eaLnBrk="1" hangingPunct="1">
              <a:lnSpc>
                <a:spcPct val="90000"/>
              </a:lnSpc>
              <a:spcBef>
                <a:spcPct val="0"/>
              </a:spcBef>
              <a:buSzPct val="100000"/>
              <a:buFont typeface="Wingdings" panose="05000000000000000000" pitchFamily="2" charset="2"/>
              <a:buNone/>
            </a:pPr>
            <a:endParaRPr lang="en-US" altLang="zh-CN" sz="600" kern="1200" dirty="0">
              <a:latin typeface="Times New Roman" panose="02020603050405020304" pitchFamily="18" charset="0"/>
              <a:ea typeface="楷体_GB2312"/>
              <a:cs typeface="+mn-cs"/>
            </a:endParaRPr>
          </a:p>
          <a:p>
            <a:pPr eaLnBrk="1" hangingPunct="1">
              <a:lnSpc>
                <a:spcPct val="90000"/>
              </a:lnSpc>
              <a:spcBef>
                <a:spcPct val="0"/>
              </a:spcBef>
              <a:buSzPct val="100000"/>
              <a:buFont typeface="Wingdings" panose="05000000000000000000" pitchFamily="2" charset="2"/>
              <a:buNone/>
            </a:pPr>
            <a:endParaRPr lang="en-US" altLang="zh-CN" sz="1600" kern="1200" dirty="0">
              <a:latin typeface="Times New Roman" panose="02020603050405020304" pitchFamily="18" charset="0"/>
              <a:ea typeface="楷体_GB2312"/>
              <a:cs typeface="+mn-cs"/>
            </a:endParaRPr>
          </a:p>
        </p:txBody>
      </p:sp>
      <p:sp>
        <p:nvSpPr>
          <p:cNvPr id="8" name="矩形 7"/>
          <p:cNvSpPr/>
          <p:nvPr/>
        </p:nvSpPr>
        <p:spPr>
          <a:xfrm>
            <a:off x="4427538" y="4164013"/>
            <a:ext cx="374650" cy="423862"/>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273050" lvl="0" indent="-273050" eaLnBrk="1" hangingPunct="1">
              <a:lnSpc>
                <a:spcPct val="90000"/>
              </a:lnSpc>
              <a:spcBef>
                <a:spcPct val="0"/>
              </a:spcBef>
              <a:buClr>
                <a:srgbClr val="31B6FD"/>
              </a:buClr>
              <a:buFontTx/>
              <a:buNone/>
            </a:pPr>
            <a:r>
              <a:rPr lang="en-US" altLang="zh-CN" b="1" dirty="0">
                <a:solidFill>
                  <a:srgbClr val="000000"/>
                </a:solidFill>
                <a:latin typeface="Times New Roman" panose="02020603050405020304" pitchFamily="18" charset="0"/>
                <a:ea typeface="楷体_GB2312"/>
              </a:rPr>
              <a:t>4</a:t>
            </a:r>
            <a:r>
              <a:rPr lang="en-US" altLang="zh-CN" i="1" dirty="0">
                <a:solidFill>
                  <a:srgbClr val="073E87"/>
                </a:solidFill>
                <a:latin typeface="Times New Roman" panose="02020603050405020304" pitchFamily="18" charset="0"/>
                <a:ea typeface="楷体_GB2312"/>
              </a:rPr>
              <a:t> </a:t>
            </a:r>
            <a:endParaRPr lang="zh-CN" altLang="en-US" sz="2800" dirty="0">
              <a:solidFill>
                <a:srgbClr val="000000"/>
              </a:solidFill>
              <a:latin typeface="Tahoma" panose="020B0604030504040204" pitchFamily="34" charset="0"/>
              <a:ea typeface="楷体_GB2312"/>
            </a:endParaRPr>
          </a:p>
        </p:txBody>
      </p:sp>
      <p:sp>
        <p:nvSpPr>
          <p:cNvPr id="9" name="矩形 8"/>
          <p:cNvSpPr/>
          <p:nvPr/>
        </p:nvSpPr>
        <p:spPr>
          <a:xfrm>
            <a:off x="5813425" y="4443413"/>
            <a:ext cx="338138" cy="461962"/>
          </a:xfrm>
          <a:prstGeom prst="rect">
            <a:avLst/>
          </a:prstGeom>
          <a:noFill/>
          <a:ln w="9525">
            <a:noFill/>
          </a:ln>
        </p:spPr>
        <p:txBody>
          <a:bodyPr wrap="none">
            <a:spAutoFit/>
          </a:bodyPr>
          <a:lstStyle/>
          <a:p>
            <a:pPr>
              <a:buNone/>
            </a:pPr>
            <a:r>
              <a:rPr lang="en-US" altLang="zh-CN" sz="2400" b="1" i="1" dirty="0">
                <a:solidFill>
                  <a:srgbClr val="000000"/>
                </a:solidFill>
                <a:latin typeface="Times New Roman" panose="02020603050405020304" pitchFamily="18" charset="0"/>
                <a:ea typeface="楷体_GB2312"/>
              </a:rPr>
              <a:t>b</a:t>
            </a:r>
            <a:endParaRPr lang="zh-CN" altLang="en-US" sz="2800" b="1" dirty="0">
              <a:solidFill>
                <a:srgbClr val="000000"/>
              </a:solidFill>
              <a:latin typeface="Tahoma" panose="020B0604030504040204" pitchFamily="34" charset="0"/>
              <a:ea typeface="楷体_GB2312"/>
            </a:endParaRPr>
          </a:p>
        </p:txBody>
      </p:sp>
      <p:sp>
        <p:nvSpPr>
          <p:cNvPr id="10" name="矩形 9"/>
          <p:cNvSpPr/>
          <p:nvPr/>
        </p:nvSpPr>
        <p:spPr>
          <a:xfrm>
            <a:off x="5630863" y="4443413"/>
            <a:ext cx="339725" cy="461962"/>
          </a:xfrm>
          <a:prstGeom prst="rect">
            <a:avLst/>
          </a:prstGeom>
          <a:noFill/>
          <a:ln w="9525">
            <a:noFill/>
          </a:ln>
        </p:spPr>
        <p:txBody>
          <a:bodyPr wrap="none">
            <a:spAutoFit/>
          </a:bodyPr>
          <a:lstStyle/>
          <a:p>
            <a:pPr>
              <a:buNone/>
            </a:pPr>
            <a:r>
              <a:rPr lang="en-US" altLang="zh-CN" sz="2400" b="1" i="1" dirty="0">
                <a:solidFill>
                  <a:srgbClr val="000000"/>
                </a:solidFill>
                <a:latin typeface="Times New Roman" panose="02020603050405020304" pitchFamily="18" charset="0"/>
                <a:ea typeface="楷体_GB2312"/>
              </a:rPr>
              <a:t>a</a:t>
            </a:r>
            <a:endParaRPr lang="zh-CN" altLang="en-US" sz="2800" b="1" dirty="0">
              <a:solidFill>
                <a:srgbClr val="000000"/>
              </a:solidFill>
              <a:latin typeface="Tahoma" panose="020B0604030504040204" pitchFamily="34" charset="0"/>
              <a:ea typeface="楷体_GB2312"/>
            </a:endParaRPr>
          </a:p>
        </p:txBody>
      </p:sp>
      <p:sp>
        <p:nvSpPr>
          <p:cNvPr id="11" name="矩形 10"/>
          <p:cNvSpPr/>
          <p:nvPr/>
        </p:nvSpPr>
        <p:spPr>
          <a:xfrm>
            <a:off x="5437188" y="4443413"/>
            <a:ext cx="338137" cy="461962"/>
          </a:xfrm>
          <a:prstGeom prst="rect">
            <a:avLst/>
          </a:prstGeom>
          <a:noFill/>
          <a:ln w="9525">
            <a:noFill/>
          </a:ln>
        </p:spPr>
        <p:txBody>
          <a:bodyPr wrap="none">
            <a:spAutoFit/>
          </a:bodyPr>
          <a:lstStyle/>
          <a:p>
            <a:pPr>
              <a:buNone/>
            </a:pPr>
            <a:r>
              <a:rPr lang="en-US" altLang="zh-CN" sz="2400" b="1" i="1" dirty="0">
                <a:solidFill>
                  <a:srgbClr val="000000"/>
                </a:solidFill>
                <a:latin typeface="Times New Roman" panose="02020603050405020304" pitchFamily="18" charset="0"/>
                <a:ea typeface="楷体_GB2312"/>
              </a:rPr>
              <a:t>b</a:t>
            </a:r>
            <a:endParaRPr lang="zh-CN" altLang="en-US" sz="2800" b="1" dirty="0">
              <a:solidFill>
                <a:srgbClr val="000000"/>
              </a:solidFill>
              <a:latin typeface="Tahoma" panose="020B0604030504040204" pitchFamily="34" charset="0"/>
              <a:ea typeface="楷体_GB2312"/>
            </a:endParaRPr>
          </a:p>
        </p:txBody>
      </p:sp>
      <p:sp>
        <p:nvSpPr>
          <p:cNvPr id="12" name="矩形 11"/>
          <p:cNvSpPr/>
          <p:nvPr/>
        </p:nvSpPr>
        <p:spPr>
          <a:xfrm>
            <a:off x="4411663" y="4443413"/>
            <a:ext cx="390525" cy="461962"/>
          </a:xfrm>
          <a:prstGeom prst="rect">
            <a:avLst/>
          </a:prstGeom>
          <a:noFill/>
          <a:ln w="9525">
            <a:noFill/>
          </a:ln>
        </p:spPr>
        <p:txBody>
          <a:bodyPr wrap="none">
            <a:spAutoFit/>
          </a:bodyPr>
          <a:lstStyle/>
          <a:p>
            <a:pPr>
              <a:buNone/>
            </a:pPr>
            <a:r>
              <a:rPr lang="en-US" altLang="zh-CN" sz="2400" b="1" i="1" dirty="0">
                <a:solidFill>
                  <a:srgbClr val="000000"/>
                </a:solidFill>
                <a:latin typeface="Times New Roman" panose="02020603050405020304" pitchFamily="18" charset="0"/>
                <a:ea typeface="楷体_GB2312"/>
              </a:rPr>
              <a:t>B</a:t>
            </a:r>
            <a:endParaRPr lang="zh-CN" altLang="en-US" b="1" dirty="0">
              <a:solidFill>
                <a:srgbClr val="000000"/>
              </a:solidFill>
              <a:latin typeface="Tahoma" panose="020B0604030504040204" pitchFamily="34" charset="0"/>
              <a:ea typeface="楷体_GB2312"/>
            </a:endParaRPr>
          </a:p>
        </p:txBody>
      </p:sp>
      <p:sp>
        <p:nvSpPr>
          <p:cNvPr id="6" name="矩形 5"/>
          <p:cNvSpPr/>
          <p:nvPr/>
        </p:nvSpPr>
        <p:spPr>
          <a:xfrm>
            <a:off x="842963" y="4543425"/>
            <a:ext cx="2033587" cy="476250"/>
          </a:xfrm>
          <a:prstGeom prst="rect">
            <a:avLst/>
          </a:prstGeom>
          <a:noFill/>
          <a:ln w="9525">
            <a:noFill/>
          </a:ln>
        </p:spPr>
        <p:txBody>
          <a:bodyPr wrap="none">
            <a:spAutoFit/>
          </a:bodyPr>
          <a:lstStyle/>
          <a:p>
            <a:pPr marL="0" lvl="1" indent="0" eaLnBrk="1" hangingPunct="1">
              <a:spcBef>
                <a:spcPct val="30000"/>
              </a:spcBef>
            </a:pPr>
            <a:r>
              <a:rPr lang="zh-CN" altLang="en-US" sz="2500" b="1" dirty="0">
                <a:solidFill>
                  <a:srgbClr val="000000"/>
                </a:solidFill>
                <a:latin typeface="楷体" panose="02010609060101010101" pitchFamily="49" charset="-122"/>
                <a:ea typeface="楷体" panose="02010609060101010101" pitchFamily="49" charset="-122"/>
              </a:rPr>
              <a:t>输入  </a:t>
            </a:r>
            <a:r>
              <a:rPr lang="en-US" altLang="zh-CN" sz="2500" b="1" i="1" dirty="0">
                <a:solidFill>
                  <a:srgbClr val="000000"/>
                </a:solidFill>
                <a:latin typeface="Times New Roman" panose="02020603050405020304" pitchFamily="18" charset="0"/>
                <a:ea typeface="楷体" panose="02010609060101010101" pitchFamily="49" charset="-122"/>
              </a:rPr>
              <a:t>b  a   b</a:t>
            </a:r>
            <a:endParaRPr lang="en-US" altLang="zh-CN" sz="2500" b="1" i="1" dirty="0">
              <a:solidFill>
                <a:srgbClr val="000000"/>
              </a:solidFill>
              <a:latin typeface="Times New Roman" panose="02020603050405020304" pitchFamily="18" charset="0"/>
              <a:ea typeface="楷体_GB2312"/>
            </a:endParaRPr>
          </a:p>
        </p:txBody>
      </p:sp>
      <p:grpSp>
        <p:nvGrpSpPr>
          <p:cNvPr id="2" name="Group 78"/>
          <p:cNvGrpSpPr/>
          <p:nvPr/>
        </p:nvGrpSpPr>
        <p:grpSpPr>
          <a:xfrm>
            <a:off x="1835150" y="3994150"/>
            <a:ext cx="357188" cy="557213"/>
            <a:chOff x="975" y="3041"/>
            <a:chExt cx="225" cy="741"/>
          </a:xfrm>
        </p:grpSpPr>
        <p:sp>
          <p:nvSpPr>
            <p:cNvPr id="19" name="Line 79"/>
            <p:cNvSpPr>
              <a:spLocks noChangeShapeType="1"/>
            </p:cNvSpPr>
            <p:nvPr/>
          </p:nvSpPr>
          <p:spPr bwMode="auto">
            <a:xfrm flipH="1" flipV="1">
              <a:off x="1066" y="3543"/>
              <a:ext cx="0" cy="239"/>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38994" name="Rectangle 80"/>
            <p:cNvSpPr/>
            <p:nvPr/>
          </p:nvSpPr>
          <p:spPr>
            <a:xfrm>
              <a:off x="975" y="3041"/>
              <a:ext cx="225" cy="542"/>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latin typeface="Times New Roman" panose="02020603050405020304" pitchFamily="18" charset="0"/>
                </a:rPr>
                <a:t>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 calcmode="lin" valueType="num">
                                      <p:cBhvr>
                                        <p:cTn id="14"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7">
                                            <p:txEl>
                                              <p:pRg st="0" end="0"/>
                                            </p:txEl>
                                          </p:spTgt>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 calcmode="lin" valueType="num">
                                      <p:cBhvr>
                                        <p:cTn id="19" dur="500" fill="hold"/>
                                        <p:tgtEl>
                                          <p:spTgt spid="7">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7">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7">
                                            <p:txEl>
                                              <p:pRg st="1" end="1"/>
                                            </p:txEl>
                                          </p:spTgt>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 calcmode="lin" valueType="num">
                                      <p:cBhvr>
                                        <p:cTn id="24" dur="500" fill="hold"/>
                                        <p:tgtEl>
                                          <p:spTgt spid="7">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7">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7">
                                            <p:txEl>
                                              <p:pRg st="2" end="2"/>
                                            </p:txEl>
                                          </p:spTgt>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fltVal val="0"/>
                                          </p:val>
                                        </p:tav>
                                        <p:tav tm="100000">
                                          <p:val>
                                            <p:strVal val="#ppt_h"/>
                                          </p:val>
                                        </p:tav>
                                      </p:tavLst>
                                    </p:anim>
                                    <p:animEffect transition="in" filter="fade">
                                      <p:cBhvr>
                                        <p:cTn id="31" dur="500"/>
                                        <p:tgtEl>
                                          <p:spTgt spid="11"/>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p:cTn id="34" dur="500" fill="hold"/>
                                        <p:tgtEl>
                                          <p:spTgt spid="9"/>
                                        </p:tgtEl>
                                        <p:attrNameLst>
                                          <p:attrName>ppt_w</p:attrName>
                                        </p:attrNameLst>
                                      </p:cBhvr>
                                      <p:tavLst>
                                        <p:tav tm="0">
                                          <p:val>
                                            <p:fltVal val="0"/>
                                          </p:val>
                                        </p:tav>
                                        <p:tav tm="100000">
                                          <p:val>
                                            <p:strVal val="#ppt_w"/>
                                          </p:val>
                                        </p:tav>
                                      </p:tavLst>
                                    </p:anim>
                                    <p:anim calcmode="lin" valueType="num">
                                      <p:cBhvr>
                                        <p:cTn id="35" dur="500" fill="hold"/>
                                        <p:tgtEl>
                                          <p:spTgt spid="9"/>
                                        </p:tgtEl>
                                        <p:attrNameLst>
                                          <p:attrName>ppt_h</p:attrName>
                                        </p:attrNameLst>
                                      </p:cBhvr>
                                      <p:tavLst>
                                        <p:tav tm="0">
                                          <p:val>
                                            <p:fltVal val="0"/>
                                          </p:val>
                                        </p:tav>
                                        <p:tav tm="100000">
                                          <p:val>
                                            <p:strVal val="#ppt_h"/>
                                          </p:val>
                                        </p:tav>
                                      </p:tavLst>
                                    </p:anim>
                                    <p:animEffect transition="in" filter="fade">
                                      <p:cBhvr>
                                        <p:cTn id="36" dur="500"/>
                                        <p:tgtEl>
                                          <p:spTgt spid="9"/>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500" fill="hold"/>
                                        <p:tgtEl>
                                          <p:spTgt spid="10"/>
                                        </p:tgtEl>
                                        <p:attrNameLst>
                                          <p:attrName>ppt_w</p:attrName>
                                        </p:attrNameLst>
                                      </p:cBhvr>
                                      <p:tavLst>
                                        <p:tav tm="0">
                                          <p:val>
                                            <p:fltVal val="0"/>
                                          </p:val>
                                        </p:tav>
                                        <p:tav tm="100000">
                                          <p:val>
                                            <p:strVal val="#ppt_w"/>
                                          </p:val>
                                        </p:tav>
                                      </p:tavLst>
                                    </p:anim>
                                    <p:anim calcmode="lin" valueType="num">
                                      <p:cBhvr>
                                        <p:cTn id="40" dur="500" fill="hold"/>
                                        <p:tgtEl>
                                          <p:spTgt spid="10"/>
                                        </p:tgtEl>
                                        <p:attrNameLst>
                                          <p:attrName>ppt_h</p:attrName>
                                        </p:attrNameLst>
                                      </p:cBhvr>
                                      <p:tavLst>
                                        <p:tav tm="0">
                                          <p:val>
                                            <p:fltVal val="0"/>
                                          </p:val>
                                        </p:tav>
                                        <p:tav tm="100000">
                                          <p:val>
                                            <p:strVal val="#ppt_h"/>
                                          </p:val>
                                        </p:tav>
                                      </p:tavLst>
                                    </p:anim>
                                    <p:animEffect transition="in" filter="fade">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35" presetClass="path" presetSubtype="0" accel="50000" decel="50000" fill="hold" grpId="2" nodeType="clickEffect">
                                  <p:stCondLst>
                                    <p:cond delay="0"/>
                                  </p:stCondLst>
                                  <p:childTnLst>
                                    <p:animMotion origin="layout" path="M -8.33333E-7 -1.97531E-6 L -0.11389 -0.00586 " pathEditMode="relative" rAng="0" ptsTypes="AA">
                                      <p:cBhvr>
                                        <p:cTn id="45" dur="1000" fill="hold"/>
                                        <p:tgtEl>
                                          <p:spTgt spid="11"/>
                                        </p:tgtEl>
                                        <p:attrNameLst>
                                          <p:attrName>ppt_x</p:attrName>
                                          <p:attrName>ppt_y</p:attrName>
                                        </p:attrNameLst>
                                      </p:cBhvr>
                                      <p:rCtr x="-5700" y="-300"/>
                                    </p:animMotion>
                                  </p:childTnLst>
                                </p:cTn>
                              </p:par>
                            </p:childTnLst>
                          </p:cTn>
                        </p:par>
                        <p:par>
                          <p:cTn id="46" fill="hold">
                            <p:stCondLst>
                              <p:cond delay="1000"/>
                            </p:stCondLst>
                            <p:childTnLst>
                              <p:par>
                                <p:cTn id="47" presetID="53" presetClass="entr" presetSubtype="16" fill="hold" grpId="0" nodeType="after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p:cTn id="49" dur="500" fill="hold"/>
                                        <p:tgtEl>
                                          <p:spTgt spid="8"/>
                                        </p:tgtEl>
                                        <p:attrNameLst>
                                          <p:attrName>ppt_w</p:attrName>
                                        </p:attrNameLst>
                                      </p:cBhvr>
                                      <p:tavLst>
                                        <p:tav tm="0">
                                          <p:val>
                                            <p:fltVal val="0"/>
                                          </p:val>
                                        </p:tav>
                                        <p:tav tm="100000">
                                          <p:val>
                                            <p:strVal val="#ppt_w"/>
                                          </p:val>
                                        </p:tav>
                                      </p:tavLst>
                                    </p:anim>
                                    <p:anim calcmode="lin" valueType="num">
                                      <p:cBhvr>
                                        <p:cTn id="50" dur="500" fill="hold"/>
                                        <p:tgtEl>
                                          <p:spTgt spid="8"/>
                                        </p:tgtEl>
                                        <p:attrNameLst>
                                          <p:attrName>ppt_h</p:attrName>
                                        </p:attrNameLst>
                                      </p:cBhvr>
                                      <p:tavLst>
                                        <p:tav tm="0">
                                          <p:val>
                                            <p:fltVal val="0"/>
                                          </p:val>
                                        </p:tav>
                                        <p:tav tm="100000">
                                          <p:val>
                                            <p:strVal val="#ppt_h"/>
                                          </p:val>
                                        </p:tav>
                                      </p:tavLst>
                                    </p:anim>
                                    <p:animEffect transition="in" filter="fade">
                                      <p:cBhvr>
                                        <p:cTn id="51" dur="500"/>
                                        <p:tgtEl>
                                          <p:spTgt spid="8"/>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xit" presetSubtype="32" fill="hold" grpId="1" nodeType="clickEffect">
                                  <p:stCondLst>
                                    <p:cond delay="0"/>
                                  </p:stCondLst>
                                  <p:childTnLst>
                                    <p:anim calcmode="lin" valueType="num">
                                      <p:cBhvr>
                                        <p:cTn id="55" dur="500"/>
                                        <p:tgtEl>
                                          <p:spTgt spid="11"/>
                                        </p:tgtEl>
                                        <p:attrNameLst>
                                          <p:attrName>ppt_w</p:attrName>
                                        </p:attrNameLst>
                                      </p:cBhvr>
                                      <p:tavLst>
                                        <p:tav tm="0">
                                          <p:val>
                                            <p:strVal val="ppt_w"/>
                                          </p:val>
                                        </p:tav>
                                        <p:tav tm="100000">
                                          <p:val>
                                            <p:fltVal val="0"/>
                                          </p:val>
                                        </p:tav>
                                      </p:tavLst>
                                    </p:anim>
                                    <p:anim calcmode="lin" valueType="num">
                                      <p:cBhvr>
                                        <p:cTn id="56" dur="500"/>
                                        <p:tgtEl>
                                          <p:spTgt spid="11"/>
                                        </p:tgtEl>
                                        <p:attrNameLst>
                                          <p:attrName>ppt_h</p:attrName>
                                        </p:attrNameLst>
                                      </p:cBhvr>
                                      <p:tavLst>
                                        <p:tav tm="0">
                                          <p:val>
                                            <p:strVal val="ppt_h"/>
                                          </p:val>
                                        </p:tav>
                                        <p:tav tm="100000">
                                          <p:val>
                                            <p:fltVal val="0"/>
                                          </p:val>
                                        </p:tav>
                                      </p:tavLst>
                                    </p:anim>
                                    <p:animEffect transition="out" filter="fade">
                                      <p:cBhvr>
                                        <p:cTn id="57" dur="500"/>
                                        <p:tgtEl>
                                          <p:spTgt spid="11"/>
                                        </p:tgtEl>
                                      </p:cBhvr>
                                    </p:animEffect>
                                    <p:set>
                                      <p:cBhvr>
                                        <p:cTn id="58" dur="1" fill="hold">
                                          <p:stCondLst>
                                            <p:cond delay="499"/>
                                          </p:stCondLst>
                                        </p:cTn>
                                        <p:tgtEl>
                                          <p:spTgt spid="11"/>
                                        </p:tgtEl>
                                        <p:attrNameLst>
                                          <p:attrName>style.visibility</p:attrName>
                                        </p:attrNameLst>
                                      </p:cBhvr>
                                      <p:to>
                                        <p:strVal val="hidden"/>
                                      </p:to>
                                    </p:set>
                                  </p:childTnLst>
                                </p:cTn>
                              </p:par>
                              <p:par>
                                <p:cTn id="59" presetID="53" presetClass="exit" presetSubtype="32" fill="hold" grpId="1" nodeType="withEffect">
                                  <p:stCondLst>
                                    <p:cond delay="0"/>
                                  </p:stCondLst>
                                  <p:childTnLst>
                                    <p:anim calcmode="lin" valueType="num">
                                      <p:cBhvr>
                                        <p:cTn id="60" dur="500"/>
                                        <p:tgtEl>
                                          <p:spTgt spid="8"/>
                                        </p:tgtEl>
                                        <p:attrNameLst>
                                          <p:attrName>ppt_w</p:attrName>
                                        </p:attrNameLst>
                                      </p:cBhvr>
                                      <p:tavLst>
                                        <p:tav tm="0">
                                          <p:val>
                                            <p:strVal val="ppt_w"/>
                                          </p:val>
                                        </p:tav>
                                        <p:tav tm="100000">
                                          <p:val>
                                            <p:fltVal val="0"/>
                                          </p:val>
                                        </p:tav>
                                      </p:tavLst>
                                    </p:anim>
                                    <p:anim calcmode="lin" valueType="num">
                                      <p:cBhvr>
                                        <p:cTn id="61" dur="500"/>
                                        <p:tgtEl>
                                          <p:spTgt spid="8"/>
                                        </p:tgtEl>
                                        <p:attrNameLst>
                                          <p:attrName>ppt_h</p:attrName>
                                        </p:attrNameLst>
                                      </p:cBhvr>
                                      <p:tavLst>
                                        <p:tav tm="0">
                                          <p:val>
                                            <p:strVal val="ppt_h"/>
                                          </p:val>
                                        </p:tav>
                                        <p:tav tm="100000">
                                          <p:val>
                                            <p:fltVal val="0"/>
                                          </p:val>
                                        </p:tav>
                                      </p:tavLst>
                                    </p:anim>
                                    <p:animEffect transition="out" filter="fade">
                                      <p:cBhvr>
                                        <p:cTn id="62" dur="500"/>
                                        <p:tgtEl>
                                          <p:spTgt spid="8"/>
                                        </p:tgtEl>
                                      </p:cBhvr>
                                    </p:animEffect>
                                    <p:set>
                                      <p:cBhvr>
                                        <p:cTn id="63" dur="1" fill="hold">
                                          <p:stCondLst>
                                            <p:cond delay="499"/>
                                          </p:stCondLst>
                                        </p:cTn>
                                        <p:tgtEl>
                                          <p:spTgt spid="8"/>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grpId="0" nodeType="clickEffect">
                                  <p:stCondLst>
                                    <p:cond delay="0"/>
                                  </p:stCondLst>
                                  <p:childTnLst>
                                    <p:set>
                                      <p:cBhvr>
                                        <p:cTn id="67" dur="1" fill="hold">
                                          <p:stCondLst>
                                            <p:cond delay="0"/>
                                          </p:stCondLst>
                                        </p:cTn>
                                        <p:tgtEl>
                                          <p:spTgt spid="12"/>
                                        </p:tgtEl>
                                        <p:attrNameLst>
                                          <p:attrName>style.visibility</p:attrName>
                                        </p:attrNameLst>
                                      </p:cBhvr>
                                      <p:to>
                                        <p:strVal val="visible"/>
                                      </p:to>
                                    </p:set>
                                    <p:anim calcmode="lin" valueType="num">
                                      <p:cBhvr>
                                        <p:cTn id="68" dur="500" fill="hold"/>
                                        <p:tgtEl>
                                          <p:spTgt spid="12"/>
                                        </p:tgtEl>
                                        <p:attrNameLst>
                                          <p:attrName>ppt_w</p:attrName>
                                        </p:attrNameLst>
                                      </p:cBhvr>
                                      <p:tavLst>
                                        <p:tav tm="0">
                                          <p:val>
                                            <p:fltVal val="0"/>
                                          </p:val>
                                        </p:tav>
                                        <p:tav tm="100000">
                                          <p:val>
                                            <p:strVal val="#ppt_w"/>
                                          </p:val>
                                        </p:tav>
                                      </p:tavLst>
                                    </p:anim>
                                    <p:anim calcmode="lin" valueType="num">
                                      <p:cBhvr>
                                        <p:cTn id="69" dur="500" fill="hold"/>
                                        <p:tgtEl>
                                          <p:spTgt spid="12"/>
                                        </p:tgtEl>
                                        <p:attrNameLst>
                                          <p:attrName>ppt_h</p:attrName>
                                        </p:attrNameLst>
                                      </p:cBhvr>
                                      <p:tavLst>
                                        <p:tav tm="0">
                                          <p:val>
                                            <p:fltVal val="0"/>
                                          </p:val>
                                        </p:tav>
                                        <p:tav tm="100000">
                                          <p:val>
                                            <p:strVal val="#ppt_h"/>
                                          </p:val>
                                        </p:tav>
                                      </p:tavLst>
                                    </p:anim>
                                    <p:animEffect transition="in" filter="fade">
                                      <p:cBhvr>
                                        <p:cTn id="70" dur="500"/>
                                        <p:tgtEl>
                                          <p:spTgt spid="12"/>
                                        </p:tgtEl>
                                      </p:cBhvr>
                                    </p:animEffect>
                                  </p:childTnLst>
                                </p:cTn>
                              </p:par>
                            </p:childTnLst>
                          </p:cTn>
                        </p:par>
                      </p:childTnLst>
                    </p:cTn>
                  </p:par>
                  <p:par>
                    <p:cTn id="71" fill="hold">
                      <p:stCondLst>
                        <p:cond delay="indefinite"/>
                      </p:stCondLst>
                      <p:childTnLst>
                        <p:par>
                          <p:cTn id="72" fill="hold">
                            <p:stCondLst>
                              <p:cond delay="0"/>
                            </p:stCondLst>
                            <p:childTnLst>
                              <p:par>
                                <p:cTn id="73" presetID="53" presetClass="entr" presetSubtype="16" fill="hold" nodeType="clickEffect">
                                  <p:stCondLst>
                                    <p:cond delay="0"/>
                                  </p:stCondLst>
                                  <p:childTnLst>
                                    <p:set>
                                      <p:cBhvr>
                                        <p:cTn id="74" dur="1" fill="hold">
                                          <p:stCondLst>
                                            <p:cond delay="0"/>
                                          </p:stCondLst>
                                        </p:cTn>
                                        <p:tgtEl>
                                          <p:spTgt spid="2"/>
                                        </p:tgtEl>
                                        <p:attrNameLst>
                                          <p:attrName>style.visibility</p:attrName>
                                        </p:attrNameLst>
                                      </p:cBhvr>
                                      <p:to>
                                        <p:strVal val="visible"/>
                                      </p:to>
                                    </p:set>
                                    <p:anim calcmode="lin" valueType="num">
                                      <p:cBhvr>
                                        <p:cTn id="75" dur="500" fill="hold"/>
                                        <p:tgtEl>
                                          <p:spTgt spid="2"/>
                                        </p:tgtEl>
                                        <p:attrNameLst>
                                          <p:attrName>ppt_w</p:attrName>
                                        </p:attrNameLst>
                                      </p:cBhvr>
                                      <p:tavLst>
                                        <p:tav tm="0">
                                          <p:val>
                                            <p:fltVal val="0"/>
                                          </p:val>
                                        </p:tav>
                                        <p:tav tm="100000">
                                          <p:val>
                                            <p:strVal val="#ppt_w"/>
                                          </p:val>
                                        </p:tav>
                                      </p:tavLst>
                                    </p:anim>
                                    <p:anim calcmode="lin" valueType="num">
                                      <p:cBhvr>
                                        <p:cTn id="76" dur="500" fill="hold"/>
                                        <p:tgtEl>
                                          <p:spTgt spid="2"/>
                                        </p:tgtEl>
                                        <p:attrNameLst>
                                          <p:attrName>ppt_h</p:attrName>
                                        </p:attrNameLst>
                                      </p:cBhvr>
                                      <p:tavLst>
                                        <p:tav tm="0">
                                          <p:val>
                                            <p:fltVal val="0"/>
                                          </p:val>
                                        </p:tav>
                                        <p:tav tm="100000">
                                          <p:val>
                                            <p:strVal val="#ppt_h"/>
                                          </p:val>
                                        </p:tav>
                                      </p:tavLst>
                                    </p:anim>
                                    <p:animEffect transition="in" filter="fade">
                                      <p:cBhvr>
                                        <p:cTn id="7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p:bldP spid="8" grpId="1"/>
      <p:bldP spid="9" grpId="0"/>
      <p:bldP spid="10" grpId="0"/>
      <p:bldP spid="11" grpId="0"/>
      <p:bldP spid="11" grpId="1"/>
      <p:bldP spid="11" grpId="2"/>
      <p:bldP spid="12"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19"/>
          <p:cNvSpPr txBox="1"/>
          <p:nvPr/>
        </p:nvSpPr>
        <p:spPr>
          <a:xfrm>
            <a:off x="539750" y="2571750"/>
            <a:ext cx="2743200" cy="442913"/>
          </a:xfrm>
          <a:prstGeom prst="rect">
            <a:avLst/>
          </a:prstGeom>
          <a:noFill/>
          <a:ln w="12700">
            <a:noFill/>
          </a:ln>
        </p:spPr>
        <p:txBody>
          <a:bodyPr>
            <a:spAutoFit/>
          </a:bodyPr>
          <a:lstStyle/>
          <a:p>
            <a:pPr>
              <a:lnSpc>
                <a:spcPct val="95000"/>
              </a:lnSpc>
            </a:pPr>
            <a:endParaRPr lang="zh-CN" altLang="en-US" sz="2400" dirty="0">
              <a:solidFill>
                <a:srgbClr val="000000"/>
              </a:solidFill>
              <a:latin typeface="楷体_GB2312"/>
              <a:ea typeface="楷体_GB2312"/>
            </a:endParaRPr>
          </a:p>
        </p:txBody>
      </p:sp>
      <p:sp>
        <p:nvSpPr>
          <p:cNvPr id="40963" name="标题 1"/>
          <p:cNvSpPr>
            <a:spLocks noGrp="1"/>
          </p:cNvSpPr>
          <p:nvPr>
            <p:ph type="title"/>
          </p:nvPr>
        </p:nvSpPr>
        <p:spPr>
          <a:xfrm>
            <a:off x="755650" y="268288"/>
            <a:ext cx="7931150" cy="358775"/>
          </a:xfrm>
        </p:spPr>
        <p:txBody>
          <a:bodyPr vert="horz" wrap="square" lIns="91440" tIns="45720" rIns="91440" bIns="45720" anchor="ctr" anchorCtr="0"/>
          <a:lstStyle/>
          <a:p>
            <a:pPr eaLnBrk="1" hangingPunct="1">
              <a:buNone/>
            </a:pPr>
            <a:r>
              <a:rPr lang="en-US" altLang="zh-CN" sz="3000" i="1" kern="1200" dirty="0">
                <a:solidFill>
                  <a:schemeClr val="tx1"/>
                </a:solidFill>
                <a:latin typeface="Times New Roman" panose="02020603050405020304" pitchFamily="18" charset="0"/>
                <a:ea typeface="微软雅黑" panose="020B0503020204020204" pitchFamily="34" charset="-122"/>
                <a:cs typeface="+mj-cs"/>
              </a:rPr>
              <a:t>LR </a:t>
            </a:r>
            <a:r>
              <a:rPr lang="zh-CN" altLang="zh-CN" sz="3000" kern="1200" dirty="0">
                <a:solidFill>
                  <a:schemeClr val="tx1"/>
                </a:solidFill>
                <a:latin typeface="微软雅黑" panose="020B0503020204020204" pitchFamily="34" charset="-122"/>
                <a:ea typeface="微软雅黑" panose="020B0503020204020204" pitchFamily="34" charset="-122"/>
                <a:cs typeface="+mj-cs"/>
              </a:rPr>
              <a:t>分析表</a:t>
            </a:r>
            <a:r>
              <a:rPr lang="zh-CN" altLang="en-US" sz="3000" kern="1200" dirty="0">
                <a:solidFill>
                  <a:schemeClr val="tx1"/>
                </a:solidFill>
                <a:latin typeface="微软雅黑" panose="020B0503020204020204" pitchFamily="34" charset="-122"/>
                <a:ea typeface="微软雅黑" panose="020B0503020204020204" pitchFamily="34" charset="-122"/>
                <a:cs typeface="+mj-cs"/>
              </a:rPr>
              <a:t>的结构</a:t>
            </a:r>
          </a:p>
        </p:txBody>
      </p:sp>
      <p:sp>
        <p:nvSpPr>
          <p:cNvPr id="40964" name="Rectangle 21"/>
          <p:cNvSpPr txBox="1"/>
          <p:nvPr/>
        </p:nvSpPr>
        <p:spPr>
          <a:xfrm>
            <a:off x="400050" y="857250"/>
            <a:ext cx="3314700" cy="3286125"/>
          </a:xfrm>
          <a:prstGeom prst="rect">
            <a:avLst/>
          </a:prstGeom>
          <a:noFill/>
          <a:ln w="9525">
            <a:noFill/>
          </a:ln>
        </p:spPr>
        <p:txBody>
          <a:bodyPr lIns="92075" tIns="46038" rIns="92075" bIns="46038"/>
          <a:lstStyle/>
          <a:p>
            <a:pPr marL="342900" indent="-342900" eaLnBrk="1" hangingPunct="1">
              <a:lnSpc>
                <a:spcPct val="90000"/>
              </a:lnSpc>
              <a:spcBef>
                <a:spcPct val="20000"/>
              </a:spcBef>
              <a:buSzPct val="100000"/>
              <a:buFont typeface="Wingdings" panose="05000000000000000000" pitchFamily="2" charset="2"/>
              <a:buChar char="Ø"/>
            </a:pPr>
            <a:r>
              <a:rPr lang="zh-CN" altLang="en-US" sz="2500" b="1" dirty="0">
                <a:solidFill>
                  <a:srgbClr val="000000"/>
                </a:solidFill>
                <a:latin typeface="楷体" panose="02010609060101010101" pitchFamily="49" charset="-122"/>
                <a:ea typeface="楷体" panose="02010609060101010101" pitchFamily="49" charset="-122"/>
              </a:rPr>
              <a:t>例</a:t>
            </a:r>
            <a:endParaRPr lang="en-US" altLang="zh-CN" sz="2500" b="1" dirty="0">
              <a:solidFill>
                <a:srgbClr val="000000"/>
              </a:solidFill>
              <a:latin typeface="楷体" panose="02010609060101010101" pitchFamily="49" charset="-122"/>
              <a:ea typeface="楷体" panose="02010609060101010101" pitchFamily="49" charset="-122"/>
            </a:endParaRPr>
          </a:p>
          <a:p>
            <a:pPr marL="742950" lvl="1" indent="-285750" eaLnBrk="1" hangingPunct="1">
              <a:lnSpc>
                <a:spcPct val="90000"/>
              </a:lnSpc>
              <a:spcBef>
                <a:spcPct val="20000"/>
              </a:spcBef>
              <a:buSzPct val="100000"/>
              <a:buFont typeface="Wingdings" panose="05000000000000000000" pitchFamily="2" charset="2"/>
              <a:buChar char="Ø"/>
            </a:pPr>
            <a:r>
              <a:rPr lang="zh-CN" altLang="en-US" sz="2500" b="1" dirty="0">
                <a:solidFill>
                  <a:srgbClr val="000000"/>
                </a:solidFill>
                <a:latin typeface="楷体" panose="02010609060101010101" pitchFamily="49" charset="-122"/>
                <a:ea typeface="楷体" panose="02010609060101010101" pitchFamily="49" charset="-122"/>
              </a:rPr>
              <a:t>文法</a:t>
            </a:r>
            <a:endParaRPr lang="en-US" altLang="zh-CN" sz="2500" b="1" dirty="0">
              <a:solidFill>
                <a:srgbClr val="000000"/>
              </a:solidFill>
              <a:latin typeface="楷体" panose="02010609060101010101" pitchFamily="49" charset="-122"/>
              <a:ea typeface="楷体" panose="02010609060101010101" pitchFamily="49" charset="-122"/>
            </a:endParaRPr>
          </a:p>
          <a:p>
            <a:pPr marL="1143000" lvl="2" indent="-228600" eaLnBrk="1" hangingPunct="1">
              <a:lnSpc>
                <a:spcPct val="90000"/>
              </a:lnSpc>
              <a:spcBef>
                <a:spcPct val="20000"/>
              </a:spcBef>
              <a:buClr>
                <a:srgbClr val="5EAEFF"/>
              </a:buClr>
              <a:buSzPct val="50000"/>
              <a:buNone/>
            </a:pPr>
            <a:r>
              <a:rPr lang="en-US" altLang="zh-CN" sz="2500" b="1" dirty="0">
                <a:solidFill>
                  <a:srgbClr val="000000"/>
                </a:solidFill>
                <a:latin typeface="宋体" panose="02010600030101010101" pitchFamily="2" charset="-122"/>
              </a:rPr>
              <a:t>① </a:t>
            </a:r>
            <a:r>
              <a:rPr lang="en-US" altLang="zh-CN" sz="2500" b="1" i="1" dirty="0">
                <a:solidFill>
                  <a:srgbClr val="000000"/>
                </a:solidFill>
                <a:latin typeface="Times New Roman" panose="02020603050405020304" pitchFamily="18" charset="0"/>
                <a:ea typeface="楷体_GB2312"/>
              </a:rPr>
              <a:t>S</a:t>
            </a:r>
            <a:r>
              <a:rPr lang="en-US" altLang="zh-CN" sz="2500" b="1" dirty="0">
                <a:solidFill>
                  <a:srgbClr val="000000"/>
                </a:solidFill>
                <a:latin typeface="Times New Roman" panose="02020603050405020304" pitchFamily="18" charset="0"/>
                <a:ea typeface="楷体_GB2312"/>
              </a:rPr>
              <a:t>→</a:t>
            </a:r>
            <a:r>
              <a:rPr lang="en-US" altLang="zh-CN" sz="2500" b="1" i="1" dirty="0">
                <a:solidFill>
                  <a:srgbClr val="000000"/>
                </a:solidFill>
                <a:latin typeface="Times New Roman" panose="02020603050405020304" pitchFamily="18" charset="0"/>
                <a:ea typeface="楷体_GB2312"/>
              </a:rPr>
              <a:t>BB</a:t>
            </a:r>
          </a:p>
          <a:p>
            <a:pPr marL="1143000" lvl="2" indent="-228600" eaLnBrk="1" hangingPunct="1">
              <a:lnSpc>
                <a:spcPct val="90000"/>
              </a:lnSpc>
              <a:spcBef>
                <a:spcPct val="20000"/>
              </a:spcBef>
              <a:buClr>
                <a:srgbClr val="5EAEFF"/>
              </a:buClr>
              <a:buSzPct val="50000"/>
              <a:buNone/>
            </a:pPr>
            <a:r>
              <a:rPr lang="en-US" altLang="zh-CN" sz="2500" b="1" dirty="0">
                <a:solidFill>
                  <a:srgbClr val="000000"/>
                </a:solidFill>
                <a:latin typeface="宋体" panose="02010600030101010101" pitchFamily="2" charset="-122"/>
                <a:ea typeface="宋体" panose="02010600030101010101" pitchFamily="2" charset="-122"/>
              </a:rPr>
              <a:t>② </a:t>
            </a:r>
            <a:r>
              <a:rPr lang="en-US" altLang="zh-CN" sz="2500" b="1" i="1" dirty="0">
                <a:solidFill>
                  <a:srgbClr val="000000"/>
                </a:solidFill>
                <a:latin typeface="Times New Roman" panose="02020603050405020304" pitchFamily="18" charset="0"/>
                <a:ea typeface="楷体_GB2312"/>
              </a:rPr>
              <a:t>B</a:t>
            </a:r>
            <a:r>
              <a:rPr lang="en-US" altLang="zh-CN" sz="2500" b="1" dirty="0">
                <a:solidFill>
                  <a:srgbClr val="000000"/>
                </a:solidFill>
                <a:latin typeface="Times New Roman" panose="02020603050405020304" pitchFamily="18" charset="0"/>
                <a:ea typeface="楷体_GB2312"/>
              </a:rPr>
              <a:t>→</a:t>
            </a:r>
            <a:r>
              <a:rPr lang="en-US" altLang="zh-CN" sz="2500" b="1" i="1" dirty="0">
                <a:solidFill>
                  <a:srgbClr val="000000"/>
                </a:solidFill>
                <a:latin typeface="Times New Roman" panose="02020603050405020304" pitchFamily="18" charset="0"/>
                <a:ea typeface="楷体_GB2312"/>
              </a:rPr>
              <a:t>aB</a:t>
            </a:r>
          </a:p>
          <a:p>
            <a:pPr marL="1143000" lvl="2" indent="-228600" eaLnBrk="1" hangingPunct="1">
              <a:lnSpc>
                <a:spcPct val="90000"/>
              </a:lnSpc>
              <a:spcBef>
                <a:spcPct val="20000"/>
              </a:spcBef>
              <a:buClr>
                <a:srgbClr val="5EAEFF"/>
              </a:buClr>
              <a:buSzPct val="50000"/>
              <a:buNone/>
            </a:pPr>
            <a:r>
              <a:rPr lang="en-US" altLang="zh-CN" sz="2500" b="1" dirty="0">
                <a:solidFill>
                  <a:srgbClr val="000000"/>
                </a:solidFill>
                <a:latin typeface="宋体" panose="02010600030101010101" pitchFamily="2" charset="-122"/>
              </a:rPr>
              <a:t>③ </a:t>
            </a:r>
            <a:r>
              <a:rPr lang="en-US" altLang="zh-CN" sz="2500" b="1" i="1" dirty="0">
                <a:solidFill>
                  <a:srgbClr val="000000"/>
                </a:solidFill>
                <a:latin typeface="Times New Roman" panose="02020603050405020304" pitchFamily="18" charset="0"/>
                <a:ea typeface="楷体_GB2312"/>
              </a:rPr>
              <a:t>B</a:t>
            </a:r>
            <a:r>
              <a:rPr lang="en-US" altLang="zh-CN" sz="2500" b="1" dirty="0">
                <a:solidFill>
                  <a:srgbClr val="000000"/>
                </a:solidFill>
                <a:latin typeface="Times New Roman" panose="02020603050405020304" pitchFamily="18" charset="0"/>
                <a:ea typeface="楷体_GB2312"/>
              </a:rPr>
              <a:t>→</a:t>
            </a:r>
            <a:r>
              <a:rPr lang="en-US" altLang="zh-CN" sz="2500" b="1" i="1" dirty="0">
                <a:solidFill>
                  <a:srgbClr val="000000"/>
                </a:solidFill>
                <a:latin typeface="Times New Roman" panose="02020603050405020304" pitchFamily="18" charset="0"/>
                <a:ea typeface="楷体_GB2312"/>
              </a:rPr>
              <a:t>b</a:t>
            </a:r>
          </a:p>
          <a:p>
            <a:pPr marL="742950" lvl="1" indent="-285750" eaLnBrk="1" hangingPunct="1">
              <a:lnSpc>
                <a:spcPct val="90000"/>
              </a:lnSpc>
              <a:spcBef>
                <a:spcPct val="20000"/>
              </a:spcBef>
              <a:buClr>
                <a:srgbClr val="0080FF"/>
              </a:buClr>
              <a:buSzPct val="55000"/>
              <a:buFont typeface="Wingdings" panose="05000000000000000000" pitchFamily="2" charset="2"/>
              <a:buChar char="n"/>
            </a:pPr>
            <a:endParaRPr lang="zh-CN" altLang="en-US" sz="2400" b="1" dirty="0">
              <a:solidFill>
                <a:srgbClr val="000000"/>
              </a:solidFill>
              <a:latin typeface="楷体" panose="02010609060101010101" pitchFamily="49" charset="-122"/>
              <a:ea typeface="楷体" panose="02010609060101010101" pitchFamily="49" charset="-122"/>
            </a:endParaRPr>
          </a:p>
        </p:txBody>
      </p:sp>
      <p:sp>
        <p:nvSpPr>
          <p:cNvPr id="40965" name="Rectangle 3"/>
          <p:cNvSpPr>
            <a:spLocks noGrp="1"/>
          </p:cNvSpPr>
          <p:nvPr>
            <p:ph idx="1"/>
          </p:nvPr>
        </p:nvSpPr>
        <p:spPr>
          <a:xfrm>
            <a:off x="4211638" y="3721100"/>
            <a:ext cx="3671887" cy="1082675"/>
          </a:xfrm>
        </p:spPr>
        <p:txBody>
          <a:bodyPr vert="horz" wrap="square" lIns="92075" tIns="46038" rIns="92075" bIns="46038" anchor="t" anchorCtr="0"/>
          <a:lstStyle/>
          <a:p>
            <a:pPr eaLnBrk="1" hangingPunct="1">
              <a:lnSpc>
                <a:spcPts val="3500"/>
              </a:lnSpc>
              <a:buSzPct val="100000"/>
              <a:buFont typeface="Wingdings" panose="05000000000000000000" pitchFamily="2" charset="2"/>
              <a:buNone/>
            </a:pPr>
            <a:r>
              <a:rPr lang="zh-CN" altLang="en-US" sz="3000" b="1" kern="1200" dirty="0">
                <a:solidFill>
                  <a:srgbClr val="2D83F4"/>
                </a:solidFill>
                <a:latin typeface="楷体" panose="02010609060101010101" pitchFamily="49" charset="-122"/>
                <a:ea typeface="华文楷体" panose="02010600040101010101" pitchFamily="2" charset="-122"/>
                <a:cs typeface="+mn-cs"/>
              </a:rPr>
              <a:t>栈    剩余输入</a:t>
            </a:r>
          </a:p>
          <a:p>
            <a:pPr eaLnBrk="1" hangingPunct="1">
              <a:lnSpc>
                <a:spcPts val="2500"/>
              </a:lnSpc>
              <a:spcBef>
                <a:spcPct val="0"/>
              </a:spcBef>
              <a:buSzPct val="100000"/>
              <a:buFont typeface="Wingdings" panose="05000000000000000000" pitchFamily="2" charset="2"/>
              <a:buNone/>
            </a:pPr>
            <a:r>
              <a:rPr lang="zh-CN" altLang="en-US" b="1" kern="1200" dirty="0">
                <a:solidFill>
                  <a:schemeClr val="tx1"/>
                </a:solidFill>
                <a:latin typeface="Times New Roman" panose="02020603050405020304" pitchFamily="18" charset="0"/>
                <a:ea typeface="楷体_GB2312"/>
                <a:cs typeface="+mn-cs"/>
              </a:rPr>
              <a:t>0</a:t>
            </a:r>
          </a:p>
          <a:p>
            <a:pPr eaLnBrk="1" hangingPunct="1">
              <a:lnSpc>
                <a:spcPts val="2500"/>
              </a:lnSpc>
              <a:spcBef>
                <a:spcPct val="0"/>
              </a:spcBef>
              <a:buSzPct val="100000"/>
              <a:buFont typeface="Wingdings" panose="05000000000000000000" pitchFamily="2" charset="2"/>
              <a:buNone/>
            </a:pPr>
            <a:r>
              <a:rPr lang="en-US" altLang="zh-CN" b="1" kern="1200" dirty="0">
                <a:solidFill>
                  <a:schemeClr val="tx1"/>
                </a:solidFill>
                <a:latin typeface="Times New Roman" panose="02020603050405020304" pitchFamily="18" charset="0"/>
                <a:ea typeface="楷体_GB2312"/>
                <a:cs typeface="+mn-cs"/>
              </a:rPr>
              <a:t>$</a:t>
            </a:r>
            <a:r>
              <a:rPr lang="zh-CN" altLang="en-US" b="1" i="1" kern="1200" dirty="0">
                <a:solidFill>
                  <a:schemeClr val="tx1"/>
                </a:solidFill>
                <a:latin typeface="Times New Roman" panose="02020603050405020304" pitchFamily="18" charset="0"/>
                <a:ea typeface="楷体_GB2312"/>
                <a:cs typeface="+mn-cs"/>
              </a:rPr>
              <a:t>          </a:t>
            </a:r>
            <a:r>
              <a:rPr lang="en-US" altLang="zh-CN" b="1" i="1" kern="1200" dirty="0">
                <a:solidFill>
                  <a:schemeClr val="tx1"/>
                </a:solidFill>
                <a:latin typeface="Times New Roman" panose="02020603050405020304" pitchFamily="18" charset="0"/>
                <a:ea typeface="楷体_GB2312"/>
                <a:cs typeface="+mn-cs"/>
              </a:rPr>
              <a:t>            </a:t>
            </a:r>
            <a:r>
              <a:rPr lang="en-US" altLang="zh-CN" b="1" kern="1200" dirty="0">
                <a:solidFill>
                  <a:schemeClr val="tx1"/>
                </a:solidFill>
                <a:latin typeface="Times New Roman" panose="02020603050405020304" pitchFamily="18" charset="0"/>
                <a:ea typeface="楷体_GB2312"/>
                <a:cs typeface="+mn-cs"/>
              </a:rPr>
              <a:t>$</a:t>
            </a:r>
            <a:endParaRPr lang="en-US" altLang="zh-CN" b="1" i="1" kern="1200" dirty="0">
              <a:solidFill>
                <a:schemeClr val="tx1"/>
              </a:solidFill>
              <a:latin typeface="Times New Roman" panose="02020603050405020304" pitchFamily="18" charset="0"/>
              <a:ea typeface="楷体_GB2312"/>
              <a:cs typeface="+mn-cs"/>
            </a:endParaRPr>
          </a:p>
          <a:p>
            <a:pPr eaLnBrk="1" hangingPunct="1">
              <a:lnSpc>
                <a:spcPct val="90000"/>
              </a:lnSpc>
              <a:spcBef>
                <a:spcPct val="0"/>
              </a:spcBef>
              <a:buSzPct val="100000"/>
              <a:buFont typeface="Wingdings" panose="05000000000000000000" pitchFamily="2" charset="2"/>
              <a:buNone/>
            </a:pPr>
            <a:endParaRPr lang="en-US" altLang="zh-CN" sz="600" kern="1200" dirty="0">
              <a:latin typeface="Times New Roman" panose="02020603050405020304" pitchFamily="18" charset="0"/>
              <a:ea typeface="楷体_GB2312"/>
              <a:cs typeface="+mn-cs"/>
            </a:endParaRPr>
          </a:p>
          <a:p>
            <a:pPr eaLnBrk="1" hangingPunct="1">
              <a:lnSpc>
                <a:spcPct val="90000"/>
              </a:lnSpc>
              <a:spcBef>
                <a:spcPct val="0"/>
              </a:spcBef>
              <a:buSzPct val="100000"/>
              <a:buFont typeface="Wingdings" panose="05000000000000000000" pitchFamily="2" charset="2"/>
              <a:buNone/>
            </a:pPr>
            <a:endParaRPr lang="en-US" altLang="zh-CN" sz="1600" kern="1200" dirty="0">
              <a:latin typeface="Times New Roman" panose="02020603050405020304" pitchFamily="18" charset="0"/>
              <a:ea typeface="楷体_GB2312"/>
              <a:cs typeface="+mn-cs"/>
            </a:endParaRPr>
          </a:p>
        </p:txBody>
      </p:sp>
      <p:sp>
        <p:nvSpPr>
          <p:cNvPr id="9" name="矩形 8"/>
          <p:cNvSpPr/>
          <p:nvPr/>
        </p:nvSpPr>
        <p:spPr>
          <a:xfrm>
            <a:off x="5813425" y="4443413"/>
            <a:ext cx="338138" cy="461962"/>
          </a:xfrm>
          <a:prstGeom prst="rect">
            <a:avLst/>
          </a:prstGeom>
          <a:noFill/>
          <a:ln w="9525">
            <a:noFill/>
          </a:ln>
        </p:spPr>
        <p:txBody>
          <a:bodyPr wrap="none">
            <a:spAutoFit/>
          </a:bodyPr>
          <a:lstStyle/>
          <a:p>
            <a:pPr>
              <a:buNone/>
            </a:pPr>
            <a:r>
              <a:rPr lang="en-US" altLang="zh-CN" sz="2400" b="1" i="1" dirty="0">
                <a:solidFill>
                  <a:srgbClr val="000000"/>
                </a:solidFill>
                <a:latin typeface="Times New Roman" panose="02020603050405020304" pitchFamily="18" charset="0"/>
                <a:ea typeface="楷体_GB2312"/>
              </a:rPr>
              <a:t>b</a:t>
            </a:r>
            <a:endParaRPr lang="zh-CN" altLang="en-US" sz="2800" b="1" dirty="0">
              <a:solidFill>
                <a:srgbClr val="000000"/>
              </a:solidFill>
              <a:latin typeface="Tahoma" panose="020B0604030504040204" pitchFamily="34" charset="0"/>
              <a:ea typeface="楷体_GB2312"/>
            </a:endParaRPr>
          </a:p>
        </p:txBody>
      </p:sp>
      <p:sp>
        <p:nvSpPr>
          <p:cNvPr id="10" name="矩形 9"/>
          <p:cNvSpPr/>
          <p:nvPr/>
        </p:nvSpPr>
        <p:spPr>
          <a:xfrm>
            <a:off x="5630863" y="4443413"/>
            <a:ext cx="339725" cy="461962"/>
          </a:xfrm>
          <a:prstGeom prst="rect">
            <a:avLst/>
          </a:prstGeom>
          <a:noFill/>
          <a:ln w="9525">
            <a:noFill/>
          </a:ln>
        </p:spPr>
        <p:txBody>
          <a:bodyPr wrap="none">
            <a:spAutoFit/>
          </a:bodyPr>
          <a:lstStyle/>
          <a:p>
            <a:pPr>
              <a:buNone/>
            </a:pPr>
            <a:r>
              <a:rPr lang="en-US" altLang="zh-CN" sz="2400" b="1" i="1" dirty="0">
                <a:solidFill>
                  <a:srgbClr val="000000"/>
                </a:solidFill>
                <a:latin typeface="Times New Roman" panose="02020603050405020304" pitchFamily="18" charset="0"/>
                <a:ea typeface="楷体_GB2312"/>
              </a:rPr>
              <a:t>a</a:t>
            </a:r>
            <a:endParaRPr lang="zh-CN" altLang="en-US" sz="2800" b="1" dirty="0">
              <a:solidFill>
                <a:srgbClr val="000000"/>
              </a:solidFill>
              <a:latin typeface="Tahoma" panose="020B0604030504040204" pitchFamily="34" charset="0"/>
              <a:ea typeface="楷体_GB2312"/>
            </a:endParaRPr>
          </a:p>
        </p:txBody>
      </p:sp>
      <p:sp>
        <p:nvSpPr>
          <p:cNvPr id="40968" name="矩形 11"/>
          <p:cNvSpPr/>
          <p:nvPr/>
        </p:nvSpPr>
        <p:spPr>
          <a:xfrm>
            <a:off x="4411663" y="4443413"/>
            <a:ext cx="390525" cy="461962"/>
          </a:xfrm>
          <a:prstGeom prst="rect">
            <a:avLst/>
          </a:prstGeom>
          <a:noFill/>
          <a:ln w="9525">
            <a:noFill/>
          </a:ln>
        </p:spPr>
        <p:txBody>
          <a:bodyPr wrap="none">
            <a:spAutoFit/>
          </a:bodyPr>
          <a:lstStyle/>
          <a:p>
            <a:pPr>
              <a:buNone/>
            </a:pPr>
            <a:r>
              <a:rPr lang="en-US" altLang="zh-CN" sz="2400" b="1" i="1" dirty="0">
                <a:solidFill>
                  <a:srgbClr val="000000"/>
                </a:solidFill>
                <a:latin typeface="Times New Roman" panose="02020603050405020304" pitchFamily="18" charset="0"/>
                <a:ea typeface="楷体_GB2312"/>
              </a:rPr>
              <a:t>B</a:t>
            </a:r>
            <a:endParaRPr lang="zh-CN" altLang="en-US" b="1" dirty="0">
              <a:solidFill>
                <a:srgbClr val="000000"/>
              </a:solidFill>
              <a:latin typeface="Tahoma" panose="020B0604030504040204" pitchFamily="34" charset="0"/>
              <a:ea typeface="楷体_GB2312"/>
            </a:endParaRPr>
          </a:p>
        </p:txBody>
      </p:sp>
      <p:sp>
        <p:nvSpPr>
          <p:cNvPr id="13" name="矩形 12"/>
          <p:cNvSpPr/>
          <p:nvPr/>
        </p:nvSpPr>
        <p:spPr>
          <a:xfrm>
            <a:off x="4427538" y="4125913"/>
            <a:ext cx="339725" cy="461962"/>
          </a:xfrm>
          <a:prstGeom prst="rect">
            <a:avLst/>
          </a:prstGeom>
          <a:noFill/>
          <a:ln w="9525">
            <a:noFill/>
          </a:ln>
        </p:spPr>
        <p:txBody>
          <a:bodyPr wrap="none">
            <a:spAutoFit/>
          </a:bodyPr>
          <a:lstStyle/>
          <a:p>
            <a:pPr>
              <a:buNone/>
            </a:pPr>
            <a:r>
              <a:rPr lang="en-US" altLang="zh-CN" sz="2400" b="1" dirty="0">
                <a:solidFill>
                  <a:srgbClr val="000000"/>
                </a:solidFill>
                <a:latin typeface="Times New Roman" panose="02020603050405020304" pitchFamily="18" charset="0"/>
                <a:ea typeface="楷体_GB2312"/>
              </a:rPr>
              <a:t>2</a:t>
            </a:r>
            <a:endParaRPr lang="zh-CN" altLang="en-US" b="1" dirty="0">
              <a:solidFill>
                <a:srgbClr val="000000"/>
              </a:solidFill>
              <a:latin typeface="Tahoma" panose="020B0604030504040204" pitchFamily="34" charset="0"/>
              <a:ea typeface="楷体_GB2312"/>
            </a:endParaRPr>
          </a:p>
        </p:txBody>
      </p:sp>
      <p:sp>
        <p:nvSpPr>
          <p:cNvPr id="14" name="矩形 13"/>
          <p:cNvSpPr/>
          <p:nvPr/>
        </p:nvSpPr>
        <p:spPr>
          <a:xfrm>
            <a:off x="4665663" y="4125913"/>
            <a:ext cx="338137" cy="461962"/>
          </a:xfrm>
          <a:prstGeom prst="rect">
            <a:avLst/>
          </a:prstGeom>
          <a:noFill/>
          <a:ln w="9525">
            <a:noFill/>
          </a:ln>
        </p:spPr>
        <p:txBody>
          <a:bodyPr wrap="none">
            <a:spAutoFit/>
          </a:bodyPr>
          <a:lstStyle/>
          <a:p>
            <a:pPr>
              <a:buNone/>
            </a:pPr>
            <a:r>
              <a:rPr lang="en-US" altLang="zh-CN" sz="2400" b="1" dirty="0">
                <a:solidFill>
                  <a:srgbClr val="000000"/>
                </a:solidFill>
                <a:latin typeface="Times New Roman" panose="02020603050405020304" pitchFamily="18" charset="0"/>
                <a:ea typeface="楷体_GB2312"/>
              </a:rPr>
              <a:t>3</a:t>
            </a:r>
            <a:endParaRPr lang="zh-CN" altLang="en-US" b="1" dirty="0">
              <a:solidFill>
                <a:srgbClr val="000000"/>
              </a:solidFill>
              <a:latin typeface="Tahoma" panose="020B0604030504040204" pitchFamily="34" charset="0"/>
              <a:ea typeface="楷体_GB2312"/>
            </a:endParaRPr>
          </a:p>
        </p:txBody>
      </p:sp>
      <p:sp>
        <p:nvSpPr>
          <p:cNvPr id="15" name="矩形 14"/>
          <p:cNvSpPr/>
          <p:nvPr/>
        </p:nvSpPr>
        <p:spPr>
          <a:xfrm>
            <a:off x="4881563" y="4125913"/>
            <a:ext cx="338137" cy="461962"/>
          </a:xfrm>
          <a:prstGeom prst="rect">
            <a:avLst/>
          </a:prstGeom>
          <a:noFill/>
          <a:ln w="9525">
            <a:noFill/>
          </a:ln>
        </p:spPr>
        <p:txBody>
          <a:bodyPr wrap="none">
            <a:spAutoFit/>
          </a:bodyPr>
          <a:lstStyle/>
          <a:p>
            <a:pPr>
              <a:buNone/>
            </a:pPr>
            <a:r>
              <a:rPr lang="en-US" altLang="zh-CN" sz="2400" b="1" dirty="0">
                <a:solidFill>
                  <a:srgbClr val="000000"/>
                </a:solidFill>
                <a:latin typeface="Times New Roman" panose="02020603050405020304" pitchFamily="18" charset="0"/>
                <a:ea typeface="楷体_GB2312"/>
              </a:rPr>
              <a:t>4</a:t>
            </a:r>
            <a:endParaRPr lang="zh-CN" altLang="en-US" b="1" dirty="0">
              <a:solidFill>
                <a:srgbClr val="000000"/>
              </a:solidFill>
              <a:latin typeface="Tahoma" panose="020B0604030504040204" pitchFamily="34" charset="0"/>
              <a:ea typeface="楷体_GB2312"/>
            </a:endParaRPr>
          </a:p>
        </p:txBody>
      </p:sp>
      <p:graphicFrame>
        <p:nvGraphicFramePr>
          <p:cNvPr id="17" name="Group 18"/>
          <p:cNvGraphicFramePr>
            <a:graphicFrameLocks noGrp="1"/>
          </p:cNvGraphicFramePr>
          <p:nvPr/>
        </p:nvGraphicFramePr>
        <p:xfrm>
          <a:off x="4214813" y="123825"/>
          <a:ext cx="4318000" cy="3603666"/>
        </p:xfrm>
        <a:graphic>
          <a:graphicData uri="http://schemas.openxmlformats.org/drawingml/2006/table">
            <a:tbl>
              <a:tblPr/>
              <a:tblGrid>
                <a:gridCol w="928687">
                  <a:extLst>
                    <a:ext uri="{9D8B030D-6E8A-4147-A177-3AD203B41FA5}">
                      <a16:colId xmlns:a16="http://schemas.microsoft.com/office/drawing/2014/main" val="20000"/>
                    </a:ext>
                  </a:extLst>
                </a:gridCol>
                <a:gridCol w="714375">
                  <a:extLst>
                    <a:ext uri="{9D8B030D-6E8A-4147-A177-3AD203B41FA5}">
                      <a16:colId xmlns:a16="http://schemas.microsoft.com/office/drawing/2014/main" val="20001"/>
                    </a:ext>
                  </a:extLst>
                </a:gridCol>
                <a:gridCol w="642938">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663575">
                  <a:extLst>
                    <a:ext uri="{9D8B030D-6E8A-4147-A177-3AD203B41FA5}">
                      <a16:colId xmlns:a16="http://schemas.microsoft.com/office/drawing/2014/main" val="20004"/>
                    </a:ext>
                  </a:extLst>
                </a:gridCol>
                <a:gridCol w="720725">
                  <a:extLst>
                    <a:ext uri="{9D8B030D-6E8A-4147-A177-3AD203B41FA5}">
                      <a16:colId xmlns:a16="http://schemas.microsoft.com/office/drawing/2014/main" val="20005"/>
                    </a:ext>
                  </a:extLst>
                </a:gridCol>
              </a:tblGrid>
              <a:tr h="373310">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a:ln>
                            <a:noFill/>
                          </a:ln>
                          <a:solidFill>
                            <a:srgbClr val="000000"/>
                          </a:solidFill>
                          <a:effectLst/>
                          <a:latin typeface="华文楷体" panose="02010600040101010101" pitchFamily="2" charset="-122"/>
                          <a:ea typeface="华文楷体" panose="02010600040101010101" pitchFamily="2" charset="-122"/>
                          <a:cs typeface="Times New Roman" panose="02020603050405020304" pitchFamily="18" charset="0"/>
                        </a:rPr>
                        <a:t>状态</a:t>
                      </a:r>
                    </a:p>
                  </a:txBody>
                  <a:tcPr marL="91447" marR="91447" marT="34257" marB="3425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ACTION</a:t>
                      </a:r>
                      <a:endParaRPr kumimoji="0" lang="zh-CN" altLang="en-US" sz="20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p>
                  </a:txBody>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GOTO</a:t>
                      </a:r>
                      <a:endParaRPr kumimoji="0" lang="zh-CN" altLang="en-US" sz="20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p>
                  </a:txBody>
                  <a:tcPr/>
                </a:tc>
                <a:extLst>
                  <a:ext uri="{0D108BD9-81ED-4DB2-BD59-A6C34878D82A}">
                    <a16:rowId xmlns:a16="http://schemas.microsoft.com/office/drawing/2014/main" val="10000"/>
                  </a:ext>
                </a:extLst>
              </a:tr>
              <a:tr h="403789">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rPr>
                        <a:t>a</a:t>
                      </a:r>
                      <a:endParaRPr kumimoji="0" lang="zh-CN" altLang="en-US"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rPr>
                        <a:t>b</a:t>
                      </a:r>
                      <a:endParaRPr kumimoji="0" lang="zh-CN" altLang="en-US"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en-US"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rPr>
                        <a:t>S</a:t>
                      </a:r>
                      <a:endParaRPr kumimoji="0" lang="zh-CN" altLang="en-US"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rPr>
                        <a:t>B</a:t>
                      </a:r>
                      <a:endParaRPr kumimoji="0" lang="zh-CN" altLang="en-US"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0</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2</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acc</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2</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5</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3</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s3</a:t>
                      </a:r>
                      <a:r>
                        <a:rPr kumimoji="1" lang="en-US" altLang="zh-CN" sz="2200" b="1" i="0" u="none" strike="noStrike" cap="none" normalizeH="0" baseline="0">
                          <a:ln>
                            <a:noFill/>
                          </a:ln>
                          <a:solidFill>
                            <a:schemeClr val="folHlink"/>
                          </a:solidFill>
                          <a:effectLst/>
                          <a:latin typeface="宋体" panose="02010600030101010101" pitchFamily="2" charset="-122"/>
                          <a:ea typeface="华文楷体" panose="02010600040101010101" pitchFamily="2" charset="-122"/>
                          <a:cs typeface="Times New Roman" panose="02020603050405020304" pitchFamily="18" charset="0"/>
                        </a:rPr>
                        <a:t> </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6</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4</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5</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6</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41040" name="矩形 15"/>
          <p:cNvSpPr/>
          <p:nvPr/>
        </p:nvSpPr>
        <p:spPr>
          <a:xfrm>
            <a:off x="842963" y="4543425"/>
            <a:ext cx="2033587" cy="476250"/>
          </a:xfrm>
          <a:prstGeom prst="rect">
            <a:avLst/>
          </a:prstGeom>
          <a:noFill/>
          <a:ln w="9525">
            <a:noFill/>
          </a:ln>
        </p:spPr>
        <p:txBody>
          <a:bodyPr wrap="none">
            <a:spAutoFit/>
          </a:bodyPr>
          <a:lstStyle/>
          <a:p>
            <a:pPr marL="0" lvl="1" indent="0" eaLnBrk="1" hangingPunct="1">
              <a:spcBef>
                <a:spcPct val="30000"/>
              </a:spcBef>
            </a:pPr>
            <a:r>
              <a:rPr lang="zh-CN" altLang="en-US" sz="2500" b="1" dirty="0">
                <a:solidFill>
                  <a:srgbClr val="000000"/>
                </a:solidFill>
                <a:latin typeface="楷体" panose="02010609060101010101" pitchFamily="49" charset="-122"/>
                <a:ea typeface="楷体" panose="02010609060101010101" pitchFamily="49" charset="-122"/>
              </a:rPr>
              <a:t>输入  </a:t>
            </a:r>
            <a:r>
              <a:rPr lang="en-US" altLang="zh-CN" sz="2500" b="1" i="1" dirty="0">
                <a:solidFill>
                  <a:srgbClr val="000000"/>
                </a:solidFill>
                <a:latin typeface="Times New Roman" panose="02020603050405020304" pitchFamily="18" charset="0"/>
                <a:ea typeface="楷体" panose="02010609060101010101" pitchFamily="49" charset="-122"/>
              </a:rPr>
              <a:t>b  a   b</a:t>
            </a:r>
            <a:endParaRPr lang="en-US" altLang="zh-CN" sz="2500" b="1" i="1" dirty="0">
              <a:solidFill>
                <a:srgbClr val="000000"/>
              </a:solidFill>
              <a:latin typeface="Times New Roman" panose="02020603050405020304" pitchFamily="18" charset="0"/>
              <a:ea typeface="楷体_GB2312"/>
            </a:endParaRPr>
          </a:p>
        </p:txBody>
      </p:sp>
      <p:grpSp>
        <p:nvGrpSpPr>
          <p:cNvPr id="41041" name="Group 78"/>
          <p:cNvGrpSpPr/>
          <p:nvPr/>
        </p:nvGrpSpPr>
        <p:grpSpPr>
          <a:xfrm>
            <a:off x="1835150" y="3994150"/>
            <a:ext cx="357188" cy="557213"/>
            <a:chOff x="975" y="3041"/>
            <a:chExt cx="225" cy="741"/>
          </a:xfrm>
        </p:grpSpPr>
        <p:sp>
          <p:nvSpPr>
            <p:cNvPr id="19" name="Line 79"/>
            <p:cNvSpPr>
              <a:spLocks noChangeShapeType="1"/>
            </p:cNvSpPr>
            <p:nvPr/>
          </p:nvSpPr>
          <p:spPr bwMode="auto">
            <a:xfrm flipH="1" flipV="1">
              <a:off x="1066" y="3543"/>
              <a:ext cx="0" cy="239"/>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41043" name="Rectangle 80"/>
            <p:cNvSpPr/>
            <p:nvPr/>
          </p:nvSpPr>
          <p:spPr>
            <a:xfrm>
              <a:off x="975" y="3041"/>
              <a:ext cx="225" cy="542"/>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latin typeface="Times New Roman" panose="02020603050405020304" pitchFamily="18" charset="0"/>
                </a:rPr>
                <a:t>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childTnLst>
                    </p:cTn>
                  </p:par>
                  <p:par>
                    <p:cTn id="10" fill="hold">
                      <p:stCondLst>
                        <p:cond delay="indefinite"/>
                      </p:stCondLst>
                      <p:childTnLst>
                        <p:par>
                          <p:cTn id="11" fill="hold">
                            <p:stCondLst>
                              <p:cond delay="0"/>
                            </p:stCondLst>
                            <p:childTnLst>
                              <p:par>
                                <p:cTn id="12" presetID="35" presetClass="path" presetSubtype="0" accel="50000" decel="50000" fill="hold" grpId="0" nodeType="clickEffect">
                                  <p:stCondLst>
                                    <p:cond delay="0"/>
                                  </p:stCondLst>
                                  <p:childTnLst>
                                    <p:animMotion origin="layout" path="M 5E-6 -1.97531E-6 L -0.10921 -0.00278 " pathEditMode="relative" rAng="0" ptsTypes="AA">
                                      <p:cBhvr>
                                        <p:cTn id="13" dur="1000" fill="hold"/>
                                        <p:tgtEl>
                                          <p:spTgt spid="10"/>
                                        </p:tgtEl>
                                        <p:attrNameLst>
                                          <p:attrName>ppt_x</p:attrName>
                                          <p:attrName>ppt_y</p:attrName>
                                        </p:attrNameLst>
                                      </p:cBhvr>
                                      <p:rCtr x="-5500" y="-200"/>
                                    </p:animMotion>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500" fill="hold"/>
                                        <p:tgtEl>
                                          <p:spTgt spid="14"/>
                                        </p:tgtEl>
                                        <p:attrNameLst>
                                          <p:attrName>ppt_w</p:attrName>
                                        </p:attrNameLst>
                                      </p:cBhvr>
                                      <p:tavLst>
                                        <p:tav tm="0">
                                          <p:val>
                                            <p:fltVal val="0"/>
                                          </p:val>
                                        </p:tav>
                                        <p:tav tm="100000">
                                          <p:val>
                                            <p:strVal val="#ppt_w"/>
                                          </p:val>
                                        </p:tav>
                                      </p:tavLst>
                                    </p:anim>
                                    <p:anim calcmode="lin" valueType="num">
                                      <p:cBhvr>
                                        <p:cTn id="18" dur="500" fill="hold"/>
                                        <p:tgtEl>
                                          <p:spTgt spid="14"/>
                                        </p:tgtEl>
                                        <p:attrNameLst>
                                          <p:attrName>ppt_h</p:attrName>
                                        </p:attrNameLst>
                                      </p:cBhvr>
                                      <p:tavLst>
                                        <p:tav tm="0">
                                          <p:val>
                                            <p:fltVal val="0"/>
                                          </p:val>
                                        </p:tav>
                                        <p:tav tm="100000">
                                          <p:val>
                                            <p:strVal val="#ppt_h"/>
                                          </p:val>
                                        </p:tav>
                                      </p:tavLst>
                                    </p:anim>
                                    <p:animEffect transition="in" filter="fade">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35" presetClass="path" presetSubtype="0" accel="50000" decel="50000" fill="hold" grpId="0" nodeType="clickEffect">
                                  <p:stCondLst>
                                    <p:cond delay="0"/>
                                  </p:stCondLst>
                                  <p:childTnLst>
                                    <p:animMotion origin="layout" path="M 3.33333E-6 -1.97531E-6 L -0.10695 -0.00278 " pathEditMode="relative" rAng="0" ptsTypes="AA">
                                      <p:cBhvr>
                                        <p:cTn id="23" dur="1000" fill="hold"/>
                                        <p:tgtEl>
                                          <p:spTgt spid="9"/>
                                        </p:tgtEl>
                                        <p:attrNameLst>
                                          <p:attrName>ppt_x</p:attrName>
                                          <p:attrName>ppt_y</p:attrName>
                                        </p:attrNameLst>
                                      </p:cBhvr>
                                      <p:rCtr x="-5300" y="-200"/>
                                    </p:animMotion>
                                  </p:childTnLst>
                                </p:cTn>
                              </p:par>
                            </p:childTnLst>
                          </p:cTn>
                        </p:par>
                        <p:par>
                          <p:cTn id="24" fill="hold">
                            <p:stCondLst>
                              <p:cond delay="1000"/>
                            </p:stCondLst>
                            <p:childTnLst>
                              <p:par>
                                <p:cTn id="25" presetID="53" presetClass="entr" presetSubtype="16"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p:cTn id="27" dur="500" fill="hold"/>
                                        <p:tgtEl>
                                          <p:spTgt spid="15"/>
                                        </p:tgtEl>
                                        <p:attrNameLst>
                                          <p:attrName>ppt_w</p:attrName>
                                        </p:attrNameLst>
                                      </p:cBhvr>
                                      <p:tavLst>
                                        <p:tav tm="0">
                                          <p:val>
                                            <p:fltVal val="0"/>
                                          </p:val>
                                        </p:tav>
                                        <p:tav tm="100000">
                                          <p:val>
                                            <p:strVal val="#ppt_w"/>
                                          </p:val>
                                        </p:tav>
                                      </p:tavLst>
                                    </p:anim>
                                    <p:anim calcmode="lin" valueType="num">
                                      <p:cBhvr>
                                        <p:cTn id="28" dur="500" fill="hold"/>
                                        <p:tgtEl>
                                          <p:spTgt spid="15"/>
                                        </p:tgtEl>
                                        <p:attrNameLst>
                                          <p:attrName>ppt_h</p:attrName>
                                        </p:attrNameLst>
                                      </p:cBhvr>
                                      <p:tavLst>
                                        <p:tav tm="0">
                                          <p:val>
                                            <p:fltVal val="0"/>
                                          </p:val>
                                        </p:tav>
                                        <p:tav tm="100000">
                                          <p:val>
                                            <p:strVal val="#ppt_h"/>
                                          </p:val>
                                        </p:tav>
                                      </p:tavLst>
                                    </p:anim>
                                    <p:animEffect transition="in" filter="fade">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xit" presetSubtype="32" fill="hold" grpId="1" nodeType="clickEffect">
                                  <p:stCondLst>
                                    <p:cond delay="0"/>
                                  </p:stCondLst>
                                  <p:childTnLst>
                                    <p:anim calcmode="lin" valueType="num">
                                      <p:cBhvr>
                                        <p:cTn id="33" dur="500"/>
                                        <p:tgtEl>
                                          <p:spTgt spid="15"/>
                                        </p:tgtEl>
                                        <p:attrNameLst>
                                          <p:attrName>ppt_w</p:attrName>
                                        </p:attrNameLst>
                                      </p:cBhvr>
                                      <p:tavLst>
                                        <p:tav tm="0">
                                          <p:val>
                                            <p:strVal val="ppt_w"/>
                                          </p:val>
                                        </p:tav>
                                        <p:tav tm="100000">
                                          <p:val>
                                            <p:fltVal val="0"/>
                                          </p:val>
                                        </p:tav>
                                      </p:tavLst>
                                    </p:anim>
                                    <p:anim calcmode="lin" valueType="num">
                                      <p:cBhvr>
                                        <p:cTn id="34" dur="500"/>
                                        <p:tgtEl>
                                          <p:spTgt spid="15"/>
                                        </p:tgtEl>
                                        <p:attrNameLst>
                                          <p:attrName>ppt_h</p:attrName>
                                        </p:attrNameLst>
                                      </p:cBhvr>
                                      <p:tavLst>
                                        <p:tav tm="0">
                                          <p:val>
                                            <p:strVal val="ppt_h"/>
                                          </p:val>
                                        </p:tav>
                                        <p:tav tm="100000">
                                          <p:val>
                                            <p:fltVal val="0"/>
                                          </p:val>
                                        </p:tav>
                                      </p:tavLst>
                                    </p:anim>
                                    <p:animEffect transition="out" filter="fade">
                                      <p:cBhvr>
                                        <p:cTn id="35" dur="500"/>
                                        <p:tgtEl>
                                          <p:spTgt spid="15"/>
                                        </p:tgtEl>
                                      </p:cBhvr>
                                    </p:animEffect>
                                    <p:set>
                                      <p:cBhvr>
                                        <p:cTn id="36" dur="1" fill="hold">
                                          <p:stCondLst>
                                            <p:cond delay="499"/>
                                          </p:stCondLst>
                                        </p:cTn>
                                        <p:tgtEl>
                                          <p:spTgt spid="15"/>
                                        </p:tgtEl>
                                        <p:attrNameLst>
                                          <p:attrName>style.visibility</p:attrName>
                                        </p:attrNameLst>
                                      </p:cBhvr>
                                      <p:to>
                                        <p:strVal val="hidden"/>
                                      </p:to>
                                    </p:set>
                                  </p:childTnLst>
                                </p:cTn>
                              </p:par>
                              <p:par>
                                <p:cTn id="37" presetID="53" presetClass="exit" presetSubtype="32" fill="hold" grpId="1" nodeType="withEffect">
                                  <p:stCondLst>
                                    <p:cond delay="0"/>
                                  </p:stCondLst>
                                  <p:childTnLst>
                                    <p:anim calcmode="lin" valueType="num">
                                      <p:cBhvr>
                                        <p:cTn id="38" dur="500"/>
                                        <p:tgtEl>
                                          <p:spTgt spid="9"/>
                                        </p:tgtEl>
                                        <p:attrNameLst>
                                          <p:attrName>ppt_w</p:attrName>
                                        </p:attrNameLst>
                                      </p:cBhvr>
                                      <p:tavLst>
                                        <p:tav tm="0">
                                          <p:val>
                                            <p:strVal val="ppt_w"/>
                                          </p:val>
                                        </p:tav>
                                        <p:tav tm="100000">
                                          <p:val>
                                            <p:fltVal val="0"/>
                                          </p:val>
                                        </p:tav>
                                      </p:tavLst>
                                    </p:anim>
                                    <p:anim calcmode="lin" valueType="num">
                                      <p:cBhvr>
                                        <p:cTn id="39" dur="500"/>
                                        <p:tgtEl>
                                          <p:spTgt spid="9"/>
                                        </p:tgtEl>
                                        <p:attrNameLst>
                                          <p:attrName>ppt_h</p:attrName>
                                        </p:attrNameLst>
                                      </p:cBhvr>
                                      <p:tavLst>
                                        <p:tav tm="0">
                                          <p:val>
                                            <p:strVal val="ppt_h"/>
                                          </p:val>
                                        </p:tav>
                                        <p:tav tm="100000">
                                          <p:val>
                                            <p:fltVal val="0"/>
                                          </p:val>
                                        </p:tav>
                                      </p:tavLst>
                                    </p:anim>
                                    <p:animEffect transition="out" filter="fade">
                                      <p:cBhvr>
                                        <p:cTn id="40" dur="500"/>
                                        <p:tgtEl>
                                          <p:spTgt spid="9"/>
                                        </p:tgtEl>
                                      </p:cBhvr>
                                    </p:animEffect>
                                    <p:set>
                                      <p:cBhvr>
                                        <p:cTn id="41"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0" grpId="0"/>
      <p:bldP spid="13" grpId="0"/>
      <p:bldP spid="14" grpId="0"/>
      <p:bldP spid="15" grpId="0"/>
      <p:bldP spid="15"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19"/>
          <p:cNvSpPr txBox="1"/>
          <p:nvPr/>
        </p:nvSpPr>
        <p:spPr>
          <a:xfrm>
            <a:off x="539750" y="2571750"/>
            <a:ext cx="2743200" cy="442913"/>
          </a:xfrm>
          <a:prstGeom prst="rect">
            <a:avLst/>
          </a:prstGeom>
          <a:noFill/>
          <a:ln w="12700">
            <a:noFill/>
          </a:ln>
        </p:spPr>
        <p:txBody>
          <a:bodyPr>
            <a:spAutoFit/>
          </a:bodyPr>
          <a:lstStyle/>
          <a:p>
            <a:pPr>
              <a:lnSpc>
                <a:spcPct val="95000"/>
              </a:lnSpc>
            </a:pPr>
            <a:endParaRPr lang="zh-CN" altLang="en-US" sz="2400" dirty="0">
              <a:solidFill>
                <a:srgbClr val="000000"/>
              </a:solidFill>
              <a:latin typeface="楷体_GB2312"/>
              <a:ea typeface="楷体_GB2312"/>
            </a:endParaRPr>
          </a:p>
        </p:txBody>
      </p:sp>
      <p:sp>
        <p:nvSpPr>
          <p:cNvPr id="43011" name="标题 1"/>
          <p:cNvSpPr>
            <a:spLocks noGrp="1"/>
          </p:cNvSpPr>
          <p:nvPr>
            <p:ph type="title"/>
          </p:nvPr>
        </p:nvSpPr>
        <p:spPr>
          <a:xfrm>
            <a:off x="755650" y="268288"/>
            <a:ext cx="7931150" cy="358775"/>
          </a:xfrm>
        </p:spPr>
        <p:txBody>
          <a:bodyPr vert="horz" wrap="square" lIns="91440" tIns="45720" rIns="91440" bIns="45720" anchor="ctr" anchorCtr="0"/>
          <a:lstStyle/>
          <a:p>
            <a:pPr eaLnBrk="1" hangingPunct="1">
              <a:buNone/>
            </a:pPr>
            <a:r>
              <a:rPr lang="en-US" altLang="zh-CN" sz="3000" i="1" kern="1200" dirty="0">
                <a:solidFill>
                  <a:schemeClr val="tx1"/>
                </a:solidFill>
                <a:latin typeface="Times New Roman" panose="02020603050405020304" pitchFamily="18" charset="0"/>
                <a:ea typeface="微软雅黑" panose="020B0503020204020204" pitchFamily="34" charset="-122"/>
                <a:cs typeface="+mj-cs"/>
              </a:rPr>
              <a:t>LR </a:t>
            </a:r>
            <a:r>
              <a:rPr lang="zh-CN" altLang="zh-CN" sz="3000" kern="1200" dirty="0">
                <a:solidFill>
                  <a:schemeClr val="tx1"/>
                </a:solidFill>
                <a:latin typeface="微软雅黑" panose="020B0503020204020204" pitchFamily="34" charset="-122"/>
                <a:ea typeface="微软雅黑" panose="020B0503020204020204" pitchFamily="34" charset="-122"/>
                <a:cs typeface="+mj-cs"/>
              </a:rPr>
              <a:t>分析表</a:t>
            </a:r>
            <a:r>
              <a:rPr lang="zh-CN" altLang="en-US" sz="3000" kern="1200" dirty="0">
                <a:solidFill>
                  <a:schemeClr val="tx1"/>
                </a:solidFill>
                <a:latin typeface="微软雅黑" panose="020B0503020204020204" pitchFamily="34" charset="-122"/>
                <a:ea typeface="微软雅黑" panose="020B0503020204020204" pitchFamily="34" charset="-122"/>
                <a:cs typeface="+mj-cs"/>
              </a:rPr>
              <a:t>的结构</a:t>
            </a:r>
          </a:p>
        </p:txBody>
      </p:sp>
      <p:sp>
        <p:nvSpPr>
          <p:cNvPr id="43012" name="Rectangle 21"/>
          <p:cNvSpPr txBox="1"/>
          <p:nvPr/>
        </p:nvSpPr>
        <p:spPr>
          <a:xfrm>
            <a:off x="400050" y="857250"/>
            <a:ext cx="3314700" cy="3286125"/>
          </a:xfrm>
          <a:prstGeom prst="rect">
            <a:avLst/>
          </a:prstGeom>
          <a:noFill/>
          <a:ln w="9525">
            <a:noFill/>
          </a:ln>
        </p:spPr>
        <p:txBody>
          <a:bodyPr lIns="92075" tIns="46038" rIns="92075" bIns="46038"/>
          <a:lstStyle/>
          <a:p>
            <a:pPr marL="342900" indent="-342900" eaLnBrk="1" hangingPunct="1">
              <a:lnSpc>
                <a:spcPct val="90000"/>
              </a:lnSpc>
              <a:spcBef>
                <a:spcPct val="20000"/>
              </a:spcBef>
              <a:buSzPct val="100000"/>
              <a:buFont typeface="Wingdings" panose="05000000000000000000" pitchFamily="2" charset="2"/>
              <a:buChar char="Ø"/>
            </a:pPr>
            <a:r>
              <a:rPr lang="zh-CN" altLang="en-US" sz="2500" b="1" dirty="0">
                <a:solidFill>
                  <a:srgbClr val="000000"/>
                </a:solidFill>
                <a:latin typeface="楷体" panose="02010609060101010101" pitchFamily="49" charset="-122"/>
                <a:ea typeface="楷体" panose="02010609060101010101" pitchFamily="49" charset="-122"/>
              </a:rPr>
              <a:t>例</a:t>
            </a:r>
            <a:endParaRPr lang="en-US" altLang="zh-CN" sz="2500" b="1" dirty="0">
              <a:solidFill>
                <a:srgbClr val="000000"/>
              </a:solidFill>
              <a:latin typeface="楷体" panose="02010609060101010101" pitchFamily="49" charset="-122"/>
              <a:ea typeface="楷体" panose="02010609060101010101" pitchFamily="49" charset="-122"/>
            </a:endParaRPr>
          </a:p>
          <a:p>
            <a:pPr marL="742950" lvl="1" indent="-285750" eaLnBrk="1" hangingPunct="1">
              <a:lnSpc>
                <a:spcPct val="90000"/>
              </a:lnSpc>
              <a:spcBef>
                <a:spcPct val="20000"/>
              </a:spcBef>
              <a:buSzPct val="100000"/>
              <a:buFont typeface="Wingdings" panose="05000000000000000000" pitchFamily="2" charset="2"/>
              <a:buChar char="Ø"/>
            </a:pPr>
            <a:r>
              <a:rPr lang="zh-CN" altLang="en-US" sz="2500" b="1" dirty="0">
                <a:solidFill>
                  <a:srgbClr val="000000"/>
                </a:solidFill>
                <a:latin typeface="楷体" panose="02010609060101010101" pitchFamily="49" charset="-122"/>
                <a:ea typeface="楷体" panose="02010609060101010101" pitchFamily="49" charset="-122"/>
              </a:rPr>
              <a:t>文法</a:t>
            </a:r>
            <a:endParaRPr lang="en-US" altLang="zh-CN" sz="2500" b="1" dirty="0">
              <a:solidFill>
                <a:srgbClr val="000000"/>
              </a:solidFill>
              <a:latin typeface="楷体" panose="02010609060101010101" pitchFamily="49" charset="-122"/>
              <a:ea typeface="楷体" panose="02010609060101010101" pitchFamily="49" charset="-122"/>
            </a:endParaRPr>
          </a:p>
          <a:p>
            <a:pPr marL="1143000" lvl="2" indent="-228600" eaLnBrk="1" hangingPunct="1">
              <a:lnSpc>
                <a:spcPct val="90000"/>
              </a:lnSpc>
              <a:spcBef>
                <a:spcPct val="20000"/>
              </a:spcBef>
              <a:buClr>
                <a:srgbClr val="5EAEFF"/>
              </a:buClr>
              <a:buSzPct val="50000"/>
              <a:buNone/>
            </a:pPr>
            <a:r>
              <a:rPr lang="en-US" altLang="zh-CN" sz="2500" b="1" dirty="0">
                <a:solidFill>
                  <a:srgbClr val="000000"/>
                </a:solidFill>
                <a:latin typeface="宋体" panose="02010600030101010101" pitchFamily="2" charset="-122"/>
              </a:rPr>
              <a:t>① </a:t>
            </a:r>
            <a:r>
              <a:rPr lang="en-US" altLang="zh-CN" sz="2500" b="1" i="1" dirty="0">
                <a:solidFill>
                  <a:srgbClr val="000000"/>
                </a:solidFill>
                <a:latin typeface="Times New Roman" panose="02020603050405020304" pitchFamily="18" charset="0"/>
                <a:ea typeface="楷体_GB2312"/>
              </a:rPr>
              <a:t>S</a:t>
            </a:r>
            <a:r>
              <a:rPr lang="en-US" altLang="zh-CN" sz="2500" b="1" dirty="0">
                <a:solidFill>
                  <a:srgbClr val="000000"/>
                </a:solidFill>
                <a:latin typeface="Times New Roman" panose="02020603050405020304" pitchFamily="18" charset="0"/>
                <a:ea typeface="楷体_GB2312"/>
              </a:rPr>
              <a:t>→</a:t>
            </a:r>
            <a:r>
              <a:rPr lang="en-US" altLang="zh-CN" sz="2500" b="1" i="1" dirty="0">
                <a:solidFill>
                  <a:srgbClr val="000000"/>
                </a:solidFill>
                <a:latin typeface="Times New Roman" panose="02020603050405020304" pitchFamily="18" charset="0"/>
                <a:ea typeface="楷体_GB2312"/>
              </a:rPr>
              <a:t>BB</a:t>
            </a:r>
          </a:p>
          <a:p>
            <a:pPr marL="1143000" lvl="2" indent="-228600" eaLnBrk="1" hangingPunct="1">
              <a:lnSpc>
                <a:spcPct val="90000"/>
              </a:lnSpc>
              <a:spcBef>
                <a:spcPct val="20000"/>
              </a:spcBef>
              <a:buClr>
                <a:srgbClr val="5EAEFF"/>
              </a:buClr>
              <a:buSzPct val="50000"/>
              <a:buNone/>
            </a:pPr>
            <a:r>
              <a:rPr lang="en-US" altLang="zh-CN" sz="2500" b="1" dirty="0">
                <a:solidFill>
                  <a:srgbClr val="000000"/>
                </a:solidFill>
                <a:latin typeface="宋体" panose="02010600030101010101" pitchFamily="2" charset="-122"/>
                <a:ea typeface="宋体" panose="02010600030101010101" pitchFamily="2" charset="-122"/>
              </a:rPr>
              <a:t>② </a:t>
            </a:r>
            <a:r>
              <a:rPr lang="en-US" altLang="zh-CN" sz="2500" b="1" i="1" dirty="0">
                <a:solidFill>
                  <a:srgbClr val="000000"/>
                </a:solidFill>
                <a:latin typeface="Times New Roman" panose="02020603050405020304" pitchFamily="18" charset="0"/>
                <a:ea typeface="楷体_GB2312"/>
              </a:rPr>
              <a:t>B</a:t>
            </a:r>
            <a:r>
              <a:rPr lang="en-US" altLang="zh-CN" sz="2500" b="1" dirty="0">
                <a:solidFill>
                  <a:srgbClr val="000000"/>
                </a:solidFill>
                <a:latin typeface="Times New Roman" panose="02020603050405020304" pitchFamily="18" charset="0"/>
                <a:ea typeface="楷体_GB2312"/>
              </a:rPr>
              <a:t>→</a:t>
            </a:r>
            <a:r>
              <a:rPr lang="en-US" altLang="zh-CN" sz="2500" b="1" i="1" dirty="0">
                <a:solidFill>
                  <a:srgbClr val="000000"/>
                </a:solidFill>
                <a:latin typeface="Times New Roman" panose="02020603050405020304" pitchFamily="18" charset="0"/>
                <a:ea typeface="楷体_GB2312"/>
              </a:rPr>
              <a:t>aB</a:t>
            </a:r>
          </a:p>
          <a:p>
            <a:pPr marL="1143000" lvl="2" indent="-228600" eaLnBrk="1" hangingPunct="1">
              <a:lnSpc>
                <a:spcPct val="90000"/>
              </a:lnSpc>
              <a:spcBef>
                <a:spcPct val="20000"/>
              </a:spcBef>
              <a:buClr>
                <a:srgbClr val="5EAEFF"/>
              </a:buClr>
              <a:buSzPct val="50000"/>
              <a:buNone/>
            </a:pPr>
            <a:r>
              <a:rPr lang="en-US" altLang="zh-CN" sz="2500" b="1" dirty="0">
                <a:solidFill>
                  <a:srgbClr val="000000"/>
                </a:solidFill>
                <a:latin typeface="宋体" panose="02010600030101010101" pitchFamily="2" charset="-122"/>
              </a:rPr>
              <a:t>③ </a:t>
            </a:r>
            <a:r>
              <a:rPr lang="en-US" altLang="zh-CN" sz="2500" b="1" i="1" dirty="0">
                <a:solidFill>
                  <a:srgbClr val="000000"/>
                </a:solidFill>
                <a:latin typeface="Times New Roman" panose="02020603050405020304" pitchFamily="18" charset="0"/>
                <a:ea typeface="楷体_GB2312"/>
              </a:rPr>
              <a:t>B</a:t>
            </a:r>
            <a:r>
              <a:rPr lang="en-US" altLang="zh-CN" sz="2500" b="1" dirty="0">
                <a:solidFill>
                  <a:srgbClr val="000000"/>
                </a:solidFill>
                <a:latin typeface="Times New Roman" panose="02020603050405020304" pitchFamily="18" charset="0"/>
                <a:ea typeface="楷体_GB2312"/>
              </a:rPr>
              <a:t>→</a:t>
            </a:r>
            <a:r>
              <a:rPr lang="en-US" altLang="zh-CN" sz="2500" b="1" i="1" dirty="0">
                <a:solidFill>
                  <a:srgbClr val="000000"/>
                </a:solidFill>
                <a:latin typeface="Times New Roman" panose="02020603050405020304" pitchFamily="18" charset="0"/>
                <a:ea typeface="楷体_GB2312"/>
              </a:rPr>
              <a:t>b</a:t>
            </a:r>
          </a:p>
          <a:p>
            <a:pPr marL="742950" lvl="1" indent="-285750" eaLnBrk="1" hangingPunct="1">
              <a:lnSpc>
                <a:spcPct val="90000"/>
              </a:lnSpc>
              <a:spcBef>
                <a:spcPct val="20000"/>
              </a:spcBef>
              <a:buClr>
                <a:srgbClr val="0080FF"/>
              </a:buClr>
              <a:buSzPct val="55000"/>
              <a:buFont typeface="Wingdings" panose="05000000000000000000" pitchFamily="2" charset="2"/>
              <a:buChar char="n"/>
            </a:pPr>
            <a:endParaRPr lang="zh-CN" altLang="en-US" sz="2400" b="1" dirty="0">
              <a:solidFill>
                <a:srgbClr val="000000"/>
              </a:solidFill>
              <a:latin typeface="楷体" panose="02010609060101010101" pitchFamily="49" charset="-122"/>
              <a:ea typeface="楷体" panose="02010609060101010101" pitchFamily="49" charset="-122"/>
            </a:endParaRPr>
          </a:p>
        </p:txBody>
      </p:sp>
      <p:sp>
        <p:nvSpPr>
          <p:cNvPr id="43013" name="Rectangle 3"/>
          <p:cNvSpPr>
            <a:spLocks noGrp="1"/>
          </p:cNvSpPr>
          <p:nvPr>
            <p:ph idx="1"/>
          </p:nvPr>
        </p:nvSpPr>
        <p:spPr>
          <a:xfrm>
            <a:off x="4211638" y="3721100"/>
            <a:ext cx="3671887" cy="1082675"/>
          </a:xfrm>
        </p:spPr>
        <p:txBody>
          <a:bodyPr vert="horz" wrap="square" lIns="92075" tIns="46038" rIns="92075" bIns="46038" anchor="t" anchorCtr="0"/>
          <a:lstStyle/>
          <a:p>
            <a:pPr eaLnBrk="1" hangingPunct="1">
              <a:lnSpc>
                <a:spcPts val="3500"/>
              </a:lnSpc>
              <a:buSzPct val="100000"/>
              <a:buFont typeface="Wingdings" panose="05000000000000000000" pitchFamily="2" charset="2"/>
              <a:buNone/>
            </a:pPr>
            <a:r>
              <a:rPr lang="zh-CN" altLang="en-US" sz="3000" b="1" kern="1200" dirty="0">
                <a:solidFill>
                  <a:srgbClr val="2D83F4"/>
                </a:solidFill>
                <a:latin typeface="楷体" panose="02010609060101010101" pitchFamily="49" charset="-122"/>
                <a:ea typeface="华文楷体" panose="02010600040101010101" pitchFamily="2" charset="-122"/>
                <a:cs typeface="+mn-cs"/>
              </a:rPr>
              <a:t>栈    剩余输入</a:t>
            </a:r>
          </a:p>
          <a:p>
            <a:pPr eaLnBrk="1" hangingPunct="1">
              <a:lnSpc>
                <a:spcPts val="2500"/>
              </a:lnSpc>
              <a:spcBef>
                <a:spcPct val="0"/>
              </a:spcBef>
              <a:buSzPct val="100000"/>
              <a:buFont typeface="Wingdings" panose="05000000000000000000" pitchFamily="2" charset="2"/>
              <a:buNone/>
            </a:pPr>
            <a:r>
              <a:rPr lang="zh-CN" altLang="en-US" b="1" kern="1200" dirty="0">
                <a:solidFill>
                  <a:schemeClr val="tx1"/>
                </a:solidFill>
                <a:latin typeface="Times New Roman" panose="02020603050405020304" pitchFamily="18" charset="0"/>
                <a:ea typeface="楷体_GB2312"/>
                <a:cs typeface="+mn-cs"/>
              </a:rPr>
              <a:t>0</a:t>
            </a:r>
          </a:p>
          <a:p>
            <a:pPr eaLnBrk="1" hangingPunct="1">
              <a:lnSpc>
                <a:spcPts val="2500"/>
              </a:lnSpc>
              <a:spcBef>
                <a:spcPct val="0"/>
              </a:spcBef>
              <a:buSzPct val="100000"/>
              <a:buFont typeface="Wingdings" panose="05000000000000000000" pitchFamily="2" charset="2"/>
              <a:buNone/>
            </a:pPr>
            <a:r>
              <a:rPr lang="en-US" altLang="zh-CN" b="1" kern="1200" dirty="0">
                <a:solidFill>
                  <a:schemeClr val="tx1"/>
                </a:solidFill>
                <a:latin typeface="Times New Roman" panose="02020603050405020304" pitchFamily="18" charset="0"/>
                <a:ea typeface="楷体_GB2312"/>
                <a:cs typeface="+mn-cs"/>
              </a:rPr>
              <a:t>$</a:t>
            </a:r>
            <a:r>
              <a:rPr lang="zh-CN" altLang="en-US" b="1" i="1" kern="1200" dirty="0">
                <a:solidFill>
                  <a:schemeClr val="tx1"/>
                </a:solidFill>
                <a:latin typeface="Times New Roman" panose="02020603050405020304" pitchFamily="18" charset="0"/>
                <a:ea typeface="楷体_GB2312"/>
                <a:cs typeface="+mn-cs"/>
              </a:rPr>
              <a:t>          </a:t>
            </a:r>
            <a:r>
              <a:rPr lang="en-US" altLang="zh-CN" b="1" i="1" kern="1200" dirty="0">
                <a:solidFill>
                  <a:schemeClr val="tx1"/>
                </a:solidFill>
                <a:latin typeface="Times New Roman" panose="02020603050405020304" pitchFamily="18" charset="0"/>
                <a:ea typeface="楷体_GB2312"/>
                <a:cs typeface="+mn-cs"/>
              </a:rPr>
              <a:t>            </a:t>
            </a:r>
            <a:r>
              <a:rPr lang="en-US" altLang="zh-CN" b="1" kern="1200" dirty="0">
                <a:solidFill>
                  <a:schemeClr val="tx1"/>
                </a:solidFill>
                <a:latin typeface="Times New Roman" panose="02020603050405020304" pitchFamily="18" charset="0"/>
                <a:ea typeface="楷体_GB2312"/>
                <a:cs typeface="+mn-cs"/>
              </a:rPr>
              <a:t>$</a:t>
            </a:r>
            <a:endParaRPr lang="en-US" altLang="zh-CN" b="1" i="1" kern="1200" dirty="0">
              <a:solidFill>
                <a:schemeClr val="tx1"/>
              </a:solidFill>
              <a:latin typeface="Times New Roman" panose="02020603050405020304" pitchFamily="18" charset="0"/>
              <a:ea typeface="楷体_GB2312"/>
              <a:cs typeface="+mn-cs"/>
            </a:endParaRPr>
          </a:p>
          <a:p>
            <a:pPr eaLnBrk="1" hangingPunct="1">
              <a:lnSpc>
                <a:spcPct val="90000"/>
              </a:lnSpc>
              <a:spcBef>
                <a:spcPct val="0"/>
              </a:spcBef>
              <a:buSzPct val="100000"/>
              <a:buFont typeface="Wingdings" panose="05000000000000000000" pitchFamily="2" charset="2"/>
              <a:buNone/>
            </a:pPr>
            <a:endParaRPr lang="en-US" altLang="zh-CN" sz="600" kern="1200" dirty="0">
              <a:latin typeface="Times New Roman" panose="02020603050405020304" pitchFamily="18" charset="0"/>
              <a:ea typeface="楷体_GB2312"/>
              <a:cs typeface="+mn-cs"/>
            </a:endParaRPr>
          </a:p>
          <a:p>
            <a:pPr eaLnBrk="1" hangingPunct="1">
              <a:lnSpc>
                <a:spcPct val="90000"/>
              </a:lnSpc>
              <a:spcBef>
                <a:spcPct val="0"/>
              </a:spcBef>
              <a:buSzPct val="100000"/>
              <a:buFont typeface="Wingdings" panose="05000000000000000000" pitchFamily="2" charset="2"/>
              <a:buNone/>
            </a:pPr>
            <a:endParaRPr lang="en-US" altLang="zh-CN" sz="1600" kern="1200" dirty="0">
              <a:latin typeface="Times New Roman" panose="02020603050405020304" pitchFamily="18" charset="0"/>
              <a:ea typeface="楷体_GB2312"/>
              <a:cs typeface="+mn-cs"/>
            </a:endParaRPr>
          </a:p>
        </p:txBody>
      </p:sp>
      <p:sp>
        <p:nvSpPr>
          <p:cNvPr id="9" name="矩形 8"/>
          <p:cNvSpPr/>
          <p:nvPr/>
        </p:nvSpPr>
        <p:spPr>
          <a:xfrm>
            <a:off x="4859338" y="4443413"/>
            <a:ext cx="390525" cy="461962"/>
          </a:xfrm>
          <a:prstGeom prst="rect">
            <a:avLst/>
          </a:prstGeom>
          <a:noFill/>
          <a:ln w="9525">
            <a:noFill/>
          </a:ln>
        </p:spPr>
        <p:txBody>
          <a:bodyPr wrap="none">
            <a:spAutoFit/>
          </a:bodyPr>
          <a:lstStyle/>
          <a:p>
            <a:pPr>
              <a:buNone/>
            </a:pPr>
            <a:r>
              <a:rPr lang="en-US" altLang="zh-CN" sz="2400" b="1" i="1" dirty="0">
                <a:solidFill>
                  <a:srgbClr val="000000"/>
                </a:solidFill>
                <a:latin typeface="Times New Roman" panose="02020603050405020304" pitchFamily="18" charset="0"/>
                <a:ea typeface="楷体_GB2312"/>
              </a:rPr>
              <a:t>B</a:t>
            </a:r>
            <a:endParaRPr lang="zh-CN" altLang="en-US" sz="2800" b="1" dirty="0">
              <a:solidFill>
                <a:srgbClr val="000000"/>
              </a:solidFill>
              <a:latin typeface="Tahoma" panose="020B0604030504040204" pitchFamily="34" charset="0"/>
              <a:ea typeface="楷体_GB2312"/>
            </a:endParaRPr>
          </a:p>
        </p:txBody>
      </p:sp>
      <p:sp>
        <p:nvSpPr>
          <p:cNvPr id="10" name="矩形 9"/>
          <p:cNvSpPr/>
          <p:nvPr/>
        </p:nvSpPr>
        <p:spPr>
          <a:xfrm>
            <a:off x="4643438" y="4443413"/>
            <a:ext cx="339725" cy="461962"/>
          </a:xfrm>
          <a:prstGeom prst="rect">
            <a:avLst/>
          </a:prstGeom>
          <a:noFill/>
          <a:ln w="9525">
            <a:noFill/>
          </a:ln>
        </p:spPr>
        <p:txBody>
          <a:bodyPr wrap="none">
            <a:spAutoFit/>
          </a:bodyPr>
          <a:lstStyle/>
          <a:p>
            <a:pPr>
              <a:buNone/>
            </a:pPr>
            <a:r>
              <a:rPr lang="en-US" altLang="zh-CN" sz="2400" b="1" i="1" dirty="0">
                <a:solidFill>
                  <a:srgbClr val="000000"/>
                </a:solidFill>
                <a:latin typeface="Times New Roman" panose="02020603050405020304" pitchFamily="18" charset="0"/>
                <a:ea typeface="楷体_GB2312"/>
              </a:rPr>
              <a:t>a</a:t>
            </a:r>
            <a:endParaRPr lang="zh-CN" altLang="en-US" sz="2800" b="1" dirty="0">
              <a:solidFill>
                <a:srgbClr val="000000"/>
              </a:solidFill>
              <a:latin typeface="Tahoma" panose="020B0604030504040204" pitchFamily="34" charset="0"/>
              <a:ea typeface="楷体_GB2312"/>
            </a:endParaRPr>
          </a:p>
        </p:txBody>
      </p:sp>
      <p:sp>
        <p:nvSpPr>
          <p:cNvPr id="43016" name="矩形 11"/>
          <p:cNvSpPr/>
          <p:nvPr/>
        </p:nvSpPr>
        <p:spPr>
          <a:xfrm>
            <a:off x="4411663" y="4443413"/>
            <a:ext cx="390525" cy="461962"/>
          </a:xfrm>
          <a:prstGeom prst="rect">
            <a:avLst/>
          </a:prstGeom>
          <a:noFill/>
          <a:ln w="9525">
            <a:noFill/>
          </a:ln>
        </p:spPr>
        <p:txBody>
          <a:bodyPr wrap="none">
            <a:spAutoFit/>
          </a:bodyPr>
          <a:lstStyle/>
          <a:p>
            <a:pPr>
              <a:buNone/>
            </a:pPr>
            <a:r>
              <a:rPr lang="en-US" altLang="zh-CN" sz="2400" b="1" i="1" dirty="0">
                <a:solidFill>
                  <a:srgbClr val="000000"/>
                </a:solidFill>
                <a:latin typeface="Times New Roman" panose="02020603050405020304" pitchFamily="18" charset="0"/>
                <a:ea typeface="楷体_GB2312"/>
              </a:rPr>
              <a:t>B</a:t>
            </a:r>
            <a:endParaRPr lang="zh-CN" altLang="en-US" b="1" dirty="0">
              <a:solidFill>
                <a:srgbClr val="000000"/>
              </a:solidFill>
              <a:latin typeface="Tahoma" panose="020B0604030504040204" pitchFamily="34" charset="0"/>
              <a:ea typeface="楷体_GB2312"/>
            </a:endParaRPr>
          </a:p>
        </p:txBody>
      </p:sp>
      <p:sp>
        <p:nvSpPr>
          <p:cNvPr id="43017" name="矩形 12"/>
          <p:cNvSpPr/>
          <p:nvPr/>
        </p:nvSpPr>
        <p:spPr>
          <a:xfrm>
            <a:off x="4427538" y="4125913"/>
            <a:ext cx="339725" cy="461962"/>
          </a:xfrm>
          <a:prstGeom prst="rect">
            <a:avLst/>
          </a:prstGeom>
          <a:noFill/>
          <a:ln w="9525">
            <a:noFill/>
          </a:ln>
        </p:spPr>
        <p:txBody>
          <a:bodyPr wrap="none">
            <a:spAutoFit/>
          </a:bodyPr>
          <a:lstStyle/>
          <a:p>
            <a:pPr>
              <a:buNone/>
            </a:pPr>
            <a:r>
              <a:rPr lang="en-US" altLang="zh-CN" sz="2400" b="1" dirty="0">
                <a:solidFill>
                  <a:srgbClr val="000000"/>
                </a:solidFill>
                <a:latin typeface="Times New Roman" panose="02020603050405020304" pitchFamily="18" charset="0"/>
                <a:ea typeface="楷体_GB2312"/>
              </a:rPr>
              <a:t>2</a:t>
            </a:r>
            <a:endParaRPr lang="zh-CN" altLang="en-US" b="1" dirty="0">
              <a:solidFill>
                <a:srgbClr val="000000"/>
              </a:solidFill>
              <a:latin typeface="Tahoma" panose="020B0604030504040204" pitchFamily="34" charset="0"/>
              <a:ea typeface="楷体_GB2312"/>
            </a:endParaRPr>
          </a:p>
        </p:txBody>
      </p:sp>
      <p:sp>
        <p:nvSpPr>
          <p:cNvPr id="14" name="矩形 13"/>
          <p:cNvSpPr/>
          <p:nvPr/>
        </p:nvSpPr>
        <p:spPr>
          <a:xfrm>
            <a:off x="4665663" y="4125913"/>
            <a:ext cx="338137" cy="461962"/>
          </a:xfrm>
          <a:prstGeom prst="rect">
            <a:avLst/>
          </a:prstGeom>
          <a:noFill/>
          <a:ln w="9525">
            <a:noFill/>
          </a:ln>
        </p:spPr>
        <p:txBody>
          <a:bodyPr wrap="none">
            <a:spAutoFit/>
          </a:bodyPr>
          <a:lstStyle/>
          <a:p>
            <a:pPr>
              <a:buNone/>
            </a:pPr>
            <a:r>
              <a:rPr lang="en-US" altLang="zh-CN" sz="2400" b="1" dirty="0">
                <a:solidFill>
                  <a:srgbClr val="000000"/>
                </a:solidFill>
                <a:latin typeface="Times New Roman" panose="02020603050405020304" pitchFamily="18" charset="0"/>
                <a:ea typeface="楷体_GB2312"/>
              </a:rPr>
              <a:t>3</a:t>
            </a:r>
            <a:endParaRPr lang="zh-CN" altLang="en-US" b="1" dirty="0">
              <a:solidFill>
                <a:srgbClr val="000000"/>
              </a:solidFill>
              <a:latin typeface="Tahoma" panose="020B0604030504040204" pitchFamily="34" charset="0"/>
              <a:ea typeface="楷体_GB2312"/>
            </a:endParaRPr>
          </a:p>
        </p:txBody>
      </p:sp>
      <p:sp>
        <p:nvSpPr>
          <p:cNvPr id="16" name="矩形 15"/>
          <p:cNvSpPr/>
          <p:nvPr/>
        </p:nvSpPr>
        <p:spPr>
          <a:xfrm>
            <a:off x="4881563" y="4125913"/>
            <a:ext cx="338137" cy="461962"/>
          </a:xfrm>
          <a:prstGeom prst="rect">
            <a:avLst/>
          </a:prstGeom>
          <a:noFill/>
          <a:ln w="9525">
            <a:noFill/>
          </a:ln>
        </p:spPr>
        <p:txBody>
          <a:bodyPr wrap="none">
            <a:spAutoFit/>
          </a:bodyPr>
          <a:lstStyle/>
          <a:p>
            <a:pPr>
              <a:buNone/>
            </a:pPr>
            <a:r>
              <a:rPr lang="en-US" altLang="zh-CN" sz="2400" b="1" dirty="0">
                <a:solidFill>
                  <a:srgbClr val="000000"/>
                </a:solidFill>
                <a:latin typeface="Times New Roman" panose="02020603050405020304" pitchFamily="18" charset="0"/>
                <a:ea typeface="楷体_GB2312"/>
              </a:rPr>
              <a:t>6</a:t>
            </a:r>
            <a:endParaRPr lang="zh-CN" altLang="en-US" b="1" dirty="0">
              <a:solidFill>
                <a:srgbClr val="000000"/>
              </a:solidFill>
              <a:latin typeface="Tahoma" panose="020B0604030504040204" pitchFamily="34" charset="0"/>
              <a:ea typeface="楷体_GB2312"/>
            </a:endParaRPr>
          </a:p>
        </p:txBody>
      </p:sp>
      <p:graphicFrame>
        <p:nvGraphicFramePr>
          <p:cNvPr id="18" name="Group 18"/>
          <p:cNvGraphicFramePr>
            <a:graphicFrameLocks noGrp="1"/>
          </p:cNvGraphicFramePr>
          <p:nvPr/>
        </p:nvGraphicFramePr>
        <p:xfrm>
          <a:off x="4214813" y="123825"/>
          <a:ext cx="4318000" cy="3603666"/>
        </p:xfrm>
        <a:graphic>
          <a:graphicData uri="http://schemas.openxmlformats.org/drawingml/2006/table">
            <a:tbl>
              <a:tblPr/>
              <a:tblGrid>
                <a:gridCol w="928687">
                  <a:extLst>
                    <a:ext uri="{9D8B030D-6E8A-4147-A177-3AD203B41FA5}">
                      <a16:colId xmlns:a16="http://schemas.microsoft.com/office/drawing/2014/main" val="20000"/>
                    </a:ext>
                  </a:extLst>
                </a:gridCol>
                <a:gridCol w="714375">
                  <a:extLst>
                    <a:ext uri="{9D8B030D-6E8A-4147-A177-3AD203B41FA5}">
                      <a16:colId xmlns:a16="http://schemas.microsoft.com/office/drawing/2014/main" val="20001"/>
                    </a:ext>
                  </a:extLst>
                </a:gridCol>
                <a:gridCol w="642938">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663575">
                  <a:extLst>
                    <a:ext uri="{9D8B030D-6E8A-4147-A177-3AD203B41FA5}">
                      <a16:colId xmlns:a16="http://schemas.microsoft.com/office/drawing/2014/main" val="20004"/>
                    </a:ext>
                  </a:extLst>
                </a:gridCol>
                <a:gridCol w="720725">
                  <a:extLst>
                    <a:ext uri="{9D8B030D-6E8A-4147-A177-3AD203B41FA5}">
                      <a16:colId xmlns:a16="http://schemas.microsoft.com/office/drawing/2014/main" val="20005"/>
                    </a:ext>
                  </a:extLst>
                </a:gridCol>
              </a:tblGrid>
              <a:tr h="373310">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a:ln>
                            <a:noFill/>
                          </a:ln>
                          <a:solidFill>
                            <a:srgbClr val="000000"/>
                          </a:solidFill>
                          <a:effectLst/>
                          <a:latin typeface="华文楷体" panose="02010600040101010101" pitchFamily="2" charset="-122"/>
                          <a:ea typeface="华文楷体" panose="02010600040101010101" pitchFamily="2" charset="-122"/>
                          <a:cs typeface="Times New Roman" panose="02020603050405020304" pitchFamily="18" charset="0"/>
                        </a:rPr>
                        <a:t>状态</a:t>
                      </a:r>
                    </a:p>
                  </a:txBody>
                  <a:tcPr marL="91447" marR="91447" marT="34257" marB="3425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ACTION</a:t>
                      </a:r>
                      <a:endParaRPr kumimoji="0" lang="zh-CN" altLang="en-US" sz="20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p>
                  </a:txBody>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GOTO</a:t>
                      </a:r>
                      <a:endParaRPr kumimoji="0" lang="zh-CN" altLang="en-US" sz="20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p>
                  </a:txBody>
                  <a:tcPr/>
                </a:tc>
                <a:extLst>
                  <a:ext uri="{0D108BD9-81ED-4DB2-BD59-A6C34878D82A}">
                    <a16:rowId xmlns:a16="http://schemas.microsoft.com/office/drawing/2014/main" val="10000"/>
                  </a:ext>
                </a:extLst>
              </a:tr>
              <a:tr h="403789">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rPr>
                        <a:t>a</a:t>
                      </a:r>
                      <a:endParaRPr kumimoji="0" lang="zh-CN" altLang="en-US"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rPr>
                        <a:t>b</a:t>
                      </a:r>
                      <a:endParaRPr kumimoji="0" lang="zh-CN" altLang="en-US"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en-US"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rPr>
                        <a:t>S</a:t>
                      </a:r>
                      <a:endParaRPr kumimoji="0" lang="zh-CN" altLang="en-US"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rPr>
                        <a:t>B</a:t>
                      </a:r>
                      <a:endParaRPr kumimoji="0" lang="zh-CN" altLang="en-US"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0</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2</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acc</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2</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5</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3</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s3</a:t>
                      </a:r>
                      <a:r>
                        <a:rPr kumimoji="1" lang="en-US" altLang="zh-CN" sz="2200" b="1" i="0" u="none" strike="noStrike" cap="none" normalizeH="0" baseline="0">
                          <a:ln>
                            <a:noFill/>
                          </a:ln>
                          <a:solidFill>
                            <a:schemeClr val="folHlink"/>
                          </a:solidFill>
                          <a:effectLst/>
                          <a:latin typeface="宋体" panose="02010600030101010101" pitchFamily="2" charset="-122"/>
                          <a:ea typeface="华文楷体" panose="02010600040101010101" pitchFamily="2" charset="-122"/>
                          <a:cs typeface="Times New Roman" panose="02020603050405020304" pitchFamily="18" charset="0"/>
                        </a:rPr>
                        <a:t> </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6</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4</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5</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6</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43088" name="矩形 12"/>
          <p:cNvSpPr/>
          <p:nvPr/>
        </p:nvSpPr>
        <p:spPr>
          <a:xfrm>
            <a:off x="842963" y="4543425"/>
            <a:ext cx="2033587" cy="476250"/>
          </a:xfrm>
          <a:prstGeom prst="rect">
            <a:avLst/>
          </a:prstGeom>
          <a:noFill/>
          <a:ln w="9525">
            <a:noFill/>
          </a:ln>
        </p:spPr>
        <p:txBody>
          <a:bodyPr wrap="none">
            <a:spAutoFit/>
          </a:bodyPr>
          <a:lstStyle/>
          <a:p>
            <a:pPr marL="0" lvl="1" indent="0" eaLnBrk="1" hangingPunct="1">
              <a:spcBef>
                <a:spcPct val="30000"/>
              </a:spcBef>
            </a:pPr>
            <a:r>
              <a:rPr lang="zh-CN" altLang="en-US" sz="2500" b="1" dirty="0">
                <a:solidFill>
                  <a:srgbClr val="000000"/>
                </a:solidFill>
                <a:latin typeface="楷体" panose="02010609060101010101" pitchFamily="49" charset="-122"/>
                <a:ea typeface="楷体" panose="02010609060101010101" pitchFamily="49" charset="-122"/>
              </a:rPr>
              <a:t>输入  </a:t>
            </a:r>
            <a:r>
              <a:rPr lang="en-US" altLang="zh-CN" sz="2500" b="1" i="1" dirty="0">
                <a:solidFill>
                  <a:srgbClr val="000000"/>
                </a:solidFill>
                <a:latin typeface="Times New Roman" panose="02020603050405020304" pitchFamily="18" charset="0"/>
                <a:ea typeface="楷体" panose="02010609060101010101" pitchFamily="49" charset="-122"/>
              </a:rPr>
              <a:t>b  a   b</a:t>
            </a:r>
            <a:endParaRPr lang="en-US" altLang="zh-CN" sz="2500" b="1" i="1" dirty="0">
              <a:solidFill>
                <a:srgbClr val="000000"/>
              </a:solidFill>
              <a:latin typeface="Times New Roman" panose="02020603050405020304" pitchFamily="18" charset="0"/>
              <a:ea typeface="楷体_GB2312"/>
            </a:endParaRPr>
          </a:p>
        </p:txBody>
      </p:sp>
      <p:grpSp>
        <p:nvGrpSpPr>
          <p:cNvPr id="43089" name="Group 78"/>
          <p:cNvGrpSpPr/>
          <p:nvPr/>
        </p:nvGrpSpPr>
        <p:grpSpPr>
          <a:xfrm>
            <a:off x="1835150" y="3994150"/>
            <a:ext cx="357188" cy="557213"/>
            <a:chOff x="975" y="3041"/>
            <a:chExt cx="225" cy="741"/>
          </a:xfrm>
        </p:grpSpPr>
        <p:sp>
          <p:nvSpPr>
            <p:cNvPr id="17" name="Line 79"/>
            <p:cNvSpPr>
              <a:spLocks noChangeShapeType="1"/>
            </p:cNvSpPr>
            <p:nvPr/>
          </p:nvSpPr>
          <p:spPr bwMode="auto">
            <a:xfrm flipH="1" flipV="1">
              <a:off x="1066" y="3543"/>
              <a:ext cx="0" cy="239"/>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43094" name="Rectangle 80"/>
            <p:cNvSpPr/>
            <p:nvPr/>
          </p:nvSpPr>
          <p:spPr>
            <a:xfrm>
              <a:off x="975" y="3041"/>
              <a:ext cx="225" cy="542"/>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latin typeface="Times New Roman" panose="02020603050405020304" pitchFamily="18" charset="0"/>
                </a:rPr>
                <a:t>B</a:t>
              </a:r>
            </a:p>
          </p:txBody>
        </p:sp>
      </p:grpSp>
      <p:grpSp>
        <p:nvGrpSpPr>
          <p:cNvPr id="3" name="Group 78"/>
          <p:cNvGrpSpPr/>
          <p:nvPr/>
        </p:nvGrpSpPr>
        <p:grpSpPr>
          <a:xfrm>
            <a:off x="2555875" y="4032250"/>
            <a:ext cx="357188" cy="555625"/>
            <a:chOff x="975" y="3041"/>
            <a:chExt cx="225" cy="741"/>
          </a:xfrm>
        </p:grpSpPr>
        <p:sp>
          <p:nvSpPr>
            <p:cNvPr id="21" name="Line 79"/>
            <p:cNvSpPr>
              <a:spLocks noChangeShapeType="1"/>
            </p:cNvSpPr>
            <p:nvPr/>
          </p:nvSpPr>
          <p:spPr bwMode="auto">
            <a:xfrm flipH="1" flipV="1">
              <a:off x="1066" y="3543"/>
              <a:ext cx="0" cy="239"/>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43092" name="Rectangle 80"/>
            <p:cNvSpPr/>
            <p:nvPr/>
          </p:nvSpPr>
          <p:spPr>
            <a:xfrm>
              <a:off x="975" y="3041"/>
              <a:ext cx="225" cy="542"/>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latin typeface="Times New Roman" panose="02020603050405020304" pitchFamily="18" charset="0"/>
                </a:rPr>
                <a:t>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p:cTn id="21" dur="500" fill="hold"/>
                                        <p:tgtEl>
                                          <p:spTgt spid="16"/>
                                        </p:tgtEl>
                                        <p:attrNameLst>
                                          <p:attrName>ppt_w</p:attrName>
                                        </p:attrNameLst>
                                      </p:cBhvr>
                                      <p:tavLst>
                                        <p:tav tm="0">
                                          <p:val>
                                            <p:fltVal val="0"/>
                                          </p:val>
                                        </p:tav>
                                        <p:tav tm="100000">
                                          <p:val>
                                            <p:strVal val="#ppt_w"/>
                                          </p:val>
                                        </p:tav>
                                      </p:tavLst>
                                    </p:anim>
                                    <p:anim calcmode="lin" valueType="num">
                                      <p:cBhvr>
                                        <p:cTn id="22" dur="500" fill="hold"/>
                                        <p:tgtEl>
                                          <p:spTgt spid="16"/>
                                        </p:tgtEl>
                                        <p:attrNameLst>
                                          <p:attrName>ppt_h</p:attrName>
                                        </p:attrNameLst>
                                      </p:cBhvr>
                                      <p:tavLst>
                                        <p:tav tm="0">
                                          <p:val>
                                            <p:fltVal val="0"/>
                                          </p:val>
                                        </p:tav>
                                        <p:tav tm="100000">
                                          <p:val>
                                            <p:strVal val="#ppt_h"/>
                                          </p:val>
                                        </p:tav>
                                      </p:tavLst>
                                    </p:anim>
                                    <p:animEffect transition="in" filter="fade">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xit" presetSubtype="32" fill="hold" grpId="1" nodeType="clickEffect">
                                  <p:stCondLst>
                                    <p:cond delay="0"/>
                                  </p:stCondLst>
                                  <p:childTnLst>
                                    <p:anim calcmode="lin" valueType="num">
                                      <p:cBhvr>
                                        <p:cTn id="27" dur="500"/>
                                        <p:tgtEl>
                                          <p:spTgt spid="9"/>
                                        </p:tgtEl>
                                        <p:attrNameLst>
                                          <p:attrName>ppt_w</p:attrName>
                                        </p:attrNameLst>
                                      </p:cBhvr>
                                      <p:tavLst>
                                        <p:tav tm="0">
                                          <p:val>
                                            <p:strVal val="ppt_w"/>
                                          </p:val>
                                        </p:tav>
                                        <p:tav tm="100000">
                                          <p:val>
                                            <p:fltVal val="0"/>
                                          </p:val>
                                        </p:tav>
                                      </p:tavLst>
                                    </p:anim>
                                    <p:anim calcmode="lin" valueType="num">
                                      <p:cBhvr>
                                        <p:cTn id="28" dur="500"/>
                                        <p:tgtEl>
                                          <p:spTgt spid="9"/>
                                        </p:tgtEl>
                                        <p:attrNameLst>
                                          <p:attrName>ppt_h</p:attrName>
                                        </p:attrNameLst>
                                      </p:cBhvr>
                                      <p:tavLst>
                                        <p:tav tm="0">
                                          <p:val>
                                            <p:strVal val="ppt_h"/>
                                          </p:val>
                                        </p:tav>
                                        <p:tav tm="100000">
                                          <p:val>
                                            <p:fltVal val="0"/>
                                          </p:val>
                                        </p:tav>
                                      </p:tavLst>
                                    </p:anim>
                                    <p:animEffect transition="out" filter="fade">
                                      <p:cBhvr>
                                        <p:cTn id="29" dur="500"/>
                                        <p:tgtEl>
                                          <p:spTgt spid="9"/>
                                        </p:tgtEl>
                                      </p:cBhvr>
                                    </p:animEffect>
                                    <p:set>
                                      <p:cBhvr>
                                        <p:cTn id="30" dur="1" fill="hold">
                                          <p:stCondLst>
                                            <p:cond delay="499"/>
                                          </p:stCondLst>
                                        </p:cTn>
                                        <p:tgtEl>
                                          <p:spTgt spid="9"/>
                                        </p:tgtEl>
                                        <p:attrNameLst>
                                          <p:attrName>style.visibility</p:attrName>
                                        </p:attrNameLst>
                                      </p:cBhvr>
                                      <p:to>
                                        <p:strVal val="hidden"/>
                                      </p:to>
                                    </p:set>
                                  </p:childTnLst>
                                </p:cTn>
                              </p:par>
                              <p:par>
                                <p:cTn id="31" presetID="53" presetClass="exit" presetSubtype="32" fill="hold" grpId="1" nodeType="withEffect">
                                  <p:stCondLst>
                                    <p:cond delay="0"/>
                                  </p:stCondLst>
                                  <p:childTnLst>
                                    <p:anim calcmode="lin" valueType="num">
                                      <p:cBhvr>
                                        <p:cTn id="32" dur="500"/>
                                        <p:tgtEl>
                                          <p:spTgt spid="16"/>
                                        </p:tgtEl>
                                        <p:attrNameLst>
                                          <p:attrName>ppt_w</p:attrName>
                                        </p:attrNameLst>
                                      </p:cBhvr>
                                      <p:tavLst>
                                        <p:tav tm="0">
                                          <p:val>
                                            <p:strVal val="ppt_w"/>
                                          </p:val>
                                        </p:tav>
                                        <p:tav tm="100000">
                                          <p:val>
                                            <p:fltVal val="0"/>
                                          </p:val>
                                        </p:tav>
                                      </p:tavLst>
                                    </p:anim>
                                    <p:anim calcmode="lin" valueType="num">
                                      <p:cBhvr>
                                        <p:cTn id="33" dur="500"/>
                                        <p:tgtEl>
                                          <p:spTgt spid="16"/>
                                        </p:tgtEl>
                                        <p:attrNameLst>
                                          <p:attrName>ppt_h</p:attrName>
                                        </p:attrNameLst>
                                      </p:cBhvr>
                                      <p:tavLst>
                                        <p:tav tm="0">
                                          <p:val>
                                            <p:strVal val="ppt_h"/>
                                          </p:val>
                                        </p:tav>
                                        <p:tav tm="100000">
                                          <p:val>
                                            <p:fltVal val="0"/>
                                          </p:val>
                                        </p:tav>
                                      </p:tavLst>
                                    </p:anim>
                                    <p:animEffect transition="out" filter="fade">
                                      <p:cBhvr>
                                        <p:cTn id="34" dur="500"/>
                                        <p:tgtEl>
                                          <p:spTgt spid="16"/>
                                        </p:tgtEl>
                                      </p:cBhvr>
                                    </p:animEffect>
                                    <p:set>
                                      <p:cBhvr>
                                        <p:cTn id="35" dur="1" fill="hold">
                                          <p:stCondLst>
                                            <p:cond delay="499"/>
                                          </p:stCondLst>
                                        </p:cTn>
                                        <p:tgtEl>
                                          <p:spTgt spid="16"/>
                                        </p:tgtEl>
                                        <p:attrNameLst>
                                          <p:attrName>style.visibility</p:attrName>
                                        </p:attrNameLst>
                                      </p:cBhvr>
                                      <p:to>
                                        <p:strVal val="hidden"/>
                                      </p:to>
                                    </p:set>
                                  </p:childTnLst>
                                </p:cTn>
                              </p:par>
                              <p:par>
                                <p:cTn id="36" presetID="53" presetClass="exit" presetSubtype="32" fill="hold" grpId="0" nodeType="withEffect">
                                  <p:stCondLst>
                                    <p:cond delay="0"/>
                                  </p:stCondLst>
                                  <p:childTnLst>
                                    <p:anim calcmode="lin" valueType="num">
                                      <p:cBhvr>
                                        <p:cTn id="37" dur="500"/>
                                        <p:tgtEl>
                                          <p:spTgt spid="10"/>
                                        </p:tgtEl>
                                        <p:attrNameLst>
                                          <p:attrName>ppt_w</p:attrName>
                                        </p:attrNameLst>
                                      </p:cBhvr>
                                      <p:tavLst>
                                        <p:tav tm="0">
                                          <p:val>
                                            <p:strVal val="ppt_w"/>
                                          </p:val>
                                        </p:tav>
                                        <p:tav tm="100000">
                                          <p:val>
                                            <p:fltVal val="0"/>
                                          </p:val>
                                        </p:tav>
                                      </p:tavLst>
                                    </p:anim>
                                    <p:anim calcmode="lin" valueType="num">
                                      <p:cBhvr>
                                        <p:cTn id="38" dur="500"/>
                                        <p:tgtEl>
                                          <p:spTgt spid="10"/>
                                        </p:tgtEl>
                                        <p:attrNameLst>
                                          <p:attrName>ppt_h</p:attrName>
                                        </p:attrNameLst>
                                      </p:cBhvr>
                                      <p:tavLst>
                                        <p:tav tm="0">
                                          <p:val>
                                            <p:strVal val="ppt_h"/>
                                          </p:val>
                                        </p:tav>
                                        <p:tav tm="100000">
                                          <p:val>
                                            <p:fltVal val="0"/>
                                          </p:val>
                                        </p:tav>
                                      </p:tavLst>
                                    </p:anim>
                                    <p:animEffect transition="out" filter="fade">
                                      <p:cBhvr>
                                        <p:cTn id="39" dur="500"/>
                                        <p:tgtEl>
                                          <p:spTgt spid="10"/>
                                        </p:tgtEl>
                                      </p:cBhvr>
                                    </p:animEffect>
                                    <p:set>
                                      <p:cBhvr>
                                        <p:cTn id="40" dur="1" fill="hold">
                                          <p:stCondLst>
                                            <p:cond delay="499"/>
                                          </p:stCondLst>
                                        </p:cTn>
                                        <p:tgtEl>
                                          <p:spTgt spid="10"/>
                                        </p:tgtEl>
                                        <p:attrNameLst>
                                          <p:attrName>style.visibility</p:attrName>
                                        </p:attrNameLst>
                                      </p:cBhvr>
                                      <p:to>
                                        <p:strVal val="hidden"/>
                                      </p:to>
                                    </p:set>
                                  </p:childTnLst>
                                </p:cTn>
                              </p:par>
                              <p:par>
                                <p:cTn id="41" presetID="53" presetClass="exit" presetSubtype="32" fill="hold" grpId="0" nodeType="withEffect">
                                  <p:stCondLst>
                                    <p:cond delay="0"/>
                                  </p:stCondLst>
                                  <p:childTnLst>
                                    <p:anim calcmode="lin" valueType="num">
                                      <p:cBhvr>
                                        <p:cTn id="42" dur="500"/>
                                        <p:tgtEl>
                                          <p:spTgt spid="14"/>
                                        </p:tgtEl>
                                        <p:attrNameLst>
                                          <p:attrName>ppt_w</p:attrName>
                                        </p:attrNameLst>
                                      </p:cBhvr>
                                      <p:tavLst>
                                        <p:tav tm="0">
                                          <p:val>
                                            <p:strVal val="ppt_w"/>
                                          </p:val>
                                        </p:tav>
                                        <p:tav tm="100000">
                                          <p:val>
                                            <p:fltVal val="0"/>
                                          </p:val>
                                        </p:tav>
                                      </p:tavLst>
                                    </p:anim>
                                    <p:anim calcmode="lin" valueType="num">
                                      <p:cBhvr>
                                        <p:cTn id="43" dur="500"/>
                                        <p:tgtEl>
                                          <p:spTgt spid="14"/>
                                        </p:tgtEl>
                                        <p:attrNameLst>
                                          <p:attrName>ppt_h</p:attrName>
                                        </p:attrNameLst>
                                      </p:cBhvr>
                                      <p:tavLst>
                                        <p:tav tm="0">
                                          <p:val>
                                            <p:strVal val="ppt_h"/>
                                          </p:val>
                                        </p:tav>
                                        <p:tav tm="100000">
                                          <p:val>
                                            <p:fltVal val="0"/>
                                          </p:val>
                                        </p:tav>
                                      </p:tavLst>
                                    </p:anim>
                                    <p:animEffect transition="out" filter="fade">
                                      <p:cBhvr>
                                        <p:cTn id="44" dur="500"/>
                                        <p:tgtEl>
                                          <p:spTgt spid="14"/>
                                        </p:tgtEl>
                                      </p:cBhvr>
                                    </p:animEffect>
                                    <p:set>
                                      <p:cBhvr>
                                        <p:cTn id="45"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0" grpId="0"/>
      <p:bldP spid="14" grpId="0"/>
      <p:bldP spid="16" grpId="0"/>
      <p:bldP spid="16"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19"/>
          <p:cNvSpPr txBox="1"/>
          <p:nvPr/>
        </p:nvSpPr>
        <p:spPr>
          <a:xfrm>
            <a:off x="539750" y="2571750"/>
            <a:ext cx="2743200" cy="442913"/>
          </a:xfrm>
          <a:prstGeom prst="rect">
            <a:avLst/>
          </a:prstGeom>
          <a:noFill/>
          <a:ln w="12700">
            <a:noFill/>
          </a:ln>
        </p:spPr>
        <p:txBody>
          <a:bodyPr>
            <a:spAutoFit/>
          </a:bodyPr>
          <a:lstStyle/>
          <a:p>
            <a:pPr>
              <a:lnSpc>
                <a:spcPct val="95000"/>
              </a:lnSpc>
            </a:pPr>
            <a:endParaRPr lang="zh-CN" altLang="en-US" sz="2400" dirty="0">
              <a:solidFill>
                <a:srgbClr val="000000"/>
              </a:solidFill>
              <a:latin typeface="楷体_GB2312"/>
              <a:ea typeface="楷体_GB2312"/>
            </a:endParaRPr>
          </a:p>
        </p:txBody>
      </p:sp>
      <p:sp>
        <p:nvSpPr>
          <p:cNvPr id="45059" name="标题 1"/>
          <p:cNvSpPr>
            <a:spLocks noGrp="1"/>
          </p:cNvSpPr>
          <p:nvPr>
            <p:ph type="title"/>
          </p:nvPr>
        </p:nvSpPr>
        <p:spPr>
          <a:xfrm>
            <a:off x="755650" y="268288"/>
            <a:ext cx="7931150" cy="358775"/>
          </a:xfrm>
        </p:spPr>
        <p:txBody>
          <a:bodyPr vert="horz" wrap="square" lIns="91440" tIns="45720" rIns="91440" bIns="45720" anchor="ctr" anchorCtr="0"/>
          <a:lstStyle/>
          <a:p>
            <a:pPr eaLnBrk="1" hangingPunct="1">
              <a:buNone/>
            </a:pPr>
            <a:r>
              <a:rPr lang="en-US" altLang="zh-CN" sz="3000" i="1" kern="1200" dirty="0">
                <a:solidFill>
                  <a:schemeClr val="tx1"/>
                </a:solidFill>
                <a:latin typeface="Times New Roman" panose="02020603050405020304" pitchFamily="18" charset="0"/>
                <a:ea typeface="微软雅黑" panose="020B0503020204020204" pitchFamily="34" charset="-122"/>
                <a:cs typeface="+mj-cs"/>
              </a:rPr>
              <a:t>LR </a:t>
            </a:r>
            <a:r>
              <a:rPr lang="zh-CN" altLang="zh-CN" sz="3000" kern="1200" dirty="0">
                <a:solidFill>
                  <a:schemeClr val="tx1"/>
                </a:solidFill>
                <a:latin typeface="微软雅黑" panose="020B0503020204020204" pitchFamily="34" charset="-122"/>
                <a:ea typeface="微软雅黑" panose="020B0503020204020204" pitchFamily="34" charset="-122"/>
                <a:cs typeface="+mj-cs"/>
              </a:rPr>
              <a:t>分析表</a:t>
            </a:r>
            <a:r>
              <a:rPr lang="zh-CN" altLang="en-US" sz="3000" kern="1200" dirty="0">
                <a:solidFill>
                  <a:schemeClr val="tx1"/>
                </a:solidFill>
                <a:latin typeface="微软雅黑" panose="020B0503020204020204" pitchFamily="34" charset="-122"/>
                <a:ea typeface="微软雅黑" panose="020B0503020204020204" pitchFamily="34" charset="-122"/>
                <a:cs typeface="+mj-cs"/>
              </a:rPr>
              <a:t>的结构</a:t>
            </a:r>
          </a:p>
        </p:txBody>
      </p:sp>
      <p:sp>
        <p:nvSpPr>
          <p:cNvPr id="45060" name="Rectangle 21"/>
          <p:cNvSpPr txBox="1"/>
          <p:nvPr/>
        </p:nvSpPr>
        <p:spPr>
          <a:xfrm>
            <a:off x="400050" y="857250"/>
            <a:ext cx="3314700" cy="3286125"/>
          </a:xfrm>
          <a:prstGeom prst="rect">
            <a:avLst/>
          </a:prstGeom>
          <a:noFill/>
          <a:ln w="9525">
            <a:noFill/>
          </a:ln>
        </p:spPr>
        <p:txBody>
          <a:bodyPr lIns="92075" tIns="46038" rIns="92075" bIns="46038"/>
          <a:lstStyle/>
          <a:p>
            <a:pPr marL="342900" indent="-342900" eaLnBrk="1" hangingPunct="1">
              <a:lnSpc>
                <a:spcPct val="90000"/>
              </a:lnSpc>
              <a:spcBef>
                <a:spcPct val="20000"/>
              </a:spcBef>
              <a:buSzPct val="100000"/>
              <a:buFont typeface="Wingdings" panose="05000000000000000000" pitchFamily="2" charset="2"/>
              <a:buChar char="Ø"/>
            </a:pPr>
            <a:r>
              <a:rPr lang="zh-CN" altLang="en-US" sz="2500" b="1" dirty="0">
                <a:solidFill>
                  <a:srgbClr val="000000"/>
                </a:solidFill>
                <a:latin typeface="楷体" panose="02010609060101010101" pitchFamily="49" charset="-122"/>
                <a:ea typeface="楷体" panose="02010609060101010101" pitchFamily="49" charset="-122"/>
              </a:rPr>
              <a:t>例</a:t>
            </a:r>
            <a:endParaRPr lang="en-US" altLang="zh-CN" sz="2500" b="1" dirty="0">
              <a:solidFill>
                <a:srgbClr val="000000"/>
              </a:solidFill>
              <a:latin typeface="楷体" panose="02010609060101010101" pitchFamily="49" charset="-122"/>
              <a:ea typeface="楷体" panose="02010609060101010101" pitchFamily="49" charset="-122"/>
            </a:endParaRPr>
          </a:p>
          <a:p>
            <a:pPr marL="742950" lvl="1" indent="-285750" eaLnBrk="1" hangingPunct="1">
              <a:lnSpc>
                <a:spcPct val="90000"/>
              </a:lnSpc>
              <a:spcBef>
                <a:spcPct val="20000"/>
              </a:spcBef>
              <a:buSzPct val="100000"/>
              <a:buFont typeface="Wingdings" panose="05000000000000000000" pitchFamily="2" charset="2"/>
              <a:buChar char="Ø"/>
            </a:pPr>
            <a:r>
              <a:rPr lang="zh-CN" altLang="en-US" sz="2500" b="1" dirty="0">
                <a:solidFill>
                  <a:srgbClr val="000000"/>
                </a:solidFill>
                <a:latin typeface="楷体" panose="02010609060101010101" pitchFamily="49" charset="-122"/>
                <a:ea typeface="楷体" panose="02010609060101010101" pitchFamily="49" charset="-122"/>
              </a:rPr>
              <a:t>文法</a:t>
            </a:r>
            <a:endParaRPr lang="en-US" altLang="zh-CN" sz="2500" b="1" dirty="0">
              <a:solidFill>
                <a:srgbClr val="000000"/>
              </a:solidFill>
              <a:latin typeface="楷体" panose="02010609060101010101" pitchFamily="49" charset="-122"/>
              <a:ea typeface="楷体" panose="02010609060101010101" pitchFamily="49" charset="-122"/>
            </a:endParaRPr>
          </a:p>
          <a:p>
            <a:pPr marL="1143000" lvl="2" indent="-228600" eaLnBrk="1" hangingPunct="1">
              <a:lnSpc>
                <a:spcPct val="90000"/>
              </a:lnSpc>
              <a:spcBef>
                <a:spcPct val="20000"/>
              </a:spcBef>
              <a:buClr>
                <a:srgbClr val="5EAEFF"/>
              </a:buClr>
              <a:buSzPct val="50000"/>
              <a:buNone/>
            </a:pPr>
            <a:r>
              <a:rPr lang="en-US" altLang="zh-CN" sz="2500" b="1" dirty="0">
                <a:solidFill>
                  <a:srgbClr val="000000"/>
                </a:solidFill>
                <a:latin typeface="宋体" panose="02010600030101010101" pitchFamily="2" charset="-122"/>
              </a:rPr>
              <a:t>① </a:t>
            </a:r>
            <a:r>
              <a:rPr lang="en-US" altLang="zh-CN" sz="2500" b="1" i="1" dirty="0">
                <a:solidFill>
                  <a:srgbClr val="000000"/>
                </a:solidFill>
                <a:latin typeface="Times New Roman" panose="02020603050405020304" pitchFamily="18" charset="0"/>
                <a:ea typeface="楷体_GB2312"/>
              </a:rPr>
              <a:t>S</a:t>
            </a:r>
            <a:r>
              <a:rPr lang="en-US" altLang="zh-CN" sz="2500" b="1" dirty="0">
                <a:solidFill>
                  <a:srgbClr val="000000"/>
                </a:solidFill>
                <a:latin typeface="Times New Roman" panose="02020603050405020304" pitchFamily="18" charset="0"/>
                <a:ea typeface="楷体_GB2312"/>
              </a:rPr>
              <a:t>→</a:t>
            </a:r>
            <a:r>
              <a:rPr lang="en-US" altLang="zh-CN" sz="2500" b="1" i="1" dirty="0">
                <a:solidFill>
                  <a:srgbClr val="000000"/>
                </a:solidFill>
                <a:latin typeface="Times New Roman" panose="02020603050405020304" pitchFamily="18" charset="0"/>
                <a:ea typeface="楷体_GB2312"/>
              </a:rPr>
              <a:t>BB</a:t>
            </a:r>
          </a:p>
          <a:p>
            <a:pPr marL="1143000" lvl="2" indent="-228600" eaLnBrk="1" hangingPunct="1">
              <a:lnSpc>
                <a:spcPct val="90000"/>
              </a:lnSpc>
              <a:spcBef>
                <a:spcPct val="20000"/>
              </a:spcBef>
              <a:buClr>
                <a:srgbClr val="5EAEFF"/>
              </a:buClr>
              <a:buSzPct val="50000"/>
              <a:buNone/>
            </a:pPr>
            <a:r>
              <a:rPr lang="en-US" altLang="zh-CN" sz="2500" b="1" dirty="0">
                <a:solidFill>
                  <a:srgbClr val="000000"/>
                </a:solidFill>
                <a:latin typeface="宋体" panose="02010600030101010101" pitchFamily="2" charset="-122"/>
                <a:ea typeface="宋体" panose="02010600030101010101" pitchFamily="2" charset="-122"/>
              </a:rPr>
              <a:t>② </a:t>
            </a:r>
            <a:r>
              <a:rPr lang="en-US" altLang="zh-CN" sz="2500" b="1" i="1" dirty="0">
                <a:solidFill>
                  <a:srgbClr val="000000"/>
                </a:solidFill>
                <a:latin typeface="Times New Roman" panose="02020603050405020304" pitchFamily="18" charset="0"/>
                <a:ea typeface="楷体_GB2312"/>
              </a:rPr>
              <a:t>B</a:t>
            </a:r>
            <a:r>
              <a:rPr lang="en-US" altLang="zh-CN" sz="2500" b="1" dirty="0">
                <a:solidFill>
                  <a:srgbClr val="000000"/>
                </a:solidFill>
                <a:latin typeface="Times New Roman" panose="02020603050405020304" pitchFamily="18" charset="0"/>
                <a:ea typeface="楷体_GB2312"/>
              </a:rPr>
              <a:t>→</a:t>
            </a:r>
            <a:r>
              <a:rPr lang="en-US" altLang="zh-CN" sz="2500" b="1" i="1" dirty="0">
                <a:solidFill>
                  <a:srgbClr val="000000"/>
                </a:solidFill>
                <a:latin typeface="Times New Roman" panose="02020603050405020304" pitchFamily="18" charset="0"/>
                <a:ea typeface="楷体_GB2312"/>
              </a:rPr>
              <a:t>aB</a:t>
            </a:r>
          </a:p>
          <a:p>
            <a:pPr marL="1143000" lvl="2" indent="-228600" eaLnBrk="1" hangingPunct="1">
              <a:lnSpc>
                <a:spcPct val="90000"/>
              </a:lnSpc>
              <a:spcBef>
                <a:spcPct val="20000"/>
              </a:spcBef>
              <a:buClr>
                <a:srgbClr val="5EAEFF"/>
              </a:buClr>
              <a:buSzPct val="50000"/>
              <a:buNone/>
            </a:pPr>
            <a:r>
              <a:rPr lang="en-US" altLang="zh-CN" sz="2500" b="1" dirty="0">
                <a:solidFill>
                  <a:srgbClr val="000000"/>
                </a:solidFill>
                <a:latin typeface="宋体" panose="02010600030101010101" pitchFamily="2" charset="-122"/>
              </a:rPr>
              <a:t>③ </a:t>
            </a:r>
            <a:r>
              <a:rPr lang="en-US" altLang="zh-CN" sz="2500" b="1" i="1" dirty="0">
                <a:solidFill>
                  <a:srgbClr val="000000"/>
                </a:solidFill>
                <a:latin typeface="Times New Roman" panose="02020603050405020304" pitchFamily="18" charset="0"/>
                <a:ea typeface="楷体_GB2312"/>
              </a:rPr>
              <a:t>B</a:t>
            </a:r>
            <a:r>
              <a:rPr lang="en-US" altLang="zh-CN" sz="2500" b="1" dirty="0">
                <a:solidFill>
                  <a:srgbClr val="000000"/>
                </a:solidFill>
                <a:latin typeface="Times New Roman" panose="02020603050405020304" pitchFamily="18" charset="0"/>
                <a:ea typeface="楷体_GB2312"/>
              </a:rPr>
              <a:t>→</a:t>
            </a:r>
            <a:r>
              <a:rPr lang="en-US" altLang="zh-CN" sz="2500" b="1" i="1" dirty="0">
                <a:solidFill>
                  <a:srgbClr val="000000"/>
                </a:solidFill>
                <a:latin typeface="Times New Roman" panose="02020603050405020304" pitchFamily="18" charset="0"/>
                <a:ea typeface="楷体_GB2312"/>
              </a:rPr>
              <a:t>b</a:t>
            </a:r>
          </a:p>
          <a:p>
            <a:pPr marL="742950" lvl="1" indent="-285750" eaLnBrk="1" hangingPunct="1">
              <a:lnSpc>
                <a:spcPct val="90000"/>
              </a:lnSpc>
              <a:spcBef>
                <a:spcPct val="20000"/>
              </a:spcBef>
              <a:buClr>
                <a:srgbClr val="0080FF"/>
              </a:buClr>
              <a:buSzPct val="55000"/>
              <a:buFont typeface="Wingdings" panose="05000000000000000000" pitchFamily="2" charset="2"/>
              <a:buChar char="n"/>
            </a:pPr>
            <a:endParaRPr lang="zh-CN" altLang="en-US" sz="2400" b="1" dirty="0">
              <a:solidFill>
                <a:srgbClr val="000000"/>
              </a:solidFill>
              <a:latin typeface="楷体" panose="02010609060101010101" pitchFamily="49" charset="-122"/>
              <a:ea typeface="楷体" panose="02010609060101010101" pitchFamily="49" charset="-122"/>
            </a:endParaRPr>
          </a:p>
        </p:txBody>
      </p:sp>
      <p:sp>
        <p:nvSpPr>
          <p:cNvPr id="45061" name="Rectangle 3"/>
          <p:cNvSpPr>
            <a:spLocks noGrp="1"/>
          </p:cNvSpPr>
          <p:nvPr>
            <p:ph idx="1"/>
          </p:nvPr>
        </p:nvSpPr>
        <p:spPr>
          <a:xfrm>
            <a:off x="4211638" y="3721100"/>
            <a:ext cx="3671887" cy="1082675"/>
          </a:xfrm>
        </p:spPr>
        <p:txBody>
          <a:bodyPr vert="horz" wrap="square" lIns="92075" tIns="46038" rIns="92075" bIns="46038" anchor="t" anchorCtr="0"/>
          <a:lstStyle/>
          <a:p>
            <a:pPr eaLnBrk="1" hangingPunct="1">
              <a:lnSpc>
                <a:spcPts val="3500"/>
              </a:lnSpc>
              <a:buSzPct val="100000"/>
              <a:buFont typeface="Wingdings" panose="05000000000000000000" pitchFamily="2" charset="2"/>
              <a:buNone/>
            </a:pPr>
            <a:r>
              <a:rPr lang="zh-CN" altLang="en-US" sz="3000" b="1" kern="1200" dirty="0">
                <a:solidFill>
                  <a:srgbClr val="2D83F4"/>
                </a:solidFill>
                <a:latin typeface="楷体" panose="02010609060101010101" pitchFamily="49" charset="-122"/>
                <a:ea typeface="华文楷体" panose="02010600040101010101" pitchFamily="2" charset="-122"/>
                <a:cs typeface="+mn-cs"/>
              </a:rPr>
              <a:t>栈    剩余输入</a:t>
            </a:r>
          </a:p>
          <a:p>
            <a:pPr eaLnBrk="1" hangingPunct="1">
              <a:lnSpc>
                <a:spcPts val="2500"/>
              </a:lnSpc>
              <a:spcBef>
                <a:spcPct val="0"/>
              </a:spcBef>
              <a:buSzPct val="100000"/>
              <a:buFont typeface="Wingdings" panose="05000000000000000000" pitchFamily="2" charset="2"/>
              <a:buNone/>
            </a:pPr>
            <a:r>
              <a:rPr lang="zh-CN" altLang="en-US" b="1" kern="1200" dirty="0">
                <a:solidFill>
                  <a:schemeClr val="tx1"/>
                </a:solidFill>
                <a:latin typeface="Times New Roman" panose="02020603050405020304" pitchFamily="18" charset="0"/>
                <a:ea typeface="楷体_GB2312"/>
                <a:cs typeface="+mn-cs"/>
              </a:rPr>
              <a:t>0</a:t>
            </a:r>
          </a:p>
          <a:p>
            <a:pPr eaLnBrk="1" hangingPunct="1">
              <a:lnSpc>
                <a:spcPts val="2500"/>
              </a:lnSpc>
              <a:spcBef>
                <a:spcPct val="0"/>
              </a:spcBef>
              <a:buSzPct val="100000"/>
              <a:buFont typeface="Wingdings" panose="05000000000000000000" pitchFamily="2" charset="2"/>
              <a:buNone/>
            </a:pPr>
            <a:r>
              <a:rPr lang="en-US" altLang="zh-CN" b="1" kern="1200" dirty="0">
                <a:solidFill>
                  <a:schemeClr val="tx1"/>
                </a:solidFill>
                <a:latin typeface="Times New Roman" panose="02020603050405020304" pitchFamily="18" charset="0"/>
                <a:ea typeface="楷体_GB2312"/>
                <a:cs typeface="+mn-cs"/>
              </a:rPr>
              <a:t>$</a:t>
            </a:r>
            <a:r>
              <a:rPr lang="zh-CN" altLang="en-US" b="1" i="1" kern="1200" dirty="0">
                <a:solidFill>
                  <a:schemeClr val="tx1"/>
                </a:solidFill>
                <a:latin typeface="Times New Roman" panose="02020603050405020304" pitchFamily="18" charset="0"/>
                <a:ea typeface="楷体_GB2312"/>
                <a:cs typeface="+mn-cs"/>
              </a:rPr>
              <a:t>          </a:t>
            </a:r>
            <a:r>
              <a:rPr lang="en-US" altLang="zh-CN" b="1" i="1" kern="1200" dirty="0">
                <a:solidFill>
                  <a:schemeClr val="tx1"/>
                </a:solidFill>
                <a:latin typeface="Times New Roman" panose="02020603050405020304" pitchFamily="18" charset="0"/>
                <a:ea typeface="楷体_GB2312"/>
                <a:cs typeface="+mn-cs"/>
              </a:rPr>
              <a:t>            </a:t>
            </a:r>
            <a:r>
              <a:rPr lang="en-US" altLang="zh-CN" b="1" kern="1200" dirty="0">
                <a:solidFill>
                  <a:schemeClr val="tx1"/>
                </a:solidFill>
                <a:latin typeface="Times New Roman" panose="02020603050405020304" pitchFamily="18" charset="0"/>
                <a:ea typeface="楷体_GB2312"/>
                <a:cs typeface="+mn-cs"/>
              </a:rPr>
              <a:t>$</a:t>
            </a:r>
            <a:endParaRPr lang="en-US" altLang="zh-CN" b="1" i="1" kern="1200" dirty="0">
              <a:solidFill>
                <a:schemeClr val="tx1"/>
              </a:solidFill>
              <a:latin typeface="Times New Roman" panose="02020603050405020304" pitchFamily="18" charset="0"/>
              <a:ea typeface="楷体_GB2312"/>
              <a:cs typeface="+mn-cs"/>
            </a:endParaRPr>
          </a:p>
          <a:p>
            <a:pPr eaLnBrk="1" hangingPunct="1">
              <a:lnSpc>
                <a:spcPct val="90000"/>
              </a:lnSpc>
              <a:spcBef>
                <a:spcPct val="0"/>
              </a:spcBef>
              <a:buSzPct val="100000"/>
              <a:buFont typeface="Wingdings" panose="05000000000000000000" pitchFamily="2" charset="2"/>
              <a:buNone/>
            </a:pPr>
            <a:endParaRPr lang="en-US" altLang="zh-CN" sz="600" kern="1200" dirty="0">
              <a:latin typeface="Times New Roman" panose="02020603050405020304" pitchFamily="18" charset="0"/>
              <a:ea typeface="楷体_GB2312"/>
              <a:cs typeface="+mn-cs"/>
            </a:endParaRPr>
          </a:p>
          <a:p>
            <a:pPr eaLnBrk="1" hangingPunct="1">
              <a:lnSpc>
                <a:spcPct val="90000"/>
              </a:lnSpc>
              <a:spcBef>
                <a:spcPct val="0"/>
              </a:spcBef>
              <a:buSzPct val="100000"/>
              <a:buFont typeface="Wingdings" panose="05000000000000000000" pitchFamily="2" charset="2"/>
              <a:buNone/>
            </a:pPr>
            <a:endParaRPr lang="en-US" altLang="zh-CN" sz="1600" kern="1200" dirty="0">
              <a:latin typeface="Times New Roman" panose="02020603050405020304" pitchFamily="18" charset="0"/>
              <a:ea typeface="楷体_GB2312"/>
              <a:cs typeface="+mn-cs"/>
            </a:endParaRPr>
          </a:p>
        </p:txBody>
      </p:sp>
      <p:sp>
        <p:nvSpPr>
          <p:cNvPr id="9" name="矩形 8"/>
          <p:cNvSpPr/>
          <p:nvPr/>
        </p:nvSpPr>
        <p:spPr>
          <a:xfrm>
            <a:off x="4686300" y="4443413"/>
            <a:ext cx="390525" cy="461962"/>
          </a:xfrm>
          <a:prstGeom prst="rect">
            <a:avLst/>
          </a:prstGeom>
          <a:noFill/>
          <a:ln w="9525">
            <a:noFill/>
          </a:ln>
        </p:spPr>
        <p:txBody>
          <a:bodyPr wrap="none">
            <a:spAutoFit/>
          </a:bodyPr>
          <a:lstStyle/>
          <a:p>
            <a:pPr>
              <a:buNone/>
            </a:pPr>
            <a:r>
              <a:rPr lang="en-US" altLang="zh-CN" sz="2400" b="1" i="1" dirty="0">
                <a:solidFill>
                  <a:srgbClr val="000000"/>
                </a:solidFill>
                <a:latin typeface="Times New Roman" panose="02020603050405020304" pitchFamily="18" charset="0"/>
                <a:ea typeface="楷体_GB2312"/>
              </a:rPr>
              <a:t>B</a:t>
            </a:r>
            <a:endParaRPr lang="zh-CN" altLang="en-US" sz="2800" b="1" dirty="0">
              <a:solidFill>
                <a:srgbClr val="000000"/>
              </a:solidFill>
              <a:latin typeface="Tahoma" panose="020B0604030504040204" pitchFamily="34" charset="0"/>
              <a:ea typeface="楷体_GB2312"/>
            </a:endParaRPr>
          </a:p>
        </p:txBody>
      </p:sp>
      <p:sp>
        <p:nvSpPr>
          <p:cNvPr id="12" name="矩形 11"/>
          <p:cNvSpPr/>
          <p:nvPr/>
        </p:nvSpPr>
        <p:spPr>
          <a:xfrm>
            <a:off x="4411663" y="4443413"/>
            <a:ext cx="390525" cy="461962"/>
          </a:xfrm>
          <a:prstGeom prst="rect">
            <a:avLst/>
          </a:prstGeom>
          <a:noFill/>
          <a:ln w="9525">
            <a:noFill/>
          </a:ln>
        </p:spPr>
        <p:txBody>
          <a:bodyPr wrap="none">
            <a:spAutoFit/>
          </a:bodyPr>
          <a:lstStyle/>
          <a:p>
            <a:pPr>
              <a:buNone/>
            </a:pPr>
            <a:r>
              <a:rPr lang="en-US" altLang="zh-CN" sz="2400" b="1" i="1" dirty="0">
                <a:solidFill>
                  <a:srgbClr val="000000"/>
                </a:solidFill>
                <a:latin typeface="Times New Roman" panose="02020603050405020304" pitchFamily="18" charset="0"/>
                <a:ea typeface="楷体_GB2312"/>
              </a:rPr>
              <a:t>B</a:t>
            </a:r>
            <a:endParaRPr lang="zh-CN" altLang="en-US" b="1" dirty="0">
              <a:solidFill>
                <a:srgbClr val="000000"/>
              </a:solidFill>
              <a:latin typeface="Tahoma" panose="020B0604030504040204" pitchFamily="34" charset="0"/>
              <a:ea typeface="楷体_GB2312"/>
            </a:endParaRPr>
          </a:p>
        </p:txBody>
      </p:sp>
      <p:sp>
        <p:nvSpPr>
          <p:cNvPr id="13" name="矩形 12"/>
          <p:cNvSpPr/>
          <p:nvPr/>
        </p:nvSpPr>
        <p:spPr>
          <a:xfrm>
            <a:off x="4427538" y="4125913"/>
            <a:ext cx="339725" cy="461962"/>
          </a:xfrm>
          <a:prstGeom prst="rect">
            <a:avLst/>
          </a:prstGeom>
          <a:noFill/>
          <a:ln w="9525">
            <a:noFill/>
          </a:ln>
        </p:spPr>
        <p:txBody>
          <a:bodyPr wrap="none">
            <a:spAutoFit/>
          </a:bodyPr>
          <a:lstStyle/>
          <a:p>
            <a:pPr>
              <a:buNone/>
            </a:pPr>
            <a:r>
              <a:rPr lang="en-US" altLang="zh-CN" sz="2400" b="1" dirty="0">
                <a:solidFill>
                  <a:srgbClr val="000000"/>
                </a:solidFill>
                <a:latin typeface="Times New Roman" panose="02020603050405020304" pitchFamily="18" charset="0"/>
                <a:ea typeface="楷体_GB2312"/>
              </a:rPr>
              <a:t>2</a:t>
            </a:r>
            <a:endParaRPr lang="zh-CN" altLang="en-US" b="1" dirty="0">
              <a:solidFill>
                <a:srgbClr val="000000"/>
              </a:solidFill>
              <a:latin typeface="Tahoma" panose="020B0604030504040204" pitchFamily="34" charset="0"/>
              <a:ea typeface="楷体_GB2312"/>
            </a:endParaRPr>
          </a:p>
        </p:txBody>
      </p:sp>
      <p:sp>
        <p:nvSpPr>
          <p:cNvPr id="16" name="矩形 15"/>
          <p:cNvSpPr/>
          <p:nvPr/>
        </p:nvSpPr>
        <p:spPr>
          <a:xfrm>
            <a:off x="4706938" y="4125913"/>
            <a:ext cx="339725" cy="461962"/>
          </a:xfrm>
          <a:prstGeom prst="rect">
            <a:avLst/>
          </a:prstGeom>
          <a:noFill/>
          <a:ln w="9525">
            <a:noFill/>
          </a:ln>
        </p:spPr>
        <p:txBody>
          <a:bodyPr wrap="none">
            <a:spAutoFit/>
          </a:bodyPr>
          <a:lstStyle/>
          <a:p>
            <a:pPr>
              <a:buNone/>
            </a:pPr>
            <a:r>
              <a:rPr lang="en-US" altLang="zh-CN" sz="2400" b="1" dirty="0">
                <a:solidFill>
                  <a:srgbClr val="000000"/>
                </a:solidFill>
                <a:latin typeface="Times New Roman" panose="02020603050405020304" pitchFamily="18" charset="0"/>
                <a:ea typeface="楷体_GB2312"/>
              </a:rPr>
              <a:t>5</a:t>
            </a:r>
            <a:endParaRPr lang="zh-CN" altLang="en-US" b="1" dirty="0">
              <a:solidFill>
                <a:srgbClr val="000000"/>
              </a:solidFill>
              <a:latin typeface="Tahoma" panose="020B0604030504040204" pitchFamily="34" charset="0"/>
              <a:ea typeface="楷体_GB2312"/>
            </a:endParaRPr>
          </a:p>
        </p:txBody>
      </p:sp>
      <p:graphicFrame>
        <p:nvGraphicFramePr>
          <p:cNvPr id="17" name="Group 18"/>
          <p:cNvGraphicFramePr>
            <a:graphicFrameLocks noGrp="1"/>
          </p:cNvGraphicFramePr>
          <p:nvPr/>
        </p:nvGraphicFramePr>
        <p:xfrm>
          <a:off x="4214813" y="123825"/>
          <a:ext cx="4318000" cy="3603666"/>
        </p:xfrm>
        <a:graphic>
          <a:graphicData uri="http://schemas.openxmlformats.org/drawingml/2006/table">
            <a:tbl>
              <a:tblPr/>
              <a:tblGrid>
                <a:gridCol w="928687">
                  <a:extLst>
                    <a:ext uri="{9D8B030D-6E8A-4147-A177-3AD203B41FA5}">
                      <a16:colId xmlns:a16="http://schemas.microsoft.com/office/drawing/2014/main" val="20000"/>
                    </a:ext>
                  </a:extLst>
                </a:gridCol>
                <a:gridCol w="714375">
                  <a:extLst>
                    <a:ext uri="{9D8B030D-6E8A-4147-A177-3AD203B41FA5}">
                      <a16:colId xmlns:a16="http://schemas.microsoft.com/office/drawing/2014/main" val="20001"/>
                    </a:ext>
                  </a:extLst>
                </a:gridCol>
                <a:gridCol w="642938">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663575">
                  <a:extLst>
                    <a:ext uri="{9D8B030D-6E8A-4147-A177-3AD203B41FA5}">
                      <a16:colId xmlns:a16="http://schemas.microsoft.com/office/drawing/2014/main" val="20004"/>
                    </a:ext>
                  </a:extLst>
                </a:gridCol>
                <a:gridCol w="720725">
                  <a:extLst>
                    <a:ext uri="{9D8B030D-6E8A-4147-A177-3AD203B41FA5}">
                      <a16:colId xmlns:a16="http://schemas.microsoft.com/office/drawing/2014/main" val="20005"/>
                    </a:ext>
                  </a:extLst>
                </a:gridCol>
              </a:tblGrid>
              <a:tr h="373310">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a:ln>
                            <a:noFill/>
                          </a:ln>
                          <a:solidFill>
                            <a:srgbClr val="000000"/>
                          </a:solidFill>
                          <a:effectLst/>
                          <a:latin typeface="华文楷体" panose="02010600040101010101" pitchFamily="2" charset="-122"/>
                          <a:ea typeface="华文楷体" panose="02010600040101010101" pitchFamily="2" charset="-122"/>
                          <a:cs typeface="Times New Roman" panose="02020603050405020304" pitchFamily="18" charset="0"/>
                        </a:rPr>
                        <a:t>状态</a:t>
                      </a:r>
                    </a:p>
                  </a:txBody>
                  <a:tcPr marL="91447" marR="91447" marT="34257" marB="3425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ACTION</a:t>
                      </a:r>
                      <a:endParaRPr kumimoji="0" lang="zh-CN" altLang="en-US" sz="20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p>
                  </a:txBody>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GOTO</a:t>
                      </a:r>
                      <a:endParaRPr kumimoji="0" lang="zh-CN" altLang="en-US" sz="20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p>
                  </a:txBody>
                  <a:tcPr/>
                </a:tc>
                <a:extLst>
                  <a:ext uri="{0D108BD9-81ED-4DB2-BD59-A6C34878D82A}">
                    <a16:rowId xmlns:a16="http://schemas.microsoft.com/office/drawing/2014/main" val="10000"/>
                  </a:ext>
                </a:extLst>
              </a:tr>
              <a:tr h="403789">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rPr>
                        <a:t>a</a:t>
                      </a:r>
                      <a:endParaRPr kumimoji="0" lang="zh-CN" altLang="en-US"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rPr>
                        <a:t>b</a:t>
                      </a:r>
                      <a:endParaRPr kumimoji="0" lang="zh-CN" altLang="en-US"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en-US"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rPr>
                        <a:t>S</a:t>
                      </a:r>
                      <a:endParaRPr kumimoji="0" lang="zh-CN" altLang="en-US"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rPr>
                        <a:t>B</a:t>
                      </a:r>
                      <a:endParaRPr kumimoji="0" lang="zh-CN" altLang="en-US"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0</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2</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acc</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2</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5</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3</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s3</a:t>
                      </a:r>
                      <a:r>
                        <a:rPr kumimoji="1" lang="en-US" altLang="zh-CN" sz="2200" b="1" i="0" u="none" strike="noStrike" cap="none" normalizeH="0" baseline="0">
                          <a:ln>
                            <a:noFill/>
                          </a:ln>
                          <a:solidFill>
                            <a:schemeClr val="folHlink"/>
                          </a:solidFill>
                          <a:effectLst/>
                          <a:latin typeface="宋体" panose="02010600030101010101" pitchFamily="2" charset="-122"/>
                          <a:ea typeface="华文楷体" panose="02010600040101010101" pitchFamily="2" charset="-122"/>
                          <a:cs typeface="Times New Roman" panose="02020603050405020304" pitchFamily="18" charset="0"/>
                        </a:rPr>
                        <a:t> </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6</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4</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5</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6</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45134" name="矩形 10"/>
          <p:cNvSpPr/>
          <p:nvPr/>
        </p:nvSpPr>
        <p:spPr>
          <a:xfrm>
            <a:off x="842963" y="4543425"/>
            <a:ext cx="2033587" cy="476250"/>
          </a:xfrm>
          <a:prstGeom prst="rect">
            <a:avLst/>
          </a:prstGeom>
          <a:noFill/>
          <a:ln w="9525">
            <a:noFill/>
          </a:ln>
        </p:spPr>
        <p:txBody>
          <a:bodyPr wrap="none">
            <a:spAutoFit/>
          </a:bodyPr>
          <a:lstStyle/>
          <a:p>
            <a:pPr marL="0" lvl="1" indent="0" eaLnBrk="1" hangingPunct="1">
              <a:spcBef>
                <a:spcPct val="30000"/>
              </a:spcBef>
            </a:pPr>
            <a:r>
              <a:rPr lang="zh-CN" altLang="en-US" sz="2500" b="1" dirty="0">
                <a:solidFill>
                  <a:srgbClr val="000000"/>
                </a:solidFill>
                <a:latin typeface="楷体" panose="02010609060101010101" pitchFamily="49" charset="-122"/>
                <a:ea typeface="楷体" panose="02010609060101010101" pitchFamily="49" charset="-122"/>
              </a:rPr>
              <a:t>输入  </a:t>
            </a:r>
            <a:r>
              <a:rPr lang="en-US" altLang="zh-CN" sz="2500" b="1" i="1" dirty="0">
                <a:solidFill>
                  <a:srgbClr val="000000"/>
                </a:solidFill>
                <a:latin typeface="Times New Roman" panose="02020603050405020304" pitchFamily="18" charset="0"/>
                <a:ea typeface="楷体" panose="02010609060101010101" pitchFamily="49" charset="-122"/>
              </a:rPr>
              <a:t>b  a   b</a:t>
            </a:r>
            <a:endParaRPr lang="en-US" altLang="zh-CN" sz="2500" b="1" i="1" dirty="0">
              <a:solidFill>
                <a:srgbClr val="000000"/>
              </a:solidFill>
              <a:latin typeface="Times New Roman" panose="02020603050405020304" pitchFamily="18" charset="0"/>
              <a:ea typeface="楷体_GB2312"/>
            </a:endParaRPr>
          </a:p>
        </p:txBody>
      </p:sp>
      <p:grpSp>
        <p:nvGrpSpPr>
          <p:cNvPr id="45135" name="Group 78"/>
          <p:cNvGrpSpPr/>
          <p:nvPr/>
        </p:nvGrpSpPr>
        <p:grpSpPr>
          <a:xfrm>
            <a:off x="1835150" y="3994150"/>
            <a:ext cx="357188" cy="557213"/>
            <a:chOff x="975" y="3041"/>
            <a:chExt cx="225" cy="741"/>
          </a:xfrm>
        </p:grpSpPr>
        <p:sp>
          <p:nvSpPr>
            <p:cNvPr id="15" name="Line 79"/>
            <p:cNvSpPr>
              <a:spLocks noChangeShapeType="1"/>
            </p:cNvSpPr>
            <p:nvPr/>
          </p:nvSpPr>
          <p:spPr bwMode="auto">
            <a:xfrm flipH="1" flipV="1">
              <a:off x="1066" y="3543"/>
              <a:ext cx="0" cy="239"/>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45144" name="Rectangle 80"/>
            <p:cNvSpPr/>
            <p:nvPr/>
          </p:nvSpPr>
          <p:spPr>
            <a:xfrm>
              <a:off x="975" y="3041"/>
              <a:ext cx="225" cy="542"/>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latin typeface="Times New Roman" panose="02020603050405020304" pitchFamily="18" charset="0"/>
                </a:rPr>
                <a:t>B</a:t>
              </a:r>
            </a:p>
          </p:txBody>
        </p:sp>
      </p:grpSp>
      <p:grpSp>
        <p:nvGrpSpPr>
          <p:cNvPr id="45136" name="Group 78"/>
          <p:cNvGrpSpPr/>
          <p:nvPr/>
        </p:nvGrpSpPr>
        <p:grpSpPr>
          <a:xfrm>
            <a:off x="2555875" y="4032250"/>
            <a:ext cx="357188" cy="555625"/>
            <a:chOff x="975" y="3041"/>
            <a:chExt cx="225" cy="741"/>
          </a:xfrm>
        </p:grpSpPr>
        <p:sp>
          <p:nvSpPr>
            <p:cNvPr id="20" name="Line 79"/>
            <p:cNvSpPr>
              <a:spLocks noChangeShapeType="1"/>
            </p:cNvSpPr>
            <p:nvPr/>
          </p:nvSpPr>
          <p:spPr bwMode="auto">
            <a:xfrm flipH="1" flipV="1">
              <a:off x="1066" y="3543"/>
              <a:ext cx="0" cy="239"/>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45142" name="Rectangle 80"/>
            <p:cNvSpPr/>
            <p:nvPr/>
          </p:nvSpPr>
          <p:spPr>
            <a:xfrm>
              <a:off x="975" y="3041"/>
              <a:ext cx="225" cy="542"/>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latin typeface="Times New Roman" panose="02020603050405020304" pitchFamily="18" charset="0"/>
                </a:rPr>
                <a:t>B</a:t>
              </a:r>
            </a:p>
          </p:txBody>
        </p:sp>
      </p:grpSp>
      <p:grpSp>
        <p:nvGrpSpPr>
          <p:cNvPr id="4" name="Group 84"/>
          <p:cNvGrpSpPr/>
          <p:nvPr/>
        </p:nvGrpSpPr>
        <p:grpSpPr>
          <a:xfrm>
            <a:off x="2174875" y="3524250"/>
            <a:ext cx="525463" cy="1063625"/>
            <a:chOff x="1292" y="2662"/>
            <a:chExt cx="331" cy="1417"/>
          </a:xfrm>
        </p:grpSpPr>
        <p:sp>
          <p:nvSpPr>
            <p:cNvPr id="23" name="Line 68"/>
            <p:cNvSpPr>
              <a:spLocks noChangeShapeType="1"/>
            </p:cNvSpPr>
            <p:nvPr/>
          </p:nvSpPr>
          <p:spPr bwMode="auto">
            <a:xfrm flipH="1" flipV="1">
              <a:off x="1404" y="3123"/>
              <a:ext cx="219" cy="292"/>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24" name="Line 69"/>
            <p:cNvSpPr>
              <a:spLocks noChangeShapeType="1"/>
            </p:cNvSpPr>
            <p:nvPr/>
          </p:nvSpPr>
          <p:spPr bwMode="auto">
            <a:xfrm flipH="1" flipV="1">
              <a:off x="1374" y="3184"/>
              <a:ext cx="8" cy="895"/>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45140" name="Rectangle 71"/>
            <p:cNvSpPr/>
            <p:nvPr/>
          </p:nvSpPr>
          <p:spPr>
            <a:xfrm>
              <a:off x="1292" y="2662"/>
              <a:ext cx="225" cy="542"/>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latin typeface="Times New Roman" panose="02020603050405020304" pitchFamily="18" charset="0"/>
                </a:rPr>
                <a:t>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p:cTn id="21" dur="500" fill="hold"/>
                                        <p:tgtEl>
                                          <p:spTgt spid="16"/>
                                        </p:tgtEl>
                                        <p:attrNameLst>
                                          <p:attrName>ppt_w</p:attrName>
                                        </p:attrNameLst>
                                      </p:cBhvr>
                                      <p:tavLst>
                                        <p:tav tm="0">
                                          <p:val>
                                            <p:fltVal val="0"/>
                                          </p:val>
                                        </p:tav>
                                        <p:tav tm="100000">
                                          <p:val>
                                            <p:strVal val="#ppt_w"/>
                                          </p:val>
                                        </p:tav>
                                      </p:tavLst>
                                    </p:anim>
                                    <p:anim calcmode="lin" valueType="num">
                                      <p:cBhvr>
                                        <p:cTn id="22" dur="500" fill="hold"/>
                                        <p:tgtEl>
                                          <p:spTgt spid="16"/>
                                        </p:tgtEl>
                                        <p:attrNameLst>
                                          <p:attrName>ppt_h</p:attrName>
                                        </p:attrNameLst>
                                      </p:cBhvr>
                                      <p:tavLst>
                                        <p:tav tm="0">
                                          <p:val>
                                            <p:fltVal val="0"/>
                                          </p:val>
                                        </p:tav>
                                        <p:tav tm="100000">
                                          <p:val>
                                            <p:strVal val="#ppt_h"/>
                                          </p:val>
                                        </p:tav>
                                      </p:tavLst>
                                    </p:anim>
                                    <p:animEffect transition="in" filter="fade">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xit" presetSubtype="32" fill="hold" grpId="1" nodeType="clickEffect">
                                  <p:stCondLst>
                                    <p:cond delay="0"/>
                                  </p:stCondLst>
                                  <p:childTnLst>
                                    <p:anim calcmode="lin" valueType="num">
                                      <p:cBhvr>
                                        <p:cTn id="27" dur="500"/>
                                        <p:tgtEl>
                                          <p:spTgt spid="9"/>
                                        </p:tgtEl>
                                        <p:attrNameLst>
                                          <p:attrName>ppt_w</p:attrName>
                                        </p:attrNameLst>
                                      </p:cBhvr>
                                      <p:tavLst>
                                        <p:tav tm="0">
                                          <p:val>
                                            <p:strVal val="ppt_w"/>
                                          </p:val>
                                        </p:tav>
                                        <p:tav tm="100000">
                                          <p:val>
                                            <p:fltVal val="0"/>
                                          </p:val>
                                        </p:tav>
                                      </p:tavLst>
                                    </p:anim>
                                    <p:anim calcmode="lin" valueType="num">
                                      <p:cBhvr>
                                        <p:cTn id="28" dur="500"/>
                                        <p:tgtEl>
                                          <p:spTgt spid="9"/>
                                        </p:tgtEl>
                                        <p:attrNameLst>
                                          <p:attrName>ppt_h</p:attrName>
                                        </p:attrNameLst>
                                      </p:cBhvr>
                                      <p:tavLst>
                                        <p:tav tm="0">
                                          <p:val>
                                            <p:strVal val="ppt_h"/>
                                          </p:val>
                                        </p:tav>
                                        <p:tav tm="100000">
                                          <p:val>
                                            <p:fltVal val="0"/>
                                          </p:val>
                                        </p:tav>
                                      </p:tavLst>
                                    </p:anim>
                                    <p:animEffect transition="out" filter="fade">
                                      <p:cBhvr>
                                        <p:cTn id="29" dur="500"/>
                                        <p:tgtEl>
                                          <p:spTgt spid="9"/>
                                        </p:tgtEl>
                                      </p:cBhvr>
                                    </p:animEffect>
                                    <p:set>
                                      <p:cBhvr>
                                        <p:cTn id="30" dur="1" fill="hold">
                                          <p:stCondLst>
                                            <p:cond delay="499"/>
                                          </p:stCondLst>
                                        </p:cTn>
                                        <p:tgtEl>
                                          <p:spTgt spid="9"/>
                                        </p:tgtEl>
                                        <p:attrNameLst>
                                          <p:attrName>style.visibility</p:attrName>
                                        </p:attrNameLst>
                                      </p:cBhvr>
                                      <p:to>
                                        <p:strVal val="hidden"/>
                                      </p:to>
                                    </p:set>
                                  </p:childTnLst>
                                </p:cTn>
                              </p:par>
                              <p:par>
                                <p:cTn id="31" presetID="53" presetClass="exit" presetSubtype="32" fill="hold" grpId="1" nodeType="withEffect">
                                  <p:stCondLst>
                                    <p:cond delay="0"/>
                                  </p:stCondLst>
                                  <p:childTnLst>
                                    <p:anim calcmode="lin" valueType="num">
                                      <p:cBhvr>
                                        <p:cTn id="32" dur="500"/>
                                        <p:tgtEl>
                                          <p:spTgt spid="16"/>
                                        </p:tgtEl>
                                        <p:attrNameLst>
                                          <p:attrName>ppt_w</p:attrName>
                                        </p:attrNameLst>
                                      </p:cBhvr>
                                      <p:tavLst>
                                        <p:tav tm="0">
                                          <p:val>
                                            <p:strVal val="ppt_w"/>
                                          </p:val>
                                        </p:tav>
                                        <p:tav tm="100000">
                                          <p:val>
                                            <p:fltVal val="0"/>
                                          </p:val>
                                        </p:tav>
                                      </p:tavLst>
                                    </p:anim>
                                    <p:anim calcmode="lin" valueType="num">
                                      <p:cBhvr>
                                        <p:cTn id="33" dur="500"/>
                                        <p:tgtEl>
                                          <p:spTgt spid="16"/>
                                        </p:tgtEl>
                                        <p:attrNameLst>
                                          <p:attrName>ppt_h</p:attrName>
                                        </p:attrNameLst>
                                      </p:cBhvr>
                                      <p:tavLst>
                                        <p:tav tm="0">
                                          <p:val>
                                            <p:strVal val="ppt_h"/>
                                          </p:val>
                                        </p:tav>
                                        <p:tav tm="100000">
                                          <p:val>
                                            <p:fltVal val="0"/>
                                          </p:val>
                                        </p:tav>
                                      </p:tavLst>
                                    </p:anim>
                                    <p:animEffect transition="out" filter="fade">
                                      <p:cBhvr>
                                        <p:cTn id="34" dur="500"/>
                                        <p:tgtEl>
                                          <p:spTgt spid="16"/>
                                        </p:tgtEl>
                                      </p:cBhvr>
                                    </p:animEffect>
                                    <p:set>
                                      <p:cBhvr>
                                        <p:cTn id="35" dur="1" fill="hold">
                                          <p:stCondLst>
                                            <p:cond delay="499"/>
                                          </p:stCondLst>
                                        </p:cTn>
                                        <p:tgtEl>
                                          <p:spTgt spid="16"/>
                                        </p:tgtEl>
                                        <p:attrNameLst>
                                          <p:attrName>style.visibility</p:attrName>
                                        </p:attrNameLst>
                                      </p:cBhvr>
                                      <p:to>
                                        <p:strVal val="hidden"/>
                                      </p:to>
                                    </p:set>
                                  </p:childTnLst>
                                </p:cTn>
                              </p:par>
                              <p:par>
                                <p:cTn id="36" presetID="53" presetClass="exit" presetSubtype="32" fill="hold" grpId="0" nodeType="withEffect">
                                  <p:stCondLst>
                                    <p:cond delay="0"/>
                                  </p:stCondLst>
                                  <p:childTnLst>
                                    <p:anim calcmode="lin" valueType="num">
                                      <p:cBhvr>
                                        <p:cTn id="37" dur="500"/>
                                        <p:tgtEl>
                                          <p:spTgt spid="13"/>
                                        </p:tgtEl>
                                        <p:attrNameLst>
                                          <p:attrName>ppt_w</p:attrName>
                                        </p:attrNameLst>
                                      </p:cBhvr>
                                      <p:tavLst>
                                        <p:tav tm="0">
                                          <p:val>
                                            <p:strVal val="ppt_w"/>
                                          </p:val>
                                        </p:tav>
                                        <p:tav tm="100000">
                                          <p:val>
                                            <p:fltVal val="0"/>
                                          </p:val>
                                        </p:tav>
                                      </p:tavLst>
                                    </p:anim>
                                    <p:anim calcmode="lin" valueType="num">
                                      <p:cBhvr>
                                        <p:cTn id="38" dur="500"/>
                                        <p:tgtEl>
                                          <p:spTgt spid="13"/>
                                        </p:tgtEl>
                                        <p:attrNameLst>
                                          <p:attrName>ppt_h</p:attrName>
                                        </p:attrNameLst>
                                      </p:cBhvr>
                                      <p:tavLst>
                                        <p:tav tm="0">
                                          <p:val>
                                            <p:strVal val="ppt_h"/>
                                          </p:val>
                                        </p:tav>
                                        <p:tav tm="100000">
                                          <p:val>
                                            <p:fltVal val="0"/>
                                          </p:val>
                                        </p:tav>
                                      </p:tavLst>
                                    </p:anim>
                                    <p:animEffect transition="out" filter="fade">
                                      <p:cBhvr>
                                        <p:cTn id="39" dur="500"/>
                                        <p:tgtEl>
                                          <p:spTgt spid="13"/>
                                        </p:tgtEl>
                                      </p:cBhvr>
                                    </p:animEffect>
                                    <p:set>
                                      <p:cBhvr>
                                        <p:cTn id="40" dur="1" fill="hold">
                                          <p:stCondLst>
                                            <p:cond delay="499"/>
                                          </p:stCondLst>
                                        </p:cTn>
                                        <p:tgtEl>
                                          <p:spTgt spid="13"/>
                                        </p:tgtEl>
                                        <p:attrNameLst>
                                          <p:attrName>style.visibility</p:attrName>
                                        </p:attrNameLst>
                                      </p:cBhvr>
                                      <p:to>
                                        <p:strVal val="hidden"/>
                                      </p:to>
                                    </p:set>
                                  </p:childTnLst>
                                </p:cTn>
                              </p:par>
                              <p:par>
                                <p:cTn id="41" presetID="53" presetClass="exit" presetSubtype="32" fill="hold" grpId="0" nodeType="withEffect">
                                  <p:stCondLst>
                                    <p:cond delay="0"/>
                                  </p:stCondLst>
                                  <p:childTnLst>
                                    <p:anim calcmode="lin" valueType="num">
                                      <p:cBhvr>
                                        <p:cTn id="42" dur="500"/>
                                        <p:tgtEl>
                                          <p:spTgt spid="12"/>
                                        </p:tgtEl>
                                        <p:attrNameLst>
                                          <p:attrName>ppt_w</p:attrName>
                                        </p:attrNameLst>
                                      </p:cBhvr>
                                      <p:tavLst>
                                        <p:tav tm="0">
                                          <p:val>
                                            <p:strVal val="ppt_w"/>
                                          </p:val>
                                        </p:tav>
                                        <p:tav tm="100000">
                                          <p:val>
                                            <p:fltVal val="0"/>
                                          </p:val>
                                        </p:tav>
                                      </p:tavLst>
                                    </p:anim>
                                    <p:anim calcmode="lin" valueType="num">
                                      <p:cBhvr>
                                        <p:cTn id="43" dur="500"/>
                                        <p:tgtEl>
                                          <p:spTgt spid="12"/>
                                        </p:tgtEl>
                                        <p:attrNameLst>
                                          <p:attrName>ppt_h</p:attrName>
                                        </p:attrNameLst>
                                      </p:cBhvr>
                                      <p:tavLst>
                                        <p:tav tm="0">
                                          <p:val>
                                            <p:strVal val="ppt_h"/>
                                          </p:val>
                                        </p:tav>
                                        <p:tav tm="100000">
                                          <p:val>
                                            <p:fltVal val="0"/>
                                          </p:val>
                                        </p:tav>
                                      </p:tavLst>
                                    </p:anim>
                                    <p:animEffect transition="out" filter="fade">
                                      <p:cBhvr>
                                        <p:cTn id="44" dur="500"/>
                                        <p:tgtEl>
                                          <p:spTgt spid="12"/>
                                        </p:tgtEl>
                                      </p:cBhvr>
                                    </p:animEffect>
                                    <p:set>
                                      <p:cBhvr>
                                        <p:cTn id="45"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2" grpId="0"/>
      <p:bldP spid="13" grpId="0"/>
      <p:bldP spid="16" grpId="0"/>
      <p:bldP spid="16"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19"/>
          <p:cNvSpPr txBox="1"/>
          <p:nvPr/>
        </p:nvSpPr>
        <p:spPr>
          <a:xfrm>
            <a:off x="539750" y="2571750"/>
            <a:ext cx="2743200" cy="442913"/>
          </a:xfrm>
          <a:prstGeom prst="rect">
            <a:avLst/>
          </a:prstGeom>
          <a:noFill/>
          <a:ln w="12700">
            <a:noFill/>
          </a:ln>
        </p:spPr>
        <p:txBody>
          <a:bodyPr>
            <a:spAutoFit/>
          </a:bodyPr>
          <a:lstStyle/>
          <a:p>
            <a:pPr>
              <a:lnSpc>
                <a:spcPct val="95000"/>
              </a:lnSpc>
            </a:pPr>
            <a:endParaRPr lang="zh-CN" altLang="en-US" sz="2400" dirty="0">
              <a:solidFill>
                <a:srgbClr val="000000"/>
              </a:solidFill>
              <a:latin typeface="楷体_GB2312"/>
              <a:ea typeface="楷体_GB2312"/>
            </a:endParaRPr>
          </a:p>
        </p:txBody>
      </p:sp>
      <p:sp>
        <p:nvSpPr>
          <p:cNvPr id="47107" name="标题 1"/>
          <p:cNvSpPr>
            <a:spLocks noGrp="1"/>
          </p:cNvSpPr>
          <p:nvPr>
            <p:ph type="title"/>
          </p:nvPr>
        </p:nvSpPr>
        <p:spPr>
          <a:xfrm>
            <a:off x="755650" y="268288"/>
            <a:ext cx="7931150" cy="358775"/>
          </a:xfrm>
        </p:spPr>
        <p:txBody>
          <a:bodyPr vert="horz" wrap="square" lIns="91440" tIns="45720" rIns="91440" bIns="45720" anchor="ctr" anchorCtr="0"/>
          <a:lstStyle/>
          <a:p>
            <a:pPr eaLnBrk="1" hangingPunct="1">
              <a:buNone/>
            </a:pPr>
            <a:r>
              <a:rPr lang="en-US" altLang="zh-CN" sz="3000" i="1" kern="1200" dirty="0">
                <a:solidFill>
                  <a:schemeClr val="tx1"/>
                </a:solidFill>
                <a:latin typeface="Times New Roman" panose="02020603050405020304" pitchFamily="18" charset="0"/>
                <a:ea typeface="微软雅黑" panose="020B0503020204020204" pitchFamily="34" charset="-122"/>
                <a:cs typeface="+mj-cs"/>
              </a:rPr>
              <a:t>LR </a:t>
            </a:r>
            <a:r>
              <a:rPr lang="zh-CN" altLang="zh-CN" sz="3000" kern="1200" dirty="0">
                <a:solidFill>
                  <a:schemeClr val="tx1"/>
                </a:solidFill>
                <a:latin typeface="微软雅黑" panose="020B0503020204020204" pitchFamily="34" charset="-122"/>
                <a:ea typeface="微软雅黑" panose="020B0503020204020204" pitchFamily="34" charset="-122"/>
                <a:cs typeface="+mj-cs"/>
              </a:rPr>
              <a:t>分析表</a:t>
            </a:r>
            <a:r>
              <a:rPr lang="zh-CN" altLang="en-US" sz="3000" kern="1200" dirty="0">
                <a:solidFill>
                  <a:schemeClr val="tx1"/>
                </a:solidFill>
                <a:latin typeface="微软雅黑" panose="020B0503020204020204" pitchFamily="34" charset="-122"/>
                <a:ea typeface="微软雅黑" panose="020B0503020204020204" pitchFamily="34" charset="-122"/>
                <a:cs typeface="+mj-cs"/>
              </a:rPr>
              <a:t>的结构</a:t>
            </a:r>
          </a:p>
        </p:txBody>
      </p:sp>
      <p:sp>
        <p:nvSpPr>
          <p:cNvPr id="47108" name="Rectangle 21"/>
          <p:cNvSpPr txBox="1"/>
          <p:nvPr/>
        </p:nvSpPr>
        <p:spPr>
          <a:xfrm>
            <a:off x="400050" y="857250"/>
            <a:ext cx="3314700" cy="3286125"/>
          </a:xfrm>
          <a:prstGeom prst="rect">
            <a:avLst/>
          </a:prstGeom>
          <a:noFill/>
          <a:ln w="9525">
            <a:noFill/>
          </a:ln>
        </p:spPr>
        <p:txBody>
          <a:bodyPr lIns="92075" tIns="46038" rIns="92075" bIns="46038"/>
          <a:lstStyle/>
          <a:p>
            <a:pPr marL="342900" indent="-342900" eaLnBrk="1" hangingPunct="1">
              <a:lnSpc>
                <a:spcPct val="90000"/>
              </a:lnSpc>
              <a:spcBef>
                <a:spcPct val="20000"/>
              </a:spcBef>
              <a:buSzPct val="100000"/>
              <a:buFont typeface="Wingdings" panose="05000000000000000000" pitchFamily="2" charset="2"/>
              <a:buChar char="Ø"/>
            </a:pPr>
            <a:r>
              <a:rPr lang="zh-CN" altLang="en-US" sz="2500" b="1" dirty="0">
                <a:solidFill>
                  <a:srgbClr val="000000"/>
                </a:solidFill>
                <a:latin typeface="楷体" panose="02010609060101010101" pitchFamily="49" charset="-122"/>
                <a:ea typeface="楷体" panose="02010609060101010101" pitchFamily="49" charset="-122"/>
              </a:rPr>
              <a:t>例</a:t>
            </a:r>
            <a:endParaRPr lang="en-US" altLang="zh-CN" sz="2500" b="1" dirty="0">
              <a:solidFill>
                <a:srgbClr val="000000"/>
              </a:solidFill>
              <a:latin typeface="楷体" panose="02010609060101010101" pitchFamily="49" charset="-122"/>
              <a:ea typeface="楷体" panose="02010609060101010101" pitchFamily="49" charset="-122"/>
            </a:endParaRPr>
          </a:p>
          <a:p>
            <a:pPr marL="742950" lvl="1" indent="-285750" eaLnBrk="1" hangingPunct="1">
              <a:lnSpc>
                <a:spcPct val="90000"/>
              </a:lnSpc>
              <a:spcBef>
                <a:spcPct val="20000"/>
              </a:spcBef>
              <a:buSzPct val="100000"/>
              <a:buFont typeface="Wingdings" panose="05000000000000000000" pitchFamily="2" charset="2"/>
              <a:buChar char="Ø"/>
            </a:pPr>
            <a:r>
              <a:rPr lang="zh-CN" altLang="en-US" sz="2500" b="1" dirty="0">
                <a:solidFill>
                  <a:srgbClr val="000000"/>
                </a:solidFill>
                <a:latin typeface="楷体" panose="02010609060101010101" pitchFamily="49" charset="-122"/>
                <a:ea typeface="楷体" panose="02010609060101010101" pitchFamily="49" charset="-122"/>
              </a:rPr>
              <a:t>文法</a:t>
            </a:r>
            <a:endParaRPr lang="en-US" altLang="zh-CN" sz="2500" b="1" dirty="0">
              <a:solidFill>
                <a:srgbClr val="000000"/>
              </a:solidFill>
              <a:latin typeface="楷体" panose="02010609060101010101" pitchFamily="49" charset="-122"/>
              <a:ea typeface="楷体" panose="02010609060101010101" pitchFamily="49" charset="-122"/>
            </a:endParaRPr>
          </a:p>
          <a:p>
            <a:pPr marL="1143000" lvl="2" indent="-228600" eaLnBrk="1" hangingPunct="1">
              <a:lnSpc>
                <a:spcPct val="90000"/>
              </a:lnSpc>
              <a:spcBef>
                <a:spcPct val="20000"/>
              </a:spcBef>
              <a:buClr>
                <a:srgbClr val="5EAEFF"/>
              </a:buClr>
              <a:buSzPct val="50000"/>
              <a:buNone/>
            </a:pPr>
            <a:r>
              <a:rPr lang="en-US" altLang="zh-CN" sz="2500" b="1" dirty="0">
                <a:solidFill>
                  <a:srgbClr val="000000"/>
                </a:solidFill>
                <a:latin typeface="宋体" panose="02010600030101010101" pitchFamily="2" charset="-122"/>
              </a:rPr>
              <a:t>① </a:t>
            </a:r>
            <a:r>
              <a:rPr lang="en-US" altLang="zh-CN" sz="2500" b="1" i="1" dirty="0">
                <a:solidFill>
                  <a:srgbClr val="000000"/>
                </a:solidFill>
                <a:latin typeface="Times New Roman" panose="02020603050405020304" pitchFamily="18" charset="0"/>
                <a:ea typeface="楷体_GB2312"/>
              </a:rPr>
              <a:t>S</a:t>
            </a:r>
            <a:r>
              <a:rPr lang="en-US" altLang="zh-CN" sz="2500" b="1" dirty="0">
                <a:solidFill>
                  <a:srgbClr val="000000"/>
                </a:solidFill>
                <a:latin typeface="Times New Roman" panose="02020603050405020304" pitchFamily="18" charset="0"/>
                <a:ea typeface="楷体_GB2312"/>
              </a:rPr>
              <a:t>→</a:t>
            </a:r>
            <a:r>
              <a:rPr lang="en-US" altLang="zh-CN" sz="2500" b="1" i="1" dirty="0">
                <a:solidFill>
                  <a:srgbClr val="000000"/>
                </a:solidFill>
                <a:latin typeface="Times New Roman" panose="02020603050405020304" pitchFamily="18" charset="0"/>
                <a:ea typeface="楷体_GB2312"/>
              </a:rPr>
              <a:t>BB</a:t>
            </a:r>
          </a:p>
          <a:p>
            <a:pPr marL="1143000" lvl="2" indent="-228600" eaLnBrk="1" hangingPunct="1">
              <a:lnSpc>
                <a:spcPct val="90000"/>
              </a:lnSpc>
              <a:spcBef>
                <a:spcPct val="20000"/>
              </a:spcBef>
              <a:buClr>
                <a:srgbClr val="5EAEFF"/>
              </a:buClr>
              <a:buSzPct val="50000"/>
              <a:buNone/>
            </a:pPr>
            <a:r>
              <a:rPr lang="en-US" altLang="zh-CN" sz="2500" b="1" dirty="0">
                <a:solidFill>
                  <a:srgbClr val="000000"/>
                </a:solidFill>
                <a:latin typeface="宋体" panose="02010600030101010101" pitchFamily="2" charset="-122"/>
                <a:ea typeface="宋体" panose="02010600030101010101" pitchFamily="2" charset="-122"/>
              </a:rPr>
              <a:t>② </a:t>
            </a:r>
            <a:r>
              <a:rPr lang="en-US" altLang="zh-CN" sz="2500" b="1" i="1" dirty="0">
                <a:solidFill>
                  <a:srgbClr val="000000"/>
                </a:solidFill>
                <a:latin typeface="Times New Roman" panose="02020603050405020304" pitchFamily="18" charset="0"/>
                <a:ea typeface="楷体_GB2312"/>
              </a:rPr>
              <a:t>B</a:t>
            </a:r>
            <a:r>
              <a:rPr lang="en-US" altLang="zh-CN" sz="2500" b="1" dirty="0">
                <a:solidFill>
                  <a:srgbClr val="000000"/>
                </a:solidFill>
                <a:latin typeface="Times New Roman" panose="02020603050405020304" pitchFamily="18" charset="0"/>
                <a:ea typeface="楷体_GB2312"/>
              </a:rPr>
              <a:t>→</a:t>
            </a:r>
            <a:r>
              <a:rPr lang="en-US" altLang="zh-CN" sz="2500" b="1" i="1" dirty="0">
                <a:solidFill>
                  <a:srgbClr val="000000"/>
                </a:solidFill>
                <a:latin typeface="Times New Roman" panose="02020603050405020304" pitchFamily="18" charset="0"/>
                <a:ea typeface="楷体_GB2312"/>
              </a:rPr>
              <a:t>aB</a:t>
            </a:r>
          </a:p>
          <a:p>
            <a:pPr marL="1143000" lvl="2" indent="-228600" eaLnBrk="1" hangingPunct="1">
              <a:lnSpc>
                <a:spcPct val="90000"/>
              </a:lnSpc>
              <a:spcBef>
                <a:spcPct val="20000"/>
              </a:spcBef>
              <a:buClr>
                <a:srgbClr val="5EAEFF"/>
              </a:buClr>
              <a:buSzPct val="50000"/>
              <a:buNone/>
            </a:pPr>
            <a:r>
              <a:rPr lang="en-US" altLang="zh-CN" sz="2500" b="1" dirty="0">
                <a:solidFill>
                  <a:srgbClr val="000000"/>
                </a:solidFill>
                <a:latin typeface="宋体" panose="02010600030101010101" pitchFamily="2" charset="-122"/>
              </a:rPr>
              <a:t>③ </a:t>
            </a:r>
            <a:r>
              <a:rPr lang="en-US" altLang="zh-CN" sz="2500" b="1" i="1" dirty="0">
                <a:solidFill>
                  <a:srgbClr val="000000"/>
                </a:solidFill>
                <a:latin typeface="Times New Roman" panose="02020603050405020304" pitchFamily="18" charset="0"/>
                <a:ea typeface="楷体_GB2312"/>
              </a:rPr>
              <a:t>B</a:t>
            </a:r>
            <a:r>
              <a:rPr lang="en-US" altLang="zh-CN" sz="2500" b="1" dirty="0">
                <a:solidFill>
                  <a:srgbClr val="000000"/>
                </a:solidFill>
                <a:latin typeface="Times New Roman" panose="02020603050405020304" pitchFamily="18" charset="0"/>
                <a:ea typeface="楷体_GB2312"/>
              </a:rPr>
              <a:t>→</a:t>
            </a:r>
            <a:r>
              <a:rPr lang="en-US" altLang="zh-CN" sz="2500" b="1" i="1" dirty="0">
                <a:solidFill>
                  <a:srgbClr val="000000"/>
                </a:solidFill>
                <a:latin typeface="Times New Roman" panose="02020603050405020304" pitchFamily="18" charset="0"/>
                <a:ea typeface="楷体_GB2312"/>
              </a:rPr>
              <a:t>b</a:t>
            </a:r>
          </a:p>
          <a:p>
            <a:pPr marL="742950" lvl="1" indent="-285750" eaLnBrk="1" hangingPunct="1">
              <a:lnSpc>
                <a:spcPct val="90000"/>
              </a:lnSpc>
              <a:spcBef>
                <a:spcPct val="20000"/>
              </a:spcBef>
              <a:buClr>
                <a:srgbClr val="0080FF"/>
              </a:buClr>
              <a:buSzPct val="55000"/>
              <a:buFont typeface="Wingdings" panose="05000000000000000000" pitchFamily="2" charset="2"/>
              <a:buChar char="n"/>
            </a:pPr>
            <a:endParaRPr lang="zh-CN" altLang="en-US" sz="2400" b="1" dirty="0">
              <a:solidFill>
                <a:srgbClr val="000000"/>
              </a:solidFill>
              <a:latin typeface="楷体" panose="02010609060101010101" pitchFamily="49" charset="-122"/>
              <a:ea typeface="楷体" panose="02010609060101010101" pitchFamily="49" charset="-122"/>
            </a:endParaRPr>
          </a:p>
        </p:txBody>
      </p:sp>
      <p:sp>
        <p:nvSpPr>
          <p:cNvPr id="47109" name="Rectangle 3"/>
          <p:cNvSpPr>
            <a:spLocks noGrp="1"/>
          </p:cNvSpPr>
          <p:nvPr>
            <p:ph idx="1"/>
          </p:nvPr>
        </p:nvSpPr>
        <p:spPr>
          <a:xfrm>
            <a:off x="4211638" y="3721100"/>
            <a:ext cx="3671887" cy="1082675"/>
          </a:xfrm>
        </p:spPr>
        <p:txBody>
          <a:bodyPr vert="horz" wrap="square" lIns="92075" tIns="46038" rIns="92075" bIns="46038" anchor="t" anchorCtr="0"/>
          <a:lstStyle/>
          <a:p>
            <a:pPr eaLnBrk="1" hangingPunct="1">
              <a:lnSpc>
                <a:spcPts val="3500"/>
              </a:lnSpc>
              <a:buSzPct val="100000"/>
              <a:buFont typeface="Wingdings" panose="05000000000000000000" pitchFamily="2" charset="2"/>
              <a:buNone/>
            </a:pPr>
            <a:r>
              <a:rPr lang="zh-CN" altLang="en-US" sz="3000" b="1" kern="1200" dirty="0">
                <a:solidFill>
                  <a:srgbClr val="2D83F4"/>
                </a:solidFill>
                <a:latin typeface="楷体" panose="02010609060101010101" pitchFamily="49" charset="-122"/>
                <a:ea typeface="华文楷体" panose="02010600040101010101" pitchFamily="2" charset="-122"/>
                <a:cs typeface="+mn-cs"/>
              </a:rPr>
              <a:t>栈    剩余输入</a:t>
            </a:r>
          </a:p>
          <a:p>
            <a:pPr eaLnBrk="1" hangingPunct="1">
              <a:lnSpc>
                <a:spcPts val="2500"/>
              </a:lnSpc>
              <a:spcBef>
                <a:spcPct val="0"/>
              </a:spcBef>
              <a:buSzPct val="100000"/>
              <a:buFont typeface="Wingdings" panose="05000000000000000000" pitchFamily="2" charset="2"/>
              <a:buNone/>
            </a:pPr>
            <a:r>
              <a:rPr lang="zh-CN" altLang="en-US" b="1" kern="1200" dirty="0">
                <a:solidFill>
                  <a:schemeClr val="tx1"/>
                </a:solidFill>
                <a:latin typeface="Times New Roman" panose="02020603050405020304" pitchFamily="18" charset="0"/>
                <a:ea typeface="楷体_GB2312"/>
                <a:cs typeface="+mn-cs"/>
              </a:rPr>
              <a:t>0</a:t>
            </a:r>
          </a:p>
          <a:p>
            <a:pPr eaLnBrk="1" hangingPunct="1">
              <a:lnSpc>
                <a:spcPts val="2500"/>
              </a:lnSpc>
              <a:spcBef>
                <a:spcPct val="0"/>
              </a:spcBef>
              <a:buSzPct val="100000"/>
              <a:buFont typeface="Wingdings" panose="05000000000000000000" pitchFamily="2" charset="2"/>
              <a:buNone/>
            </a:pPr>
            <a:r>
              <a:rPr lang="en-US" altLang="zh-CN" b="1" kern="1200" dirty="0">
                <a:solidFill>
                  <a:schemeClr val="tx1"/>
                </a:solidFill>
                <a:latin typeface="Times New Roman" panose="02020603050405020304" pitchFamily="18" charset="0"/>
                <a:ea typeface="楷体_GB2312"/>
                <a:cs typeface="+mn-cs"/>
              </a:rPr>
              <a:t>$</a:t>
            </a:r>
            <a:r>
              <a:rPr lang="zh-CN" altLang="en-US" b="1" i="1" kern="1200" dirty="0">
                <a:solidFill>
                  <a:schemeClr val="tx1"/>
                </a:solidFill>
                <a:latin typeface="Times New Roman" panose="02020603050405020304" pitchFamily="18" charset="0"/>
                <a:ea typeface="楷体_GB2312"/>
                <a:cs typeface="+mn-cs"/>
              </a:rPr>
              <a:t>          </a:t>
            </a:r>
            <a:r>
              <a:rPr lang="en-US" altLang="zh-CN" b="1" i="1" kern="1200" dirty="0">
                <a:solidFill>
                  <a:schemeClr val="tx1"/>
                </a:solidFill>
                <a:latin typeface="Times New Roman" panose="02020603050405020304" pitchFamily="18" charset="0"/>
                <a:ea typeface="楷体_GB2312"/>
                <a:cs typeface="+mn-cs"/>
              </a:rPr>
              <a:t>            </a:t>
            </a:r>
            <a:r>
              <a:rPr lang="en-US" altLang="zh-CN" b="1" kern="1200" dirty="0">
                <a:solidFill>
                  <a:schemeClr val="tx1"/>
                </a:solidFill>
                <a:latin typeface="Times New Roman" panose="02020603050405020304" pitchFamily="18" charset="0"/>
                <a:ea typeface="楷体_GB2312"/>
                <a:cs typeface="+mn-cs"/>
              </a:rPr>
              <a:t>$</a:t>
            </a:r>
            <a:endParaRPr lang="en-US" altLang="zh-CN" b="1" i="1" kern="1200" dirty="0">
              <a:solidFill>
                <a:schemeClr val="tx1"/>
              </a:solidFill>
              <a:latin typeface="Times New Roman" panose="02020603050405020304" pitchFamily="18" charset="0"/>
              <a:ea typeface="楷体_GB2312"/>
              <a:cs typeface="+mn-cs"/>
            </a:endParaRPr>
          </a:p>
          <a:p>
            <a:pPr eaLnBrk="1" hangingPunct="1">
              <a:lnSpc>
                <a:spcPct val="90000"/>
              </a:lnSpc>
              <a:spcBef>
                <a:spcPct val="0"/>
              </a:spcBef>
              <a:buSzPct val="100000"/>
              <a:buFont typeface="Wingdings" panose="05000000000000000000" pitchFamily="2" charset="2"/>
              <a:buNone/>
            </a:pPr>
            <a:endParaRPr lang="en-US" altLang="zh-CN" sz="600" kern="1200" dirty="0">
              <a:latin typeface="Times New Roman" panose="02020603050405020304" pitchFamily="18" charset="0"/>
              <a:ea typeface="楷体_GB2312"/>
              <a:cs typeface="+mn-cs"/>
            </a:endParaRPr>
          </a:p>
          <a:p>
            <a:pPr eaLnBrk="1" hangingPunct="1">
              <a:lnSpc>
                <a:spcPct val="90000"/>
              </a:lnSpc>
              <a:spcBef>
                <a:spcPct val="0"/>
              </a:spcBef>
              <a:buSzPct val="100000"/>
              <a:buFont typeface="Wingdings" panose="05000000000000000000" pitchFamily="2" charset="2"/>
              <a:buNone/>
            </a:pPr>
            <a:endParaRPr lang="en-US" altLang="zh-CN" sz="1600" kern="1200" dirty="0">
              <a:latin typeface="Times New Roman" panose="02020603050405020304" pitchFamily="18" charset="0"/>
              <a:ea typeface="楷体_GB2312"/>
              <a:cs typeface="+mn-cs"/>
            </a:endParaRPr>
          </a:p>
        </p:txBody>
      </p:sp>
      <p:sp>
        <p:nvSpPr>
          <p:cNvPr id="9" name="矩形 8"/>
          <p:cNvSpPr/>
          <p:nvPr/>
        </p:nvSpPr>
        <p:spPr>
          <a:xfrm>
            <a:off x="4427538" y="4443413"/>
            <a:ext cx="357187" cy="461962"/>
          </a:xfrm>
          <a:prstGeom prst="rect">
            <a:avLst/>
          </a:prstGeom>
          <a:noFill/>
          <a:ln w="9525">
            <a:noFill/>
          </a:ln>
        </p:spPr>
        <p:txBody>
          <a:bodyPr wrap="none">
            <a:spAutoFit/>
          </a:bodyPr>
          <a:lstStyle/>
          <a:p>
            <a:pPr>
              <a:buNone/>
            </a:pPr>
            <a:r>
              <a:rPr lang="en-US" altLang="zh-CN" sz="2400" b="1" i="1" dirty="0">
                <a:solidFill>
                  <a:srgbClr val="000000"/>
                </a:solidFill>
                <a:latin typeface="Times New Roman" panose="02020603050405020304" pitchFamily="18" charset="0"/>
                <a:ea typeface="楷体_GB2312"/>
              </a:rPr>
              <a:t>S</a:t>
            </a:r>
            <a:endParaRPr lang="zh-CN" altLang="en-US" sz="2800" b="1" dirty="0">
              <a:solidFill>
                <a:srgbClr val="000000"/>
              </a:solidFill>
              <a:latin typeface="Tahoma" panose="020B0604030504040204" pitchFamily="34" charset="0"/>
              <a:ea typeface="楷体_GB2312"/>
            </a:endParaRPr>
          </a:p>
        </p:txBody>
      </p:sp>
      <p:sp>
        <p:nvSpPr>
          <p:cNvPr id="16" name="矩形 15"/>
          <p:cNvSpPr/>
          <p:nvPr/>
        </p:nvSpPr>
        <p:spPr>
          <a:xfrm>
            <a:off x="4449763" y="4125913"/>
            <a:ext cx="338137" cy="461962"/>
          </a:xfrm>
          <a:prstGeom prst="rect">
            <a:avLst/>
          </a:prstGeom>
          <a:noFill/>
          <a:ln w="9525">
            <a:noFill/>
          </a:ln>
        </p:spPr>
        <p:txBody>
          <a:bodyPr wrap="none">
            <a:spAutoFit/>
          </a:bodyPr>
          <a:lstStyle/>
          <a:p>
            <a:pPr>
              <a:buNone/>
            </a:pPr>
            <a:r>
              <a:rPr lang="en-US" altLang="zh-CN" sz="2400" b="1" dirty="0">
                <a:solidFill>
                  <a:srgbClr val="000000"/>
                </a:solidFill>
                <a:latin typeface="Times New Roman" panose="02020603050405020304" pitchFamily="18" charset="0"/>
                <a:ea typeface="楷体_GB2312"/>
              </a:rPr>
              <a:t>1</a:t>
            </a:r>
            <a:endParaRPr lang="zh-CN" altLang="en-US" b="1" dirty="0">
              <a:solidFill>
                <a:srgbClr val="000000"/>
              </a:solidFill>
              <a:latin typeface="Tahoma" panose="020B0604030504040204" pitchFamily="34" charset="0"/>
              <a:ea typeface="楷体_GB2312"/>
            </a:endParaRPr>
          </a:p>
        </p:txBody>
      </p:sp>
      <p:graphicFrame>
        <p:nvGraphicFramePr>
          <p:cNvPr id="14" name="Group 18"/>
          <p:cNvGraphicFramePr>
            <a:graphicFrameLocks noGrp="1"/>
          </p:cNvGraphicFramePr>
          <p:nvPr/>
        </p:nvGraphicFramePr>
        <p:xfrm>
          <a:off x="4214813" y="123825"/>
          <a:ext cx="4318000" cy="3603666"/>
        </p:xfrm>
        <a:graphic>
          <a:graphicData uri="http://schemas.openxmlformats.org/drawingml/2006/table">
            <a:tbl>
              <a:tblPr/>
              <a:tblGrid>
                <a:gridCol w="928687">
                  <a:extLst>
                    <a:ext uri="{9D8B030D-6E8A-4147-A177-3AD203B41FA5}">
                      <a16:colId xmlns:a16="http://schemas.microsoft.com/office/drawing/2014/main" val="20000"/>
                    </a:ext>
                  </a:extLst>
                </a:gridCol>
                <a:gridCol w="714375">
                  <a:extLst>
                    <a:ext uri="{9D8B030D-6E8A-4147-A177-3AD203B41FA5}">
                      <a16:colId xmlns:a16="http://schemas.microsoft.com/office/drawing/2014/main" val="20001"/>
                    </a:ext>
                  </a:extLst>
                </a:gridCol>
                <a:gridCol w="642938">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663575">
                  <a:extLst>
                    <a:ext uri="{9D8B030D-6E8A-4147-A177-3AD203B41FA5}">
                      <a16:colId xmlns:a16="http://schemas.microsoft.com/office/drawing/2014/main" val="20004"/>
                    </a:ext>
                  </a:extLst>
                </a:gridCol>
                <a:gridCol w="720725">
                  <a:extLst>
                    <a:ext uri="{9D8B030D-6E8A-4147-A177-3AD203B41FA5}">
                      <a16:colId xmlns:a16="http://schemas.microsoft.com/office/drawing/2014/main" val="20005"/>
                    </a:ext>
                  </a:extLst>
                </a:gridCol>
              </a:tblGrid>
              <a:tr h="373310">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a:ln>
                            <a:noFill/>
                          </a:ln>
                          <a:solidFill>
                            <a:srgbClr val="000000"/>
                          </a:solidFill>
                          <a:effectLst/>
                          <a:latin typeface="华文楷体" panose="02010600040101010101" pitchFamily="2" charset="-122"/>
                          <a:ea typeface="华文楷体" panose="02010600040101010101" pitchFamily="2" charset="-122"/>
                          <a:cs typeface="Times New Roman" panose="02020603050405020304" pitchFamily="18" charset="0"/>
                        </a:rPr>
                        <a:t>状态</a:t>
                      </a:r>
                    </a:p>
                  </a:txBody>
                  <a:tcPr marL="91447" marR="91447" marT="34257" marB="3425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ACTION</a:t>
                      </a:r>
                      <a:endParaRPr kumimoji="0" lang="zh-CN" altLang="en-US" sz="20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p>
                  </a:txBody>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GOTO</a:t>
                      </a:r>
                      <a:endParaRPr kumimoji="0" lang="zh-CN" altLang="en-US" sz="20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p>
                  </a:txBody>
                  <a:tcPr/>
                </a:tc>
                <a:extLst>
                  <a:ext uri="{0D108BD9-81ED-4DB2-BD59-A6C34878D82A}">
                    <a16:rowId xmlns:a16="http://schemas.microsoft.com/office/drawing/2014/main" val="10000"/>
                  </a:ext>
                </a:extLst>
              </a:tr>
              <a:tr h="403789">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rPr>
                        <a:t>a</a:t>
                      </a:r>
                      <a:endParaRPr kumimoji="0" lang="zh-CN" altLang="en-US"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rPr>
                        <a:t>b</a:t>
                      </a:r>
                      <a:endParaRPr kumimoji="0" lang="zh-CN" altLang="en-US"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en-US"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rPr>
                        <a:t>S</a:t>
                      </a:r>
                      <a:endParaRPr kumimoji="0" lang="zh-CN" altLang="en-US"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rPr>
                        <a:t>B</a:t>
                      </a:r>
                      <a:endParaRPr kumimoji="0" lang="zh-CN" altLang="en-US"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0</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2</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acc</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2</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5</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3</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s3</a:t>
                      </a:r>
                      <a:r>
                        <a:rPr kumimoji="1" lang="en-US" altLang="zh-CN" sz="2200" b="1" i="0" u="none" strike="noStrike" cap="none" normalizeH="0" baseline="0">
                          <a:ln>
                            <a:noFill/>
                          </a:ln>
                          <a:solidFill>
                            <a:schemeClr val="folHlink"/>
                          </a:solidFill>
                          <a:effectLst/>
                          <a:latin typeface="宋体" panose="02010600030101010101" pitchFamily="2" charset="-122"/>
                          <a:ea typeface="华文楷体" panose="02010600040101010101" pitchFamily="2" charset="-122"/>
                          <a:cs typeface="Times New Roman" panose="02020603050405020304" pitchFamily="18" charset="0"/>
                        </a:rPr>
                        <a:t> </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6</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4</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5</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6</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47180" name="矩形 9"/>
          <p:cNvSpPr/>
          <p:nvPr/>
        </p:nvSpPr>
        <p:spPr>
          <a:xfrm>
            <a:off x="842963" y="4543425"/>
            <a:ext cx="2033587" cy="476250"/>
          </a:xfrm>
          <a:prstGeom prst="rect">
            <a:avLst/>
          </a:prstGeom>
          <a:noFill/>
          <a:ln w="9525">
            <a:noFill/>
          </a:ln>
        </p:spPr>
        <p:txBody>
          <a:bodyPr wrap="none">
            <a:spAutoFit/>
          </a:bodyPr>
          <a:lstStyle/>
          <a:p>
            <a:pPr marL="0" lvl="1" indent="0" eaLnBrk="1" hangingPunct="1">
              <a:spcBef>
                <a:spcPct val="30000"/>
              </a:spcBef>
            </a:pPr>
            <a:r>
              <a:rPr lang="zh-CN" altLang="en-US" sz="2500" b="1" dirty="0">
                <a:solidFill>
                  <a:srgbClr val="000000"/>
                </a:solidFill>
                <a:latin typeface="楷体" panose="02010609060101010101" pitchFamily="49" charset="-122"/>
                <a:ea typeface="楷体" panose="02010609060101010101" pitchFamily="49" charset="-122"/>
              </a:rPr>
              <a:t>输入  </a:t>
            </a:r>
            <a:r>
              <a:rPr lang="en-US" altLang="zh-CN" sz="2500" b="1" i="1" dirty="0">
                <a:solidFill>
                  <a:srgbClr val="000000"/>
                </a:solidFill>
                <a:latin typeface="Times New Roman" panose="02020603050405020304" pitchFamily="18" charset="0"/>
                <a:ea typeface="楷体" panose="02010609060101010101" pitchFamily="49" charset="-122"/>
              </a:rPr>
              <a:t>b  a   b</a:t>
            </a:r>
            <a:endParaRPr lang="en-US" altLang="zh-CN" sz="2500" b="1" i="1" dirty="0">
              <a:solidFill>
                <a:srgbClr val="000000"/>
              </a:solidFill>
              <a:latin typeface="Times New Roman" panose="02020603050405020304" pitchFamily="18" charset="0"/>
              <a:ea typeface="楷体_GB2312"/>
            </a:endParaRPr>
          </a:p>
        </p:txBody>
      </p:sp>
      <p:grpSp>
        <p:nvGrpSpPr>
          <p:cNvPr id="47181" name="Group 78"/>
          <p:cNvGrpSpPr/>
          <p:nvPr/>
        </p:nvGrpSpPr>
        <p:grpSpPr>
          <a:xfrm>
            <a:off x="1835150" y="3994150"/>
            <a:ext cx="357188" cy="557213"/>
            <a:chOff x="975" y="3041"/>
            <a:chExt cx="225" cy="741"/>
          </a:xfrm>
        </p:grpSpPr>
        <p:sp>
          <p:nvSpPr>
            <p:cNvPr id="12" name="Line 79"/>
            <p:cNvSpPr>
              <a:spLocks noChangeShapeType="1"/>
            </p:cNvSpPr>
            <p:nvPr/>
          </p:nvSpPr>
          <p:spPr bwMode="auto">
            <a:xfrm flipH="1" flipV="1">
              <a:off x="1066" y="3543"/>
              <a:ext cx="0" cy="239"/>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47194" name="Rectangle 80"/>
            <p:cNvSpPr/>
            <p:nvPr/>
          </p:nvSpPr>
          <p:spPr>
            <a:xfrm>
              <a:off x="975" y="3041"/>
              <a:ext cx="225" cy="542"/>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latin typeface="Times New Roman" panose="02020603050405020304" pitchFamily="18" charset="0"/>
                </a:rPr>
                <a:t>B</a:t>
              </a:r>
            </a:p>
          </p:txBody>
        </p:sp>
      </p:grpSp>
      <p:grpSp>
        <p:nvGrpSpPr>
          <p:cNvPr id="47182" name="Group 78"/>
          <p:cNvGrpSpPr/>
          <p:nvPr/>
        </p:nvGrpSpPr>
        <p:grpSpPr>
          <a:xfrm>
            <a:off x="2555875" y="4032250"/>
            <a:ext cx="357188" cy="555625"/>
            <a:chOff x="975" y="3041"/>
            <a:chExt cx="225" cy="741"/>
          </a:xfrm>
        </p:grpSpPr>
        <p:sp>
          <p:nvSpPr>
            <p:cNvPr id="17" name="Line 79"/>
            <p:cNvSpPr>
              <a:spLocks noChangeShapeType="1"/>
            </p:cNvSpPr>
            <p:nvPr/>
          </p:nvSpPr>
          <p:spPr bwMode="auto">
            <a:xfrm flipH="1" flipV="1">
              <a:off x="1066" y="3543"/>
              <a:ext cx="0" cy="239"/>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47192" name="Rectangle 80"/>
            <p:cNvSpPr/>
            <p:nvPr/>
          </p:nvSpPr>
          <p:spPr>
            <a:xfrm>
              <a:off x="975" y="3041"/>
              <a:ext cx="225" cy="542"/>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latin typeface="Times New Roman" panose="02020603050405020304" pitchFamily="18" charset="0"/>
                </a:rPr>
                <a:t>B</a:t>
              </a:r>
            </a:p>
          </p:txBody>
        </p:sp>
      </p:grpSp>
      <p:grpSp>
        <p:nvGrpSpPr>
          <p:cNvPr id="47183" name="Group 84"/>
          <p:cNvGrpSpPr/>
          <p:nvPr/>
        </p:nvGrpSpPr>
        <p:grpSpPr>
          <a:xfrm>
            <a:off x="2174875" y="3524250"/>
            <a:ext cx="525463" cy="1063625"/>
            <a:chOff x="1292" y="2662"/>
            <a:chExt cx="331" cy="1417"/>
          </a:xfrm>
        </p:grpSpPr>
        <p:sp>
          <p:nvSpPr>
            <p:cNvPr id="20" name="Line 68"/>
            <p:cNvSpPr>
              <a:spLocks noChangeShapeType="1"/>
            </p:cNvSpPr>
            <p:nvPr/>
          </p:nvSpPr>
          <p:spPr bwMode="auto">
            <a:xfrm flipH="1" flipV="1">
              <a:off x="1404" y="3123"/>
              <a:ext cx="219" cy="292"/>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21" name="Line 69"/>
            <p:cNvSpPr>
              <a:spLocks noChangeShapeType="1"/>
            </p:cNvSpPr>
            <p:nvPr/>
          </p:nvSpPr>
          <p:spPr bwMode="auto">
            <a:xfrm flipH="1" flipV="1">
              <a:off x="1374" y="3184"/>
              <a:ext cx="8" cy="895"/>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47190" name="Rectangle 71"/>
            <p:cNvSpPr/>
            <p:nvPr/>
          </p:nvSpPr>
          <p:spPr>
            <a:xfrm>
              <a:off x="1292" y="2662"/>
              <a:ext cx="225" cy="542"/>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latin typeface="Times New Roman" panose="02020603050405020304" pitchFamily="18" charset="0"/>
                </a:rPr>
                <a:t>B</a:t>
              </a:r>
            </a:p>
          </p:txBody>
        </p:sp>
      </p:grpSp>
      <p:grpSp>
        <p:nvGrpSpPr>
          <p:cNvPr id="5" name="Group 84"/>
          <p:cNvGrpSpPr/>
          <p:nvPr/>
        </p:nvGrpSpPr>
        <p:grpSpPr>
          <a:xfrm>
            <a:off x="1906588" y="3076575"/>
            <a:ext cx="328612" cy="857250"/>
            <a:chOff x="1292" y="2662"/>
            <a:chExt cx="207" cy="1142"/>
          </a:xfrm>
        </p:grpSpPr>
        <p:sp>
          <p:nvSpPr>
            <p:cNvPr id="24" name="Line 68"/>
            <p:cNvSpPr>
              <a:spLocks noChangeShapeType="1"/>
            </p:cNvSpPr>
            <p:nvPr/>
          </p:nvSpPr>
          <p:spPr bwMode="auto">
            <a:xfrm flipH="1" flipV="1">
              <a:off x="1404" y="3123"/>
              <a:ext cx="95" cy="176"/>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25" name="Line 69"/>
            <p:cNvSpPr>
              <a:spLocks noChangeShapeType="1"/>
            </p:cNvSpPr>
            <p:nvPr/>
          </p:nvSpPr>
          <p:spPr bwMode="auto">
            <a:xfrm flipV="1">
              <a:off x="1347" y="3184"/>
              <a:ext cx="27" cy="620"/>
            </a:xfrm>
            <a:prstGeom prst="line">
              <a:avLst/>
            </a:prstGeom>
            <a:noFill/>
            <a:ln w="12700">
              <a:solidFill>
                <a:schemeClr val="tx1"/>
              </a:solidFill>
              <a:round/>
            </a:ln>
          </p:spPr>
          <p:txBody>
            <a:bodyPr lIns="92075" tIns="46038" rIns="92075" bIns="46038"/>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Tahoma" panose="020B0604030504040204" pitchFamily="34" charset="0"/>
                <a:ea typeface="宋体" panose="02010600030101010101" pitchFamily="2" charset="-122"/>
                <a:cs typeface="+mn-cs"/>
              </a:endParaRPr>
            </a:p>
          </p:txBody>
        </p:sp>
        <p:sp>
          <p:nvSpPr>
            <p:cNvPr id="47187" name="Rectangle 71"/>
            <p:cNvSpPr/>
            <p:nvPr/>
          </p:nvSpPr>
          <p:spPr>
            <a:xfrm>
              <a:off x="1292" y="2662"/>
              <a:ext cx="207" cy="542"/>
            </a:xfrm>
            <a:prstGeom prst="rect">
              <a:avLst/>
            </a:prstGeom>
            <a:noFill/>
            <a:ln w="9525">
              <a:noFill/>
            </a:ln>
          </p:spPr>
          <p:txBody>
            <a:bodyPr wrap="none" lIns="92075" tIns="46038" rIns="92075" bIns="46038">
              <a:spAutoFit/>
            </a:bodyPr>
            <a:lstStyle/>
            <a:p>
              <a:pPr>
                <a:lnSpc>
                  <a:spcPct val="110000"/>
                </a:lnSpc>
                <a:spcBef>
                  <a:spcPct val="20000"/>
                </a:spcBef>
                <a:buClr>
                  <a:srgbClr val="5EAEFF"/>
                </a:buClr>
                <a:buSzPct val="75000"/>
                <a:buFont typeface="Monotype Sorts"/>
              </a:pPr>
              <a:r>
                <a:rPr lang="en-US" altLang="zh-CN" sz="2000" b="1" i="1" dirty="0">
                  <a:latin typeface="Times New Roman" panose="02020603050405020304" pitchFamily="18" charset="0"/>
                </a:rPr>
                <a:t>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p:cTn id="21" dur="500" fill="hold"/>
                                        <p:tgtEl>
                                          <p:spTgt spid="16"/>
                                        </p:tgtEl>
                                        <p:attrNameLst>
                                          <p:attrName>ppt_w</p:attrName>
                                        </p:attrNameLst>
                                      </p:cBhvr>
                                      <p:tavLst>
                                        <p:tav tm="0">
                                          <p:val>
                                            <p:fltVal val="0"/>
                                          </p:val>
                                        </p:tav>
                                        <p:tav tm="100000">
                                          <p:val>
                                            <p:strVal val="#ppt_w"/>
                                          </p:val>
                                        </p:tav>
                                      </p:tavLst>
                                    </p:anim>
                                    <p:anim calcmode="lin" valueType="num">
                                      <p:cBhvr>
                                        <p:cTn id="22" dur="500" fill="hold"/>
                                        <p:tgtEl>
                                          <p:spTgt spid="16"/>
                                        </p:tgtEl>
                                        <p:attrNameLst>
                                          <p:attrName>ppt_h</p:attrName>
                                        </p:attrNameLst>
                                      </p:cBhvr>
                                      <p:tavLst>
                                        <p:tav tm="0">
                                          <p:val>
                                            <p:fltVal val="0"/>
                                          </p:val>
                                        </p:tav>
                                        <p:tav tm="100000">
                                          <p:val>
                                            <p:strVal val="#ppt_h"/>
                                          </p:val>
                                        </p:tav>
                                      </p:tavLst>
                                    </p:anim>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buNone/>
            </a:pPr>
            <a:r>
              <a:rPr lang="en-US" altLang="zh-CN" sz="3000" i="1" kern="1200" dirty="0">
                <a:solidFill>
                  <a:schemeClr val="tx1"/>
                </a:solidFill>
                <a:latin typeface="Times New Roman" panose="02020603050405020304" pitchFamily="18" charset="0"/>
                <a:ea typeface="微软雅黑" panose="020B0503020204020204" pitchFamily="34" charset="-122"/>
                <a:cs typeface="+mj-cs"/>
              </a:rPr>
              <a:t>LR </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分析器的工作过程</a:t>
            </a:r>
          </a:p>
        </p:txBody>
      </p:sp>
      <p:sp>
        <p:nvSpPr>
          <p:cNvPr id="11" name="Text Box 8"/>
          <p:cNvSpPr txBox="1"/>
          <p:nvPr/>
        </p:nvSpPr>
        <p:spPr>
          <a:xfrm>
            <a:off x="590550" y="2928938"/>
            <a:ext cx="7267575" cy="412750"/>
          </a:xfrm>
          <a:prstGeom prst="rect">
            <a:avLst/>
          </a:prstGeom>
          <a:noFill/>
          <a:ln w="12700">
            <a:noFill/>
          </a:ln>
        </p:spPr>
        <p:txBody>
          <a:bodyPr>
            <a:spAutoFit/>
          </a:bodyPr>
          <a:lstStyle/>
          <a:p>
            <a:pPr>
              <a:lnSpc>
                <a:spcPts val="2500"/>
              </a:lnSpc>
              <a:spcBef>
                <a:spcPct val="20000"/>
              </a:spcBef>
              <a:buClr>
                <a:srgbClr val="073E87"/>
              </a:buClr>
              <a:buSzPct val="75000"/>
              <a:buFont typeface="Monotype Sorts"/>
            </a:pPr>
            <a:r>
              <a:rPr lang="en-US" altLang="zh-CN" sz="2500" b="1" dirty="0">
                <a:solidFill>
                  <a:srgbClr val="000000"/>
                </a:solidFill>
                <a:latin typeface="宋体" panose="02010600030101010101" pitchFamily="2" charset="-122"/>
              </a:rPr>
              <a:t>①</a:t>
            </a:r>
            <a:r>
              <a:rPr lang="zh-CN" altLang="en-US" sz="2500" b="1" dirty="0">
                <a:solidFill>
                  <a:srgbClr val="000000"/>
                </a:solidFill>
                <a:latin typeface="楷体" panose="02010609060101010101" pitchFamily="49" charset="-122"/>
                <a:ea typeface="楷体" panose="02010609060101010101" pitchFamily="49" charset="-122"/>
              </a:rPr>
              <a:t>如果</a:t>
            </a:r>
            <a:r>
              <a:rPr lang="en-US" altLang="zh-CN" sz="2500" b="1" dirty="0">
                <a:solidFill>
                  <a:srgbClr val="000000"/>
                </a:solidFill>
                <a:latin typeface="Times New Roman" panose="02020603050405020304" pitchFamily="18" charset="0"/>
              </a:rPr>
              <a:t>ACTION [</a:t>
            </a:r>
            <a:r>
              <a:rPr lang="en-US" altLang="zh-CN" sz="2500" b="1" i="1" dirty="0">
                <a:solidFill>
                  <a:srgbClr val="000000"/>
                </a:solidFill>
                <a:latin typeface="Times New Roman" panose="02020603050405020304" pitchFamily="18" charset="0"/>
              </a:rPr>
              <a:t>s</a:t>
            </a:r>
            <a:r>
              <a:rPr lang="en-US" altLang="zh-CN" sz="2500" b="1" i="1" baseline="-25000" dirty="0">
                <a:solidFill>
                  <a:srgbClr val="000000"/>
                </a:solidFill>
                <a:latin typeface="Times New Roman" panose="02020603050405020304" pitchFamily="18" charset="0"/>
              </a:rPr>
              <a:t>m</a:t>
            </a:r>
            <a:r>
              <a:rPr lang="en-US" altLang="zh-CN" sz="2500" b="1" dirty="0">
                <a:solidFill>
                  <a:srgbClr val="000000"/>
                </a:solidFill>
                <a:latin typeface="Times New Roman" panose="02020603050405020304" pitchFamily="18" charset="0"/>
              </a:rPr>
              <a:t>, </a:t>
            </a:r>
            <a:r>
              <a:rPr lang="en-US" altLang="zh-CN" sz="2500" b="1" i="1" dirty="0">
                <a:solidFill>
                  <a:srgbClr val="000000"/>
                </a:solidFill>
                <a:latin typeface="Times New Roman" panose="02020603050405020304" pitchFamily="18" charset="0"/>
              </a:rPr>
              <a:t>a</a:t>
            </a:r>
            <a:r>
              <a:rPr lang="en-US" altLang="zh-CN" sz="2500" b="1" i="1" baseline="-25000" dirty="0">
                <a:solidFill>
                  <a:srgbClr val="000000"/>
                </a:solidFill>
                <a:latin typeface="Times New Roman" panose="02020603050405020304" pitchFamily="18" charset="0"/>
              </a:rPr>
              <a:t>i</a:t>
            </a:r>
            <a:r>
              <a:rPr lang="en-US" altLang="zh-CN" sz="2500" b="1" dirty="0">
                <a:solidFill>
                  <a:srgbClr val="000000"/>
                </a:solidFill>
                <a:latin typeface="Times New Roman" panose="02020603050405020304" pitchFamily="18" charset="0"/>
              </a:rPr>
              <a:t>]= s</a:t>
            </a:r>
            <a:r>
              <a:rPr lang="en-US" altLang="zh-CN" sz="2500" b="1" i="1" dirty="0">
                <a:solidFill>
                  <a:srgbClr val="000000"/>
                </a:solidFill>
                <a:latin typeface="Times New Roman" panose="02020603050405020304" pitchFamily="18" charset="0"/>
              </a:rPr>
              <a:t>x</a:t>
            </a:r>
            <a:r>
              <a:rPr lang="zh-CN" altLang="en-US" sz="2500" b="1" dirty="0">
                <a:solidFill>
                  <a:srgbClr val="000000"/>
                </a:solidFill>
                <a:latin typeface="宋体" panose="02010600030101010101" pitchFamily="2" charset="-122"/>
              </a:rPr>
              <a:t>，</a:t>
            </a:r>
            <a:r>
              <a:rPr lang="zh-CN" altLang="en-US" sz="2500" b="1" dirty="0">
                <a:solidFill>
                  <a:srgbClr val="000000"/>
                </a:solidFill>
                <a:latin typeface="楷体" panose="02010609060101010101" pitchFamily="49" charset="-122"/>
                <a:ea typeface="楷体" panose="02010609060101010101" pitchFamily="49" charset="-122"/>
              </a:rPr>
              <a:t>那么格局变为：</a:t>
            </a:r>
          </a:p>
        </p:txBody>
      </p:sp>
      <p:sp>
        <p:nvSpPr>
          <p:cNvPr id="5" name="矩形 4"/>
          <p:cNvSpPr/>
          <p:nvPr/>
        </p:nvSpPr>
        <p:spPr>
          <a:xfrm>
            <a:off x="2686050" y="3378200"/>
            <a:ext cx="3757613" cy="811213"/>
          </a:xfrm>
          <a:prstGeom prst="rect">
            <a:avLst/>
          </a:prstGeom>
          <a:solidFill>
            <a:schemeClr val="accent2">
              <a:lumMod val="40000"/>
              <a:lumOff val="60000"/>
            </a:schemeClr>
          </a:solidFill>
          <a:ln>
            <a:solidFill>
              <a:schemeClr val="tx1"/>
            </a:solidFill>
          </a:ln>
        </p:spPr>
        <p:txBody>
          <a:bodyPr>
            <a:spAutoFit/>
          </a:bodyPr>
          <a:lstStyle/>
          <a:p>
            <a:pPr marL="0" marR="0" lvl="0" indent="0" algn="l" defTabSz="914400" rtl="0" eaLnBrk="0" fontAlgn="base" latinLnBrk="0" hangingPunct="0">
              <a:lnSpc>
                <a:spcPts val="2500"/>
              </a:lnSpc>
              <a:spcBef>
                <a:spcPct val="0"/>
              </a:spcBef>
              <a:spcAft>
                <a:spcPct val="0"/>
              </a:spcAft>
              <a:buClr>
                <a:srgbClr val="073E87"/>
              </a:buClr>
              <a:buSzPct val="75000"/>
              <a:buFontTx/>
              <a:buNone/>
              <a:defRPr/>
            </a:pP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s</a:t>
            </a:r>
            <a:r>
              <a:rPr kumimoji="1" lang="en-US" altLang="zh-CN" sz="25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0</a:t>
            </a: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s</a:t>
            </a:r>
            <a:r>
              <a:rPr kumimoji="1" lang="en-US" altLang="zh-CN" sz="25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1</a:t>
            </a: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500" b="1" i="1"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s</a:t>
            </a:r>
            <a:r>
              <a:rPr kumimoji="1" lang="en-US" altLang="zh-CN" sz="2500" b="1" i="1" u="none" strike="noStrike" kern="1200" cap="none" spc="0" normalizeH="0" baseline="-2500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m</a:t>
            </a:r>
            <a:r>
              <a:rPr kumimoji="1" lang="en-US" altLang="zh-CN" sz="25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5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endPar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500"/>
              </a:lnSpc>
              <a:spcBef>
                <a:spcPct val="20000"/>
              </a:spcBef>
              <a:spcAft>
                <a:spcPct val="0"/>
              </a:spcAft>
              <a:buClr>
                <a:srgbClr val="073E87"/>
              </a:buClr>
              <a:buSzPct val="75000"/>
              <a:buFontTx/>
              <a:buNone/>
              <a:defRPr/>
            </a:pPr>
            <a:r>
              <a:rPr kumimoji="1" lang="en-US" altLang="zh-CN" sz="25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5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1</a:t>
            </a: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r>
              <a:rPr kumimoji="1" lang="en-US" altLang="zh-CN" sz="2500" b="1" i="1"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500" b="1" i="1" u="none" strike="noStrike" kern="1200" cap="none" spc="0" normalizeH="0" baseline="-2500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m</a:t>
            </a:r>
            <a:r>
              <a:rPr kumimoji="1" lang="en-US" altLang="zh-CN" sz="2500" b="1" i="1"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500" b="1" i="1" u="none" strike="noStrike" kern="1200" cap="none" spc="0" normalizeH="0" baseline="-2500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i</a:t>
            </a:r>
            <a:r>
              <a:rPr kumimoji="1" lang="en-US" altLang="zh-CN" sz="25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5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i+</a:t>
            </a:r>
            <a:r>
              <a:rPr kumimoji="1" lang="en-US" altLang="zh-CN" sz="25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1</a:t>
            </a: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5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n</a:t>
            </a:r>
            <a:r>
              <a:rPr kumimoji="1" lang="en-US" altLang="zh-CN" sz="25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endParaRPr kumimoji="0" lang="zh-CN" altLang="en-US" sz="18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3" name="Text Box 3"/>
          <p:cNvSpPr txBox="1"/>
          <p:nvPr/>
        </p:nvSpPr>
        <p:spPr>
          <a:xfrm>
            <a:off x="428625" y="798513"/>
            <a:ext cx="8001000" cy="477837"/>
          </a:xfrm>
          <a:prstGeom prst="rect">
            <a:avLst/>
          </a:prstGeom>
          <a:noFill/>
          <a:ln w="12700">
            <a:noFill/>
          </a:ln>
        </p:spPr>
        <p:txBody>
          <a:bodyPr>
            <a:spAutoFit/>
          </a:bodyPr>
          <a:lstStyle/>
          <a:p>
            <a:pPr>
              <a:spcBef>
                <a:spcPct val="20000"/>
              </a:spcBef>
              <a:buSzPct val="100000"/>
              <a:buFont typeface="Wingdings" panose="05000000000000000000" pitchFamily="2" charset="2"/>
              <a:buChar char="Ø"/>
            </a:pPr>
            <a:r>
              <a:rPr lang="zh-CN" altLang="en-US" sz="2500" b="1" dirty="0">
                <a:solidFill>
                  <a:srgbClr val="000000"/>
                </a:solidFill>
                <a:latin typeface="楷体" panose="02010609060101010101" pitchFamily="49" charset="-122"/>
                <a:ea typeface="楷体" panose="02010609060101010101" pitchFamily="49" charset="-122"/>
              </a:rPr>
              <a:t>初始化</a:t>
            </a:r>
          </a:p>
        </p:txBody>
      </p:sp>
      <p:sp>
        <p:nvSpPr>
          <p:cNvPr id="14" name="Text Box 4"/>
          <p:cNvSpPr txBox="1"/>
          <p:nvPr/>
        </p:nvSpPr>
        <p:spPr>
          <a:xfrm>
            <a:off x="466725" y="1643063"/>
            <a:ext cx="8534400" cy="477837"/>
          </a:xfrm>
          <a:prstGeom prst="rect">
            <a:avLst/>
          </a:prstGeom>
          <a:noFill/>
          <a:ln w="12700">
            <a:noFill/>
          </a:ln>
        </p:spPr>
        <p:txBody>
          <a:bodyPr>
            <a:spAutoFit/>
          </a:bodyPr>
          <a:lstStyle/>
          <a:p>
            <a:pPr>
              <a:spcBef>
                <a:spcPct val="20000"/>
              </a:spcBef>
              <a:buSzPct val="100000"/>
              <a:buFont typeface="Wingdings" panose="05000000000000000000" pitchFamily="2" charset="2"/>
              <a:buChar char="Ø"/>
            </a:pPr>
            <a:r>
              <a:rPr lang="zh-CN" altLang="en-US" sz="2500" b="1" dirty="0">
                <a:solidFill>
                  <a:srgbClr val="000000"/>
                </a:solidFill>
                <a:latin typeface="楷体" panose="02010609060101010101" pitchFamily="49" charset="-122"/>
                <a:ea typeface="楷体" panose="02010609060101010101" pitchFamily="49" charset="-122"/>
              </a:rPr>
              <a:t>一般情况下</a:t>
            </a:r>
          </a:p>
        </p:txBody>
      </p:sp>
      <p:sp>
        <p:nvSpPr>
          <p:cNvPr id="15" name="矩形 14"/>
          <p:cNvSpPr/>
          <p:nvPr/>
        </p:nvSpPr>
        <p:spPr>
          <a:xfrm>
            <a:off x="2686050" y="1022350"/>
            <a:ext cx="3757613" cy="685800"/>
          </a:xfrm>
          <a:prstGeom prst="rect">
            <a:avLst/>
          </a:prstGeom>
          <a:solidFill>
            <a:schemeClr val="accent2">
              <a:lumMod val="40000"/>
              <a:lumOff val="60000"/>
            </a:schemeClr>
          </a:solidFill>
          <a:ln>
            <a:solidFill>
              <a:schemeClr val="tx1"/>
            </a:solidFill>
          </a:ln>
        </p:spPr>
        <p:txBody>
          <a:bodyPr>
            <a:spAutoFit/>
          </a:bodyPr>
          <a:lstStyle/>
          <a:p>
            <a:pPr marL="0" marR="0" lvl="0" indent="0" algn="l" defTabSz="914400" rtl="0" eaLnBrk="0" fontAlgn="base" latinLnBrk="0" hangingPunct="0">
              <a:lnSpc>
                <a:spcPts val="2000"/>
              </a:lnSpc>
              <a:spcBef>
                <a:spcPct val="0"/>
              </a:spcBef>
              <a:spcAft>
                <a:spcPct val="0"/>
              </a:spcAft>
              <a:buClr>
                <a:srgbClr val="073E87"/>
              </a:buClr>
              <a:buSzPct val="75000"/>
              <a:buFontTx/>
              <a:buNone/>
              <a:defRPr/>
            </a:pP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s</a:t>
            </a:r>
            <a:r>
              <a:rPr kumimoji="1" lang="en-US" altLang="zh-CN" sz="24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0</a:t>
            </a:r>
          </a:p>
          <a:p>
            <a:pPr marL="0" marR="0" lvl="0" indent="0" algn="l" defTabSz="914400" rtl="0" eaLnBrk="0" fontAlgn="base" latinLnBrk="0" hangingPunct="0">
              <a:lnSpc>
                <a:spcPts val="2000"/>
              </a:lnSpc>
              <a:spcBef>
                <a:spcPct val="20000"/>
              </a:spcBef>
              <a:spcAft>
                <a:spcPct val="0"/>
              </a:spcAft>
              <a:buClr>
                <a:srgbClr val="073E87"/>
              </a:buClr>
              <a:buSzPct val="75000"/>
              <a:buFontTx/>
              <a:buNone/>
              <a:defRPr/>
            </a:pPr>
            <a:r>
              <a:rPr kumimoji="1"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r>
              <a:rPr kumimoji="1" lang="en-US" altLang="zh-CN" sz="24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4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1</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4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2</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4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n</a:t>
            </a:r>
            <a:r>
              <a:rPr kumimoji="1"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endParaRPr kumimoji="0" lang="zh-CN" altLang="en-US" sz="18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矩形 15"/>
          <p:cNvSpPr/>
          <p:nvPr/>
        </p:nvSpPr>
        <p:spPr>
          <a:xfrm>
            <a:off x="2686050" y="1885950"/>
            <a:ext cx="3757613" cy="685800"/>
          </a:xfrm>
          <a:prstGeom prst="rect">
            <a:avLst/>
          </a:prstGeom>
          <a:solidFill>
            <a:schemeClr val="accent2">
              <a:lumMod val="40000"/>
              <a:lumOff val="60000"/>
            </a:schemeClr>
          </a:solidFill>
          <a:ln>
            <a:solidFill>
              <a:schemeClr val="tx1"/>
            </a:solidFill>
          </a:ln>
        </p:spPr>
        <p:txBody>
          <a:bodyPr>
            <a:spAutoFit/>
          </a:bodyPr>
          <a:lstStyle/>
          <a:p>
            <a:pPr marL="0" marR="0" lvl="0" indent="0" algn="l" defTabSz="914400" rtl="0" eaLnBrk="0" fontAlgn="base" latinLnBrk="0" hangingPunct="0">
              <a:lnSpc>
                <a:spcPts val="2000"/>
              </a:lnSpc>
              <a:spcBef>
                <a:spcPct val="0"/>
              </a:spcBef>
              <a:spcAft>
                <a:spcPct val="0"/>
              </a:spcAft>
              <a:buClr>
                <a:srgbClr val="073E87"/>
              </a:buClr>
              <a:buSzPct val="75000"/>
              <a:buFontTx/>
              <a:buNone/>
              <a:defRPr/>
            </a:pP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s</a:t>
            </a:r>
            <a:r>
              <a:rPr kumimoji="1" lang="en-US" altLang="zh-CN" sz="24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0</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s</a:t>
            </a:r>
            <a:r>
              <a:rPr kumimoji="1" lang="en-US" altLang="zh-CN" sz="24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1</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s</a:t>
            </a:r>
            <a:r>
              <a:rPr kumimoji="1" lang="en-US" altLang="zh-CN" sz="2400" b="1" i="1" u="none" strike="noStrike" kern="1200" cap="none" spc="0" normalizeH="0" baseline="-2500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m</a:t>
            </a:r>
            <a:endParaRPr kumimoji="1" lang="en-US" altLang="zh-CN" sz="8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000"/>
              </a:lnSpc>
              <a:spcBef>
                <a:spcPct val="20000"/>
              </a:spcBef>
              <a:spcAft>
                <a:spcPct val="0"/>
              </a:spcAft>
              <a:buClr>
                <a:srgbClr val="073E87"/>
              </a:buClr>
              <a:buSzPct val="75000"/>
              <a:buFontTx/>
              <a:buNone/>
              <a:defRPr/>
            </a:pPr>
            <a:r>
              <a:rPr kumimoji="1"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4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1</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r>
              <a:rPr kumimoji="1" lang="en-US" altLang="zh-CN" sz="2400" b="1" i="1"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400" b="1" i="1" u="none" strike="noStrike" kern="1200" cap="none" spc="0" normalizeH="0" baseline="-2500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m</a:t>
            </a:r>
            <a:r>
              <a:rPr kumimoji="1" lang="en-US" altLang="zh-CN" sz="24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4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i</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4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i+</a:t>
            </a:r>
            <a:r>
              <a:rPr kumimoji="1" lang="en-US" altLang="zh-CN" sz="24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1</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4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n</a:t>
            </a:r>
            <a:r>
              <a:rPr kumimoji="1"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endParaRPr kumimoji="0" lang="zh-CN" altLang="en-US" sz="18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p:cTn id="12" dur="500" fill="hold"/>
                                        <p:tgtEl>
                                          <p:spTgt spid="15"/>
                                        </p:tgtEl>
                                        <p:attrNameLst>
                                          <p:attrName>ppt_w</p:attrName>
                                        </p:attrNameLst>
                                      </p:cBhvr>
                                      <p:tavLst>
                                        <p:tav tm="0">
                                          <p:val>
                                            <p:fltVal val="0"/>
                                          </p:val>
                                        </p:tav>
                                        <p:tav tm="100000">
                                          <p:val>
                                            <p:strVal val="#ppt_w"/>
                                          </p:val>
                                        </p:tav>
                                      </p:tavLst>
                                    </p:anim>
                                    <p:anim calcmode="lin" valueType="num">
                                      <p:cBhvr>
                                        <p:cTn id="13" dur="500" fill="hold"/>
                                        <p:tgtEl>
                                          <p:spTgt spid="15"/>
                                        </p:tgtEl>
                                        <p:attrNameLst>
                                          <p:attrName>ppt_h</p:attrName>
                                        </p:attrNameLst>
                                      </p:cBhvr>
                                      <p:tavLst>
                                        <p:tav tm="0">
                                          <p:val>
                                            <p:fltVal val="0"/>
                                          </p:val>
                                        </p:tav>
                                        <p:tav tm="100000">
                                          <p:val>
                                            <p:strVal val="#ppt_h"/>
                                          </p:val>
                                        </p:tav>
                                      </p:tavLst>
                                    </p:anim>
                                    <p:animEffect transition="in" filter="fade">
                                      <p:cBhvr>
                                        <p:cTn id="14" dur="500"/>
                                        <p:tgtEl>
                                          <p:spTgt spid="15"/>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animEffect transition="in" filter="fade">
                                      <p:cBhvr>
                                        <p:cTn id="21" dur="500"/>
                                        <p:tgtEl>
                                          <p:spTgt spid="14"/>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p:cTn id="24" dur="500" fill="hold"/>
                                        <p:tgtEl>
                                          <p:spTgt spid="16"/>
                                        </p:tgtEl>
                                        <p:attrNameLst>
                                          <p:attrName>ppt_w</p:attrName>
                                        </p:attrNameLst>
                                      </p:cBhvr>
                                      <p:tavLst>
                                        <p:tav tm="0">
                                          <p:val>
                                            <p:fltVal val="0"/>
                                          </p:val>
                                        </p:tav>
                                        <p:tav tm="100000">
                                          <p:val>
                                            <p:strVal val="#ppt_w"/>
                                          </p:val>
                                        </p:tav>
                                      </p:tavLst>
                                    </p:anim>
                                    <p:anim calcmode="lin" valueType="num">
                                      <p:cBhvr>
                                        <p:cTn id="25" dur="500" fill="hold"/>
                                        <p:tgtEl>
                                          <p:spTgt spid="16"/>
                                        </p:tgtEl>
                                        <p:attrNameLst>
                                          <p:attrName>ppt_h</p:attrName>
                                        </p:attrNameLst>
                                      </p:cBhvr>
                                      <p:tavLst>
                                        <p:tav tm="0">
                                          <p:val>
                                            <p:fltVal val="0"/>
                                          </p:val>
                                        </p:tav>
                                        <p:tav tm="100000">
                                          <p:val>
                                            <p:strVal val="#ppt_h"/>
                                          </p:val>
                                        </p:tav>
                                      </p:tavLst>
                                    </p:anim>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1">
                                            <p:txEl>
                                              <p:pRg st="0" end="0"/>
                                            </p:txEl>
                                          </p:spTgt>
                                        </p:tgtEl>
                                        <p:attrNameLst>
                                          <p:attrName>style.visibility</p:attrName>
                                        </p:attrNameLst>
                                      </p:cBhvr>
                                      <p:to>
                                        <p:strVal val="visible"/>
                                      </p:to>
                                    </p:set>
                                    <p:anim calcmode="lin" valueType="num">
                                      <p:cBhvr>
                                        <p:cTn id="31" dur="500" fill="hold"/>
                                        <p:tgtEl>
                                          <p:spTgt spid="11">
                                            <p:txEl>
                                              <p:pRg st="0" end="0"/>
                                            </p:txEl>
                                          </p:spTgt>
                                        </p:tgtEl>
                                        <p:attrNameLst>
                                          <p:attrName>ppt_w</p:attrName>
                                        </p:attrNameLst>
                                      </p:cBhvr>
                                      <p:tavLst>
                                        <p:tav tm="0">
                                          <p:val>
                                            <p:fltVal val="0"/>
                                          </p:val>
                                        </p:tav>
                                        <p:tav tm="100000">
                                          <p:val>
                                            <p:strVal val="#ppt_w"/>
                                          </p:val>
                                        </p:tav>
                                      </p:tavLst>
                                    </p:anim>
                                    <p:anim calcmode="lin" valueType="num">
                                      <p:cBhvr>
                                        <p:cTn id="32" dur="500" fill="hold"/>
                                        <p:tgtEl>
                                          <p:spTgt spid="11">
                                            <p:txEl>
                                              <p:pRg st="0" end="0"/>
                                            </p:txEl>
                                          </p:spTgt>
                                        </p:tgtEl>
                                        <p:attrNameLst>
                                          <p:attrName>ppt_h</p:attrName>
                                        </p:attrNameLst>
                                      </p:cBhvr>
                                      <p:tavLst>
                                        <p:tav tm="0">
                                          <p:val>
                                            <p:fltVal val="0"/>
                                          </p:val>
                                        </p:tav>
                                        <p:tav tm="100000">
                                          <p:val>
                                            <p:strVal val="#ppt_h"/>
                                          </p:val>
                                        </p:tav>
                                      </p:tavLst>
                                    </p:anim>
                                    <p:animEffect transition="in" filter="fade">
                                      <p:cBhvr>
                                        <p:cTn id="33" dur="500"/>
                                        <p:tgtEl>
                                          <p:spTgt spid="11">
                                            <p:txEl>
                                              <p:pRg st="0" end="0"/>
                                            </p:txEl>
                                          </p:spTgt>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p:cTn id="36" dur="500" fill="hold"/>
                                        <p:tgtEl>
                                          <p:spTgt spid="5"/>
                                        </p:tgtEl>
                                        <p:attrNameLst>
                                          <p:attrName>ppt_w</p:attrName>
                                        </p:attrNameLst>
                                      </p:cBhvr>
                                      <p:tavLst>
                                        <p:tav tm="0">
                                          <p:val>
                                            <p:fltVal val="0"/>
                                          </p:val>
                                        </p:tav>
                                        <p:tav tm="100000">
                                          <p:val>
                                            <p:strVal val="#ppt_w"/>
                                          </p:val>
                                        </p:tav>
                                      </p:tavLst>
                                    </p:anim>
                                    <p:anim calcmode="lin" valueType="num">
                                      <p:cBhvr>
                                        <p:cTn id="37" dur="500" fill="hold"/>
                                        <p:tgtEl>
                                          <p:spTgt spid="5"/>
                                        </p:tgtEl>
                                        <p:attrNameLst>
                                          <p:attrName>ppt_h</p:attrName>
                                        </p:attrNameLst>
                                      </p:cBhvr>
                                      <p:tavLst>
                                        <p:tav tm="0">
                                          <p:val>
                                            <p:fltVal val="0"/>
                                          </p:val>
                                        </p:tav>
                                        <p:tav tm="100000">
                                          <p:val>
                                            <p:strVal val="#ppt_h"/>
                                          </p:val>
                                        </p:tav>
                                      </p:tavLst>
                                    </p:anim>
                                    <p:animEffect transition="in" filter="fade">
                                      <p:cBhvr>
                                        <p:cTn id="38" dur="5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xit" presetSubtype="16" fill="hold" nodeType="clickEffect">
                                  <p:stCondLst>
                                    <p:cond delay="0"/>
                                  </p:stCondLst>
                                  <p:childTnLst>
                                    <p:anim calcmode="lin" valueType="num">
                                      <p:cBhvr>
                                        <p:cTn id="42" dur="500"/>
                                        <p:tgtEl>
                                          <p:spTgt spid="11">
                                            <p:txEl>
                                              <p:pRg st="0" end="0"/>
                                            </p:txEl>
                                          </p:spTgt>
                                        </p:tgtEl>
                                        <p:attrNameLst>
                                          <p:attrName>ppt_w</p:attrName>
                                        </p:attrNameLst>
                                      </p:cBhvr>
                                      <p:tavLst>
                                        <p:tav tm="0">
                                          <p:val>
                                            <p:strVal val="ppt_w"/>
                                          </p:val>
                                        </p:tav>
                                        <p:tav tm="100000">
                                          <p:val>
                                            <p:fltVal val="0"/>
                                          </p:val>
                                        </p:tav>
                                      </p:tavLst>
                                    </p:anim>
                                    <p:anim calcmode="lin" valueType="num">
                                      <p:cBhvr>
                                        <p:cTn id="43" dur="500"/>
                                        <p:tgtEl>
                                          <p:spTgt spid="11">
                                            <p:txEl>
                                              <p:pRg st="0" end="0"/>
                                            </p:txEl>
                                          </p:spTgt>
                                        </p:tgtEl>
                                        <p:attrNameLst>
                                          <p:attrName>ppt_h</p:attrName>
                                        </p:attrNameLst>
                                      </p:cBhvr>
                                      <p:tavLst>
                                        <p:tav tm="0">
                                          <p:val>
                                            <p:strVal val="ppt_h"/>
                                          </p:val>
                                        </p:tav>
                                        <p:tav tm="100000">
                                          <p:val>
                                            <p:fltVal val="0"/>
                                          </p:val>
                                        </p:tav>
                                      </p:tavLst>
                                    </p:anim>
                                    <p:animEffect transition="out" filter="fade">
                                      <p:cBhvr>
                                        <p:cTn id="44" dur="500"/>
                                        <p:tgtEl>
                                          <p:spTgt spid="11">
                                            <p:txEl>
                                              <p:pRg st="0" end="0"/>
                                            </p:txEl>
                                          </p:spTgt>
                                        </p:tgtEl>
                                      </p:cBhvr>
                                    </p:animEffect>
                                    <p:set>
                                      <p:cBhvr>
                                        <p:cTn id="45" dur="1" fill="hold">
                                          <p:stCondLst>
                                            <p:cond delay="499"/>
                                          </p:stCondLst>
                                        </p:cTn>
                                        <p:tgtEl>
                                          <p:spTgt spid="11">
                                            <p:txEl>
                                              <p:pRg st="0" end="0"/>
                                            </p:txEl>
                                          </p:spTgt>
                                        </p:tgtEl>
                                        <p:attrNameLst>
                                          <p:attrName>style.visibility</p:attrName>
                                        </p:attrNameLst>
                                      </p:cBhvr>
                                      <p:to>
                                        <p:strVal val="hidden"/>
                                      </p:to>
                                    </p:set>
                                  </p:childTnLst>
                                </p:cTn>
                              </p:par>
                              <p:par>
                                <p:cTn id="46" presetID="53" presetClass="exit" presetSubtype="32" fill="hold" grpId="1" nodeType="withEffect">
                                  <p:stCondLst>
                                    <p:cond delay="0"/>
                                  </p:stCondLst>
                                  <p:childTnLst>
                                    <p:anim calcmode="lin" valueType="num">
                                      <p:cBhvr>
                                        <p:cTn id="47" dur="500"/>
                                        <p:tgtEl>
                                          <p:spTgt spid="5"/>
                                        </p:tgtEl>
                                        <p:attrNameLst>
                                          <p:attrName>ppt_w</p:attrName>
                                        </p:attrNameLst>
                                      </p:cBhvr>
                                      <p:tavLst>
                                        <p:tav tm="0">
                                          <p:val>
                                            <p:strVal val="ppt_w"/>
                                          </p:val>
                                        </p:tav>
                                        <p:tav tm="100000">
                                          <p:val>
                                            <p:fltVal val="0"/>
                                          </p:val>
                                        </p:tav>
                                      </p:tavLst>
                                    </p:anim>
                                    <p:anim calcmode="lin" valueType="num">
                                      <p:cBhvr>
                                        <p:cTn id="48" dur="500"/>
                                        <p:tgtEl>
                                          <p:spTgt spid="5"/>
                                        </p:tgtEl>
                                        <p:attrNameLst>
                                          <p:attrName>ppt_h</p:attrName>
                                        </p:attrNameLst>
                                      </p:cBhvr>
                                      <p:tavLst>
                                        <p:tav tm="0">
                                          <p:val>
                                            <p:strVal val="ppt_h"/>
                                          </p:val>
                                        </p:tav>
                                        <p:tav tm="100000">
                                          <p:val>
                                            <p:fltVal val="0"/>
                                          </p:val>
                                        </p:tav>
                                      </p:tavLst>
                                    </p:anim>
                                    <p:animEffect transition="out" filter="fade">
                                      <p:cBhvr>
                                        <p:cTn id="49" dur="500"/>
                                        <p:tgtEl>
                                          <p:spTgt spid="5"/>
                                        </p:tgtEl>
                                      </p:cBhvr>
                                    </p:animEffect>
                                    <p:set>
                                      <p:cBhvr>
                                        <p:cTn id="50"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allAtOnce"/>
      <p:bldP spid="5" grpId="0" bldLvl="0" animBg="1"/>
      <p:bldP spid="5" grpId="1" bldLvl="0" animBg="1"/>
      <p:bldP spid="13" grpId="0"/>
      <p:bldP spid="14" grpId="0"/>
      <p:bldP spid="15" grpId="0" bldLvl="0" animBg="1"/>
      <p:bldP spid="16"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262" name="Text Box 6"/>
          <p:cNvSpPr txBox="1"/>
          <p:nvPr/>
        </p:nvSpPr>
        <p:spPr>
          <a:xfrm>
            <a:off x="684213" y="2643188"/>
            <a:ext cx="8316912" cy="977900"/>
          </a:xfrm>
          <a:prstGeom prst="rect">
            <a:avLst/>
          </a:prstGeom>
          <a:noFill/>
          <a:ln w="12700">
            <a:noFill/>
          </a:ln>
        </p:spPr>
        <p:txBody>
          <a:bodyPr>
            <a:spAutoFit/>
          </a:bodyPr>
          <a:lstStyle/>
          <a:p>
            <a:pPr>
              <a:spcBef>
                <a:spcPct val="50000"/>
              </a:spcBef>
              <a:buNone/>
            </a:pPr>
            <a:r>
              <a:rPr lang="en-US" altLang="zh-CN" sz="2300" b="1" dirty="0">
                <a:solidFill>
                  <a:srgbClr val="000000"/>
                </a:solidFill>
                <a:latin typeface="Times New Roman" panose="02020603050405020304" pitchFamily="18" charset="0"/>
              </a:rPr>
              <a:t>②</a:t>
            </a:r>
            <a:r>
              <a:rPr lang="zh-CN" altLang="en-US" sz="2300" b="1" dirty="0">
                <a:solidFill>
                  <a:srgbClr val="000000"/>
                </a:solidFill>
                <a:latin typeface="楷体" panose="02010609060101010101" pitchFamily="49" charset="-122"/>
                <a:ea typeface="楷体" panose="02010609060101010101" pitchFamily="49" charset="-122"/>
              </a:rPr>
              <a:t>如果</a:t>
            </a:r>
            <a:r>
              <a:rPr lang="en-US" altLang="zh-CN" sz="2300" b="1" dirty="0">
                <a:solidFill>
                  <a:srgbClr val="000000"/>
                </a:solidFill>
                <a:latin typeface="Times New Roman" panose="02020603050405020304" pitchFamily="18" charset="0"/>
                <a:ea typeface="楷体" panose="02010609060101010101" pitchFamily="49" charset="-122"/>
              </a:rPr>
              <a:t>ACTION</a:t>
            </a:r>
            <a:r>
              <a:rPr lang="en-US" altLang="zh-CN" sz="2300" b="1" dirty="0">
                <a:solidFill>
                  <a:srgbClr val="000000"/>
                </a:solidFill>
                <a:latin typeface="Times New Roman" panose="02020603050405020304" pitchFamily="18" charset="0"/>
              </a:rPr>
              <a:t>[</a:t>
            </a:r>
            <a:r>
              <a:rPr lang="en-US" altLang="zh-CN" sz="2300" b="1" i="1" dirty="0">
                <a:solidFill>
                  <a:srgbClr val="000000"/>
                </a:solidFill>
                <a:latin typeface="Times New Roman" panose="02020603050405020304" pitchFamily="18" charset="0"/>
              </a:rPr>
              <a:t>s</a:t>
            </a:r>
            <a:r>
              <a:rPr lang="en-US" altLang="zh-CN" sz="2300" b="1" i="1" baseline="-25000" dirty="0">
                <a:solidFill>
                  <a:srgbClr val="000000"/>
                </a:solidFill>
                <a:latin typeface="Times New Roman" panose="02020603050405020304" pitchFamily="18" charset="0"/>
              </a:rPr>
              <a:t>m </a:t>
            </a:r>
            <a:r>
              <a:rPr lang="en-US" altLang="zh-CN" sz="2300" b="1" dirty="0">
                <a:solidFill>
                  <a:srgbClr val="000000"/>
                </a:solidFill>
                <a:latin typeface="Times New Roman" panose="02020603050405020304" pitchFamily="18" charset="0"/>
              </a:rPr>
              <a:t>, </a:t>
            </a:r>
            <a:r>
              <a:rPr lang="en-US" altLang="zh-CN" sz="2300" b="1" i="1" dirty="0">
                <a:solidFill>
                  <a:srgbClr val="000000"/>
                </a:solidFill>
                <a:latin typeface="Times New Roman" panose="02020603050405020304" pitchFamily="18" charset="0"/>
              </a:rPr>
              <a:t>a</a:t>
            </a:r>
            <a:r>
              <a:rPr lang="en-US" altLang="zh-CN" sz="2300" b="1" i="1" baseline="-25000" dirty="0">
                <a:solidFill>
                  <a:srgbClr val="000000"/>
                </a:solidFill>
                <a:latin typeface="Times New Roman" panose="02020603050405020304" pitchFamily="18" charset="0"/>
              </a:rPr>
              <a:t>i</a:t>
            </a:r>
            <a:r>
              <a:rPr lang="en-US" altLang="zh-CN" sz="2300" b="1" dirty="0">
                <a:solidFill>
                  <a:srgbClr val="000000"/>
                </a:solidFill>
                <a:latin typeface="Times New Roman" panose="02020603050405020304" pitchFamily="18" charset="0"/>
              </a:rPr>
              <a:t>]= rx </a:t>
            </a:r>
            <a:r>
              <a:rPr lang="zh-CN" altLang="en-US" sz="2300" b="1" dirty="0">
                <a:solidFill>
                  <a:srgbClr val="000000"/>
                </a:solidFill>
                <a:latin typeface="楷体" panose="02010609060101010101" pitchFamily="49" charset="-122"/>
                <a:ea typeface="楷体" panose="02010609060101010101" pitchFamily="49" charset="-122"/>
              </a:rPr>
              <a:t>表示用第</a:t>
            </a:r>
            <a:r>
              <a:rPr lang="en-US" altLang="zh-CN" sz="2300" b="1" i="1" dirty="0">
                <a:solidFill>
                  <a:srgbClr val="000000"/>
                </a:solidFill>
                <a:latin typeface="Times New Roman" panose="02020603050405020304" pitchFamily="18" charset="0"/>
                <a:ea typeface="楷体" panose="02010609060101010101" pitchFamily="49" charset="-122"/>
              </a:rPr>
              <a:t>x</a:t>
            </a:r>
            <a:r>
              <a:rPr lang="zh-CN" altLang="en-US" sz="2300" b="1" dirty="0">
                <a:solidFill>
                  <a:srgbClr val="000000"/>
                </a:solidFill>
                <a:latin typeface="楷体" panose="02010609060101010101" pitchFamily="49" charset="-122"/>
                <a:ea typeface="楷体" panose="02010609060101010101" pitchFamily="49" charset="-122"/>
              </a:rPr>
              <a:t>个产生式</a:t>
            </a:r>
            <a:r>
              <a:rPr lang="en-US" altLang="zh-CN" sz="2300" b="1" i="1" dirty="0">
                <a:solidFill>
                  <a:srgbClr val="000000"/>
                </a:solidFill>
                <a:latin typeface="Times New Roman" panose="02020603050405020304" pitchFamily="18" charset="0"/>
                <a:ea typeface="楷体_GB2312"/>
              </a:rPr>
              <a:t>A</a:t>
            </a:r>
            <a:r>
              <a:rPr lang="en-US" altLang="zh-CN" sz="2300" b="1" dirty="0">
                <a:solidFill>
                  <a:srgbClr val="000000"/>
                </a:solidFill>
                <a:latin typeface="Times New Roman" panose="02020603050405020304" pitchFamily="18" charset="0"/>
                <a:ea typeface="楷体_GB2312"/>
              </a:rPr>
              <a:t>→</a:t>
            </a:r>
            <a:r>
              <a:rPr lang="en-US" altLang="zh-CN" sz="2300" b="1" i="1" dirty="0">
                <a:solidFill>
                  <a:srgbClr val="000000"/>
                </a:solidFill>
                <a:latin typeface="Times New Roman" panose="02020603050405020304" pitchFamily="18" charset="0"/>
                <a:ea typeface="楷体_GB2312"/>
              </a:rPr>
              <a:t>X</a:t>
            </a:r>
            <a:r>
              <a:rPr lang="en-US" altLang="zh-CN" sz="2300" b="1" i="1" baseline="-25000" dirty="0">
                <a:solidFill>
                  <a:srgbClr val="000000"/>
                </a:solidFill>
                <a:latin typeface="Times New Roman" panose="02020603050405020304" pitchFamily="18" charset="0"/>
                <a:ea typeface="楷体_GB2312"/>
              </a:rPr>
              <a:t>m</a:t>
            </a:r>
            <a:r>
              <a:rPr lang="en-US" altLang="zh-CN" sz="2300" b="1" baseline="-25000" dirty="0">
                <a:solidFill>
                  <a:srgbClr val="000000"/>
                </a:solidFill>
                <a:latin typeface="Times New Roman" panose="02020603050405020304" pitchFamily="18" charset="0"/>
                <a:ea typeface="楷体_GB2312"/>
              </a:rPr>
              <a:t>-(</a:t>
            </a:r>
            <a:r>
              <a:rPr lang="en-US" altLang="zh-CN" sz="2300" b="1" i="1" baseline="-25000" dirty="0">
                <a:solidFill>
                  <a:srgbClr val="000000"/>
                </a:solidFill>
                <a:latin typeface="Times New Roman" panose="02020603050405020304" pitchFamily="18" charset="0"/>
                <a:ea typeface="楷体_GB2312"/>
              </a:rPr>
              <a:t>k</a:t>
            </a:r>
            <a:r>
              <a:rPr lang="en-US" altLang="zh-CN" sz="2300" b="1" baseline="-25000" dirty="0">
                <a:solidFill>
                  <a:srgbClr val="000000"/>
                </a:solidFill>
                <a:latin typeface="Times New Roman" panose="02020603050405020304" pitchFamily="18" charset="0"/>
                <a:ea typeface="楷体_GB2312"/>
              </a:rPr>
              <a:t>-1)</a:t>
            </a:r>
            <a:r>
              <a:rPr lang="en-US" altLang="zh-CN" sz="2300" b="1" dirty="0">
                <a:solidFill>
                  <a:srgbClr val="000000"/>
                </a:solidFill>
                <a:latin typeface="Times New Roman" panose="02020603050405020304" pitchFamily="18" charset="0"/>
                <a:ea typeface="楷体_GB2312"/>
              </a:rPr>
              <a:t>…</a:t>
            </a:r>
            <a:r>
              <a:rPr lang="en-US" altLang="zh-CN" sz="2300" b="1" i="1" dirty="0">
                <a:solidFill>
                  <a:srgbClr val="000000"/>
                </a:solidFill>
                <a:latin typeface="Times New Roman" panose="02020603050405020304" pitchFamily="18" charset="0"/>
                <a:ea typeface="楷体_GB2312"/>
              </a:rPr>
              <a:t>X</a:t>
            </a:r>
            <a:r>
              <a:rPr lang="en-US" altLang="zh-CN" sz="2300" b="1" i="1" baseline="-25000" dirty="0">
                <a:solidFill>
                  <a:srgbClr val="000000"/>
                </a:solidFill>
                <a:latin typeface="Times New Roman" panose="02020603050405020304" pitchFamily="18" charset="0"/>
                <a:ea typeface="楷体_GB2312"/>
              </a:rPr>
              <a:t>m    </a:t>
            </a:r>
            <a:r>
              <a:rPr lang="en-US" altLang="zh-CN" sz="2300" b="1" i="1" dirty="0">
                <a:solidFill>
                  <a:srgbClr val="000000"/>
                </a:solidFill>
                <a:latin typeface="Times New Roman" panose="02020603050405020304" pitchFamily="18" charset="0"/>
                <a:ea typeface="楷体_GB2312"/>
              </a:rPr>
              <a:t>    </a:t>
            </a:r>
          </a:p>
          <a:p>
            <a:pPr>
              <a:spcBef>
                <a:spcPct val="50000"/>
              </a:spcBef>
              <a:buNone/>
            </a:pPr>
            <a:r>
              <a:rPr lang="en-US" altLang="zh-CN" sz="2300" b="1" i="1" dirty="0">
                <a:solidFill>
                  <a:srgbClr val="000000"/>
                </a:solidFill>
                <a:latin typeface="Times New Roman" panose="02020603050405020304" pitchFamily="18" charset="0"/>
                <a:ea typeface="楷体" panose="02010609060101010101" pitchFamily="49" charset="-122"/>
              </a:rPr>
              <a:t>    </a:t>
            </a:r>
            <a:r>
              <a:rPr lang="zh-CN" altLang="en-US" sz="2300" b="1" dirty="0">
                <a:solidFill>
                  <a:srgbClr val="000000"/>
                </a:solidFill>
                <a:latin typeface="楷体" panose="02010609060101010101" pitchFamily="49" charset="-122"/>
                <a:ea typeface="楷体" panose="02010609060101010101" pitchFamily="49" charset="-122"/>
              </a:rPr>
              <a:t>进行归约，那么格局变为：</a:t>
            </a:r>
            <a:endParaRPr lang="zh-CN" altLang="en-US" sz="2300" b="1" dirty="0">
              <a:solidFill>
                <a:srgbClr val="000000"/>
              </a:solidFill>
              <a:latin typeface="Times New Roman" panose="02020603050405020304" pitchFamily="18" charset="0"/>
              <a:ea typeface="楷体_GB2312"/>
            </a:endParaRPr>
          </a:p>
        </p:txBody>
      </p:sp>
      <p:sp>
        <p:nvSpPr>
          <p:cNvPr id="864263" name="Text Box 7"/>
          <p:cNvSpPr txBox="1">
            <a:spLocks noChangeArrowheads="1"/>
          </p:cNvSpPr>
          <p:nvPr/>
        </p:nvSpPr>
        <p:spPr bwMode="auto">
          <a:xfrm>
            <a:off x="4937125" y="3160713"/>
            <a:ext cx="3757613" cy="693738"/>
          </a:xfrm>
          <a:prstGeom prst="rect">
            <a:avLst/>
          </a:prstGeom>
          <a:solidFill>
            <a:schemeClr val="accent2">
              <a:lumMod val="40000"/>
              <a:lumOff val="60000"/>
            </a:schemeClr>
          </a:solidFill>
          <a:ln>
            <a:solidFill>
              <a:schemeClr val="tx1"/>
            </a:solidFill>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000"/>
              </a:lnSpc>
              <a:spcBef>
                <a:spcPct val="20000"/>
              </a:spcBef>
              <a:spcAft>
                <a:spcPct val="0"/>
              </a:spcAft>
              <a:buClr>
                <a:srgbClr val="073E87"/>
              </a:buClr>
              <a:buSzPct val="75000"/>
              <a:buFont typeface="Monotype Sorts"/>
              <a:buNone/>
              <a:defRPr/>
            </a:pP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s</a:t>
            </a:r>
            <a:r>
              <a:rPr kumimoji="1" lang="en-US" altLang="zh-CN" sz="25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0</a:t>
            </a:r>
            <a:r>
              <a:rPr kumimoji="1" lang="zh-CN" altLang="en-US" sz="25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s</a:t>
            </a:r>
            <a:r>
              <a:rPr kumimoji="1" lang="en-US" altLang="zh-CN" sz="25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1</a:t>
            </a: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500" b="1" i="1"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s</a:t>
            </a:r>
            <a:r>
              <a:rPr kumimoji="1" lang="en-US" altLang="zh-CN" sz="2500" b="1" i="1" u="none" strike="noStrike" kern="1200" cap="none" spc="0" normalizeH="0" baseline="-2500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m</a:t>
            </a:r>
            <a:r>
              <a:rPr kumimoji="1" lang="en-US" altLang="zh-CN" sz="25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-k</a:t>
            </a:r>
          </a:p>
          <a:p>
            <a:pPr marL="0" marR="0" lvl="0" indent="0" algn="l" defTabSz="914400" rtl="0" eaLnBrk="0" fontAlgn="base" latinLnBrk="0" hangingPunct="0">
              <a:lnSpc>
                <a:spcPts val="2000"/>
              </a:lnSpc>
              <a:spcBef>
                <a:spcPct val="20000"/>
              </a:spcBef>
              <a:spcAft>
                <a:spcPct val="0"/>
              </a:spcAft>
              <a:buClr>
                <a:srgbClr val="073E87"/>
              </a:buClr>
              <a:buSzPct val="75000"/>
              <a:buFont typeface="Monotype Sorts"/>
              <a:buNone/>
              <a:defRPr/>
            </a:pPr>
            <a:r>
              <a:rPr kumimoji="1" lang="en-US" altLang="zh-CN" sz="25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5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1</a:t>
            </a: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r>
              <a:rPr kumimoji="1" lang="en-US" altLang="zh-CN" sz="2500" b="1" i="1"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500" b="1" i="1" u="none" strike="noStrike" kern="1200" cap="none" spc="0" normalizeH="0" baseline="-2500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m</a:t>
            </a:r>
            <a:r>
              <a:rPr kumimoji="1" lang="en-US" altLang="zh-CN" sz="25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-k </a:t>
            </a: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5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500" b="1" i="1"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500" b="1" i="1" u="none" strike="noStrike" kern="1200" cap="none" spc="0" normalizeH="0" baseline="-2500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i</a:t>
            </a:r>
            <a:r>
              <a:rPr kumimoji="1" lang="zh-CN" altLang="en-US" sz="25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5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i+</a:t>
            </a:r>
            <a:r>
              <a:rPr kumimoji="1" lang="en-US" altLang="zh-CN" sz="25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1</a:t>
            </a: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5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n</a:t>
            </a:r>
            <a:r>
              <a:rPr kumimoji="1" lang="en-US" altLang="zh-CN" sz="25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endPar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864264" name="Text Box 8"/>
          <p:cNvSpPr txBox="1"/>
          <p:nvPr/>
        </p:nvSpPr>
        <p:spPr>
          <a:xfrm>
            <a:off x="938213" y="3940175"/>
            <a:ext cx="8818562" cy="446088"/>
          </a:xfrm>
          <a:prstGeom prst="rect">
            <a:avLst/>
          </a:prstGeom>
          <a:noFill/>
          <a:ln w="12700">
            <a:noFill/>
          </a:ln>
        </p:spPr>
        <p:txBody>
          <a:bodyPr>
            <a:spAutoFit/>
          </a:bodyPr>
          <a:lstStyle/>
          <a:p>
            <a:pPr>
              <a:lnSpc>
                <a:spcPts val="3000"/>
              </a:lnSpc>
              <a:spcBef>
                <a:spcPct val="20000"/>
              </a:spcBef>
              <a:buClr>
                <a:srgbClr val="073E87"/>
              </a:buClr>
              <a:buSzPct val="75000"/>
              <a:buFont typeface="Monotype Sorts"/>
              <a:buNone/>
            </a:pPr>
            <a:r>
              <a:rPr lang="zh-CN" altLang="en-US" sz="2300" b="1" dirty="0">
                <a:solidFill>
                  <a:srgbClr val="000000"/>
                </a:solidFill>
                <a:latin typeface="Times New Roman" panose="02020603050405020304" pitchFamily="18" charset="0"/>
                <a:ea typeface="楷体" panose="02010609060101010101" pitchFamily="49" charset="-122"/>
              </a:rPr>
              <a:t>如果</a:t>
            </a:r>
            <a:r>
              <a:rPr lang="en-US" altLang="zh-CN" sz="2300" b="1" dirty="0">
                <a:solidFill>
                  <a:srgbClr val="000000"/>
                </a:solidFill>
                <a:latin typeface="Times New Roman" panose="02020603050405020304" pitchFamily="18" charset="0"/>
                <a:ea typeface="楷体" panose="02010609060101010101" pitchFamily="49" charset="-122"/>
              </a:rPr>
              <a:t>GOTO[</a:t>
            </a:r>
            <a:r>
              <a:rPr lang="en-US" altLang="zh-CN" sz="2300" b="1" i="1" dirty="0">
                <a:solidFill>
                  <a:srgbClr val="000000"/>
                </a:solidFill>
                <a:latin typeface="Times New Roman" panose="02020603050405020304" pitchFamily="18" charset="0"/>
                <a:ea typeface="楷体" panose="02010609060101010101" pitchFamily="49" charset="-122"/>
              </a:rPr>
              <a:t>s</a:t>
            </a:r>
            <a:r>
              <a:rPr lang="en-US" altLang="zh-CN" sz="2300" b="1" i="1" baseline="-25000" dirty="0">
                <a:solidFill>
                  <a:srgbClr val="000000"/>
                </a:solidFill>
                <a:latin typeface="Times New Roman" panose="02020603050405020304" pitchFamily="18" charset="0"/>
                <a:ea typeface="楷体" panose="02010609060101010101" pitchFamily="49" charset="-122"/>
              </a:rPr>
              <a:t>m</a:t>
            </a:r>
            <a:r>
              <a:rPr lang="en-US" altLang="zh-CN" sz="2300" b="1" baseline="-25000" dirty="0">
                <a:solidFill>
                  <a:srgbClr val="000000"/>
                </a:solidFill>
                <a:latin typeface="Times New Roman" panose="02020603050405020304" pitchFamily="18" charset="0"/>
                <a:ea typeface="楷体" panose="02010609060101010101" pitchFamily="49" charset="-122"/>
              </a:rPr>
              <a:t>-</a:t>
            </a:r>
            <a:r>
              <a:rPr lang="en-US" altLang="zh-CN" sz="2300" b="1" i="1" baseline="-25000" dirty="0">
                <a:solidFill>
                  <a:srgbClr val="000000"/>
                </a:solidFill>
                <a:latin typeface="Times New Roman" panose="02020603050405020304" pitchFamily="18" charset="0"/>
                <a:ea typeface="楷体" panose="02010609060101010101" pitchFamily="49" charset="-122"/>
              </a:rPr>
              <a:t>k </a:t>
            </a:r>
            <a:r>
              <a:rPr lang="en-US" altLang="zh-CN" sz="2300" b="1" dirty="0">
                <a:solidFill>
                  <a:srgbClr val="000000"/>
                </a:solidFill>
                <a:latin typeface="Times New Roman" panose="02020603050405020304" pitchFamily="18" charset="0"/>
                <a:ea typeface="楷体" panose="02010609060101010101" pitchFamily="49" charset="-122"/>
              </a:rPr>
              <a:t>, </a:t>
            </a:r>
            <a:r>
              <a:rPr lang="en-US" altLang="zh-CN" sz="2300" b="1" i="1" dirty="0">
                <a:solidFill>
                  <a:srgbClr val="000000"/>
                </a:solidFill>
                <a:latin typeface="Times New Roman" panose="02020603050405020304" pitchFamily="18" charset="0"/>
                <a:ea typeface="楷体" panose="02010609060101010101" pitchFamily="49" charset="-122"/>
              </a:rPr>
              <a:t>A</a:t>
            </a:r>
            <a:r>
              <a:rPr lang="en-US" altLang="zh-CN" sz="2300" b="1" dirty="0">
                <a:solidFill>
                  <a:srgbClr val="000000"/>
                </a:solidFill>
                <a:latin typeface="Times New Roman" panose="02020603050405020304" pitchFamily="18" charset="0"/>
                <a:ea typeface="楷体" panose="02010609060101010101" pitchFamily="49" charset="-122"/>
              </a:rPr>
              <a:t>]=</a:t>
            </a:r>
            <a:r>
              <a:rPr lang="en-US" altLang="zh-CN" sz="2300" b="1" i="1" dirty="0">
                <a:solidFill>
                  <a:srgbClr val="000000"/>
                </a:solidFill>
                <a:latin typeface="Times New Roman" panose="02020603050405020304" pitchFamily="18" charset="0"/>
                <a:ea typeface="楷体" panose="02010609060101010101" pitchFamily="49" charset="-122"/>
              </a:rPr>
              <a:t>y</a:t>
            </a:r>
            <a:r>
              <a:rPr lang="zh-CN" altLang="en-US" sz="2300" b="1" dirty="0">
                <a:solidFill>
                  <a:srgbClr val="000000"/>
                </a:solidFill>
                <a:latin typeface="Times New Roman" panose="02020603050405020304" pitchFamily="18" charset="0"/>
                <a:ea typeface="楷体" panose="02010609060101010101" pitchFamily="49" charset="-122"/>
              </a:rPr>
              <a:t>，那么格局变为：</a:t>
            </a:r>
            <a:endParaRPr lang="en-US" altLang="zh-CN" sz="2300" b="1" dirty="0">
              <a:solidFill>
                <a:srgbClr val="000000"/>
              </a:solidFill>
              <a:latin typeface="Times New Roman" panose="02020603050405020304" pitchFamily="18" charset="0"/>
              <a:ea typeface="楷体" panose="02010609060101010101" pitchFamily="49" charset="-122"/>
            </a:endParaRPr>
          </a:p>
        </p:txBody>
      </p:sp>
      <p:sp>
        <p:nvSpPr>
          <p:cNvPr id="51205"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buNone/>
            </a:pPr>
            <a:r>
              <a:rPr lang="en-US" altLang="zh-CN" sz="3000" i="1" kern="1200" dirty="0">
                <a:solidFill>
                  <a:schemeClr val="tx1"/>
                </a:solidFill>
                <a:latin typeface="Times New Roman" panose="02020603050405020304" pitchFamily="18" charset="0"/>
                <a:ea typeface="微软雅黑" panose="020B0503020204020204" pitchFamily="34" charset="-122"/>
                <a:cs typeface="+mj-cs"/>
              </a:rPr>
              <a:t>LR </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分析器的工作过程</a:t>
            </a:r>
          </a:p>
        </p:txBody>
      </p:sp>
      <p:sp>
        <p:nvSpPr>
          <p:cNvPr id="51206" name="Text Box 3"/>
          <p:cNvSpPr txBox="1"/>
          <p:nvPr/>
        </p:nvSpPr>
        <p:spPr>
          <a:xfrm>
            <a:off x="428625" y="798513"/>
            <a:ext cx="8001000" cy="477837"/>
          </a:xfrm>
          <a:prstGeom prst="rect">
            <a:avLst/>
          </a:prstGeom>
          <a:noFill/>
          <a:ln w="12700">
            <a:noFill/>
          </a:ln>
        </p:spPr>
        <p:txBody>
          <a:bodyPr>
            <a:spAutoFit/>
          </a:bodyPr>
          <a:lstStyle/>
          <a:p>
            <a:pPr>
              <a:spcBef>
                <a:spcPct val="20000"/>
              </a:spcBef>
              <a:buSzPct val="100000"/>
              <a:buFont typeface="Wingdings" panose="05000000000000000000" pitchFamily="2" charset="2"/>
              <a:buChar char="Ø"/>
            </a:pPr>
            <a:r>
              <a:rPr lang="zh-CN" altLang="en-US" sz="2500" b="1" dirty="0">
                <a:solidFill>
                  <a:srgbClr val="000000"/>
                </a:solidFill>
                <a:latin typeface="楷体" panose="02010609060101010101" pitchFamily="49" charset="-122"/>
                <a:ea typeface="楷体" panose="02010609060101010101" pitchFamily="49" charset="-122"/>
              </a:rPr>
              <a:t>初始化</a:t>
            </a:r>
          </a:p>
        </p:txBody>
      </p:sp>
      <p:sp>
        <p:nvSpPr>
          <p:cNvPr id="51207" name="Text Box 4"/>
          <p:cNvSpPr txBox="1"/>
          <p:nvPr/>
        </p:nvSpPr>
        <p:spPr>
          <a:xfrm>
            <a:off x="466725" y="1643063"/>
            <a:ext cx="8534400" cy="477837"/>
          </a:xfrm>
          <a:prstGeom prst="rect">
            <a:avLst/>
          </a:prstGeom>
          <a:noFill/>
          <a:ln w="12700">
            <a:noFill/>
          </a:ln>
        </p:spPr>
        <p:txBody>
          <a:bodyPr>
            <a:spAutoFit/>
          </a:bodyPr>
          <a:lstStyle/>
          <a:p>
            <a:pPr>
              <a:spcBef>
                <a:spcPct val="20000"/>
              </a:spcBef>
              <a:buSzPct val="100000"/>
              <a:buFont typeface="Wingdings" panose="05000000000000000000" pitchFamily="2" charset="2"/>
              <a:buChar char="Ø"/>
            </a:pPr>
            <a:r>
              <a:rPr lang="zh-CN" altLang="en-US" sz="2500" b="1" dirty="0">
                <a:solidFill>
                  <a:srgbClr val="000000"/>
                </a:solidFill>
                <a:latin typeface="楷体" panose="02010609060101010101" pitchFamily="49" charset="-122"/>
                <a:ea typeface="楷体" panose="02010609060101010101" pitchFamily="49" charset="-122"/>
              </a:rPr>
              <a:t>一般情况下</a:t>
            </a:r>
          </a:p>
        </p:txBody>
      </p:sp>
      <p:sp>
        <p:nvSpPr>
          <p:cNvPr id="2" name="矩形 1"/>
          <p:cNvSpPr/>
          <p:nvPr/>
        </p:nvSpPr>
        <p:spPr>
          <a:xfrm>
            <a:off x="2686050" y="1022350"/>
            <a:ext cx="3757613" cy="685800"/>
          </a:xfrm>
          <a:prstGeom prst="rect">
            <a:avLst/>
          </a:prstGeom>
          <a:solidFill>
            <a:schemeClr val="accent2">
              <a:lumMod val="40000"/>
              <a:lumOff val="60000"/>
            </a:schemeClr>
          </a:solidFill>
          <a:ln>
            <a:solidFill>
              <a:schemeClr val="tx1"/>
            </a:solidFill>
          </a:ln>
        </p:spPr>
        <p:txBody>
          <a:bodyPr>
            <a:spAutoFit/>
          </a:bodyPr>
          <a:lstStyle/>
          <a:p>
            <a:pPr marL="0" marR="0" lvl="0" indent="0" algn="l" defTabSz="914400" rtl="0" eaLnBrk="0" fontAlgn="base" latinLnBrk="0" hangingPunct="0">
              <a:lnSpc>
                <a:spcPts val="2000"/>
              </a:lnSpc>
              <a:spcBef>
                <a:spcPct val="0"/>
              </a:spcBef>
              <a:spcAft>
                <a:spcPct val="0"/>
              </a:spcAft>
              <a:buClr>
                <a:srgbClr val="073E87"/>
              </a:buClr>
              <a:buSzPct val="75000"/>
              <a:buFontTx/>
              <a:buNone/>
              <a:defRPr/>
            </a:pP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s</a:t>
            </a:r>
            <a:r>
              <a:rPr kumimoji="1" lang="en-US" altLang="zh-CN" sz="24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0</a:t>
            </a:r>
          </a:p>
          <a:p>
            <a:pPr marL="0" marR="0" lvl="0" indent="0" algn="l" defTabSz="914400" rtl="0" eaLnBrk="0" fontAlgn="base" latinLnBrk="0" hangingPunct="0">
              <a:lnSpc>
                <a:spcPts val="2000"/>
              </a:lnSpc>
              <a:spcBef>
                <a:spcPct val="20000"/>
              </a:spcBef>
              <a:spcAft>
                <a:spcPct val="0"/>
              </a:spcAft>
              <a:buClr>
                <a:srgbClr val="073E87"/>
              </a:buClr>
              <a:buSzPct val="75000"/>
              <a:buFontTx/>
              <a:buNone/>
              <a:defRPr/>
            </a:pPr>
            <a:r>
              <a:rPr kumimoji="1"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r>
              <a:rPr kumimoji="1" lang="en-US" altLang="zh-CN" sz="24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4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1</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4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2</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4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n</a:t>
            </a:r>
            <a:r>
              <a:rPr kumimoji="1"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endParaRPr kumimoji="0" lang="zh-CN" altLang="en-US" sz="18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矩形 2"/>
          <p:cNvSpPr/>
          <p:nvPr/>
        </p:nvSpPr>
        <p:spPr>
          <a:xfrm>
            <a:off x="2686050" y="1885950"/>
            <a:ext cx="3757613" cy="685800"/>
          </a:xfrm>
          <a:prstGeom prst="rect">
            <a:avLst/>
          </a:prstGeom>
          <a:solidFill>
            <a:schemeClr val="accent2">
              <a:lumMod val="40000"/>
              <a:lumOff val="60000"/>
            </a:schemeClr>
          </a:solidFill>
          <a:ln>
            <a:solidFill>
              <a:schemeClr val="tx1"/>
            </a:solidFill>
          </a:ln>
        </p:spPr>
        <p:txBody>
          <a:bodyPr>
            <a:spAutoFit/>
          </a:bodyPr>
          <a:lstStyle/>
          <a:p>
            <a:pPr marL="0" marR="0" lvl="0" indent="0" algn="l" defTabSz="914400" rtl="0" eaLnBrk="0" fontAlgn="base" latinLnBrk="0" hangingPunct="0">
              <a:lnSpc>
                <a:spcPts val="2000"/>
              </a:lnSpc>
              <a:spcBef>
                <a:spcPct val="0"/>
              </a:spcBef>
              <a:spcAft>
                <a:spcPct val="0"/>
              </a:spcAft>
              <a:buClr>
                <a:srgbClr val="073E87"/>
              </a:buClr>
              <a:buSzPct val="75000"/>
              <a:buFontTx/>
              <a:buNone/>
              <a:defRPr/>
            </a:pP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s</a:t>
            </a:r>
            <a:r>
              <a:rPr kumimoji="1" lang="en-US" altLang="zh-CN" sz="24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0</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s</a:t>
            </a:r>
            <a:r>
              <a:rPr kumimoji="1" lang="en-US" altLang="zh-CN" sz="24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1</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s</a:t>
            </a:r>
            <a:r>
              <a:rPr kumimoji="1" lang="en-US" altLang="zh-CN" sz="2400" b="1" i="1" u="none" strike="noStrike" kern="1200" cap="none" spc="0" normalizeH="0" baseline="-2500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m</a:t>
            </a:r>
            <a:endParaRPr kumimoji="1" lang="en-US" altLang="zh-CN" sz="8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000"/>
              </a:lnSpc>
              <a:spcBef>
                <a:spcPct val="20000"/>
              </a:spcBef>
              <a:spcAft>
                <a:spcPct val="0"/>
              </a:spcAft>
              <a:buClr>
                <a:srgbClr val="073E87"/>
              </a:buClr>
              <a:buSzPct val="75000"/>
              <a:buFontTx/>
              <a:buNone/>
              <a:defRPr/>
            </a:pPr>
            <a:r>
              <a:rPr kumimoji="1"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4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1</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r>
              <a:rPr kumimoji="1" lang="en-US" altLang="zh-CN" sz="2400" b="1" i="1"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400" b="1" i="1" u="none" strike="noStrike" kern="1200" cap="none" spc="0" normalizeH="0" baseline="-2500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m</a:t>
            </a:r>
            <a:r>
              <a:rPr kumimoji="1" lang="en-US" altLang="zh-CN" sz="24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4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i</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4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i+</a:t>
            </a:r>
            <a:r>
              <a:rPr kumimoji="1" lang="en-US" altLang="zh-CN" sz="24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1</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4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n</a:t>
            </a:r>
            <a:r>
              <a:rPr kumimoji="1"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endParaRPr kumimoji="0" lang="zh-CN" altLang="en-US" sz="18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矩形 3"/>
          <p:cNvSpPr/>
          <p:nvPr/>
        </p:nvSpPr>
        <p:spPr>
          <a:xfrm>
            <a:off x="4937125" y="4427538"/>
            <a:ext cx="3757613" cy="682625"/>
          </a:xfrm>
          <a:prstGeom prst="rect">
            <a:avLst/>
          </a:prstGeom>
          <a:solidFill>
            <a:schemeClr val="accent2">
              <a:lumMod val="40000"/>
              <a:lumOff val="60000"/>
            </a:schemeClr>
          </a:solidFill>
          <a:ln>
            <a:solidFill>
              <a:schemeClr val="tx1"/>
            </a:solidFill>
          </a:ln>
        </p:spPr>
        <p:txBody>
          <a:bodyPr>
            <a:spAutoFit/>
          </a:bodyPr>
          <a:lstStyle/>
          <a:p>
            <a:pPr marL="0" marR="0" lvl="0" indent="0" algn="l" defTabSz="914400" rtl="0" eaLnBrk="0" fontAlgn="base" latinLnBrk="0" hangingPunct="0">
              <a:lnSpc>
                <a:spcPts val="2000"/>
              </a:lnSpc>
              <a:spcBef>
                <a:spcPct val="20000"/>
              </a:spcBef>
              <a:spcAft>
                <a:spcPct val="0"/>
              </a:spcAft>
              <a:buClr>
                <a:srgbClr val="073E87"/>
              </a:buClr>
              <a:buSzPct val="75000"/>
              <a:buFontTx/>
              <a:buNone/>
              <a:defRPr/>
            </a:pP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a:t>
            </a:r>
            <a:r>
              <a:rPr kumimoji="1" lang="en-US" altLang="zh-CN" sz="2500" b="1" i="0" u="none" strike="noStrike" kern="1200" cap="none" spc="0" normalizeH="0" baseline="-2500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0</a:t>
            </a:r>
            <a:r>
              <a:rPr kumimoji="1" lang="zh-CN" altLang="en-US" sz="2500" b="1" i="0" u="none" strike="noStrike" kern="1200" cap="none" spc="0" normalizeH="0" baseline="-2500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a:t>
            </a:r>
            <a:r>
              <a:rPr kumimoji="1" lang="en-US" altLang="zh-CN" sz="2500" b="1" i="0" u="none" strike="noStrike" kern="1200" cap="none" spc="0" normalizeH="0" baseline="-2500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1</a:t>
            </a: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2500" b="1" i="1" u="none" strike="noStrike" kern="120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a:t>
            </a:r>
            <a:r>
              <a:rPr kumimoji="1" lang="en-US" altLang="zh-CN" sz="2500" b="1" i="1" u="none" strike="noStrike" kern="1200" cap="none" spc="0" normalizeH="0" baseline="-2500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a:t>
            </a:r>
            <a:r>
              <a:rPr kumimoji="1" lang="en-US" altLang="zh-CN" sz="2500" b="1" i="1" u="none" strike="noStrike" kern="1200" cap="none" spc="0" normalizeH="0" baseline="-2500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-k</a:t>
            </a: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y</a:t>
            </a:r>
            <a:r>
              <a:rPr kumimoji="1" lang="en-US" altLang="zh-CN" sz="2500" b="1" i="1" u="none" strike="noStrike" kern="1200" cap="none" spc="0" normalizeH="0" baseline="-2500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25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algn="l" defTabSz="914400" rtl="0" eaLnBrk="0" fontAlgn="base" latinLnBrk="0" hangingPunct="0">
              <a:lnSpc>
                <a:spcPts val="2000"/>
              </a:lnSpc>
              <a:spcBef>
                <a:spcPct val="20000"/>
              </a:spcBef>
              <a:spcAft>
                <a:spcPct val="0"/>
              </a:spcAft>
              <a:buClr>
                <a:srgbClr val="073E87"/>
              </a:buClr>
              <a:buSzPct val="75000"/>
              <a:buFontTx/>
              <a:buNone/>
              <a:defRPr/>
            </a:pPr>
            <a:r>
              <a:rPr kumimoji="1" lang="en-US" altLang="zh-CN" sz="25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X</a:t>
            </a:r>
            <a:r>
              <a:rPr kumimoji="1" lang="en-US" altLang="zh-CN" sz="2500" b="1" i="0" u="none" strike="noStrike" kern="1200" cap="none" spc="0" normalizeH="0" baseline="-2500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1</a:t>
            </a: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1" lang="en-US" altLang="zh-CN" sz="2500" b="1" i="1" u="none" strike="noStrike" kern="120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X</a:t>
            </a:r>
            <a:r>
              <a:rPr kumimoji="1" lang="en-US" altLang="zh-CN" sz="2500" b="1" i="1" u="none" strike="noStrike" kern="1200" cap="none" spc="0" normalizeH="0" baseline="-2500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a:t>
            </a:r>
            <a:r>
              <a:rPr kumimoji="1" lang="en-US" altLang="zh-CN" sz="2500" b="1" i="1" u="none" strike="noStrike" kern="1200" cap="none" spc="0" normalizeH="0" baseline="-2500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-k </a:t>
            </a: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a:t>
            </a:r>
            <a:r>
              <a:rPr kumimoji="1" lang="en-US" altLang="zh-CN" sz="2500" b="1" i="1" u="none" strike="noStrike" kern="1200" cap="none" spc="0" normalizeH="0" baseline="-2500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2500" b="1" i="1" u="none" strike="noStrike" kern="120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a:t>
            </a:r>
            <a:r>
              <a:rPr kumimoji="1" lang="en-US" altLang="zh-CN" sz="2500" b="1" i="1" u="none" strike="noStrike" kern="1200" cap="none" spc="0" normalizeH="0" baseline="-2500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1" lang="zh-CN" altLang="en-US" sz="2500" b="1" i="1" u="none" strike="noStrike" kern="1200" cap="none" spc="0" normalizeH="0" baseline="-2500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a:t>
            </a:r>
            <a:r>
              <a:rPr kumimoji="1" lang="en-US" altLang="zh-CN" sz="2500" b="1" i="1" u="none" strike="noStrike" kern="1200" cap="none" spc="0" normalizeH="0" baseline="-2500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1" lang="en-US" altLang="zh-CN" sz="2500" b="1" i="0" u="none" strike="noStrike" kern="1200" cap="none" spc="0" normalizeH="0" baseline="-2500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1</a:t>
            </a:r>
            <a:r>
              <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a:t>
            </a:r>
            <a:r>
              <a:rPr kumimoji="1" lang="en-US" altLang="zh-CN" sz="2500" b="1" i="1" u="none" strike="noStrike" kern="1200" cap="none" spc="0" normalizeH="0" baseline="-2500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n</a:t>
            </a:r>
            <a:r>
              <a:rPr kumimoji="1" lang="en-US" altLang="zh-CN" sz="25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endParaRPr kumimoji="1" lang="en-US" altLang="zh-CN" sz="2500" b="1"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1" nodeType="withEffect">
                                  <p:stCondLst>
                                    <p:cond delay="0"/>
                                  </p:stCondLst>
                                  <p:childTnLst>
                                    <p:set>
                                      <p:cBhvr>
                                        <p:cTn id="6" dur="1" fill="hold">
                                          <p:stCondLst>
                                            <p:cond delay="0"/>
                                          </p:stCondLst>
                                        </p:cTn>
                                        <p:tgtEl>
                                          <p:spTgt spid="864262"/>
                                        </p:tgtEl>
                                        <p:attrNameLst>
                                          <p:attrName>style.visibility</p:attrName>
                                        </p:attrNameLst>
                                      </p:cBhvr>
                                      <p:to>
                                        <p:strVal val="visible"/>
                                      </p:to>
                                    </p:set>
                                    <p:anim calcmode="lin" valueType="num">
                                      <p:cBhvr>
                                        <p:cTn id="7" dur="500" fill="hold"/>
                                        <p:tgtEl>
                                          <p:spTgt spid="864262"/>
                                        </p:tgtEl>
                                        <p:attrNameLst>
                                          <p:attrName>ppt_w</p:attrName>
                                        </p:attrNameLst>
                                      </p:cBhvr>
                                      <p:tavLst>
                                        <p:tav tm="0">
                                          <p:val>
                                            <p:fltVal val="0"/>
                                          </p:val>
                                        </p:tav>
                                        <p:tav tm="100000">
                                          <p:val>
                                            <p:strVal val="#ppt_w"/>
                                          </p:val>
                                        </p:tav>
                                      </p:tavLst>
                                    </p:anim>
                                    <p:anim calcmode="lin" valueType="num">
                                      <p:cBhvr>
                                        <p:cTn id="8" dur="500" fill="hold"/>
                                        <p:tgtEl>
                                          <p:spTgt spid="864262"/>
                                        </p:tgtEl>
                                        <p:attrNameLst>
                                          <p:attrName>ppt_h</p:attrName>
                                        </p:attrNameLst>
                                      </p:cBhvr>
                                      <p:tavLst>
                                        <p:tav tm="0">
                                          <p:val>
                                            <p:fltVal val="0"/>
                                          </p:val>
                                        </p:tav>
                                        <p:tav tm="100000">
                                          <p:val>
                                            <p:strVal val="#ppt_h"/>
                                          </p:val>
                                        </p:tav>
                                      </p:tavLst>
                                    </p:anim>
                                    <p:animEffect transition="in" filter="fade">
                                      <p:cBhvr>
                                        <p:cTn id="9" dur="500"/>
                                        <p:tgtEl>
                                          <p:spTgt spid="864262"/>
                                        </p:tgtEl>
                                      </p:cBhvr>
                                    </p:animEffect>
                                  </p:childTnLst>
                                </p:cTn>
                              </p:par>
                              <p:par>
                                <p:cTn id="10" presetID="53" presetClass="entr" presetSubtype="16" fill="hold" grpId="1" nodeType="withEffect">
                                  <p:stCondLst>
                                    <p:cond delay="0"/>
                                  </p:stCondLst>
                                  <p:childTnLst>
                                    <p:set>
                                      <p:cBhvr>
                                        <p:cTn id="11" dur="1" fill="hold">
                                          <p:stCondLst>
                                            <p:cond delay="0"/>
                                          </p:stCondLst>
                                        </p:cTn>
                                        <p:tgtEl>
                                          <p:spTgt spid="864263"/>
                                        </p:tgtEl>
                                        <p:attrNameLst>
                                          <p:attrName>style.visibility</p:attrName>
                                        </p:attrNameLst>
                                      </p:cBhvr>
                                      <p:to>
                                        <p:strVal val="visible"/>
                                      </p:to>
                                    </p:set>
                                    <p:anim calcmode="lin" valueType="num">
                                      <p:cBhvr>
                                        <p:cTn id="12" dur="500" fill="hold"/>
                                        <p:tgtEl>
                                          <p:spTgt spid="864263"/>
                                        </p:tgtEl>
                                        <p:attrNameLst>
                                          <p:attrName>ppt_w</p:attrName>
                                        </p:attrNameLst>
                                      </p:cBhvr>
                                      <p:tavLst>
                                        <p:tav tm="0">
                                          <p:val>
                                            <p:fltVal val="0"/>
                                          </p:val>
                                        </p:tav>
                                        <p:tav tm="100000">
                                          <p:val>
                                            <p:strVal val="#ppt_w"/>
                                          </p:val>
                                        </p:tav>
                                      </p:tavLst>
                                    </p:anim>
                                    <p:anim calcmode="lin" valueType="num">
                                      <p:cBhvr>
                                        <p:cTn id="13" dur="500" fill="hold"/>
                                        <p:tgtEl>
                                          <p:spTgt spid="864263"/>
                                        </p:tgtEl>
                                        <p:attrNameLst>
                                          <p:attrName>ppt_h</p:attrName>
                                        </p:attrNameLst>
                                      </p:cBhvr>
                                      <p:tavLst>
                                        <p:tav tm="0">
                                          <p:val>
                                            <p:fltVal val="0"/>
                                          </p:val>
                                        </p:tav>
                                        <p:tav tm="100000">
                                          <p:val>
                                            <p:strVal val="#ppt_h"/>
                                          </p:val>
                                        </p:tav>
                                      </p:tavLst>
                                    </p:anim>
                                    <p:animEffect transition="in" filter="fade">
                                      <p:cBhvr>
                                        <p:cTn id="14" dur="500"/>
                                        <p:tgtEl>
                                          <p:spTgt spid="864263"/>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1" nodeType="clickEffect">
                                  <p:stCondLst>
                                    <p:cond delay="0"/>
                                  </p:stCondLst>
                                  <p:childTnLst>
                                    <p:set>
                                      <p:cBhvr>
                                        <p:cTn id="18" dur="1" fill="hold">
                                          <p:stCondLst>
                                            <p:cond delay="0"/>
                                          </p:stCondLst>
                                        </p:cTn>
                                        <p:tgtEl>
                                          <p:spTgt spid="864264"/>
                                        </p:tgtEl>
                                        <p:attrNameLst>
                                          <p:attrName>style.visibility</p:attrName>
                                        </p:attrNameLst>
                                      </p:cBhvr>
                                      <p:to>
                                        <p:strVal val="visible"/>
                                      </p:to>
                                    </p:set>
                                    <p:anim calcmode="lin" valueType="num">
                                      <p:cBhvr>
                                        <p:cTn id="19" dur="500" fill="hold"/>
                                        <p:tgtEl>
                                          <p:spTgt spid="864264"/>
                                        </p:tgtEl>
                                        <p:attrNameLst>
                                          <p:attrName>ppt_w</p:attrName>
                                        </p:attrNameLst>
                                      </p:cBhvr>
                                      <p:tavLst>
                                        <p:tav tm="0">
                                          <p:val>
                                            <p:fltVal val="0"/>
                                          </p:val>
                                        </p:tav>
                                        <p:tav tm="100000">
                                          <p:val>
                                            <p:strVal val="#ppt_w"/>
                                          </p:val>
                                        </p:tav>
                                      </p:tavLst>
                                    </p:anim>
                                    <p:anim calcmode="lin" valueType="num">
                                      <p:cBhvr>
                                        <p:cTn id="20" dur="500" fill="hold"/>
                                        <p:tgtEl>
                                          <p:spTgt spid="864264"/>
                                        </p:tgtEl>
                                        <p:attrNameLst>
                                          <p:attrName>ppt_h</p:attrName>
                                        </p:attrNameLst>
                                      </p:cBhvr>
                                      <p:tavLst>
                                        <p:tav tm="0">
                                          <p:val>
                                            <p:fltVal val="0"/>
                                          </p:val>
                                        </p:tav>
                                        <p:tav tm="100000">
                                          <p:val>
                                            <p:strVal val="#ppt_h"/>
                                          </p:val>
                                        </p:tav>
                                      </p:tavLst>
                                    </p:anim>
                                    <p:animEffect transition="in" filter="fade">
                                      <p:cBhvr>
                                        <p:cTn id="21" dur="500"/>
                                        <p:tgtEl>
                                          <p:spTgt spid="864264"/>
                                        </p:tgtEl>
                                      </p:cBhvr>
                                    </p:animEffect>
                                  </p:childTnLst>
                                </p:cTn>
                              </p:par>
                              <p:par>
                                <p:cTn id="22" presetID="53" presetClass="entr" presetSubtype="16" fill="hold" grpId="1" nodeType="with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ppt_w</p:attrName>
                                        </p:attrNameLst>
                                      </p:cBhvr>
                                      <p:tavLst>
                                        <p:tav tm="0">
                                          <p:val>
                                            <p:fltVal val="0"/>
                                          </p:val>
                                        </p:tav>
                                        <p:tav tm="100000">
                                          <p:val>
                                            <p:strVal val="#ppt_w"/>
                                          </p:val>
                                        </p:tav>
                                      </p:tavLst>
                                    </p:anim>
                                    <p:anim calcmode="lin" valueType="num">
                                      <p:cBhvr>
                                        <p:cTn id="25" dur="500" fill="hold"/>
                                        <p:tgtEl>
                                          <p:spTgt spid="4"/>
                                        </p:tgtEl>
                                        <p:attrNameLst>
                                          <p:attrName>ppt_h</p:attrName>
                                        </p:attrNameLst>
                                      </p:cBhvr>
                                      <p:tavLst>
                                        <p:tav tm="0">
                                          <p:val>
                                            <p:fltVal val="0"/>
                                          </p:val>
                                        </p:tav>
                                        <p:tav tm="100000">
                                          <p:val>
                                            <p:strVal val="#ppt_h"/>
                                          </p:val>
                                        </p:tav>
                                      </p:tavLst>
                                    </p:anim>
                                    <p:animEffect transition="in" filter="fade">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xit" presetSubtype="16" fill="hold" grpId="0" nodeType="clickEffect">
                                  <p:stCondLst>
                                    <p:cond delay="0"/>
                                  </p:stCondLst>
                                  <p:childTnLst>
                                    <p:anim calcmode="lin" valueType="num">
                                      <p:cBhvr>
                                        <p:cTn id="30" dur="500"/>
                                        <p:tgtEl>
                                          <p:spTgt spid="864262"/>
                                        </p:tgtEl>
                                        <p:attrNameLst>
                                          <p:attrName>ppt_w</p:attrName>
                                        </p:attrNameLst>
                                      </p:cBhvr>
                                      <p:tavLst>
                                        <p:tav tm="0">
                                          <p:val>
                                            <p:strVal val="ppt_w"/>
                                          </p:val>
                                        </p:tav>
                                        <p:tav tm="100000">
                                          <p:val>
                                            <p:fltVal val="0"/>
                                          </p:val>
                                        </p:tav>
                                      </p:tavLst>
                                    </p:anim>
                                    <p:anim calcmode="lin" valueType="num">
                                      <p:cBhvr>
                                        <p:cTn id="31" dur="500"/>
                                        <p:tgtEl>
                                          <p:spTgt spid="864262"/>
                                        </p:tgtEl>
                                        <p:attrNameLst>
                                          <p:attrName>ppt_h</p:attrName>
                                        </p:attrNameLst>
                                      </p:cBhvr>
                                      <p:tavLst>
                                        <p:tav tm="0">
                                          <p:val>
                                            <p:strVal val="ppt_h"/>
                                          </p:val>
                                        </p:tav>
                                        <p:tav tm="100000">
                                          <p:val>
                                            <p:fltVal val="0"/>
                                          </p:val>
                                        </p:tav>
                                      </p:tavLst>
                                    </p:anim>
                                    <p:animEffect transition="out" filter="fade">
                                      <p:cBhvr>
                                        <p:cTn id="32" dur="500"/>
                                        <p:tgtEl>
                                          <p:spTgt spid="864262"/>
                                        </p:tgtEl>
                                      </p:cBhvr>
                                    </p:animEffect>
                                    <p:set>
                                      <p:cBhvr>
                                        <p:cTn id="33" dur="1" fill="hold">
                                          <p:stCondLst>
                                            <p:cond delay="499"/>
                                          </p:stCondLst>
                                        </p:cTn>
                                        <p:tgtEl>
                                          <p:spTgt spid="864262"/>
                                        </p:tgtEl>
                                        <p:attrNameLst>
                                          <p:attrName>style.visibility</p:attrName>
                                        </p:attrNameLst>
                                      </p:cBhvr>
                                      <p:to>
                                        <p:strVal val="hidden"/>
                                      </p:to>
                                    </p:set>
                                  </p:childTnLst>
                                </p:cTn>
                              </p:par>
                              <p:par>
                                <p:cTn id="34" presetID="53" presetClass="exit" presetSubtype="16" fill="hold" grpId="0" nodeType="withEffect">
                                  <p:stCondLst>
                                    <p:cond delay="0"/>
                                  </p:stCondLst>
                                  <p:childTnLst>
                                    <p:anim calcmode="lin" valueType="num">
                                      <p:cBhvr>
                                        <p:cTn id="35" dur="500"/>
                                        <p:tgtEl>
                                          <p:spTgt spid="864263"/>
                                        </p:tgtEl>
                                        <p:attrNameLst>
                                          <p:attrName>ppt_w</p:attrName>
                                        </p:attrNameLst>
                                      </p:cBhvr>
                                      <p:tavLst>
                                        <p:tav tm="0">
                                          <p:val>
                                            <p:strVal val="ppt_w"/>
                                          </p:val>
                                        </p:tav>
                                        <p:tav tm="100000">
                                          <p:val>
                                            <p:fltVal val="0"/>
                                          </p:val>
                                        </p:tav>
                                      </p:tavLst>
                                    </p:anim>
                                    <p:anim calcmode="lin" valueType="num">
                                      <p:cBhvr>
                                        <p:cTn id="36" dur="500"/>
                                        <p:tgtEl>
                                          <p:spTgt spid="864263"/>
                                        </p:tgtEl>
                                        <p:attrNameLst>
                                          <p:attrName>ppt_h</p:attrName>
                                        </p:attrNameLst>
                                      </p:cBhvr>
                                      <p:tavLst>
                                        <p:tav tm="0">
                                          <p:val>
                                            <p:strVal val="ppt_h"/>
                                          </p:val>
                                        </p:tav>
                                        <p:tav tm="100000">
                                          <p:val>
                                            <p:fltVal val="0"/>
                                          </p:val>
                                        </p:tav>
                                      </p:tavLst>
                                    </p:anim>
                                    <p:animEffect transition="out" filter="fade">
                                      <p:cBhvr>
                                        <p:cTn id="37" dur="500"/>
                                        <p:tgtEl>
                                          <p:spTgt spid="864263"/>
                                        </p:tgtEl>
                                      </p:cBhvr>
                                    </p:animEffect>
                                    <p:set>
                                      <p:cBhvr>
                                        <p:cTn id="38" dur="1" fill="hold">
                                          <p:stCondLst>
                                            <p:cond delay="499"/>
                                          </p:stCondLst>
                                        </p:cTn>
                                        <p:tgtEl>
                                          <p:spTgt spid="864263"/>
                                        </p:tgtEl>
                                        <p:attrNameLst>
                                          <p:attrName>style.visibility</p:attrName>
                                        </p:attrNameLst>
                                      </p:cBhvr>
                                      <p:to>
                                        <p:strVal val="hidden"/>
                                      </p:to>
                                    </p:set>
                                  </p:childTnLst>
                                </p:cTn>
                              </p:par>
                              <p:par>
                                <p:cTn id="39" presetID="53" presetClass="exit" presetSubtype="16" fill="hold" grpId="0" nodeType="withEffect">
                                  <p:stCondLst>
                                    <p:cond delay="0"/>
                                  </p:stCondLst>
                                  <p:childTnLst>
                                    <p:anim calcmode="lin" valueType="num">
                                      <p:cBhvr>
                                        <p:cTn id="40" dur="500"/>
                                        <p:tgtEl>
                                          <p:spTgt spid="864264"/>
                                        </p:tgtEl>
                                        <p:attrNameLst>
                                          <p:attrName>ppt_w</p:attrName>
                                        </p:attrNameLst>
                                      </p:cBhvr>
                                      <p:tavLst>
                                        <p:tav tm="0">
                                          <p:val>
                                            <p:strVal val="ppt_w"/>
                                          </p:val>
                                        </p:tav>
                                        <p:tav tm="100000">
                                          <p:val>
                                            <p:fltVal val="0"/>
                                          </p:val>
                                        </p:tav>
                                      </p:tavLst>
                                    </p:anim>
                                    <p:anim calcmode="lin" valueType="num">
                                      <p:cBhvr>
                                        <p:cTn id="41" dur="500"/>
                                        <p:tgtEl>
                                          <p:spTgt spid="864264"/>
                                        </p:tgtEl>
                                        <p:attrNameLst>
                                          <p:attrName>ppt_h</p:attrName>
                                        </p:attrNameLst>
                                      </p:cBhvr>
                                      <p:tavLst>
                                        <p:tav tm="0">
                                          <p:val>
                                            <p:strVal val="ppt_h"/>
                                          </p:val>
                                        </p:tav>
                                        <p:tav tm="100000">
                                          <p:val>
                                            <p:fltVal val="0"/>
                                          </p:val>
                                        </p:tav>
                                      </p:tavLst>
                                    </p:anim>
                                    <p:animEffect transition="out" filter="fade">
                                      <p:cBhvr>
                                        <p:cTn id="42" dur="500"/>
                                        <p:tgtEl>
                                          <p:spTgt spid="864264"/>
                                        </p:tgtEl>
                                      </p:cBhvr>
                                    </p:animEffect>
                                    <p:set>
                                      <p:cBhvr>
                                        <p:cTn id="43" dur="1" fill="hold">
                                          <p:stCondLst>
                                            <p:cond delay="499"/>
                                          </p:stCondLst>
                                        </p:cTn>
                                        <p:tgtEl>
                                          <p:spTgt spid="864264"/>
                                        </p:tgtEl>
                                        <p:attrNameLst>
                                          <p:attrName>style.visibility</p:attrName>
                                        </p:attrNameLst>
                                      </p:cBhvr>
                                      <p:to>
                                        <p:strVal val="hidden"/>
                                      </p:to>
                                    </p:set>
                                  </p:childTnLst>
                                </p:cTn>
                              </p:par>
                              <p:par>
                                <p:cTn id="44" presetID="53" presetClass="exit" presetSubtype="32" fill="hold" grpId="0" nodeType="withEffect">
                                  <p:stCondLst>
                                    <p:cond delay="0"/>
                                  </p:stCondLst>
                                  <p:childTnLst>
                                    <p:anim calcmode="lin" valueType="num">
                                      <p:cBhvr>
                                        <p:cTn id="45" dur="500"/>
                                        <p:tgtEl>
                                          <p:spTgt spid="4"/>
                                        </p:tgtEl>
                                        <p:attrNameLst>
                                          <p:attrName>ppt_w</p:attrName>
                                        </p:attrNameLst>
                                      </p:cBhvr>
                                      <p:tavLst>
                                        <p:tav tm="0">
                                          <p:val>
                                            <p:strVal val="ppt_w"/>
                                          </p:val>
                                        </p:tav>
                                        <p:tav tm="100000">
                                          <p:val>
                                            <p:fltVal val="0"/>
                                          </p:val>
                                        </p:tav>
                                      </p:tavLst>
                                    </p:anim>
                                    <p:anim calcmode="lin" valueType="num">
                                      <p:cBhvr>
                                        <p:cTn id="46" dur="500"/>
                                        <p:tgtEl>
                                          <p:spTgt spid="4"/>
                                        </p:tgtEl>
                                        <p:attrNameLst>
                                          <p:attrName>ppt_h</p:attrName>
                                        </p:attrNameLst>
                                      </p:cBhvr>
                                      <p:tavLst>
                                        <p:tav tm="0">
                                          <p:val>
                                            <p:strVal val="ppt_h"/>
                                          </p:val>
                                        </p:tav>
                                        <p:tav tm="100000">
                                          <p:val>
                                            <p:fltVal val="0"/>
                                          </p:val>
                                        </p:tav>
                                      </p:tavLst>
                                    </p:anim>
                                    <p:animEffect transition="out" filter="fade">
                                      <p:cBhvr>
                                        <p:cTn id="47" dur="500"/>
                                        <p:tgtEl>
                                          <p:spTgt spid="4"/>
                                        </p:tgtEl>
                                      </p:cBhvr>
                                    </p:animEffect>
                                    <p:set>
                                      <p:cBhvr>
                                        <p:cTn id="48"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4262" grpId="0"/>
      <p:bldP spid="864262" grpId="1"/>
      <p:bldP spid="864263" grpId="0" bldLvl="0" animBg="1"/>
      <p:bldP spid="864263" grpId="1" bldLvl="0" animBg="1"/>
      <p:bldP spid="864264" grpId="0"/>
      <p:bldP spid="864264" grpId="1"/>
      <p:bldP spid="4" grpId="0" bldLvl="0" animBg="1"/>
      <p:bldP spid="4" grpId="1"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360" name="Rectangle 8"/>
          <p:cNvSpPr>
            <a:spLocks noGrp="1"/>
          </p:cNvSpPr>
          <p:nvPr>
            <p:ph idx="1"/>
          </p:nvPr>
        </p:nvSpPr>
        <p:spPr>
          <a:xfrm>
            <a:off x="657225" y="2928938"/>
            <a:ext cx="7772400" cy="1433512"/>
          </a:xfrm>
        </p:spPr>
        <p:txBody>
          <a:bodyPr vert="horz" wrap="square" lIns="91440" tIns="45720" rIns="91440" bIns="45720" anchor="t" anchorCtr="0"/>
          <a:lstStyle/>
          <a:p>
            <a:pPr eaLnBrk="1" hangingPunct="1">
              <a:lnSpc>
                <a:spcPts val="3500"/>
              </a:lnSpc>
              <a:buSzPct val="100000"/>
              <a:buFont typeface="Wingdings" panose="05000000000000000000" pitchFamily="2" charset="2"/>
              <a:buNone/>
            </a:pPr>
            <a:r>
              <a:rPr lang="en-US" altLang="zh-CN" sz="2500" b="1" kern="1200" dirty="0">
                <a:solidFill>
                  <a:schemeClr val="tx1"/>
                </a:solidFill>
                <a:latin typeface="Times New Roman" panose="02020603050405020304" pitchFamily="18" charset="0"/>
                <a:ea typeface="楷体_GB2312"/>
                <a:cs typeface="+mn-cs"/>
              </a:rPr>
              <a:t>③</a:t>
            </a:r>
            <a:r>
              <a:rPr lang="zh-CN" altLang="en-US" sz="2500" b="1" kern="1200" dirty="0">
                <a:solidFill>
                  <a:schemeClr val="tx1"/>
                </a:solidFill>
                <a:latin typeface="楷体" panose="02010609060101010101" pitchFamily="49" charset="-122"/>
                <a:ea typeface="华文楷体" panose="02010600040101010101" pitchFamily="2" charset="-122"/>
                <a:cs typeface="+mn-cs"/>
              </a:rPr>
              <a:t>如果</a:t>
            </a:r>
            <a:r>
              <a:rPr lang="en-US" altLang="zh-CN" sz="2300" b="1" kern="1200" dirty="0">
                <a:solidFill>
                  <a:srgbClr val="000000"/>
                </a:solidFill>
                <a:latin typeface="Times New Roman" panose="02020603050405020304" pitchFamily="18" charset="0"/>
                <a:ea typeface="楷体" panose="02010609060101010101" pitchFamily="49" charset="-122"/>
                <a:cs typeface="+mn-cs"/>
              </a:rPr>
              <a:t>ACTION</a:t>
            </a:r>
            <a:r>
              <a:rPr lang="en-US" altLang="zh-CN" sz="2500" b="1" kern="1200" dirty="0">
                <a:solidFill>
                  <a:schemeClr val="tx1"/>
                </a:solidFill>
                <a:latin typeface="Times New Roman" panose="02020603050405020304" pitchFamily="18" charset="0"/>
                <a:ea typeface="楷体_GB2312"/>
                <a:cs typeface="+mn-cs"/>
              </a:rPr>
              <a:t>[</a:t>
            </a:r>
            <a:r>
              <a:rPr lang="en-US" altLang="zh-CN" sz="2500" b="1" i="1" kern="1200" dirty="0">
                <a:solidFill>
                  <a:schemeClr val="tx1"/>
                </a:solidFill>
                <a:latin typeface="Times New Roman" panose="02020603050405020304" pitchFamily="18" charset="0"/>
                <a:ea typeface="楷体_GB2312"/>
                <a:cs typeface="+mn-cs"/>
              </a:rPr>
              <a:t>s</a:t>
            </a:r>
            <a:r>
              <a:rPr lang="en-US" altLang="zh-CN" sz="2500" b="1" i="1" kern="1200" baseline="-25000" dirty="0">
                <a:solidFill>
                  <a:schemeClr val="tx1"/>
                </a:solidFill>
                <a:latin typeface="Times New Roman" panose="02020603050405020304" pitchFamily="18" charset="0"/>
                <a:ea typeface="华文楷体" panose="02010600040101010101" pitchFamily="2" charset="-122"/>
                <a:cs typeface="+mn-cs"/>
              </a:rPr>
              <a:t>m </a:t>
            </a:r>
            <a:r>
              <a:rPr lang="en-US" altLang="zh-CN" sz="2500" b="1" kern="1200" dirty="0">
                <a:solidFill>
                  <a:schemeClr val="tx1"/>
                </a:solidFill>
                <a:latin typeface="Times New Roman" panose="02020603050405020304" pitchFamily="18" charset="0"/>
                <a:ea typeface="楷体_GB2312"/>
                <a:cs typeface="+mn-cs"/>
              </a:rPr>
              <a:t>, </a:t>
            </a:r>
            <a:r>
              <a:rPr lang="en-US" altLang="zh-CN" sz="2500" b="1" i="1" kern="1200" dirty="0">
                <a:solidFill>
                  <a:schemeClr val="tx1"/>
                </a:solidFill>
                <a:latin typeface="Times New Roman" panose="02020603050405020304" pitchFamily="18" charset="0"/>
                <a:ea typeface="楷体_GB2312"/>
                <a:cs typeface="+mn-cs"/>
              </a:rPr>
              <a:t>a</a:t>
            </a:r>
            <a:r>
              <a:rPr lang="en-US" altLang="zh-CN" sz="2500" b="1" i="1" kern="1200" baseline="-25000" dirty="0">
                <a:solidFill>
                  <a:schemeClr val="tx1"/>
                </a:solidFill>
                <a:latin typeface="Times New Roman" panose="02020603050405020304" pitchFamily="18" charset="0"/>
                <a:ea typeface="华文楷体" panose="02010600040101010101" pitchFamily="2" charset="-122"/>
                <a:cs typeface="+mn-cs"/>
              </a:rPr>
              <a:t>i</a:t>
            </a:r>
            <a:r>
              <a:rPr lang="en-US" altLang="zh-CN" sz="2500" b="1" kern="1200" dirty="0">
                <a:solidFill>
                  <a:schemeClr val="tx1"/>
                </a:solidFill>
                <a:latin typeface="Times New Roman" panose="02020603050405020304" pitchFamily="18" charset="0"/>
                <a:ea typeface="楷体_GB2312"/>
                <a:cs typeface="+mn-cs"/>
              </a:rPr>
              <a:t>]=</a:t>
            </a:r>
            <a:r>
              <a:rPr lang="en-US" altLang="zh-CN" sz="2500" b="1" i="1" kern="1200" dirty="0">
                <a:solidFill>
                  <a:schemeClr val="tx1"/>
                </a:solidFill>
                <a:latin typeface="Times New Roman" panose="02020603050405020304" pitchFamily="18" charset="0"/>
                <a:ea typeface="楷体_GB2312"/>
                <a:cs typeface="+mn-cs"/>
              </a:rPr>
              <a:t>acc</a:t>
            </a:r>
            <a:r>
              <a:rPr lang="zh-CN" altLang="en-US" sz="2500" b="1" kern="1200" dirty="0">
                <a:solidFill>
                  <a:schemeClr val="tx1"/>
                </a:solidFill>
                <a:latin typeface="华文楷体" panose="02010600040101010101" pitchFamily="2" charset="-122"/>
                <a:ea typeface="华文楷体" panose="02010600040101010101" pitchFamily="2" charset="-122"/>
                <a:cs typeface="+mn-cs"/>
              </a:rPr>
              <a:t>，</a:t>
            </a:r>
            <a:r>
              <a:rPr lang="zh-CN" altLang="en-US" sz="2500" b="1" kern="1200" dirty="0">
                <a:solidFill>
                  <a:schemeClr val="tx1"/>
                </a:solidFill>
                <a:latin typeface="楷体" panose="02010609060101010101" pitchFamily="49" charset="-122"/>
                <a:ea typeface="华文楷体" panose="02010600040101010101" pitchFamily="2" charset="-122"/>
                <a:cs typeface="+mn-cs"/>
              </a:rPr>
              <a:t>那么分析成功</a:t>
            </a:r>
          </a:p>
          <a:p>
            <a:pPr eaLnBrk="1" hangingPunct="1">
              <a:lnSpc>
                <a:spcPts val="3500"/>
              </a:lnSpc>
              <a:buSzPct val="100000"/>
              <a:buFont typeface="Wingdings" panose="05000000000000000000" pitchFamily="2" charset="2"/>
              <a:buNone/>
            </a:pPr>
            <a:r>
              <a:rPr lang="en-US" altLang="zh-CN" sz="2500" b="1" kern="1200" dirty="0">
                <a:solidFill>
                  <a:schemeClr val="tx1"/>
                </a:solidFill>
                <a:latin typeface="Times New Roman" panose="02020603050405020304" pitchFamily="18" charset="0"/>
                <a:ea typeface="华文楷体" panose="02010600040101010101" pitchFamily="2" charset="-122"/>
                <a:cs typeface="+mn-cs"/>
              </a:rPr>
              <a:t>④</a:t>
            </a:r>
            <a:r>
              <a:rPr lang="zh-CN" altLang="en-US" sz="2500" b="1" kern="1200" dirty="0">
                <a:solidFill>
                  <a:schemeClr val="tx1"/>
                </a:solidFill>
                <a:latin typeface="楷体" panose="02010609060101010101" pitchFamily="49" charset="-122"/>
                <a:ea typeface="华文楷体" panose="02010600040101010101" pitchFamily="2" charset="-122"/>
                <a:cs typeface="+mn-cs"/>
              </a:rPr>
              <a:t>如果</a:t>
            </a:r>
            <a:r>
              <a:rPr lang="en-US" altLang="zh-CN" sz="2300" b="1" kern="1200" dirty="0">
                <a:solidFill>
                  <a:srgbClr val="000000"/>
                </a:solidFill>
                <a:latin typeface="Times New Roman" panose="02020603050405020304" pitchFamily="18" charset="0"/>
                <a:ea typeface="楷体" panose="02010609060101010101" pitchFamily="49" charset="-122"/>
                <a:cs typeface="+mn-cs"/>
              </a:rPr>
              <a:t>ACTION</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s</a:t>
            </a:r>
            <a:r>
              <a:rPr lang="en-US" altLang="zh-CN" sz="2500" b="1" i="1" kern="1200" baseline="-25000" dirty="0">
                <a:solidFill>
                  <a:schemeClr val="tx1"/>
                </a:solidFill>
                <a:latin typeface="Times New Roman" panose="02020603050405020304" pitchFamily="18" charset="0"/>
                <a:ea typeface="华文楷体" panose="02010600040101010101" pitchFamily="2" charset="-122"/>
                <a:cs typeface="+mn-cs"/>
              </a:rPr>
              <a:t>m </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 </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a</a:t>
            </a:r>
            <a:r>
              <a:rPr lang="en-US" altLang="zh-CN" sz="2500" b="1" i="1" kern="1200" baseline="-25000" dirty="0">
                <a:solidFill>
                  <a:schemeClr val="tx1"/>
                </a:solidFill>
                <a:latin typeface="Times New Roman" panose="02020603050405020304" pitchFamily="18" charset="0"/>
                <a:ea typeface="华文楷体" panose="02010600040101010101" pitchFamily="2" charset="-122"/>
                <a:cs typeface="+mn-cs"/>
              </a:rPr>
              <a:t>i</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err</a:t>
            </a:r>
            <a:r>
              <a:rPr lang="zh-CN" altLang="en-US" sz="2500" b="1" kern="1200" dirty="0">
                <a:solidFill>
                  <a:schemeClr val="tx1"/>
                </a:solidFill>
                <a:latin typeface="华文楷体" panose="02010600040101010101" pitchFamily="2" charset="-122"/>
                <a:ea typeface="华文楷体" panose="02010600040101010101" pitchFamily="2" charset="-122"/>
                <a:cs typeface="+mn-cs"/>
              </a:rPr>
              <a:t> ，</a:t>
            </a:r>
            <a:r>
              <a:rPr lang="zh-CN" altLang="en-US" sz="2500" b="1" kern="1200" dirty="0">
                <a:solidFill>
                  <a:schemeClr val="tx1"/>
                </a:solidFill>
                <a:latin typeface="楷体" panose="02010609060101010101" pitchFamily="49" charset="-122"/>
                <a:ea typeface="华文楷体" panose="02010600040101010101" pitchFamily="2" charset="-122"/>
                <a:cs typeface="+mn-cs"/>
              </a:rPr>
              <a:t>那么出现句法错误</a:t>
            </a:r>
            <a:endParaRPr lang="en-US" altLang="zh-CN" sz="2500" b="1" kern="1200" dirty="0">
              <a:solidFill>
                <a:schemeClr val="tx1"/>
              </a:solidFill>
              <a:latin typeface="楷体" panose="02010609060101010101" pitchFamily="49" charset="-122"/>
              <a:ea typeface="华文楷体" panose="02010600040101010101" pitchFamily="2" charset="-122"/>
              <a:cs typeface="+mn-cs"/>
            </a:endParaRPr>
          </a:p>
        </p:txBody>
      </p:sp>
      <p:sp>
        <p:nvSpPr>
          <p:cNvPr id="53251"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buNone/>
            </a:pPr>
            <a:r>
              <a:rPr lang="en-US" altLang="zh-CN" sz="3000" i="1" kern="1200" dirty="0">
                <a:solidFill>
                  <a:schemeClr val="tx1"/>
                </a:solidFill>
                <a:latin typeface="Times New Roman" panose="02020603050405020304" pitchFamily="18" charset="0"/>
                <a:ea typeface="微软雅黑" panose="020B0503020204020204" pitchFamily="34" charset="-122"/>
                <a:cs typeface="+mj-cs"/>
              </a:rPr>
              <a:t>LR </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分析器的工作过程</a:t>
            </a:r>
          </a:p>
        </p:txBody>
      </p:sp>
      <p:sp>
        <p:nvSpPr>
          <p:cNvPr id="53252" name="Text Box 3"/>
          <p:cNvSpPr txBox="1"/>
          <p:nvPr/>
        </p:nvSpPr>
        <p:spPr>
          <a:xfrm>
            <a:off x="428625" y="798513"/>
            <a:ext cx="8001000" cy="477837"/>
          </a:xfrm>
          <a:prstGeom prst="rect">
            <a:avLst/>
          </a:prstGeom>
          <a:noFill/>
          <a:ln w="12700">
            <a:noFill/>
          </a:ln>
        </p:spPr>
        <p:txBody>
          <a:bodyPr>
            <a:spAutoFit/>
          </a:bodyPr>
          <a:lstStyle/>
          <a:p>
            <a:pPr>
              <a:spcBef>
                <a:spcPct val="20000"/>
              </a:spcBef>
              <a:buSzPct val="100000"/>
              <a:buFont typeface="Wingdings" panose="05000000000000000000" pitchFamily="2" charset="2"/>
              <a:buChar char="Ø"/>
            </a:pPr>
            <a:r>
              <a:rPr lang="zh-CN" altLang="en-US" sz="2500" b="1" dirty="0">
                <a:solidFill>
                  <a:srgbClr val="000000"/>
                </a:solidFill>
                <a:latin typeface="楷体" panose="02010609060101010101" pitchFamily="49" charset="-122"/>
                <a:ea typeface="楷体" panose="02010609060101010101" pitchFamily="49" charset="-122"/>
              </a:rPr>
              <a:t>初始化</a:t>
            </a:r>
          </a:p>
        </p:txBody>
      </p:sp>
      <p:sp>
        <p:nvSpPr>
          <p:cNvPr id="53253" name="Text Box 4"/>
          <p:cNvSpPr txBox="1"/>
          <p:nvPr/>
        </p:nvSpPr>
        <p:spPr>
          <a:xfrm>
            <a:off x="466725" y="1643063"/>
            <a:ext cx="8534400" cy="477837"/>
          </a:xfrm>
          <a:prstGeom prst="rect">
            <a:avLst/>
          </a:prstGeom>
          <a:noFill/>
          <a:ln w="12700">
            <a:noFill/>
          </a:ln>
        </p:spPr>
        <p:txBody>
          <a:bodyPr>
            <a:spAutoFit/>
          </a:bodyPr>
          <a:lstStyle/>
          <a:p>
            <a:pPr>
              <a:spcBef>
                <a:spcPct val="20000"/>
              </a:spcBef>
              <a:buSzPct val="100000"/>
              <a:buFont typeface="Wingdings" panose="05000000000000000000" pitchFamily="2" charset="2"/>
              <a:buChar char="Ø"/>
            </a:pPr>
            <a:r>
              <a:rPr lang="zh-CN" altLang="en-US" sz="2500" b="1" dirty="0">
                <a:solidFill>
                  <a:srgbClr val="000000"/>
                </a:solidFill>
                <a:latin typeface="楷体" panose="02010609060101010101" pitchFamily="49" charset="-122"/>
                <a:ea typeface="楷体" panose="02010609060101010101" pitchFamily="49" charset="-122"/>
              </a:rPr>
              <a:t>一般情况下</a:t>
            </a:r>
          </a:p>
        </p:txBody>
      </p:sp>
      <p:sp>
        <p:nvSpPr>
          <p:cNvPr id="8" name="矩形 7"/>
          <p:cNvSpPr/>
          <p:nvPr/>
        </p:nvSpPr>
        <p:spPr>
          <a:xfrm>
            <a:off x="2686050" y="1022350"/>
            <a:ext cx="3757613" cy="685800"/>
          </a:xfrm>
          <a:prstGeom prst="rect">
            <a:avLst/>
          </a:prstGeom>
          <a:solidFill>
            <a:schemeClr val="accent2">
              <a:lumMod val="40000"/>
              <a:lumOff val="60000"/>
            </a:schemeClr>
          </a:solidFill>
          <a:ln>
            <a:solidFill>
              <a:schemeClr val="tx1"/>
            </a:solidFill>
          </a:ln>
        </p:spPr>
        <p:txBody>
          <a:bodyPr>
            <a:spAutoFit/>
          </a:bodyPr>
          <a:lstStyle/>
          <a:p>
            <a:pPr marL="0" marR="0" lvl="0" indent="0" algn="l" defTabSz="914400" rtl="0" eaLnBrk="0" fontAlgn="base" latinLnBrk="0" hangingPunct="0">
              <a:lnSpc>
                <a:spcPts val="2000"/>
              </a:lnSpc>
              <a:spcBef>
                <a:spcPct val="0"/>
              </a:spcBef>
              <a:spcAft>
                <a:spcPct val="0"/>
              </a:spcAft>
              <a:buClr>
                <a:srgbClr val="073E87"/>
              </a:buClr>
              <a:buSzPct val="75000"/>
              <a:buFontTx/>
              <a:buNone/>
              <a:defRPr/>
            </a:pP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s</a:t>
            </a:r>
            <a:r>
              <a:rPr kumimoji="1" lang="en-US" altLang="zh-CN" sz="24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0</a:t>
            </a:r>
          </a:p>
          <a:p>
            <a:pPr marL="0" marR="0" lvl="0" indent="0" algn="l" defTabSz="914400" rtl="0" eaLnBrk="0" fontAlgn="base" latinLnBrk="0" hangingPunct="0">
              <a:lnSpc>
                <a:spcPts val="2000"/>
              </a:lnSpc>
              <a:spcBef>
                <a:spcPct val="20000"/>
              </a:spcBef>
              <a:spcAft>
                <a:spcPct val="0"/>
              </a:spcAft>
              <a:buClr>
                <a:srgbClr val="073E87"/>
              </a:buClr>
              <a:buSzPct val="75000"/>
              <a:buFontTx/>
              <a:buNone/>
              <a:defRPr/>
            </a:pPr>
            <a:r>
              <a:rPr kumimoji="1"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r>
              <a:rPr kumimoji="1" lang="en-US" altLang="zh-CN" sz="24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4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1</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4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2</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4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n</a:t>
            </a:r>
            <a:r>
              <a:rPr kumimoji="1"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endParaRPr kumimoji="0" lang="zh-CN" altLang="en-US" sz="18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矩形 8"/>
          <p:cNvSpPr/>
          <p:nvPr/>
        </p:nvSpPr>
        <p:spPr>
          <a:xfrm>
            <a:off x="2686050" y="1885950"/>
            <a:ext cx="3757613" cy="685800"/>
          </a:xfrm>
          <a:prstGeom prst="rect">
            <a:avLst/>
          </a:prstGeom>
          <a:solidFill>
            <a:schemeClr val="accent2">
              <a:lumMod val="40000"/>
              <a:lumOff val="60000"/>
            </a:schemeClr>
          </a:solidFill>
          <a:ln>
            <a:solidFill>
              <a:schemeClr val="tx1"/>
            </a:solidFill>
          </a:ln>
        </p:spPr>
        <p:txBody>
          <a:bodyPr>
            <a:spAutoFit/>
          </a:bodyPr>
          <a:lstStyle/>
          <a:p>
            <a:pPr marL="0" marR="0" lvl="0" indent="0" algn="l" defTabSz="914400" rtl="0" eaLnBrk="0" fontAlgn="base" latinLnBrk="0" hangingPunct="0">
              <a:lnSpc>
                <a:spcPts val="2000"/>
              </a:lnSpc>
              <a:spcBef>
                <a:spcPct val="0"/>
              </a:spcBef>
              <a:spcAft>
                <a:spcPct val="0"/>
              </a:spcAft>
              <a:buClr>
                <a:srgbClr val="073E87"/>
              </a:buClr>
              <a:buSzPct val="75000"/>
              <a:buFontTx/>
              <a:buNone/>
              <a:defRPr/>
            </a:pP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s</a:t>
            </a:r>
            <a:r>
              <a:rPr kumimoji="1" lang="en-US" altLang="zh-CN" sz="24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0</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s</a:t>
            </a:r>
            <a:r>
              <a:rPr kumimoji="1" lang="en-US" altLang="zh-CN" sz="24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1</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s</a:t>
            </a:r>
            <a:r>
              <a:rPr kumimoji="1" lang="en-US" altLang="zh-CN" sz="2400" b="1" i="1" u="none" strike="noStrike" kern="1200" cap="none" spc="0" normalizeH="0" baseline="-2500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m</a:t>
            </a:r>
            <a:endParaRPr kumimoji="1" lang="en-US" altLang="zh-CN" sz="8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000"/>
              </a:lnSpc>
              <a:spcBef>
                <a:spcPct val="20000"/>
              </a:spcBef>
              <a:spcAft>
                <a:spcPct val="0"/>
              </a:spcAft>
              <a:buClr>
                <a:srgbClr val="073E87"/>
              </a:buClr>
              <a:buSzPct val="75000"/>
              <a:buFontTx/>
              <a:buNone/>
              <a:defRPr/>
            </a:pPr>
            <a:r>
              <a:rPr kumimoji="1"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4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1</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r>
              <a:rPr kumimoji="1" lang="en-US" altLang="zh-CN" sz="2400" b="1" i="1"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400" b="1" i="1" u="none" strike="noStrike" kern="1200" cap="none" spc="0" normalizeH="0" baseline="-2500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m</a:t>
            </a:r>
            <a:r>
              <a:rPr kumimoji="1" lang="en-US" altLang="zh-CN" sz="24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4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i</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4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i+</a:t>
            </a:r>
            <a:r>
              <a:rPr kumimoji="1" lang="en-US" altLang="zh-CN" sz="2400" b="1" i="0"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1</a:t>
            </a:r>
            <a:r>
              <a:rPr kumimoji="1"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r>
              <a:rPr kumimoji="1" lang="en-US" altLang="zh-CN" sz="24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n</a:t>
            </a:r>
            <a:r>
              <a:rPr kumimoji="1"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endParaRPr kumimoji="0" lang="zh-CN" altLang="en-US" sz="18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868360">
                                            <p:txEl>
                                              <p:pRg st="0" end="0"/>
                                            </p:txEl>
                                          </p:spTgt>
                                        </p:tgtEl>
                                        <p:attrNameLst>
                                          <p:attrName>style.visibility</p:attrName>
                                        </p:attrNameLst>
                                      </p:cBhvr>
                                      <p:to>
                                        <p:strVal val="visible"/>
                                      </p:to>
                                    </p:set>
                                    <p:anim calcmode="lin" valueType="num">
                                      <p:cBhvr>
                                        <p:cTn id="7" dur="500" fill="hold"/>
                                        <p:tgtEl>
                                          <p:spTgt spid="868360">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868360">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868360">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868360">
                                            <p:txEl>
                                              <p:pRg st="1" end="1"/>
                                            </p:txEl>
                                          </p:spTgt>
                                        </p:tgtEl>
                                        <p:attrNameLst>
                                          <p:attrName>style.visibility</p:attrName>
                                        </p:attrNameLst>
                                      </p:cBhvr>
                                      <p:to>
                                        <p:strVal val="visible"/>
                                      </p:to>
                                    </p:set>
                                    <p:anim calcmode="lin" valueType="num">
                                      <p:cBhvr>
                                        <p:cTn id="14" dur="500" fill="hold"/>
                                        <p:tgtEl>
                                          <p:spTgt spid="868360">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868360">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86836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8360"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内容占位符 2"/>
          <p:cNvSpPr>
            <a:spLocks noGrp="1"/>
          </p:cNvSpPr>
          <p:nvPr>
            <p:ph idx="1"/>
          </p:nvPr>
        </p:nvSpPr>
        <p:spPr>
          <a:xfrm>
            <a:off x="-57150" y="714375"/>
            <a:ext cx="9201150" cy="1714500"/>
          </a:xfrm>
        </p:spPr>
        <p:txBody>
          <a:bodyPr vert="horz" wrap="square" lIns="91440" tIns="45720" rIns="91440" bIns="45720" anchor="t" anchorCtr="0"/>
          <a:lstStyle/>
          <a:p>
            <a:pPr eaLnBrk="1" hangingPunct="1">
              <a:lnSpc>
                <a:spcPts val="2000"/>
              </a:lnSpc>
              <a:buClrTx/>
              <a:buSzPct val="100000"/>
              <a:buFont typeface="Wingdings" panose="05000000000000000000" pitchFamily="2" charset="2"/>
              <a:buChar char="Ø"/>
            </a:pPr>
            <a:r>
              <a:rPr lang="zh-CN" altLang="en-US" sz="1600" b="1" kern="1200" dirty="0">
                <a:solidFill>
                  <a:schemeClr val="tx1"/>
                </a:solidFill>
                <a:latin typeface="Times New Roman" panose="02020603050405020304" pitchFamily="18" charset="0"/>
                <a:ea typeface="华文楷体" panose="02010600040101010101" pitchFamily="2" charset="-122"/>
                <a:cs typeface="+mn-cs"/>
              </a:rPr>
              <a:t>输入：串</a:t>
            </a:r>
            <a:r>
              <a:rPr lang="en-US" altLang="zh-CN" sz="1600" b="1" i="1" kern="1200" dirty="0">
                <a:solidFill>
                  <a:schemeClr val="tx1"/>
                </a:solidFill>
                <a:latin typeface="Times New Roman" panose="02020603050405020304" pitchFamily="18" charset="0"/>
                <a:ea typeface="华文楷体" panose="02010600040101010101" pitchFamily="2" charset="-122"/>
                <a:cs typeface="+mn-cs"/>
              </a:rPr>
              <a:t>w</a:t>
            </a:r>
            <a:r>
              <a:rPr lang="zh-CN" altLang="en-US" sz="1600" b="1" kern="1200" dirty="0">
                <a:solidFill>
                  <a:schemeClr val="tx1"/>
                </a:solidFill>
                <a:latin typeface="Times New Roman" panose="02020603050405020304" pitchFamily="18" charset="0"/>
                <a:ea typeface="华文楷体" panose="02010600040101010101" pitchFamily="2" charset="-122"/>
                <a:cs typeface="+mn-cs"/>
              </a:rPr>
              <a:t>和</a:t>
            </a:r>
            <a:r>
              <a:rPr lang="en-US" altLang="zh-CN" sz="1600" b="1" i="1" kern="1200" dirty="0">
                <a:solidFill>
                  <a:schemeClr val="tx1"/>
                </a:solidFill>
                <a:latin typeface="Times New Roman" panose="02020603050405020304" pitchFamily="18" charset="0"/>
                <a:ea typeface="华文楷体" panose="02010600040101010101" pitchFamily="2" charset="-122"/>
                <a:cs typeface="+mn-cs"/>
              </a:rPr>
              <a:t>LR</a:t>
            </a:r>
            <a:r>
              <a:rPr lang="zh-CN" altLang="en-US" sz="1600" b="1" kern="1200" dirty="0">
                <a:solidFill>
                  <a:schemeClr val="tx1"/>
                </a:solidFill>
                <a:latin typeface="Times New Roman" panose="02020603050405020304" pitchFamily="18" charset="0"/>
                <a:ea typeface="华文楷体" panose="02010600040101010101" pitchFamily="2" charset="-122"/>
                <a:cs typeface="+mn-cs"/>
              </a:rPr>
              <a:t>句法分析表，该表描述了文法</a:t>
            </a:r>
            <a:r>
              <a:rPr lang="en-US" altLang="zh-CN" sz="1600" b="1" i="1" kern="1200" dirty="0">
                <a:solidFill>
                  <a:schemeClr val="tx1"/>
                </a:solidFill>
                <a:latin typeface="Times New Roman" panose="02020603050405020304" pitchFamily="18" charset="0"/>
                <a:ea typeface="华文楷体" panose="02010600040101010101" pitchFamily="2" charset="-122"/>
                <a:cs typeface="+mn-cs"/>
              </a:rPr>
              <a:t>G</a:t>
            </a:r>
            <a:r>
              <a:rPr lang="zh-CN" altLang="en-US" sz="1600" b="1" kern="1200" dirty="0">
                <a:solidFill>
                  <a:schemeClr val="tx1"/>
                </a:solidFill>
                <a:latin typeface="Times New Roman" panose="02020603050405020304" pitchFamily="18" charset="0"/>
                <a:ea typeface="华文楷体" panose="02010600040101010101" pitchFamily="2" charset="-122"/>
                <a:cs typeface="+mn-cs"/>
              </a:rPr>
              <a:t>的</a:t>
            </a:r>
            <a:r>
              <a:rPr lang="en-US" altLang="zh-CN" sz="1600" b="1" kern="1200" dirty="0">
                <a:solidFill>
                  <a:schemeClr val="tx1"/>
                </a:solidFill>
                <a:latin typeface="Times New Roman" panose="02020603050405020304" pitchFamily="18" charset="0"/>
                <a:ea typeface="华文楷体" panose="02010600040101010101" pitchFamily="2" charset="-122"/>
                <a:cs typeface="+mn-cs"/>
              </a:rPr>
              <a:t>ACTION</a:t>
            </a:r>
            <a:r>
              <a:rPr lang="zh-CN" altLang="en-US" sz="1600" b="1" kern="1200" dirty="0">
                <a:solidFill>
                  <a:schemeClr val="tx1"/>
                </a:solidFill>
                <a:latin typeface="Times New Roman" panose="02020603050405020304" pitchFamily="18" charset="0"/>
                <a:ea typeface="华文楷体" panose="02010600040101010101" pitchFamily="2" charset="-122"/>
                <a:cs typeface="+mn-cs"/>
              </a:rPr>
              <a:t>函数和</a:t>
            </a:r>
            <a:r>
              <a:rPr lang="en-US" altLang="zh-CN" sz="1600" b="1" kern="1200" dirty="0">
                <a:solidFill>
                  <a:schemeClr val="tx1"/>
                </a:solidFill>
                <a:latin typeface="Times New Roman" panose="02020603050405020304" pitchFamily="18" charset="0"/>
                <a:ea typeface="华文楷体" panose="02010600040101010101" pitchFamily="2" charset="-122"/>
                <a:cs typeface="+mn-cs"/>
              </a:rPr>
              <a:t>GOTO</a:t>
            </a:r>
            <a:r>
              <a:rPr lang="zh-CN" altLang="en-US" sz="1600" b="1" kern="1200" dirty="0">
                <a:solidFill>
                  <a:schemeClr val="tx1"/>
                </a:solidFill>
                <a:latin typeface="Times New Roman" panose="02020603050405020304" pitchFamily="18" charset="0"/>
                <a:ea typeface="华文楷体" panose="02010600040101010101" pitchFamily="2" charset="-122"/>
                <a:cs typeface="+mn-cs"/>
              </a:rPr>
              <a:t>函数。</a:t>
            </a:r>
            <a:r>
              <a:rPr lang="en-US" altLang="zh-CN" sz="1600" b="1" kern="1200" dirty="0">
                <a:solidFill>
                  <a:schemeClr val="tx1"/>
                </a:solidFill>
                <a:latin typeface="Times New Roman" panose="02020603050405020304" pitchFamily="18" charset="0"/>
                <a:ea typeface="华文楷体" panose="02010600040101010101" pitchFamily="2" charset="-122"/>
                <a:cs typeface="+mn-cs"/>
              </a:rPr>
              <a:t> </a:t>
            </a:r>
          </a:p>
          <a:p>
            <a:pPr eaLnBrk="1" hangingPunct="1">
              <a:lnSpc>
                <a:spcPts val="2000"/>
              </a:lnSpc>
              <a:buClrTx/>
              <a:buSzPct val="100000"/>
              <a:buFont typeface="Wingdings" panose="05000000000000000000" pitchFamily="2" charset="2"/>
              <a:buChar char="Ø"/>
            </a:pPr>
            <a:r>
              <a:rPr lang="zh-CN" altLang="en-US" sz="1600" b="1" kern="1200" dirty="0">
                <a:solidFill>
                  <a:schemeClr val="tx1"/>
                </a:solidFill>
                <a:latin typeface="Times New Roman" panose="02020603050405020304" pitchFamily="18" charset="0"/>
                <a:ea typeface="华文楷体" panose="02010600040101010101" pitchFamily="2" charset="-122"/>
                <a:cs typeface="+mn-cs"/>
              </a:rPr>
              <a:t>输出：如果</a:t>
            </a:r>
            <a:r>
              <a:rPr lang="en-US" altLang="zh-CN" sz="1600" b="1" i="1" kern="1200" dirty="0">
                <a:solidFill>
                  <a:schemeClr val="tx1"/>
                </a:solidFill>
                <a:latin typeface="Times New Roman" panose="02020603050405020304" pitchFamily="18" charset="0"/>
                <a:ea typeface="华文楷体" panose="02010600040101010101" pitchFamily="2" charset="-122"/>
                <a:cs typeface="+mn-cs"/>
              </a:rPr>
              <a:t>w</a:t>
            </a:r>
            <a:r>
              <a:rPr lang="zh-CN" altLang="en-US" sz="1600" b="1" kern="1200" dirty="0">
                <a:solidFill>
                  <a:schemeClr val="tx1"/>
                </a:solidFill>
                <a:latin typeface="Times New Roman" panose="02020603050405020304" pitchFamily="18" charset="0"/>
                <a:ea typeface="华文楷体" panose="02010600040101010101" pitchFamily="2" charset="-122"/>
                <a:cs typeface="+mn-cs"/>
              </a:rPr>
              <a:t>在</a:t>
            </a:r>
            <a:r>
              <a:rPr lang="en-US" altLang="zh-CN" sz="1600" b="1" kern="1200" dirty="0">
                <a:solidFill>
                  <a:schemeClr val="tx1"/>
                </a:solidFill>
                <a:latin typeface="Times New Roman" panose="02020603050405020304" pitchFamily="18" charset="0"/>
                <a:ea typeface="华文楷体" panose="02010600040101010101" pitchFamily="2" charset="-122"/>
                <a:cs typeface="+mn-cs"/>
              </a:rPr>
              <a:t> </a:t>
            </a:r>
            <a:r>
              <a:rPr lang="en-US" altLang="zh-CN" sz="1600" b="1" i="1" kern="1200" dirty="0">
                <a:solidFill>
                  <a:schemeClr val="tx1"/>
                </a:solidFill>
                <a:latin typeface="Times New Roman" panose="02020603050405020304" pitchFamily="18" charset="0"/>
                <a:ea typeface="华文楷体" panose="02010600040101010101" pitchFamily="2" charset="-122"/>
                <a:cs typeface="+mn-cs"/>
              </a:rPr>
              <a:t>L</a:t>
            </a:r>
            <a:r>
              <a:rPr lang="en-US" altLang="zh-CN" sz="16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1600" b="1" i="1" kern="1200" dirty="0">
                <a:solidFill>
                  <a:schemeClr val="tx1"/>
                </a:solidFill>
                <a:latin typeface="Times New Roman" panose="02020603050405020304" pitchFamily="18" charset="0"/>
                <a:ea typeface="华文楷体" panose="02010600040101010101" pitchFamily="2" charset="-122"/>
                <a:cs typeface="+mn-cs"/>
              </a:rPr>
              <a:t>G</a:t>
            </a:r>
            <a:r>
              <a:rPr lang="en-US" altLang="zh-CN" sz="1600" b="1" kern="1200" dirty="0">
                <a:solidFill>
                  <a:schemeClr val="tx1"/>
                </a:solidFill>
                <a:latin typeface="Times New Roman" panose="02020603050405020304" pitchFamily="18" charset="0"/>
                <a:ea typeface="华文楷体" panose="02010600040101010101" pitchFamily="2" charset="-122"/>
                <a:cs typeface="+mn-cs"/>
              </a:rPr>
              <a:t>)</a:t>
            </a:r>
            <a:r>
              <a:rPr lang="zh-CN" altLang="en-US" sz="1600" b="1" kern="1200" dirty="0">
                <a:solidFill>
                  <a:schemeClr val="tx1"/>
                </a:solidFill>
                <a:latin typeface="Times New Roman" panose="02020603050405020304" pitchFamily="18" charset="0"/>
                <a:ea typeface="华文楷体" panose="02010600040101010101" pitchFamily="2" charset="-122"/>
                <a:cs typeface="+mn-cs"/>
              </a:rPr>
              <a:t>中，则输出</a:t>
            </a:r>
            <a:r>
              <a:rPr lang="en-US" altLang="zh-CN" sz="1600" b="1" i="1" kern="1200" dirty="0">
                <a:solidFill>
                  <a:schemeClr val="tx1"/>
                </a:solidFill>
                <a:latin typeface="Times New Roman" panose="02020603050405020304" pitchFamily="18" charset="0"/>
                <a:ea typeface="华文楷体" panose="02010600040101010101" pitchFamily="2" charset="-122"/>
                <a:cs typeface="+mn-cs"/>
              </a:rPr>
              <a:t>w</a:t>
            </a:r>
            <a:r>
              <a:rPr lang="zh-CN" altLang="en-US" sz="1600" b="1" kern="1200" dirty="0">
                <a:solidFill>
                  <a:schemeClr val="tx1"/>
                </a:solidFill>
                <a:latin typeface="Times New Roman" panose="02020603050405020304" pitchFamily="18" charset="0"/>
                <a:ea typeface="华文楷体" panose="02010600040101010101" pitchFamily="2" charset="-122"/>
                <a:cs typeface="+mn-cs"/>
              </a:rPr>
              <a:t>的自底向上句法分析过程中的归约步骤；否则给出错误指示。</a:t>
            </a:r>
            <a:endParaRPr lang="en-US" altLang="zh-CN" sz="1600" b="1" kern="1200" dirty="0">
              <a:solidFill>
                <a:schemeClr val="tx1"/>
              </a:solidFill>
              <a:latin typeface="Times New Roman" panose="02020603050405020304" pitchFamily="18" charset="0"/>
              <a:ea typeface="华文楷体" panose="02010600040101010101" pitchFamily="2" charset="-122"/>
              <a:cs typeface="+mn-cs"/>
            </a:endParaRPr>
          </a:p>
          <a:p>
            <a:pPr eaLnBrk="1" hangingPunct="1">
              <a:lnSpc>
                <a:spcPts val="2000"/>
              </a:lnSpc>
              <a:buClrTx/>
              <a:buSzPct val="100000"/>
              <a:buFont typeface="Wingdings" panose="05000000000000000000" pitchFamily="2" charset="2"/>
              <a:buChar char="Ø"/>
            </a:pPr>
            <a:r>
              <a:rPr lang="zh-CN" altLang="en-US" sz="1600" b="1" kern="1200" dirty="0">
                <a:solidFill>
                  <a:schemeClr val="tx1"/>
                </a:solidFill>
                <a:latin typeface="Times New Roman" panose="02020603050405020304" pitchFamily="18" charset="0"/>
                <a:ea typeface="华文楷体" panose="02010600040101010101" pitchFamily="2" charset="-122"/>
                <a:cs typeface="+mn-cs"/>
              </a:rPr>
              <a:t>方法：初始时，句法分析器栈中的内容为初始状态</a:t>
            </a:r>
            <a:r>
              <a:rPr lang="en-US" altLang="zh-CN" sz="1600" b="1" i="1" kern="1200" dirty="0">
                <a:solidFill>
                  <a:schemeClr val="tx1"/>
                </a:solidFill>
                <a:latin typeface="Times New Roman" panose="02020603050405020304" pitchFamily="18" charset="0"/>
                <a:ea typeface="华文楷体" panose="02010600040101010101" pitchFamily="2" charset="-122"/>
                <a:cs typeface="+mn-cs"/>
              </a:rPr>
              <a:t>s</a:t>
            </a:r>
            <a:r>
              <a:rPr lang="en-US" altLang="zh-CN" sz="1600" b="1" kern="1200" baseline="-25000" dirty="0">
                <a:solidFill>
                  <a:schemeClr val="tx1"/>
                </a:solidFill>
                <a:latin typeface="Times New Roman" panose="02020603050405020304" pitchFamily="18" charset="0"/>
                <a:ea typeface="华文楷体" panose="02010600040101010101" pitchFamily="2" charset="-122"/>
                <a:cs typeface="+mn-cs"/>
              </a:rPr>
              <a:t>0</a:t>
            </a:r>
            <a:r>
              <a:rPr lang="zh-CN" altLang="en-US" sz="1600" b="1" kern="1200" dirty="0">
                <a:solidFill>
                  <a:schemeClr val="tx1"/>
                </a:solidFill>
                <a:latin typeface="Times New Roman" panose="02020603050405020304" pitchFamily="18" charset="0"/>
                <a:ea typeface="华文楷体" panose="02010600040101010101" pitchFamily="2" charset="-122"/>
                <a:cs typeface="+mn-cs"/>
              </a:rPr>
              <a:t>，输入缓冲区中的内容为</a:t>
            </a:r>
            <a:r>
              <a:rPr lang="en-US" altLang="zh-CN" sz="1600" b="1" i="1" kern="1200" dirty="0">
                <a:solidFill>
                  <a:schemeClr val="tx1"/>
                </a:solidFill>
                <a:latin typeface="Times New Roman" panose="02020603050405020304" pitchFamily="18" charset="0"/>
                <a:ea typeface="华文楷体" panose="02010600040101010101" pitchFamily="2" charset="-122"/>
                <a:cs typeface="+mn-cs"/>
              </a:rPr>
              <a:t>w</a:t>
            </a:r>
            <a:r>
              <a:rPr lang="en-US" altLang="zh-CN" sz="1600" b="1" kern="1200" dirty="0">
                <a:solidFill>
                  <a:schemeClr val="tx1"/>
                </a:solidFill>
                <a:latin typeface="Times New Roman" panose="02020603050405020304" pitchFamily="18" charset="0"/>
                <a:ea typeface="华文楷体" panose="02010600040101010101" pitchFamily="2" charset="-122"/>
                <a:cs typeface="+mn-cs"/>
              </a:rPr>
              <a:t>$</a:t>
            </a:r>
            <a:r>
              <a:rPr lang="zh-CN" altLang="en-US" sz="1600" b="1" kern="1200" dirty="0">
                <a:solidFill>
                  <a:schemeClr val="tx1"/>
                </a:solidFill>
                <a:latin typeface="Times New Roman" panose="02020603050405020304" pitchFamily="18" charset="0"/>
                <a:ea typeface="华文楷体" panose="02010600040101010101" pitchFamily="2" charset="-122"/>
                <a:cs typeface="+mn-cs"/>
              </a:rPr>
              <a:t>。然后，句法分析器执行下面的程序：</a:t>
            </a:r>
          </a:p>
        </p:txBody>
      </p:sp>
      <p:sp>
        <p:nvSpPr>
          <p:cNvPr id="7" name="Rectangle 2"/>
          <p:cNvSpPr>
            <a:spLocks noGrp="1" noChangeArrowheads="1"/>
          </p:cNvSpPr>
          <p:nvPr>
            <p:ph type="title"/>
          </p:nvPr>
        </p:nvSpPr>
        <p:spPr>
          <a:xfrm>
            <a:off x="755650" y="268288"/>
            <a:ext cx="7931150" cy="358775"/>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000" b="1" i="1"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LR </a:t>
            </a:r>
            <a:r>
              <a:rPr kumimoji="0" lang="zh-CN" altLang="en-US" sz="3000" b="1" i="0" u="none" strike="noStrike" kern="120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rPr>
              <a:t>分析算法</a:t>
            </a:r>
            <a:endParaRPr kumimoji="0" lang="zh-CN" altLang="en-US" sz="3000" b="1" i="0" u="none" strike="noStrike" kern="120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楷体_GB2312"/>
            </a:endParaRPr>
          </a:p>
        </p:txBody>
      </p:sp>
      <p:sp>
        <p:nvSpPr>
          <p:cNvPr id="8" name="内容占位符 1"/>
          <p:cNvSpPr txBox="1"/>
          <p:nvPr/>
        </p:nvSpPr>
        <p:spPr bwMode="auto">
          <a:xfrm>
            <a:off x="2483768" y="1779662"/>
            <a:ext cx="6072188" cy="3298825"/>
          </a:xfrm>
          <a:prstGeom prst="rect">
            <a:avLst/>
          </a:prstGeom>
          <a:solidFill>
            <a:schemeClr val="accent2">
              <a:lumMod val="40000"/>
              <a:lumOff val="60000"/>
            </a:schemeClr>
          </a:solidFill>
          <a:ln w="12700">
            <a:solidFill>
              <a:schemeClr val="tx1"/>
            </a:solidFill>
            <a:miter lim="800000"/>
          </a:ln>
        </p:spPr>
        <p:txBody>
          <a:bodyPr/>
          <a:lstStyle/>
          <a:p>
            <a:pPr marL="273050" marR="0" indent="-273050" defTabSz="914400" eaLnBrk="1" hangingPunct="1">
              <a:lnSpc>
                <a:spcPts val="1600"/>
              </a:lnSpc>
              <a:spcBef>
                <a:spcPct val="20000"/>
              </a:spcBef>
              <a:buClrTx/>
              <a:buSzPct val="100000"/>
              <a:buFont typeface="Symbol" panose="05050102010706020507" pitchFamily="18" charset="2"/>
              <a:buNone/>
              <a:defRPr/>
            </a:pPr>
            <a:r>
              <a:rPr kumimoji="0" lang="zh-CN" altLang="en-US" sz="1600" b="1" kern="1200" cap="none" spc="0" normalizeH="0" baseline="0" noProof="0" dirty="0">
                <a:latin typeface="Times New Roman" panose="02020603050405020304" pitchFamily="18" charset="0"/>
                <a:ea typeface="华文楷体" panose="02010600040101010101" pitchFamily="2" charset="-122"/>
                <a:cs typeface="+mn-cs"/>
              </a:rPr>
              <a:t>令</a:t>
            </a:r>
            <a:r>
              <a:rPr kumimoji="0" lang="en-US" altLang="zh-CN" sz="1600" b="1" i="1" kern="1200" cap="none" spc="0" normalizeH="0" baseline="0" noProof="0" dirty="0">
                <a:latin typeface="Times New Roman" panose="02020603050405020304" pitchFamily="18" charset="0"/>
                <a:ea typeface="华文楷体" panose="02010600040101010101" pitchFamily="2" charset="-122"/>
                <a:cs typeface="+mn-cs"/>
              </a:rPr>
              <a:t>a</a:t>
            </a:r>
            <a:r>
              <a:rPr kumimoji="0" lang="zh-CN" altLang="en-US" sz="1600" b="1" kern="1200" cap="none" spc="0" normalizeH="0" baseline="0" noProof="0" dirty="0">
                <a:latin typeface="Times New Roman" panose="02020603050405020304" pitchFamily="18" charset="0"/>
                <a:ea typeface="华文楷体" panose="02010600040101010101" pitchFamily="2" charset="-122"/>
                <a:cs typeface="+mn-cs"/>
              </a:rPr>
              <a:t>为</a:t>
            </a:r>
            <a:r>
              <a:rPr kumimoji="0" lang="en-US" altLang="zh-CN" sz="1600" b="1" kern="1200" cap="none" spc="0" normalizeH="0" baseline="0" noProof="0" dirty="0">
                <a:latin typeface="Times New Roman" panose="02020603050405020304" pitchFamily="18" charset="0"/>
                <a:ea typeface="华文楷体" panose="02010600040101010101" pitchFamily="2" charset="-122"/>
                <a:cs typeface="+mn-cs"/>
              </a:rPr>
              <a:t>w</a:t>
            </a:r>
            <a:r>
              <a:rPr kumimoji="1" lang="en-US" altLang="zh-CN" sz="1600" b="1"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sz="1600" b="1" kern="1200" cap="none" spc="0" normalizeH="0" baseline="0" noProof="0" dirty="0">
                <a:latin typeface="华文楷体" panose="02010600040101010101" pitchFamily="2" charset="-122"/>
                <a:ea typeface="华文楷体" panose="02010600040101010101" pitchFamily="2" charset="-122"/>
                <a:cs typeface="+mn-cs"/>
              </a:rPr>
              <a:t>的第一个符号；</a:t>
            </a:r>
            <a:endParaRPr kumimoji="1" lang="en-US" altLang="zh-CN" sz="1600" b="1" kern="1200" cap="none" spc="0" normalizeH="0" baseline="0" noProof="0" dirty="0">
              <a:latin typeface="华文楷体" panose="02010600040101010101" pitchFamily="2" charset="-122"/>
              <a:ea typeface="华文楷体" panose="02010600040101010101" pitchFamily="2" charset="-122"/>
              <a:cs typeface="+mn-cs"/>
            </a:endParaRPr>
          </a:p>
          <a:p>
            <a:pPr marL="273050" marR="0" indent="-273050" defTabSz="914400" eaLnBrk="1" hangingPunct="1">
              <a:lnSpc>
                <a:spcPts val="1600"/>
              </a:lnSpc>
              <a:spcBef>
                <a:spcPct val="20000"/>
              </a:spcBef>
              <a:buClrTx/>
              <a:buSzPct val="100000"/>
              <a:buFont typeface="Symbol" panose="05050102010706020507" pitchFamily="18" charset="2"/>
              <a:buNone/>
              <a:defRPr/>
            </a:pPr>
            <a:r>
              <a:rPr kumimoji="0" lang="el-GR" altLang="zh-CN" sz="1600" b="1" kern="1200" cap="none" spc="0" normalizeH="0" baseline="0" noProof="0" dirty="0">
                <a:latin typeface="Times New Roman" panose="02020603050405020304" pitchFamily="18" charset="0"/>
                <a:ea typeface="华文楷体" panose="02010600040101010101" pitchFamily="2" charset="-122"/>
                <a:cs typeface="+mn-cs"/>
              </a:rPr>
              <a:t> </a:t>
            </a:r>
            <a:r>
              <a:rPr kumimoji="0" lang="en-US" altLang="zh-CN" sz="1600" b="1" kern="1200" cap="none" spc="0" normalizeH="0" baseline="0" noProof="0" dirty="0">
                <a:latin typeface="Times New Roman" panose="02020603050405020304" pitchFamily="18" charset="0"/>
                <a:ea typeface="华文楷体" panose="02010600040101010101" pitchFamily="2" charset="-122"/>
                <a:cs typeface="+mn-cs"/>
              </a:rPr>
              <a:t>while</a:t>
            </a: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(1) { /* </a:t>
            </a:r>
            <a:r>
              <a:rPr kumimoji="0" lang="zh-CN" altLang="en-US" sz="1600" b="1" kern="1200" cap="none" spc="0" normalizeH="0" baseline="0" noProof="0" dirty="0">
                <a:latin typeface="Times New Roman" panose="02020603050405020304" pitchFamily="18" charset="0"/>
                <a:ea typeface="楷体" panose="02010609060101010101" pitchFamily="49" charset="-122"/>
                <a:cs typeface="+mn-cs"/>
              </a:rPr>
              <a:t>永远重复</a:t>
            </a: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 </a:t>
            </a:r>
          </a:p>
          <a:p>
            <a:pPr marL="273050" marR="0" indent="-273050" defTabSz="914400" eaLnBrk="1" hangingPunct="1">
              <a:lnSpc>
                <a:spcPts val="1600"/>
              </a:lnSpc>
              <a:spcBef>
                <a:spcPct val="20000"/>
              </a:spcBef>
              <a:buClrTx/>
              <a:buSzPct val="100000"/>
              <a:buFont typeface="Symbol" panose="05050102010706020507" pitchFamily="18" charset="2"/>
              <a:buNone/>
              <a:defRPr/>
            </a:pPr>
            <a:r>
              <a:rPr kumimoji="0" lang="zh-CN" altLang="en-US" sz="1600" b="1" kern="1200" cap="none" spc="0" normalizeH="0" baseline="0" noProof="0" dirty="0">
                <a:latin typeface="Times New Roman" panose="02020603050405020304" pitchFamily="18" charset="0"/>
                <a:ea typeface="楷体" panose="02010609060101010101" pitchFamily="49" charset="-122"/>
                <a:cs typeface="+mn-cs"/>
              </a:rPr>
              <a:t>          令</a:t>
            </a:r>
            <a:r>
              <a:rPr kumimoji="0" lang="en-US" altLang="zh-CN" sz="1600" b="1" i="1" kern="1200" cap="none" spc="0" normalizeH="0" baseline="0" noProof="0" dirty="0">
                <a:latin typeface="Times New Roman" panose="02020603050405020304" pitchFamily="18" charset="0"/>
                <a:ea typeface="楷体" panose="02010609060101010101" pitchFamily="49" charset="-122"/>
                <a:cs typeface="+mn-cs"/>
              </a:rPr>
              <a:t>s</a:t>
            </a:r>
            <a:r>
              <a:rPr kumimoji="0" lang="zh-CN" altLang="en-US" sz="1600" b="1" kern="1200" cap="none" spc="0" normalizeH="0" baseline="0" noProof="0" dirty="0">
                <a:latin typeface="Times New Roman" panose="02020603050405020304" pitchFamily="18" charset="0"/>
                <a:ea typeface="楷体" panose="02010609060101010101" pitchFamily="49" charset="-122"/>
                <a:cs typeface="+mn-cs"/>
              </a:rPr>
              <a:t>是栈顶的状态；</a:t>
            </a:r>
            <a:endParaRPr kumimoji="0" lang="en-US" altLang="zh-CN" sz="1600" b="1" kern="1200" cap="none" spc="0" normalizeH="0" baseline="0" noProof="0" dirty="0">
              <a:latin typeface="Times New Roman" panose="02020603050405020304" pitchFamily="18" charset="0"/>
              <a:ea typeface="楷体" panose="02010609060101010101" pitchFamily="49" charset="-122"/>
              <a:cs typeface="+mn-cs"/>
            </a:endParaRPr>
          </a:p>
          <a:p>
            <a:pPr marL="273050" marR="0" indent="-273050" defTabSz="914400" eaLnBrk="1" hangingPunct="1">
              <a:lnSpc>
                <a:spcPts val="1600"/>
              </a:lnSpc>
              <a:spcBef>
                <a:spcPct val="20000"/>
              </a:spcBef>
              <a:buClrTx/>
              <a:buSzPct val="100000"/>
              <a:buFont typeface="Symbol" panose="05050102010706020507" pitchFamily="18" charset="2"/>
              <a:buNone/>
              <a:defRPr/>
            </a:pP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           if ( ACTION [</a:t>
            </a:r>
            <a:r>
              <a:rPr kumimoji="0" lang="en-US" altLang="zh-CN" sz="1600" b="1" i="1" kern="1200" cap="none" spc="0" normalizeH="0" baseline="0" noProof="0" dirty="0">
                <a:latin typeface="Times New Roman" panose="02020603050405020304" pitchFamily="18" charset="0"/>
                <a:ea typeface="楷体" panose="02010609060101010101" pitchFamily="49" charset="-122"/>
                <a:cs typeface="+mn-cs"/>
              </a:rPr>
              <a:t>s</a:t>
            </a:r>
            <a:r>
              <a:rPr kumimoji="0" lang="zh-CN" altLang="en-US" sz="1600" b="1" kern="1200" cap="none" spc="0" normalizeH="0" baseline="0" noProof="0" dirty="0">
                <a:latin typeface="Times New Roman" panose="02020603050405020304" pitchFamily="18" charset="0"/>
                <a:ea typeface="楷体" panose="02010609060101010101" pitchFamily="49" charset="-122"/>
                <a:cs typeface="+mn-cs"/>
              </a:rPr>
              <a:t>，</a:t>
            </a:r>
            <a:r>
              <a:rPr kumimoji="0" lang="en-US" altLang="zh-CN" sz="1600" b="1" i="1" kern="1200" cap="none" spc="0" normalizeH="0" baseline="0" noProof="0" dirty="0">
                <a:latin typeface="Times New Roman" panose="02020603050405020304" pitchFamily="18" charset="0"/>
                <a:ea typeface="楷体" panose="02010609060101010101" pitchFamily="49" charset="-122"/>
                <a:cs typeface="+mn-cs"/>
              </a:rPr>
              <a:t>a</a:t>
            </a: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a:t>
            </a:r>
            <a:r>
              <a:rPr kumimoji="0" lang="en-US" altLang="zh-CN" sz="1600" b="1" i="1" kern="1200" cap="none" spc="0" normalizeH="0" baseline="0" noProof="0" dirty="0">
                <a:latin typeface="Times New Roman" panose="02020603050405020304" pitchFamily="18" charset="0"/>
                <a:ea typeface="楷体" panose="02010609060101010101" pitchFamily="49" charset="-122"/>
                <a:cs typeface="+mn-cs"/>
              </a:rPr>
              <a:t> </a:t>
            </a: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 </a:t>
            </a:r>
            <a:r>
              <a:rPr kumimoji="0" lang="en-US" altLang="zh-CN" sz="1600" b="1" kern="1200" cap="none" spc="0" normalizeH="0" baseline="0" noProof="0" dirty="0" err="1">
                <a:latin typeface="Times New Roman" panose="02020603050405020304" pitchFamily="18" charset="0"/>
                <a:ea typeface="楷体" panose="02010609060101010101" pitchFamily="49" charset="-122"/>
                <a:cs typeface="+mn-cs"/>
              </a:rPr>
              <a:t>st</a:t>
            </a: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 ) {</a:t>
            </a:r>
          </a:p>
          <a:p>
            <a:pPr marL="273050" marR="0" indent="-273050" defTabSz="914400" eaLnBrk="1" hangingPunct="1">
              <a:lnSpc>
                <a:spcPts val="1600"/>
              </a:lnSpc>
              <a:spcBef>
                <a:spcPct val="20000"/>
              </a:spcBef>
              <a:buClrTx/>
              <a:buSzPct val="100000"/>
              <a:buFont typeface="Symbol" panose="05050102010706020507" pitchFamily="18" charset="2"/>
              <a:buNone/>
              <a:defRPr/>
            </a:pPr>
            <a:r>
              <a:rPr kumimoji="0" lang="zh-CN" altLang="en-US" sz="1600" b="1" kern="1200" cap="none" spc="0" normalizeH="0" baseline="0" noProof="0" dirty="0">
                <a:latin typeface="Times New Roman" panose="02020603050405020304" pitchFamily="18" charset="0"/>
                <a:ea typeface="楷体" panose="02010609060101010101" pitchFamily="49" charset="-122"/>
                <a:cs typeface="+mn-cs"/>
              </a:rPr>
              <a:t>                     将</a:t>
            </a: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t</a:t>
            </a:r>
            <a:r>
              <a:rPr kumimoji="0" lang="zh-CN" altLang="en-US" sz="1600" b="1" kern="1200" cap="none" spc="0" normalizeH="0" baseline="0" noProof="0" dirty="0">
                <a:latin typeface="Times New Roman" panose="02020603050405020304" pitchFamily="18" charset="0"/>
                <a:ea typeface="楷体" panose="02010609060101010101" pitchFamily="49" charset="-122"/>
                <a:cs typeface="+mn-cs"/>
              </a:rPr>
              <a:t>压入栈中；</a:t>
            </a:r>
            <a:endParaRPr kumimoji="0" lang="en-US" altLang="zh-CN" sz="1600" b="1" kern="1200" cap="none" spc="0" normalizeH="0" baseline="0" noProof="0" dirty="0">
              <a:latin typeface="Times New Roman" panose="02020603050405020304" pitchFamily="18" charset="0"/>
              <a:ea typeface="楷体" panose="02010609060101010101" pitchFamily="49" charset="-122"/>
              <a:cs typeface="+mn-cs"/>
            </a:endParaRPr>
          </a:p>
          <a:p>
            <a:pPr marL="273050" marR="0" indent="-273050" defTabSz="914400" eaLnBrk="1" hangingPunct="1">
              <a:lnSpc>
                <a:spcPts val="1600"/>
              </a:lnSpc>
              <a:spcBef>
                <a:spcPct val="20000"/>
              </a:spcBef>
              <a:buClrTx/>
              <a:buSzPct val="100000"/>
              <a:buFont typeface="Symbol" panose="05050102010706020507" pitchFamily="18" charset="2"/>
              <a:buNone/>
              <a:defRPr/>
            </a:pP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                     </a:t>
            </a:r>
            <a:r>
              <a:rPr kumimoji="0" lang="zh-CN" altLang="en-US" sz="1600" b="1" kern="1200" cap="none" spc="0" normalizeH="0" baseline="0" noProof="0" dirty="0">
                <a:latin typeface="Times New Roman" panose="02020603050405020304" pitchFamily="18" charset="0"/>
                <a:ea typeface="楷体" panose="02010609060101010101" pitchFamily="49" charset="-122"/>
                <a:cs typeface="+mn-cs"/>
              </a:rPr>
              <a:t>令</a:t>
            </a:r>
            <a:r>
              <a:rPr kumimoji="0" lang="en-US" altLang="zh-CN" sz="1600" b="1" i="1" kern="1200" cap="none" spc="0" normalizeH="0" baseline="0" noProof="0" dirty="0">
                <a:latin typeface="Times New Roman" panose="02020603050405020304" pitchFamily="18" charset="0"/>
                <a:ea typeface="楷体" panose="02010609060101010101" pitchFamily="49" charset="-122"/>
                <a:cs typeface="+mn-cs"/>
              </a:rPr>
              <a:t>a</a:t>
            </a:r>
            <a:r>
              <a:rPr kumimoji="0" lang="zh-CN" altLang="en-US" sz="1600" b="1" kern="1200" cap="none" spc="0" normalizeH="0" baseline="0" noProof="0" dirty="0">
                <a:latin typeface="Times New Roman" panose="02020603050405020304" pitchFamily="18" charset="0"/>
                <a:ea typeface="楷体" panose="02010609060101010101" pitchFamily="49" charset="-122"/>
                <a:cs typeface="+mn-cs"/>
              </a:rPr>
              <a:t>为下一个输入符号；</a:t>
            </a:r>
            <a:endParaRPr kumimoji="0" lang="en-US" altLang="zh-CN" sz="1600" b="1" kern="1200" cap="none" spc="0" normalizeH="0" baseline="0" noProof="0" dirty="0">
              <a:latin typeface="Times New Roman" panose="02020603050405020304" pitchFamily="18" charset="0"/>
              <a:ea typeface="楷体" panose="02010609060101010101" pitchFamily="49" charset="-122"/>
              <a:cs typeface="+mn-cs"/>
            </a:endParaRPr>
          </a:p>
          <a:p>
            <a:pPr marL="273050" marR="0" indent="-273050" defTabSz="914400" eaLnBrk="1" hangingPunct="1">
              <a:lnSpc>
                <a:spcPts val="1600"/>
              </a:lnSpc>
              <a:spcBef>
                <a:spcPct val="20000"/>
              </a:spcBef>
              <a:buClrTx/>
              <a:buSzPct val="100000"/>
              <a:buFont typeface="Symbol" panose="05050102010706020507" pitchFamily="18" charset="2"/>
              <a:buNone/>
              <a:defRPr/>
            </a:pP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           } else  if (ACTION [</a:t>
            </a:r>
            <a:r>
              <a:rPr kumimoji="0" lang="en-US" altLang="zh-CN" sz="1600" b="1" i="1" kern="1200" cap="none" spc="0" normalizeH="0" baseline="0" noProof="0" dirty="0">
                <a:latin typeface="Times New Roman" panose="02020603050405020304" pitchFamily="18" charset="0"/>
                <a:ea typeface="楷体" panose="02010609060101010101" pitchFamily="49" charset="-122"/>
                <a:cs typeface="+mn-cs"/>
              </a:rPr>
              <a:t>s</a:t>
            </a:r>
            <a:r>
              <a:rPr kumimoji="0" lang="zh-CN" altLang="en-US" sz="1600" b="1" kern="1200" cap="none" spc="0" normalizeH="0" baseline="0" noProof="0" dirty="0">
                <a:latin typeface="Times New Roman" panose="02020603050405020304" pitchFamily="18" charset="0"/>
                <a:ea typeface="楷体" panose="02010609060101010101" pitchFamily="49" charset="-122"/>
                <a:cs typeface="+mn-cs"/>
              </a:rPr>
              <a:t>，</a:t>
            </a:r>
            <a:r>
              <a:rPr kumimoji="0" lang="en-US" altLang="zh-CN" sz="1600" b="1" i="1" kern="1200" cap="none" spc="0" normalizeH="0" baseline="0" noProof="0" dirty="0">
                <a:latin typeface="Times New Roman" panose="02020603050405020304" pitchFamily="18" charset="0"/>
                <a:ea typeface="楷体" panose="02010609060101010101" pitchFamily="49" charset="-122"/>
                <a:cs typeface="+mn-cs"/>
              </a:rPr>
              <a:t>a</a:t>
            </a: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a:t>
            </a:r>
            <a:r>
              <a:rPr kumimoji="0" lang="en-US" altLang="zh-CN" sz="1600" b="1" i="1" kern="1200" cap="none" spc="0" normalizeH="0" baseline="0" noProof="0" dirty="0">
                <a:latin typeface="Times New Roman" panose="02020603050405020304" pitchFamily="18" charset="0"/>
                <a:ea typeface="楷体" panose="02010609060101010101" pitchFamily="49" charset="-122"/>
                <a:cs typeface="+mn-cs"/>
              </a:rPr>
              <a:t> </a:t>
            </a: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a:t>
            </a:r>
            <a:r>
              <a:rPr kumimoji="0" lang="zh-CN" altLang="en-US" sz="1600" b="1" kern="1200" cap="none" spc="0" normalizeH="0" baseline="0" noProof="0" dirty="0">
                <a:latin typeface="Times New Roman" panose="02020603050405020304" pitchFamily="18" charset="0"/>
                <a:ea typeface="楷体" panose="02010609060101010101" pitchFamily="49" charset="-122"/>
                <a:cs typeface="+mn-cs"/>
              </a:rPr>
              <a:t>归约</a:t>
            </a:r>
            <a:r>
              <a:rPr kumimoji="0" lang="en-US" altLang="zh-CN" sz="1600" b="1" i="1" kern="1200" cap="none" spc="0" normalizeH="0" baseline="0" noProof="0" dirty="0">
                <a:latin typeface="Times New Roman" panose="02020603050405020304" pitchFamily="18" charset="0"/>
                <a:ea typeface="楷体" panose="02010609060101010101" pitchFamily="49" charset="-122"/>
                <a:cs typeface="+mn-cs"/>
              </a:rPr>
              <a:t>A</a:t>
            </a:r>
            <a:r>
              <a:rPr kumimoji="0" lang="en-US" altLang="zh-CN" sz="1600" b="1" i="1" kern="1200" cap="none" spc="0" normalizeH="0" baseline="0" noProof="0" dirty="0">
                <a:latin typeface="Times New Roman" panose="02020603050405020304" pitchFamily="18" charset="0"/>
                <a:ea typeface="宋体" panose="02010600030101010101" pitchFamily="2" charset="-122"/>
                <a:cs typeface="+mn-cs"/>
              </a:rPr>
              <a:t> →</a:t>
            </a:r>
            <a:r>
              <a:rPr kumimoji="0" lang="el-GR" altLang="zh-CN" sz="1600" b="1" i="1" kern="1200" cap="none" spc="0" normalizeH="0" baseline="0" noProof="0" dirty="0">
                <a:latin typeface="Times New Roman" panose="02020603050405020304" pitchFamily="18" charset="0"/>
                <a:ea typeface="宋体" panose="02010600030101010101" pitchFamily="2" charset="-122"/>
                <a:cs typeface="+mn-cs"/>
              </a:rPr>
              <a:t> β</a:t>
            </a: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 ) {</a:t>
            </a:r>
          </a:p>
          <a:p>
            <a:pPr marL="273050" marR="0" indent="-273050" defTabSz="914400" eaLnBrk="1" hangingPunct="1">
              <a:lnSpc>
                <a:spcPts val="1600"/>
              </a:lnSpc>
              <a:spcBef>
                <a:spcPct val="20000"/>
              </a:spcBef>
              <a:buClrTx/>
              <a:buSzPct val="100000"/>
              <a:buFont typeface="Symbol" panose="05050102010706020507" pitchFamily="18" charset="2"/>
              <a:buNone/>
              <a:defRPr/>
            </a:pPr>
            <a:r>
              <a:rPr kumimoji="0" lang="en-US" altLang="zh-CN" sz="1600" b="1" i="1" kern="1200" cap="none" spc="0" normalizeH="0" baseline="0" noProof="0" dirty="0">
                <a:latin typeface="Times New Roman" panose="02020603050405020304" pitchFamily="18" charset="0"/>
                <a:ea typeface="华文楷体" panose="02010600040101010101" pitchFamily="2" charset="-122"/>
                <a:cs typeface="+mn-cs"/>
              </a:rPr>
              <a:t>                     </a:t>
            </a:r>
            <a:r>
              <a:rPr kumimoji="0" lang="zh-CN" altLang="en-US" sz="1600" b="1" kern="1200" cap="none" spc="0" normalizeH="0" baseline="0" noProof="0" dirty="0">
                <a:latin typeface="Times New Roman" panose="02020603050405020304" pitchFamily="18" charset="0"/>
                <a:ea typeface="华文楷体" panose="02010600040101010101" pitchFamily="2" charset="-122"/>
                <a:cs typeface="+mn-cs"/>
              </a:rPr>
              <a:t>从栈中弹出│ </a:t>
            </a:r>
            <a:r>
              <a:rPr kumimoji="0" lang="el-GR" altLang="zh-CN" sz="1600" b="1" i="1" kern="1200" cap="none" spc="0" normalizeH="0" baseline="0" noProof="0" dirty="0">
                <a:latin typeface="Times New Roman" panose="02020603050405020304" pitchFamily="18" charset="0"/>
                <a:ea typeface="宋体" panose="02010600030101010101" pitchFamily="2" charset="-122"/>
                <a:cs typeface="+mn-cs"/>
              </a:rPr>
              <a:t>β </a:t>
            </a:r>
            <a:r>
              <a:rPr kumimoji="0" lang="zh-CN" altLang="en-US" sz="1600" b="1" kern="1200" cap="none" spc="0" normalizeH="0" baseline="0" noProof="0" dirty="0">
                <a:latin typeface="Times New Roman" panose="02020603050405020304" pitchFamily="18" charset="0"/>
                <a:ea typeface="华文楷体" panose="02010600040101010101" pitchFamily="2" charset="-122"/>
                <a:cs typeface="+mn-cs"/>
              </a:rPr>
              <a:t>│个符号；</a:t>
            </a:r>
            <a:endParaRPr kumimoji="0" lang="en-US" altLang="zh-CN" sz="1600" b="1" kern="1200" cap="none" spc="0" normalizeH="0" baseline="0" noProof="0" dirty="0">
              <a:latin typeface="Times New Roman" panose="02020603050405020304" pitchFamily="18" charset="0"/>
              <a:ea typeface="华文楷体" panose="02010600040101010101" pitchFamily="2" charset="-122"/>
              <a:cs typeface="+mn-cs"/>
            </a:endParaRPr>
          </a:p>
          <a:p>
            <a:pPr marL="273050" marR="0" indent="-273050" defTabSz="914400" eaLnBrk="1" hangingPunct="1">
              <a:lnSpc>
                <a:spcPts val="1600"/>
              </a:lnSpc>
              <a:spcBef>
                <a:spcPct val="20000"/>
              </a:spcBef>
              <a:buClrTx/>
              <a:buSzPct val="100000"/>
              <a:buFont typeface="Symbol" panose="05050102010706020507" pitchFamily="18" charset="2"/>
              <a:buNone/>
              <a:defRPr/>
            </a:pPr>
            <a:r>
              <a:rPr kumimoji="0" lang="en-US" altLang="zh-CN" sz="1600" b="1" kern="1200" cap="none" spc="0" normalizeH="0" baseline="0" noProof="0" dirty="0">
                <a:latin typeface="Times New Roman" panose="02020603050405020304" pitchFamily="18" charset="0"/>
                <a:ea typeface="华文楷体" panose="02010600040101010101" pitchFamily="2" charset="-122"/>
                <a:cs typeface="+mn-cs"/>
              </a:rPr>
              <a:t>                     </a:t>
            </a:r>
            <a:r>
              <a:rPr kumimoji="0" lang="zh-CN" altLang="en-US" sz="1600" b="1" kern="1200" cap="none" spc="0" normalizeH="0" baseline="0" noProof="0" dirty="0">
                <a:latin typeface="Times New Roman" panose="02020603050405020304" pitchFamily="18" charset="0"/>
                <a:ea typeface="华文楷体" panose="02010600040101010101" pitchFamily="2" charset="-122"/>
                <a:cs typeface="+mn-cs"/>
              </a:rPr>
              <a:t>将</a:t>
            </a:r>
            <a:r>
              <a:rPr kumimoji="0" lang="en-US" altLang="zh-CN" sz="1600" b="1" kern="1200" cap="none" spc="0" normalizeH="0" baseline="0" noProof="0" dirty="0">
                <a:latin typeface="Times New Roman" panose="02020603050405020304" pitchFamily="18" charset="0"/>
                <a:ea typeface="华文楷体" panose="02010600040101010101" pitchFamily="2" charset="-122"/>
                <a:cs typeface="+mn-cs"/>
              </a:rPr>
              <a:t>GOTO</a:t>
            </a: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 [</a:t>
            </a:r>
            <a:r>
              <a:rPr kumimoji="0" lang="en-US" altLang="zh-CN" sz="1600" b="1" i="1" kern="1200" cap="none" spc="0" normalizeH="0" baseline="0" noProof="0" dirty="0">
                <a:latin typeface="Times New Roman" panose="02020603050405020304" pitchFamily="18" charset="0"/>
                <a:ea typeface="楷体" panose="02010609060101010101" pitchFamily="49" charset="-122"/>
                <a:cs typeface="+mn-cs"/>
              </a:rPr>
              <a:t>t</a:t>
            </a:r>
            <a:r>
              <a:rPr kumimoji="0" lang="zh-CN" altLang="en-US" sz="1600" b="1" kern="1200" cap="none" spc="0" normalizeH="0" baseline="0" noProof="0" dirty="0">
                <a:latin typeface="Times New Roman" panose="02020603050405020304" pitchFamily="18" charset="0"/>
                <a:ea typeface="楷体" panose="02010609060101010101" pitchFamily="49" charset="-122"/>
                <a:cs typeface="+mn-cs"/>
              </a:rPr>
              <a:t>，</a:t>
            </a:r>
            <a:r>
              <a:rPr kumimoji="0" lang="en-US" altLang="zh-CN" sz="1600" b="1" i="1" kern="1200" cap="none" spc="0" normalizeH="0" baseline="0" noProof="0" dirty="0">
                <a:latin typeface="Times New Roman" panose="02020603050405020304" pitchFamily="18" charset="0"/>
                <a:ea typeface="楷体" panose="02010609060101010101" pitchFamily="49" charset="-122"/>
                <a:cs typeface="+mn-cs"/>
              </a:rPr>
              <a:t>A</a:t>
            </a: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a:t>
            </a:r>
            <a:r>
              <a:rPr kumimoji="0" lang="zh-CN" altLang="en-US" sz="1600" b="1" kern="1200" cap="none" spc="0" normalizeH="0" baseline="0" noProof="0" dirty="0">
                <a:latin typeface="Times New Roman" panose="02020603050405020304" pitchFamily="18" charset="0"/>
                <a:ea typeface="楷体" panose="02010609060101010101" pitchFamily="49" charset="-122"/>
                <a:cs typeface="+mn-cs"/>
              </a:rPr>
              <a:t>压入栈中；</a:t>
            </a:r>
            <a:endParaRPr kumimoji="0" lang="en-US" altLang="zh-CN" sz="1600" b="1" kern="1200" cap="none" spc="0" normalizeH="0" baseline="0" noProof="0" dirty="0">
              <a:latin typeface="Times New Roman" panose="02020603050405020304" pitchFamily="18" charset="0"/>
              <a:ea typeface="楷体" panose="02010609060101010101" pitchFamily="49" charset="-122"/>
              <a:cs typeface="+mn-cs"/>
            </a:endParaRPr>
          </a:p>
          <a:p>
            <a:pPr marL="273050" marR="0" indent="-273050" defTabSz="914400" eaLnBrk="1" hangingPunct="1">
              <a:lnSpc>
                <a:spcPts val="1600"/>
              </a:lnSpc>
              <a:spcBef>
                <a:spcPct val="20000"/>
              </a:spcBef>
              <a:buClrTx/>
              <a:buSzPct val="100000"/>
              <a:buFont typeface="Symbol" panose="05050102010706020507" pitchFamily="18" charset="2"/>
              <a:buNone/>
              <a:defRPr/>
            </a:pPr>
            <a:r>
              <a:rPr kumimoji="0" lang="en-US" altLang="zh-CN" sz="1600" b="1" i="1" kern="1200" cap="none" spc="0" normalizeH="0" baseline="0" noProof="0" dirty="0">
                <a:latin typeface="Times New Roman" panose="02020603050405020304" pitchFamily="18" charset="0"/>
                <a:ea typeface="楷体" panose="02010609060101010101" pitchFamily="49" charset="-122"/>
                <a:cs typeface="+mn-cs"/>
              </a:rPr>
              <a:t>                     </a:t>
            </a:r>
            <a:r>
              <a:rPr kumimoji="0" lang="zh-CN" altLang="en-US" sz="1600" b="1" kern="1200" cap="none" spc="0" normalizeH="0" baseline="0" noProof="0" dirty="0">
                <a:latin typeface="Times New Roman" panose="02020603050405020304" pitchFamily="18" charset="0"/>
                <a:ea typeface="楷体" panose="02010609060101010101" pitchFamily="49" charset="-122"/>
                <a:cs typeface="+mn-cs"/>
              </a:rPr>
              <a:t>输出产生式 </a:t>
            </a:r>
            <a:r>
              <a:rPr kumimoji="0" lang="en-US" altLang="zh-CN" sz="1600" b="1" i="1" kern="1200" cap="none" spc="0" normalizeH="0" baseline="0" noProof="0" dirty="0">
                <a:latin typeface="Times New Roman" panose="02020603050405020304" pitchFamily="18" charset="0"/>
                <a:ea typeface="楷体" panose="02010609060101010101" pitchFamily="49" charset="-122"/>
                <a:cs typeface="+mn-cs"/>
              </a:rPr>
              <a:t>A</a:t>
            </a:r>
            <a:r>
              <a:rPr kumimoji="0" lang="en-US" altLang="zh-CN" sz="1600" b="1" i="1" kern="1200" cap="none" spc="0" normalizeH="0" baseline="0" noProof="0" dirty="0">
                <a:latin typeface="Times New Roman" panose="02020603050405020304" pitchFamily="18" charset="0"/>
                <a:ea typeface="宋体" panose="02010600030101010101" pitchFamily="2" charset="-122"/>
                <a:cs typeface="+mn-cs"/>
              </a:rPr>
              <a:t> →</a:t>
            </a:r>
            <a:r>
              <a:rPr kumimoji="0" lang="el-GR" altLang="zh-CN" sz="1600" b="1" i="1" kern="1200" cap="none" spc="0" normalizeH="0" baseline="0" noProof="0" dirty="0">
                <a:latin typeface="Times New Roman" panose="02020603050405020304" pitchFamily="18" charset="0"/>
                <a:ea typeface="宋体" panose="02010600030101010101" pitchFamily="2" charset="-122"/>
                <a:cs typeface="+mn-cs"/>
              </a:rPr>
              <a:t> β</a:t>
            </a: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 </a:t>
            </a:r>
            <a:r>
              <a:rPr kumimoji="0" lang="zh-CN" altLang="en-US" sz="1600" b="1" kern="1200" cap="none" spc="0" normalizeH="0" baseline="0" noProof="0" dirty="0">
                <a:latin typeface="Times New Roman" panose="02020603050405020304" pitchFamily="18" charset="0"/>
                <a:ea typeface="楷体" panose="02010609060101010101" pitchFamily="49" charset="-122"/>
                <a:cs typeface="+mn-cs"/>
              </a:rPr>
              <a:t>；</a:t>
            </a:r>
            <a:endParaRPr kumimoji="0" lang="en-US" altLang="zh-CN" sz="1600" b="1" kern="1200" cap="none" spc="0" normalizeH="0" baseline="0" noProof="0" dirty="0">
              <a:latin typeface="Times New Roman" panose="02020603050405020304" pitchFamily="18" charset="0"/>
              <a:ea typeface="华文楷体" panose="02010600040101010101" pitchFamily="2" charset="-122"/>
              <a:cs typeface="+mn-cs"/>
            </a:endParaRPr>
          </a:p>
          <a:p>
            <a:pPr marL="273050" marR="0" indent="-273050" defTabSz="914400" eaLnBrk="1" hangingPunct="1">
              <a:lnSpc>
                <a:spcPts val="1600"/>
              </a:lnSpc>
              <a:spcBef>
                <a:spcPct val="20000"/>
              </a:spcBef>
              <a:buClrTx/>
              <a:buSzPct val="100000"/>
              <a:buFontTx/>
              <a:buNone/>
              <a:defRPr/>
            </a:pP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           } else  if (ACTION [</a:t>
            </a:r>
            <a:r>
              <a:rPr kumimoji="0" lang="en-US" altLang="zh-CN" sz="1600" b="1" i="1" kern="1200" cap="none" spc="0" normalizeH="0" baseline="0" noProof="0" dirty="0">
                <a:latin typeface="Times New Roman" panose="02020603050405020304" pitchFamily="18" charset="0"/>
                <a:ea typeface="楷体" panose="02010609060101010101" pitchFamily="49" charset="-122"/>
                <a:cs typeface="+mn-cs"/>
              </a:rPr>
              <a:t>s</a:t>
            </a:r>
            <a:r>
              <a:rPr kumimoji="0" lang="zh-CN" altLang="en-US" sz="1600" b="1" kern="1200" cap="none" spc="0" normalizeH="0" baseline="0" noProof="0" dirty="0">
                <a:latin typeface="Times New Roman" panose="02020603050405020304" pitchFamily="18" charset="0"/>
                <a:ea typeface="楷体" panose="02010609060101010101" pitchFamily="49" charset="-122"/>
                <a:cs typeface="+mn-cs"/>
              </a:rPr>
              <a:t>，</a:t>
            </a:r>
            <a:r>
              <a:rPr kumimoji="0" lang="en-US" altLang="zh-CN" sz="1600" b="1" i="1" kern="1200" cap="none" spc="0" normalizeH="0" baseline="0" noProof="0" dirty="0">
                <a:latin typeface="Times New Roman" panose="02020603050405020304" pitchFamily="18" charset="0"/>
                <a:ea typeface="楷体" panose="02010609060101010101" pitchFamily="49" charset="-122"/>
                <a:cs typeface="+mn-cs"/>
              </a:rPr>
              <a:t>a</a:t>
            </a: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a:t>
            </a:r>
            <a:r>
              <a:rPr kumimoji="0" lang="en-US" altLang="zh-CN" sz="1600" b="1" i="1" kern="1200" cap="none" spc="0" normalizeH="0" baseline="0" noProof="0" dirty="0">
                <a:latin typeface="Times New Roman" panose="02020603050405020304" pitchFamily="18" charset="0"/>
                <a:ea typeface="楷体" panose="02010609060101010101" pitchFamily="49" charset="-122"/>
                <a:cs typeface="+mn-cs"/>
              </a:rPr>
              <a:t> </a:t>
            </a: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a:t>
            </a:r>
            <a:r>
              <a:rPr kumimoji="0" lang="zh-CN" altLang="en-US" sz="1600" b="1" kern="1200" cap="none" spc="0" normalizeH="0" baseline="0" noProof="0" dirty="0">
                <a:latin typeface="Times New Roman" panose="02020603050405020304" pitchFamily="18" charset="0"/>
                <a:ea typeface="楷体" panose="02010609060101010101" pitchFamily="49" charset="-122"/>
                <a:cs typeface="+mn-cs"/>
              </a:rPr>
              <a:t>接受</a:t>
            </a: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 break</a:t>
            </a:r>
            <a:r>
              <a:rPr kumimoji="0" lang="zh-CN" altLang="en-US" sz="1600" b="1" kern="1200" cap="none" spc="0" normalizeH="0" baseline="0" noProof="0" dirty="0">
                <a:latin typeface="Times New Roman" panose="02020603050405020304" pitchFamily="18" charset="0"/>
                <a:ea typeface="楷体" panose="02010609060101010101" pitchFamily="49" charset="-122"/>
                <a:cs typeface="+mn-cs"/>
              </a:rPr>
              <a:t>；</a:t>
            </a: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 /* </a:t>
            </a:r>
            <a:r>
              <a:rPr kumimoji="0" lang="zh-CN" altLang="en-US" sz="1600" b="1" kern="1200" cap="none" spc="0" normalizeH="0" baseline="0" noProof="0" dirty="0">
                <a:latin typeface="Times New Roman" panose="02020603050405020304" pitchFamily="18" charset="0"/>
                <a:ea typeface="楷体" panose="02010609060101010101" pitchFamily="49" charset="-122"/>
                <a:cs typeface="+mn-cs"/>
              </a:rPr>
              <a:t>句法分析完成</a:t>
            </a: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a:t>
            </a:r>
          </a:p>
          <a:p>
            <a:pPr marL="273050" marR="0" indent="-273050" defTabSz="914400" eaLnBrk="1" hangingPunct="1">
              <a:lnSpc>
                <a:spcPts val="1600"/>
              </a:lnSpc>
              <a:spcBef>
                <a:spcPct val="20000"/>
              </a:spcBef>
              <a:buClrTx/>
              <a:buSzPct val="100000"/>
              <a:buFontTx/>
              <a:buNone/>
              <a:defRPr/>
            </a:pP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           else</a:t>
            </a:r>
            <a:r>
              <a:rPr kumimoji="0" lang="zh-CN" altLang="en-US" sz="1600" b="1" kern="1200" cap="none" spc="0" normalizeH="0" baseline="0" noProof="0" dirty="0">
                <a:latin typeface="Times New Roman" panose="02020603050405020304" pitchFamily="18" charset="0"/>
                <a:ea typeface="楷体" panose="02010609060101010101" pitchFamily="49" charset="-122"/>
                <a:cs typeface="+mn-cs"/>
              </a:rPr>
              <a:t>调用错误恢复例程；</a:t>
            </a: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 </a:t>
            </a:r>
          </a:p>
          <a:p>
            <a:pPr marL="273050" marR="0" indent="-273050" defTabSz="914400" eaLnBrk="1" hangingPunct="1">
              <a:lnSpc>
                <a:spcPts val="1600"/>
              </a:lnSpc>
              <a:spcBef>
                <a:spcPct val="20000"/>
              </a:spcBef>
              <a:buClrTx/>
              <a:buSzPct val="100000"/>
              <a:buFont typeface="Symbol" panose="05050102010706020507" pitchFamily="18" charset="2"/>
              <a:buNone/>
              <a:defRPr/>
            </a:pPr>
            <a:r>
              <a:rPr kumimoji="0" lang="en-US" altLang="zh-CN" sz="1600" b="1" kern="1200" cap="none" spc="0" normalizeH="0" baseline="0" noProof="0" dirty="0">
                <a:latin typeface="Times New Roman" panose="02020603050405020304" pitchFamily="18" charset="0"/>
                <a:ea typeface="楷体" panose="02010609060101010101" pitchFamily="49" charset="-122"/>
                <a:cs typeface="+mn-cs"/>
              </a:rP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0063" y="857250"/>
            <a:ext cx="5927725" cy="3225800"/>
          </a:xfrm>
        </p:spPr>
        <p:txBody>
          <a:bodyPr vert="horz" wrap="square" lIns="91440" tIns="45720" rIns="91440" bIns="45720" numCol="1" anchor="t" anchorCtr="0" compatLnSpc="1"/>
          <a:lstStyle/>
          <a:p>
            <a:pPr marL="273050" marR="0" lvl="0" indent="-273050" algn="l" defTabSz="914400" rtl="0" eaLnBrk="1" fontAlgn="base" latinLnBrk="0" hangingPunct="1">
              <a:lnSpc>
                <a:spcPts val="4000"/>
              </a:lnSpc>
              <a:spcBef>
                <a:spcPct val="20000"/>
              </a:spcBef>
              <a:spcAft>
                <a:spcPct val="0"/>
              </a:spcAft>
              <a:buClrTx/>
              <a:buSzPct val="100000"/>
              <a:buFont typeface="Wingdings" panose="05000000000000000000" pitchFamily="2" charset="2"/>
              <a:buChar char="Ø"/>
              <a:defRPr/>
            </a:pPr>
            <a:r>
              <a:rPr kumimoji="0" lang="en-US" altLang="zh-CN" sz="3000" b="1" i="1"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LR</a:t>
            </a:r>
            <a:r>
              <a:rPr kumimoji="0" lang="en-US" altLang="zh-CN" sz="3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(0)</a:t>
            </a:r>
            <a:r>
              <a:rPr kumimoji="0" lang="zh-CN" altLang="en-US" sz="3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分析</a:t>
            </a:r>
            <a:endParaRPr kumimoji="0" lang="en-US" altLang="zh-CN" sz="3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ts val="4000"/>
              </a:lnSpc>
              <a:spcBef>
                <a:spcPct val="20000"/>
              </a:spcBef>
              <a:spcAft>
                <a:spcPct val="0"/>
              </a:spcAft>
              <a:buClrTx/>
              <a:buSzPct val="100000"/>
              <a:buFont typeface="Wingdings" panose="05000000000000000000" pitchFamily="2" charset="2"/>
              <a:buChar char="Ø"/>
              <a:defRPr/>
            </a:pPr>
            <a:r>
              <a:rPr kumimoji="0" lang="en-US" altLang="zh-CN" sz="3000" b="1" i="1"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SLR</a:t>
            </a:r>
            <a:r>
              <a:rPr kumimoji="0" lang="zh-CN" altLang="en-US" sz="3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分析</a:t>
            </a:r>
            <a:endParaRPr kumimoji="0" lang="zh-CN" altLang="zh-CN" sz="3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ts val="4000"/>
              </a:lnSpc>
              <a:spcBef>
                <a:spcPct val="20000"/>
              </a:spcBef>
              <a:spcAft>
                <a:spcPct val="0"/>
              </a:spcAft>
              <a:buClrTx/>
              <a:buSzPct val="100000"/>
              <a:buFont typeface="Wingdings" panose="05000000000000000000" pitchFamily="2" charset="2"/>
              <a:buChar char="Ø"/>
              <a:defRPr/>
            </a:pPr>
            <a:r>
              <a:rPr kumimoji="0" lang="en-US" altLang="zh-CN" sz="3000" b="1" i="1"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LR</a:t>
            </a:r>
            <a:r>
              <a:rPr kumimoji="0" lang="en-US" altLang="zh-CN" sz="3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3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分析</a:t>
            </a:r>
            <a:endParaRPr kumimoji="0" lang="zh-CN" altLang="zh-CN" sz="3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ts val="4000"/>
              </a:lnSpc>
              <a:spcBef>
                <a:spcPct val="20000"/>
              </a:spcBef>
              <a:spcAft>
                <a:spcPct val="0"/>
              </a:spcAft>
              <a:buClrTx/>
              <a:buSzPct val="100000"/>
              <a:buFont typeface="Wingdings" panose="05000000000000000000" pitchFamily="2" charset="2"/>
              <a:buChar char="Ø"/>
              <a:defRPr/>
            </a:pPr>
            <a:r>
              <a:rPr kumimoji="0" lang="en-US" altLang="zh-CN" sz="3000" b="1" i="1"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LALR</a:t>
            </a:r>
            <a:r>
              <a:rPr kumimoji="0" lang="zh-CN" altLang="en-US" sz="3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分析</a:t>
            </a:r>
            <a:endParaRPr kumimoji="0" lang="zh-CN" altLang="zh-CN" sz="3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ts val="4000"/>
              </a:lnSpc>
              <a:spcBef>
                <a:spcPct val="20000"/>
              </a:spcBef>
              <a:spcAft>
                <a:spcPct val="0"/>
              </a:spcAft>
              <a:buClr>
                <a:schemeClr val="accent1"/>
              </a:buClr>
              <a:buSzPct val="100000"/>
              <a:buFont typeface="Symbol" panose="05050102010706020507" pitchFamily="18" charset="2"/>
              <a:buChar char=""/>
              <a:defRPr/>
            </a:pPr>
            <a:endParaRPr kumimoji="0" lang="zh-CN" altLang="en-US" sz="2800" b="0" i="0" u="none" strike="noStrike" kern="1200" cap="none" spc="0" normalizeH="0" baseline="0" noProof="0">
              <a:ln>
                <a:noFill/>
              </a:ln>
              <a:solidFill>
                <a:schemeClr val="folHlink"/>
              </a:solidFill>
              <a:effectLst>
                <a:outerShdw blurRad="38100" dist="38100" dir="2700000" algn="tl">
                  <a:srgbClr val="C0C0C0"/>
                </a:outerShdw>
              </a:effectLst>
              <a:uLnTx/>
              <a:uFillTx/>
              <a:latin typeface="楷体_GB2312"/>
              <a:ea typeface="+mn-ea"/>
              <a:cs typeface="Times New Roman" panose="02020603050405020304" pitchFamily="18" charset="0"/>
            </a:endParaRPr>
          </a:p>
        </p:txBody>
      </p:sp>
      <p:sp>
        <p:nvSpPr>
          <p:cNvPr id="57347" name="标题 1"/>
          <p:cNvSpPr>
            <a:spLocks noGrp="1"/>
          </p:cNvSpPr>
          <p:nvPr>
            <p:ph type="title"/>
          </p:nvPr>
        </p:nvSpPr>
        <p:spPr>
          <a:xfrm>
            <a:off x="755650" y="268288"/>
            <a:ext cx="7931150" cy="358775"/>
          </a:xfrm>
        </p:spPr>
        <p:txBody>
          <a:bodyPr vert="horz" wrap="square" lIns="91440" tIns="45720" rIns="91440" bIns="45720" anchor="ctr" anchorCtr="0"/>
          <a:lstStyle/>
          <a:p>
            <a:pPr eaLnBrk="1" hangingPunct="1">
              <a:buNone/>
            </a:pPr>
            <a:r>
              <a:rPr lang="zh-CN" altLang="en-US" sz="3000" kern="1200" dirty="0">
                <a:solidFill>
                  <a:schemeClr val="tx1"/>
                </a:solidFill>
                <a:latin typeface="微软雅黑" panose="020B0503020204020204" pitchFamily="34" charset="-122"/>
                <a:ea typeface="微软雅黑" panose="020B0503020204020204" pitchFamily="34" charset="-122"/>
                <a:cs typeface="+mj-cs"/>
              </a:rPr>
              <a:t>如何构造给定文法的</a:t>
            </a:r>
            <a:r>
              <a:rPr lang="en-US" altLang="zh-CN" sz="3000" i="1" kern="1200" dirty="0">
                <a:solidFill>
                  <a:schemeClr val="tx1"/>
                </a:solidFill>
                <a:latin typeface="Times New Roman" panose="02020603050405020304" pitchFamily="18" charset="0"/>
                <a:ea typeface="微软雅黑" panose="020B0503020204020204" pitchFamily="34" charset="-122"/>
                <a:cs typeface="+mj-cs"/>
              </a:rPr>
              <a:t>LR</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分析表？</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3" descr="G:\QQ截图201607142012副本.jpg"/>
          <p:cNvPicPr>
            <a:picLocks noChangeAspect="1"/>
          </p:cNvPicPr>
          <p:nvPr/>
        </p:nvPicPr>
        <p:blipFill>
          <a:blip r:embed="rId3"/>
          <a:stretch>
            <a:fillRect/>
          </a:stretch>
        </p:blipFill>
        <p:spPr>
          <a:xfrm>
            <a:off x="0" y="0"/>
            <a:ext cx="9144000" cy="5151438"/>
          </a:xfrm>
          <a:prstGeom prst="rect">
            <a:avLst/>
          </a:prstGeom>
          <a:noFill/>
          <a:ln w="9525">
            <a:noFill/>
          </a:ln>
        </p:spPr>
      </p:pic>
      <p:sp>
        <p:nvSpPr>
          <p:cNvPr id="10" name="Rectangle 2"/>
          <p:cNvSpPr txBox="1">
            <a:spLocks noChangeArrowheads="1"/>
          </p:cNvSpPr>
          <p:nvPr/>
        </p:nvSpPr>
        <p:spPr>
          <a:xfrm>
            <a:off x="4554538" y="1774825"/>
            <a:ext cx="4446588" cy="939800"/>
          </a:xfrm>
          <a:prstGeom prst="rect">
            <a:avLst/>
          </a:prstGeom>
        </p:spPr>
        <p:txBody>
          <a:bodyPr anchor="ctr"/>
          <a:lstStyle/>
          <a:p>
            <a:pPr marR="0" defTabSz="914400" eaLnBrk="1" fontAlgn="auto" hangingPunct="1">
              <a:spcAft>
                <a:spcPts val="0"/>
              </a:spcAft>
              <a:buClrTx/>
              <a:buSzTx/>
              <a:buFontTx/>
              <a:buNone/>
              <a:defRPr/>
            </a:pPr>
            <a:r>
              <a:rPr kumimoji="0" lang="en-US" altLang="zh-CN" sz="3500" kern="1200" cap="none" spc="600" normalizeH="0" baseline="0" noProof="0" dirty="0">
                <a:solidFill>
                  <a:prstClr val="white"/>
                </a:solidFill>
                <a:latin typeface="微软雅黑" panose="020B0503020204020204" pitchFamily="34" charset="-122"/>
                <a:ea typeface="微软雅黑" panose="020B0503020204020204" pitchFamily="34" charset="-122"/>
                <a:cs typeface="+mj-cs"/>
              </a:rPr>
              <a:t>LR(0)</a:t>
            </a:r>
            <a:r>
              <a:rPr kumimoji="0" lang="zh-CN" altLang="en-US" sz="3500" kern="1200" cap="none" spc="600" normalizeH="0" baseline="0" noProof="0" dirty="0">
                <a:solidFill>
                  <a:prstClr val="white"/>
                </a:solidFill>
                <a:latin typeface="微软雅黑" panose="020B0503020204020204" pitchFamily="34" charset="-122"/>
                <a:ea typeface="微软雅黑" panose="020B0503020204020204" pitchFamily="34" charset="-122"/>
                <a:cs typeface="+mj-cs"/>
              </a:rPr>
              <a:t>分析法</a:t>
            </a:r>
          </a:p>
        </p:txBody>
      </p:sp>
      <p:sp>
        <p:nvSpPr>
          <p:cNvPr id="59396" name="Rectangle 2"/>
          <p:cNvSpPr txBox="1"/>
          <p:nvPr/>
        </p:nvSpPr>
        <p:spPr>
          <a:xfrm>
            <a:off x="4914900" y="2428875"/>
            <a:ext cx="3443288" cy="939800"/>
          </a:xfrm>
          <a:prstGeom prst="rect">
            <a:avLst/>
          </a:prstGeom>
          <a:noFill/>
          <a:ln w="9525">
            <a:noFill/>
          </a:ln>
        </p:spPr>
        <p:txBody>
          <a:bodyPr anchor="ctr" anchorCtr="0"/>
          <a:lstStyle/>
          <a:p>
            <a:pPr eaLnBrk="1" hangingPunct="1"/>
            <a:r>
              <a:rPr lang="en-US" altLang="zh-CN" sz="2500" b="1" dirty="0">
                <a:solidFill>
                  <a:srgbClr val="FFFFFF"/>
                </a:solidFill>
                <a:latin typeface="Candara" panose="020E0502030303020204" pitchFamily="34" charset="0"/>
                <a:ea typeface="楷体" panose="02010609060101010101" pitchFamily="49" charset="-122"/>
              </a:rPr>
              <a:t> </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59397" name="Rectangle 2"/>
          <p:cNvSpPr txBox="1"/>
          <p:nvPr/>
        </p:nvSpPr>
        <p:spPr>
          <a:xfrm>
            <a:off x="5214938" y="1487488"/>
            <a:ext cx="3143250" cy="441325"/>
          </a:xfrm>
          <a:prstGeom prst="rect">
            <a:avLst/>
          </a:prstGeom>
          <a:noFill/>
          <a:ln w="12700">
            <a:noFill/>
          </a:ln>
        </p:spPr>
        <p:txBody>
          <a:bodyPr anchor="ctr" anchorCtr="0"/>
          <a:lstStyle/>
          <a:p>
            <a:pPr eaLnBrk="1" hangingPunct="1"/>
            <a:endParaRPr lang="zh-CN" altLang="en-US" sz="80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1" name="Rectangle 3"/>
          <p:cNvSpPr>
            <a:spLocks noGrp="1"/>
          </p:cNvSpPr>
          <p:nvPr>
            <p:ph idx="1"/>
          </p:nvPr>
        </p:nvSpPr>
        <p:spPr>
          <a:xfrm>
            <a:off x="468313" y="1146175"/>
            <a:ext cx="8307387" cy="3225800"/>
          </a:xfrm>
          <a:solidFill>
            <a:schemeClr val="bg1">
              <a:alpha val="100000"/>
            </a:schemeClr>
          </a:solidFill>
        </p:spPr>
        <p:txBody>
          <a:bodyPr vert="horz" wrap="square" lIns="91440" tIns="45720" rIns="91440" bIns="45720" anchor="t" anchorCtr="0"/>
          <a:lstStyle/>
          <a:p>
            <a:pPr eaLnBrk="1" hangingPunct="1">
              <a:lnSpc>
                <a:spcPts val="3200"/>
              </a:lnSpc>
              <a:buClrTx/>
              <a:buSzPct val="100000"/>
              <a:buFont typeface="Wingdings" panose="05000000000000000000" pitchFamily="2" charset="2"/>
              <a:buChar char="Ø"/>
            </a:pPr>
            <a:r>
              <a:rPr lang="zh-CN" altLang="en-US" sz="2500" b="1" kern="1200" dirty="0">
                <a:solidFill>
                  <a:schemeClr val="tx1"/>
                </a:solidFill>
                <a:latin typeface="Times New Roman" panose="02020603050405020304" pitchFamily="18" charset="0"/>
                <a:ea typeface="华文楷体" panose="02010600040101010101" pitchFamily="2" charset="-122"/>
                <a:cs typeface="+mn-cs"/>
              </a:rPr>
              <a:t>右部某位置标有圆点的产生式称为相应文法的一个</a:t>
            </a:r>
            <a:r>
              <a:rPr lang="en-US" altLang="zh-CN" sz="2500" b="1" i="1" kern="1200" dirty="0">
                <a:solidFill>
                  <a:srgbClr val="FF0000"/>
                </a:solidFill>
                <a:latin typeface="Times New Roman" panose="02020603050405020304" pitchFamily="18" charset="0"/>
                <a:ea typeface="华文楷体" panose="02010600040101010101" pitchFamily="2" charset="-122"/>
                <a:cs typeface="+mn-cs"/>
              </a:rPr>
              <a:t>LR</a:t>
            </a:r>
            <a:r>
              <a:rPr lang="en-US" altLang="zh-CN" sz="2500" b="1" kern="1200" dirty="0">
                <a:solidFill>
                  <a:srgbClr val="FF0000"/>
                </a:solidFill>
                <a:latin typeface="Times New Roman" panose="02020603050405020304" pitchFamily="18" charset="0"/>
                <a:ea typeface="华文楷体" panose="02010600040101010101" pitchFamily="2" charset="-122"/>
                <a:cs typeface="+mn-cs"/>
              </a:rPr>
              <a:t>(0)</a:t>
            </a:r>
            <a:r>
              <a:rPr lang="zh-CN" altLang="en-US" sz="2500" b="1" kern="1200" dirty="0">
                <a:solidFill>
                  <a:srgbClr val="FF0000"/>
                </a:solidFill>
                <a:latin typeface="Times New Roman" panose="02020603050405020304" pitchFamily="18" charset="0"/>
                <a:ea typeface="华文楷体" panose="02010600040101010101" pitchFamily="2" charset="-122"/>
                <a:cs typeface="+mn-cs"/>
              </a:rPr>
              <a:t>项目</a:t>
            </a:r>
            <a:r>
              <a:rPr lang="zh-CN" altLang="en-US" sz="2500" b="1" kern="1200" dirty="0">
                <a:solidFill>
                  <a:schemeClr val="tx1"/>
                </a:solidFill>
                <a:latin typeface="Times New Roman" panose="02020603050405020304" pitchFamily="18" charset="0"/>
                <a:ea typeface="华文楷体" panose="02010600040101010101" pitchFamily="2" charset="-122"/>
                <a:cs typeface="+mn-cs"/>
              </a:rPr>
              <a:t>（简称为项目）</a:t>
            </a:r>
            <a:endParaRPr lang="en-US" altLang="zh-CN" sz="2500" b="1" kern="1200" dirty="0">
              <a:solidFill>
                <a:schemeClr val="tx1"/>
              </a:solidFill>
              <a:latin typeface="Times New Roman" panose="02020603050405020304" pitchFamily="18" charset="0"/>
              <a:ea typeface="华文楷体" panose="02010600040101010101" pitchFamily="2" charset="-122"/>
              <a:cs typeface="+mn-cs"/>
            </a:endParaRPr>
          </a:p>
          <a:p>
            <a:pPr lvl="1" eaLnBrk="1" hangingPunct="1">
              <a:lnSpc>
                <a:spcPts val="2500"/>
              </a:lnSpc>
              <a:buSzPct val="100000"/>
              <a:buFont typeface="Wingdings" panose="05000000000000000000" pitchFamily="2" charset="2"/>
              <a:buNone/>
            </a:pPr>
            <a:r>
              <a:rPr lang="en-US" altLang="zh-CN" sz="2500" b="1" kern="1200" dirty="0">
                <a:solidFill>
                  <a:schemeClr val="tx1"/>
                </a:solidFill>
                <a:latin typeface="Times New Roman" panose="02020603050405020304" pitchFamily="18" charset="0"/>
                <a:ea typeface="楷体_GB2312"/>
                <a:cs typeface="+mn-cs"/>
              </a:rPr>
              <a:t>				</a:t>
            </a:r>
            <a:r>
              <a:rPr lang="en-US" altLang="zh-CN" sz="2500" b="1" i="1" kern="1200" dirty="0">
                <a:solidFill>
                  <a:schemeClr val="tx1"/>
                </a:solidFill>
                <a:latin typeface="Times New Roman" panose="02020603050405020304" pitchFamily="18" charset="0"/>
                <a:ea typeface="楷体_GB2312"/>
                <a:cs typeface="+mn-cs"/>
              </a:rPr>
              <a:t>A</a:t>
            </a:r>
            <a:r>
              <a:rPr lang="en-US" altLang="zh-CN" sz="2500" b="1" kern="1200" dirty="0">
                <a:solidFill>
                  <a:schemeClr val="tx1"/>
                </a:solidFill>
                <a:latin typeface="Times New Roman" panose="02020603050405020304" pitchFamily="18" charset="0"/>
                <a:ea typeface="楷体_GB2312"/>
                <a:cs typeface="+mn-cs"/>
              </a:rPr>
              <a:t>→ </a:t>
            </a:r>
            <a:r>
              <a:rPr lang="en-US" altLang="zh-CN" sz="2500" b="1" i="1" kern="1200" dirty="0">
                <a:solidFill>
                  <a:schemeClr val="tx1"/>
                </a:solidFill>
                <a:latin typeface="Times New Roman" panose="02020603050405020304" pitchFamily="18" charset="0"/>
                <a:ea typeface="楷体_GB2312"/>
                <a:cs typeface="+mn-cs"/>
              </a:rPr>
              <a:t>α</a:t>
            </a:r>
            <a:r>
              <a:rPr lang="en-US" altLang="zh-CN" sz="2500" b="1" kern="1200" baseline="-25000" dirty="0">
                <a:solidFill>
                  <a:schemeClr val="tx1"/>
                </a:solidFill>
                <a:latin typeface="Times New Roman" panose="02020603050405020304" pitchFamily="18" charset="0"/>
                <a:ea typeface="楷体_GB2312"/>
                <a:cs typeface="+mn-cs"/>
              </a:rPr>
              <a:t>1</a:t>
            </a:r>
            <a:r>
              <a:rPr lang="en-US" altLang="zh-CN" sz="2500" b="1" kern="1200" dirty="0">
                <a:latin typeface="Times New Roman" panose="02020603050405020304" pitchFamily="18" charset="0"/>
                <a:ea typeface="华文楷体" panose="02010600040101010101" pitchFamily="2" charset="-122"/>
                <a:cs typeface="+mn-cs"/>
              </a:rPr>
              <a:t>·</a:t>
            </a:r>
            <a:r>
              <a:rPr lang="en-US" altLang="zh-CN" sz="2500" b="1" i="1" kern="1200" dirty="0">
                <a:solidFill>
                  <a:schemeClr val="tx1"/>
                </a:solidFill>
                <a:latin typeface="Times New Roman" panose="02020603050405020304" pitchFamily="18" charset="0"/>
                <a:ea typeface="楷体_GB2312"/>
                <a:cs typeface="+mn-cs"/>
              </a:rPr>
              <a:t>α</a:t>
            </a:r>
            <a:r>
              <a:rPr lang="en-US" altLang="zh-CN" sz="2500" b="1" kern="1200" baseline="-25000" dirty="0">
                <a:solidFill>
                  <a:schemeClr val="tx1"/>
                </a:solidFill>
                <a:latin typeface="Times New Roman" panose="02020603050405020304" pitchFamily="18" charset="0"/>
                <a:ea typeface="楷体_GB2312"/>
                <a:cs typeface="+mn-cs"/>
              </a:rPr>
              <a:t>2</a:t>
            </a:r>
            <a:endParaRPr lang="en-US" altLang="zh-CN" sz="2500" b="1" kern="1200" dirty="0">
              <a:solidFill>
                <a:schemeClr val="tx1"/>
              </a:solidFill>
              <a:latin typeface="楷体" panose="02010609060101010101" pitchFamily="49" charset="-122"/>
              <a:ea typeface="华文楷体" panose="02010600040101010101" pitchFamily="2" charset="-122"/>
              <a:cs typeface="+mn-cs"/>
            </a:endParaRPr>
          </a:p>
          <a:p>
            <a:pPr lvl="1" eaLnBrk="1" hangingPunct="1">
              <a:lnSpc>
                <a:spcPts val="2500"/>
              </a:lnSpc>
              <a:buSzPct val="100000"/>
              <a:buFont typeface="Symbol" panose="05050102010706020507" pitchFamily="18" charset="2"/>
              <a:buNone/>
            </a:pPr>
            <a:r>
              <a:rPr lang="zh-CN" altLang="en-US" sz="2500" b="1" kern="1200" dirty="0">
                <a:solidFill>
                  <a:schemeClr val="tx1"/>
                </a:solidFill>
                <a:latin typeface="楷体" panose="02010609060101010101" pitchFamily="49" charset="-122"/>
                <a:ea typeface="华文楷体" panose="02010600040101010101" pitchFamily="2" charset="-122"/>
                <a:cs typeface="+mn-cs"/>
              </a:rPr>
              <a:t>例：</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S</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bBB</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 </a:t>
            </a:r>
            <a:endParaRPr lang="en-US" altLang="zh-CN" sz="2500" b="1" kern="1200" dirty="0">
              <a:solidFill>
                <a:schemeClr val="tx1"/>
              </a:solidFill>
              <a:latin typeface="Times New Roman" panose="02020603050405020304" pitchFamily="18" charset="0"/>
              <a:ea typeface="楷体_GB2312"/>
              <a:cs typeface="+mn-cs"/>
            </a:endParaRPr>
          </a:p>
          <a:p>
            <a:pPr lvl="1" eaLnBrk="1" hangingPunct="1">
              <a:lnSpc>
                <a:spcPts val="3200"/>
              </a:lnSpc>
              <a:buSzPct val="100000"/>
              <a:buFont typeface="Wingdings" panose="05000000000000000000" pitchFamily="2" charset="2"/>
              <a:buNone/>
            </a:pPr>
            <a:r>
              <a:rPr lang="en-US" altLang="zh-CN" sz="2500" b="1" kern="1200" dirty="0">
                <a:solidFill>
                  <a:schemeClr val="tx1"/>
                </a:solidFill>
                <a:latin typeface="Times New Roman" panose="02020603050405020304" pitchFamily="18" charset="0"/>
                <a:ea typeface="楷体_GB2312"/>
                <a:cs typeface="+mn-cs"/>
              </a:rPr>
              <a:t>			</a:t>
            </a:r>
            <a:endParaRPr lang="en-US" altLang="zh-CN" sz="2500" b="1" kern="1200" dirty="0">
              <a:solidFill>
                <a:schemeClr val="tx1"/>
              </a:solidFill>
              <a:latin typeface="Times New Roman" panose="02020603050405020304" pitchFamily="18" charset="0"/>
              <a:ea typeface="华文楷体" panose="02010600040101010101" pitchFamily="2" charset="-122"/>
              <a:cs typeface="+mn-cs"/>
            </a:endParaRPr>
          </a:p>
          <a:p>
            <a:pPr lvl="1" eaLnBrk="1" hangingPunct="1">
              <a:lnSpc>
                <a:spcPts val="3200"/>
              </a:lnSpc>
              <a:buSzPct val="100000"/>
              <a:buFont typeface="Wingdings" panose="05000000000000000000" pitchFamily="2" charset="2"/>
              <a:buNone/>
            </a:pPr>
            <a:endParaRPr lang="en-US" altLang="zh-CN" sz="2500" b="1" kern="1200" dirty="0">
              <a:solidFill>
                <a:schemeClr val="tx1"/>
              </a:solidFill>
              <a:latin typeface="Times New Roman" panose="02020603050405020304" pitchFamily="18" charset="0"/>
              <a:ea typeface="华文楷体" panose="02010600040101010101" pitchFamily="2" charset="-122"/>
              <a:cs typeface="+mn-cs"/>
            </a:endParaRPr>
          </a:p>
          <a:p>
            <a:pPr lvl="1" eaLnBrk="1" hangingPunct="1">
              <a:lnSpc>
                <a:spcPts val="3200"/>
              </a:lnSpc>
              <a:buSzPct val="100000"/>
              <a:buFont typeface="Wingdings" panose="05000000000000000000" pitchFamily="2" charset="2"/>
              <a:buNone/>
            </a:pPr>
            <a:endParaRPr lang="en-US" altLang="zh-CN" sz="2500" b="1" kern="1200" dirty="0">
              <a:solidFill>
                <a:schemeClr val="tx1"/>
              </a:solidFill>
              <a:latin typeface="Times New Roman" panose="02020603050405020304" pitchFamily="18" charset="0"/>
              <a:ea typeface="华文楷体" panose="02010600040101010101" pitchFamily="2" charset="-122"/>
              <a:cs typeface="+mn-cs"/>
            </a:endParaRPr>
          </a:p>
        </p:txBody>
      </p:sp>
      <p:sp>
        <p:nvSpPr>
          <p:cNvPr id="63491" name="标题 1"/>
          <p:cNvSpPr>
            <a:spLocks noGrp="1"/>
          </p:cNvSpPr>
          <p:nvPr>
            <p:ph type="title"/>
          </p:nvPr>
        </p:nvSpPr>
        <p:spPr>
          <a:xfrm>
            <a:off x="755650" y="268288"/>
            <a:ext cx="7931150" cy="358775"/>
          </a:xfrm>
        </p:spPr>
        <p:txBody>
          <a:bodyPr vert="horz" wrap="square" lIns="91440" tIns="45720" rIns="91440" bIns="45720" anchor="ctr" anchorCtr="0"/>
          <a:lstStyle/>
          <a:p>
            <a:pPr eaLnBrk="1" hangingPunct="1">
              <a:buNone/>
            </a:pPr>
            <a:r>
              <a:rPr lang="en-US" altLang="zh-CN" sz="3000" i="1" kern="1200" dirty="0">
                <a:solidFill>
                  <a:schemeClr val="tx1"/>
                </a:solidFill>
                <a:latin typeface="Times New Roman" panose="02020603050405020304" pitchFamily="18" charset="0"/>
                <a:ea typeface="楷体_GB2312"/>
                <a:cs typeface="+mj-cs"/>
              </a:rPr>
              <a:t>LR</a:t>
            </a:r>
            <a:r>
              <a:rPr lang="en-US" altLang="zh-CN" sz="3000" kern="1200" dirty="0">
                <a:solidFill>
                  <a:schemeClr val="tx1"/>
                </a:solidFill>
                <a:latin typeface="Times New Roman" panose="02020603050405020304" pitchFamily="18" charset="0"/>
                <a:ea typeface="楷体_GB2312"/>
                <a:cs typeface="+mj-cs"/>
              </a:rPr>
              <a:t>(0)</a:t>
            </a:r>
            <a:r>
              <a:rPr lang="zh-CN" altLang="en-US" sz="3000" kern="1200" dirty="0">
                <a:solidFill>
                  <a:schemeClr val="tx1"/>
                </a:solidFill>
                <a:latin typeface="微软雅黑" panose="020B0503020204020204" pitchFamily="34" charset="-122"/>
                <a:ea typeface="微软雅黑" panose="020B0503020204020204" pitchFamily="34" charset="-122"/>
                <a:cs typeface="+mj-cs"/>
              </a:rPr>
              <a:t> 项目</a:t>
            </a:r>
          </a:p>
        </p:txBody>
      </p:sp>
      <p:sp>
        <p:nvSpPr>
          <p:cNvPr id="421892" name="Rectangle 4"/>
          <p:cNvSpPr/>
          <p:nvPr/>
        </p:nvSpPr>
        <p:spPr>
          <a:xfrm>
            <a:off x="3492500" y="4156075"/>
            <a:ext cx="2736850" cy="476250"/>
          </a:xfrm>
          <a:prstGeom prst="rect">
            <a:avLst/>
          </a:prstGeom>
          <a:noFill/>
          <a:ln w="9525">
            <a:noFill/>
          </a:ln>
        </p:spPr>
        <p:txBody>
          <a:bodyPr>
            <a:spAutoFit/>
          </a:bodyPr>
          <a:lstStyle/>
          <a:p>
            <a:pPr eaLnBrk="1" hangingPunct="1"/>
            <a:r>
              <a:rPr lang="zh-CN" altLang="en-US" sz="2500" b="1" dirty="0">
                <a:solidFill>
                  <a:srgbClr val="2D83F4"/>
                </a:solidFill>
                <a:latin typeface="楷体" panose="02010609060101010101" pitchFamily="49" charset="-122"/>
                <a:ea typeface="楷体" panose="02010609060101010101" pitchFamily="49" charset="-122"/>
              </a:rPr>
              <a:t>归约项目</a:t>
            </a:r>
          </a:p>
        </p:txBody>
      </p:sp>
      <p:sp>
        <p:nvSpPr>
          <p:cNvPr id="421893" name="Rectangle 5"/>
          <p:cNvSpPr/>
          <p:nvPr/>
        </p:nvSpPr>
        <p:spPr>
          <a:xfrm>
            <a:off x="3492500" y="2859088"/>
            <a:ext cx="2447925" cy="477837"/>
          </a:xfrm>
          <a:prstGeom prst="rect">
            <a:avLst/>
          </a:prstGeom>
          <a:noFill/>
          <a:ln w="9525">
            <a:noFill/>
          </a:ln>
        </p:spPr>
        <p:txBody>
          <a:bodyPr>
            <a:spAutoFit/>
          </a:bodyPr>
          <a:lstStyle/>
          <a:p>
            <a:pPr eaLnBrk="1" hangingPunct="1"/>
            <a:r>
              <a:rPr lang="zh-CN" altLang="en-US" sz="2500" b="1" dirty="0">
                <a:solidFill>
                  <a:srgbClr val="2D83F4"/>
                </a:solidFill>
                <a:latin typeface="楷体" panose="02010609060101010101" pitchFamily="49" charset="-122"/>
                <a:ea typeface="楷体" panose="02010609060101010101" pitchFamily="49" charset="-122"/>
              </a:rPr>
              <a:t>移进项目</a:t>
            </a:r>
          </a:p>
        </p:txBody>
      </p:sp>
      <p:sp>
        <p:nvSpPr>
          <p:cNvPr id="421894" name="Rectangle 6"/>
          <p:cNvSpPr/>
          <p:nvPr/>
        </p:nvSpPr>
        <p:spPr>
          <a:xfrm>
            <a:off x="3492500" y="3465513"/>
            <a:ext cx="1933575" cy="477837"/>
          </a:xfrm>
          <a:prstGeom prst="rect">
            <a:avLst/>
          </a:prstGeom>
          <a:noFill/>
          <a:ln w="9525">
            <a:noFill/>
          </a:ln>
        </p:spPr>
        <p:txBody>
          <a:bodyPr>
            <a:spAutoFit/>
          </a:bodyPr>
          <a:lstStyle/>
          <a:p>
            <a:pPr eaLnBrk="1" hangingPunct="1"/>
            <a:r>
              <a:rPr lang="zh-CN" altLang="en-US" sz="2500" b="1" dirty="0">
                <a:solidFill>
                  <a:srgbClr val="2D83F4"/>
                </a:solidFill>
                <a:latin typeface="楷体" panose="02010609060101010101" pitchFamily="49" charset="-122"/>
                <a:ea typeface="楷体" panose="02010609060101010101" pitchFamily="49" charset="-122"/>
              </a:rPr>
              <a:t>待约项目</a:t>
            </a:r>
          </a:p>
        </p:txBody>
      </p:sp>
      <p:sp>
        <p:nvSpPr>
          <p:cNvPr id="421895" name="AutoShape 7"/>
          <p:cNvSpPr/>
          <p:nvPr/>
        </p:nvSpPr>
        <p:spPr bwMode="auto">
          <a:xfrm>
            <a:off x="3052763" y="3475038"/>
            <a:ext cx="295275" cy="539750"/>
          </a:xfrm>
          <a:prstGeom prst="rightBrace">
            <a:avLst>
              <a:gd name="adj1" fmla="val 19479"/>
              <a:gd name="adj2" fmla="val 50000"/>
            </a:avLst>
          </a:prstGeom>
          <a:noFill/>
          <a:ln w="38100">
            <a:solidFill>
              <a:schemeClr val="tx2">
                <a:lumMod val="60000"/>
                <a:lumOff val="40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endParaRPr>
          </a:p>
        </p:txBody>
      </p:sp>
      <p:sp>
        <p:nvSpPr>
          <p:cNvPr id="421896" name="Line 8"/>
          <p:cNvSpPr>
            <a:spLocks noChangeShapeType="1"/>
          </p:cNvSpPr>
          <p:nvPr/>
        </p:nvSpPr>
        <p:spPr bwMode="auto">
          <a:xfrm flipH="1">
            <a:off x="2998788" y="4371975"/>
            <a:ext cx="576263" cy="0"/>
          </a:xfrm>
          <a:prstGeom prst="line">
            <a:avLst/>
          </a:prstGeom>
          <a:noFill/>
          <a:ln w="38100">
            <a:solidFill>
              <a:schemeClr val="tx2">
                <a:lumMod val="60000"/>
                <a:lumOff val="40000"/>
              </a:schemeClr>
            </a:solidFill>
            <a:round/>
            <a:tailEnd type="triangle" w="med" len="me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21897" name="Line 9"/>
          <p:cNvSpPr>
            <a:spLocks noChangeShapeType="1"/>
          </p:cNvSpPr>
          <p:nvPr/>
        </p:nvSpPr>
        <p:spPr bwMode="auto">
          <a:xfrm flipH="1">
            <a:off x="2998788" y="3078163"/>
            <a:ext cx="576263" cy="0"/>
          </a:xfrm>
          <a:prstGeom prst="line">
            <a:avLst/>
          </a:prstGeom>
          <a:noFill/>
          <a:ln w="38100">
            <a:solidFill>
              <a:schemeClr val="tx2">
                <a:lumMod val="60000"/>
                <a:lumOff val="40000"/>
              </a:schemeClr>
            </a:solidFill>
            <a:round/>
            <a:tailEnd type="triangle" w="med" len="me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5546" name="矩形 1"/>
          <p:cNvSpPr/>
          <p:nvPr/>
        </p:nvSpPr>
        <p:spPr>
          <a:xfrm>
            <a:off x="1079500" y="2905125"/>
            <a:ext cx="4572000" cy="1722438"/>
          </a:xfrm>
          <a:prstGeom prst="rect">
            <a:avLst/>
          </a:prstGeom>
          <a:noFill/>
          <a:ln w="9525">
            <a:noFill/>
          </a:ln>
        </p:spPr>
        <p:txBody>
          <a:bodyPr>
            <a:spAutoFit/>
          </a:bodyPr>
          <a:lstStyle/>
          <a:p>
            <a:pPr marL="285750" indent="-285750" eaLnBrk="1" hangingPunct="1">
              <a:lnSpc>
                <a:spcPts val="2500"/>
              </a:lnSpc>
              <a:spcBef>
                <a:spcPct val="30000"/>
              </a:spcBef>
              <a:buFont typeface="Wingdings" panose="05000000000000000000" pitchFamily="2" charset="2"/>
              <a:buChar char="Ø"/>
            </a:pPr>
            <a:r>
              <a:rPr lang="en-US" altLang="zh-CN" sz="2500" b="1" i="1" dirty="0">
                <a:latin typeface="Times New Roman" panose="02020603050405020304" pitchFamily="18" charset="0"/>
                <a:ea typeface="楷体_GB2312"/>
              </a:rPr>
              <a:t>S </a:t>
            </a:r>
            <a:r>
              <a:rPr lang="en-US" altLang="zh-CN" sz="2500" b="1" dirty="0">
                <a:latin typeface="Times New Roman" panose="02020603050405020304" pitchFamily="18" charset="0"/>
                <a:ea typeface="楷体_GB2312"/>
              </a:rPr>
              <a:t>→ </a:t>
            </a:r>
            <a:r>
              <a:rPr lang="en-US" altLang="zh-CN" sz="2500" b="1" dirty="0">
                <a:latin typeface="Times New Roman" panose="02020603050405020304" pitchFamily="18" charset="0"/>
                <a:ea typeface="华文楷体" panose="02010600040101010101" pitchFamily="2" charset="-122"/>
              </a:rPr>
              <a:t>·</a:t>
            </a:r>
            <a:r>
              <a:rPr lang="en-US" altLang="zh-CN" sz="2500" b="1" i="1" dirty="0">
                <a:latin typeface="Times New Roman" panose="02020603050405020304" pitchFamily="18" charset="0"/>
                <a:ea typeface="楷体_GB2312"/>
              </a:rPr>
              <a:t>bBB</a:t>
            </a:r>
            <a:r>
              <a:rPr lang="en-US" altLang="zh-CN" sz="2500" b="1" dirty="0">
                <a:latin typeface="Times New Roman" panose="02020603050405020304" pitchFamily="18" charset="0"/>
                <a:ea typeface="楷体_GB2312"/>
              </a:rPr>
              <a:t> </a:t>
            </a:r>
          </a:p>
          <a:p>
            <a:pPr marL="285750" indent="-285750" eaLnBrk="1" hangingPunct="1">
              <a:lnSpc>
                <a:spcPts val="2500"/>
              </a:lnSpc>
              <a:spcBef>
                <a:spcPct val="30000"/>
              </a:spcBef>
              <a:buFont typeface="Wingdings" panose="05000000000000000000" pitchFamily="2" charset="2"/>
              <a:buChar char="Ø"/>
            </a:pPr>
            <a:r>
              <a:rPr lang="en-US" altLang="zh-CN" sz="2500" b="1" i="1" dirty="0">
                <a:latin typeface="Times New Roman" panose="02020603050405020304" pitchFamily="18" charset="0"/>
                <a:ea typeface="楷体_GB2312"/>
              </a:rPr>
              <a:t>S </a:t>
            </a:r>
            <a:r>
              <a:rPr lang="en-US" altLang="zh-CN" sz="2500" b="1" dirty="0">
                <a:latin typeface="Times New Roman" panose="02020603050405020304" pitchFamily="18" charset="0"/>
                <a:ea typeface="楷体_GB2312"/>
              </a:rPr>
              <a:t>→ </a:t>
            </a:r>
            <a:r>
              <a:rPr lang="en-US" altLang="zh-CN" sz="2500" b="1" i="1" dirty="0">
                <a:latin typeface="Times New Roman" panose="02020603050405020304" pitchFamily="18" charset="0"/>
                <a:ea typeface="楷体_GB2312"/>
              </a:rPr>
              <a:t>b</a:t>
            </a:r>
            <a:r>
              <a:rPr lang="en-US" altLang="zh-CN" sz="2500" b="1" dirty="0">
                <a:latin typeface="Times New Roman" panose="02020603050405020304" pitchFamily="18" charset="0"/>
                <a:ea typeface="华文楷体" panose="02010600040101010101" pitchFamily="2" charset="-122"/>
              </a:rPr>
              <a:t>·</a:t>
            </a:r>
            <a:r>
              <a:rPr lang="en-US" altLang="zh-CN" sz="2500" b="1" i="1" dirty="0">
                <a:latin typeface="Times New Roman" panose="02020603050405020304" pitchFamily="18" charset="0"/>
                <a:ea typeface="楷体_GB2312"/>
              </a:rPr>
              <a:t>BB</a:t>
            </a:r>
            <a:r>
              <a:rPr lang="en-US" altLang="zh-CN" sz="2500" b="1" dirty="0">
                <a:latin typeface="Times New Roman" panose="02020603050405020304" pitchFamily="18" charset="0"/>
                <a:ea typeface="楷体_GB2312"/>
              </a:rPr>
              <a:t> </a:t>
            </a:r>
          </a:p>
          <a:p>
            <a:pPr marL="285750" indent="-285750" eaLnBrk="1" hangingPunct="1">
              <a:lnSpc>
                <a:spcPts val="2500"/>
              </a:lnSpc>
              <a:spcBef>
                <a:spcPct val="30000"/>
              </a:spcBef>
              <a:buFont typeface="Wingdings" panose="05000000000000000000" pitchFamily="2" charset="2"/>
              <a:buChar char="Ø"/>
            </a:pPr>
            <a:r>
              <a:rPr lang="en-US" altLang="zh-CN" sz="2500" b="1" i="1" dirty="0">
                <a:latin typeface="Times New Roman" panose="02020603050405020304" pitchFamily="18" charset="0"/>
                <a:ea typeface="楷体_GB2312"/>
              </a:rPr>
              <a:t>S </a:t>
            </a:r>
            <a:r>
              <a:rPr lang="en-US" altLang="zh-CN" sz="2500" b="1" dirty="0">
                <a:latin typeface="Times New Roman" panose="02020603050405020304" pitchFamily="18" charset="0"/>
                <a:ea typeface="楷体_GB2312"/>
              </a:rPr>
              <a:t>→ </a:t>
            </a:r>
            <a:r>
              <a:rPr lang="en-US" altLang="zh-CN" sz="2500" b="1" i="1" dirty="0">
                <a:latin typeface="Times New Roman" panose="02020603050405020304" pitchFamily="18" charset="0"/>
                <a:ea typeface="楷体_GB2312"/>
              </a:rPr>
              <a:t>bB</a:t>
            </a:r>
            <a:r>
              <a:rPr lang="en-US" altLang="zh-CN" sz="2500" b="1" dirty="0">
                <a:latin typeface="Times New Roman" panose="02020603050405020304" pitchFamily="18" charset="0"/>
                <a:ea typeface="华文楷体" panose="02010600040101010101" pitchFamily="2" charset="-122"/>
              </a:rPr>
              <a:t>·</a:t>
            </a:r>
            <a:r>
              <a:rPr lang="en-US" altLang="zh-CN" sz="2500" b="1" i="1" dirty="0">
                <a:latin typeface="Times New Roman" panose="02020603050405020304" pitchFamily="18" charset="0"/>
                <a:ea typeface="楷体_GB2312"/>
              </a:rPr>
              <a:t>B</a:t>
            </a:r>
            <a:r>
              <a:rPr lang="en-US" altLang="zh-CN" sz="2500" b="1" dirty="0">
                <a:latin typeface="Times New Roman" panose="02020603050405020304" pitchFamily="18" charset="0"/>
                <a:ea typeface="楷体_GB2312"/>
              </a:rPr>
              <a:t>   </a:t>
            </a:r>
          </a:p>
          <a:p>
            <a:pPr marL="285750" indent="-285750" eaLnBrk="1" hangingPunct="1">
              <a:lnSpc>
                <a:spcPts val="2500"/>
              </a:lnSpc>
              <a:spcBef>
                <a:spcPct val="30000"/>
              </a:spcBef>
              <a:buFont typeface="Wingdings" panose="05000000000000000000" pitchFamily="2" charset="2"/>
              <a:buChar char="Ø"/>
            </a:pPr>
            <a:r>
              <a:rPr lang="en-US" altLang="zh-CN" sz="2500" b="1" i="1" dirty="0">
                <a:latin typeface="Times New Roman" panose="02020603050405020304" pitchFamily="18" charset="0"/>
                <a:ea typeface="楷体_GB2312"/>
              </a:rPr>
              <a:t>S </a:t>
            </a:r>
            <a:r>
              <a:rPr lang="en-US" altLang="zh-CN" sz="2500" b="1" dirty="0">
                <a:latin typeface="Times New Roman" panose="02020603050405020304" pitchFamily="18" charset="0"/>
                <a:ea typeface="楷体_GB2312"/>
              </a:rPr>
              <a:t>→ </a:t>
            </a:r>
            <a:r>
              <a:rPr lang="en-US" altLang="zh-CN" sz="2500" b="1" i="1" dirty="0">
                <a:latin typeface="Times New Roman" panose="02020603050405020304" pitchFamily="18" charset="0"/>
                <a:ea typeface="楷体_GB2312"/>
              </a:rPr>
              <a:t>bBB</a:t>
            </a:r>
            <a:r>
              <a:rPr lang="en-US" altLang="zh-CN" sz="2500" b="1" dirty="0">
                <a:latin typeface="Times New Roman" panose="02020603050405020304" pitchFamily="18" charset="0"/>
                <a:ea typeface="华文楷体" panose="02010600040101010101" pitchFamily="2" charset="-122"/>
              </a:rPr>
              <a:t>·</a:t>
            </a:r>
            <a:endParaRPr lang="en-US" altLang="zh-CN" sz="2500" b="1" dirty="0">
              <a:latin typeface="Times New Roman" panose="02020603050405020304" pitchFamily="18" charset="0"/>
              <a:ea typeface="楷体_GB2312"/>
            </a:endParaRPr>
          </a:p>
        </p:txBody>
      </p:sp>
      <p:sp>
        <p:nvSpPr>
          <p:cNvPr id="3" name="矩形 2"/>
          <p:cNvSpPr/>
          <p:nvPr/>
        </p:nvSpPr>
        <p:spPr>
          <a:xfrm>
            <a:off x="5011738" y="3622675"/>
            <a:ext cx="4064000" cy="461963"/>
          </a:xfrm>
          <a:prstGeom prst="rect">
            <a:avLst/>
          </a:prstGeom>
          <a:solidFill>
            <a:schemeClr val="accent5">
              <a:lumMod val="60000"/>
              <a:lumOff val="40000"/>
            </a:schemeClr>
          </a:solidFill>
          <a:ln>
            <a:solidFill>
              <a:schemeClr val="tx1"/>
            </a:solidFill>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rPr>
              <a:t>项目描述了</a:t>
            </a:r>
            <a:r>
              <a:rPr kumimoji="0" lang="zh-CN" altLang="en-US" sz="2400" b="1" i="0" u="none" strike="noStrike" kern="1200" cap="none" spc="0" normalizeH="0" baseline="0" noProof="0">
                <a:ln>
                  <a:noFill/>
                </a:ln>
                <a:solidFill>
                  <a:srgbClr val="2D83F4"/>
                </a:solidFill>
                <a:effectLst/>
                <a:uLnTx/>
                <a:uFillTx/>
                <a:latin typeface="华文楷体" panose="02010600040101010101" pitchFamily="2" charset="-122"/>
                <a:ea typeface="华文楷体" panose="02010600040101010101" pitchFamily="2" charset="-122"/>
                <a:cs typeface="+mn-cs"/>
              </a:rPr>
              <a:t>句柄识别的状态</a:t>
            </a:r>
            <a:endParaRPr kumimoji="0" lang="zh-CN" altLang="en-US" sz="3600" b="1" i="0" u="none" strike="noStrike" kern="1200" cap="none" spc="0" normalizeH="0" baseline="0" noProof="0">
              <a:ln>
                <a:noFill/>
              </a:ln>
              <a:solidFill>
                <a:srgbClr val="2D83F4"/>
              </a:solidFill>
              <a:effectLst/>
              <a:uLnTx/>
              <a:uFillTx/>
              <a:latin typeface="华文楷体" panose="02010600040101010101" pitchFamily="2" charset="-122"/>
              <a:ea typeface="华文楷体" panose="02010600040101010101" pitchFamily="2" charset="-122"/>
              <a:cs typeface="+mn-cs"/>
            </a:endParaRPr>
          </a:p>
        </p:txBody>
      </p:sp>
      <p:sp>
        <p:nvSpPr>
          <p:cNvPr id="5" name="矩形 4"/>
          <p:cNvSpPr/>
          <p:nvPr/>
        </p:nvSpPr>
        <p:spPr>
          <a:xfrm>
            <a:off x="2009775" y="4614863"/>
            <a:ext cx="4897438" cy="477838"/>
          </a:xfrm>
          <a:prstGeom prst="rect">
            <a:avLst/>
          </a:prstGeom>
          <a:solidFill>
            <a:schemeClr val="accent5">
              <a:lumMod val="60000"/>
              <a:lumOff val="40000"/>
            </a:schemeClr>
          </a:solidFill>
          <a:ln>
            <a:solidFill>
              <a:schemeClr val="tx1"/>
            </a:solidFill>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5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产生式</a:t>
            </a:r>
            <a:r>
              <a:rPr kumimoji="0" lang="en-US" altLang="zh-CN" sz="25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mn-cs"/>
              </a:rPr>
              <a:t>A</a:t>
            </a:r>
            <a:r>
              <a:rPr kumimoji="0" lang="en-US" altLang="zh-CN" sz="2500" b="1" i="0"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mn-cs"/>
              </a:rPr>
              <a:t>→</a:t>
            </a:r>
            <a:r>
              <a:rPr kumimoji="0" lang="en-US" altLang="zh-CN" sz="25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mn-cs"/>
              </a:rPr>
              <a:t>ε</a:t>
            </a:r>
            <a:r>
              <a:rPr kumimoji="0" lang="en-US" altLang="zh-CN" sz="25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 </a:t>
            </a:r>
            <a:r>
              <a:rPr kumimoji="0" lang="zh-CN" altLang="en-US" sz="2500" b="1"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ea typeface="华文楷体" panose="02010600040101010101" pitchFamily="2" charset="-122"/>
                <a:cs typeface="+mn-cs"/>
              </a:rPr>
              <a:t>只生成一个项目</a:t>
            </a:r>
            <a:r>
              <a:rPr kumimoji="0" lang="en-US" altLang="zh-CN" sz="2500" b="1" i="1" u="none" strike="noStrike" kern="1200" cap="none" spc="0" normalizeH="0" baseline="0" noProof="0" dirty="0">
                <a:ln>
                  <a:noFill/>
                </a:ln>
                <a:solidFill>
                  <a:srgbClr val="2D83F4"/>
                </a:solidFill>
                <a:effectLst/>
                <a:highlight>
                  <a:srgbClr val="FFFF00"/>
                </a:highlight>
                <a:uLnTx/>
                <a:uFillTx/>
                <a:latin typeface="Times New Roman" panose="02020603050405020304" pitchFamily="18" charset="0"/>
                <a:ea typeface="华文楷体" panose="02010600040101010101" pitchFamily="2" charset="-122"/>
                <a:cs typeface="+mn-cs"/>
              </a:rPr>
              <a:t>A</a:t>
            </a:r>
            <a:r>
              <a:rPr kumimoji="0" lang="en-US" altLang="zh-CN" sz="2500" b="1" i="0" u="none" strike="noStrike" kern="1200" cap="none" spc="0" normalizeH="0" baseline="0" noProof="0" dirty="0">
                <a:ln>
                  <a:noFill/>
                </a:ln>
                <a:solidFill>
                  <a:srgbClr val="2D83F4"/>
                </a:solidFill>
                <a:effectLst/>
                <a:highlight>
                  <a:srgbClr val="FFFF00"/>
                </a:highlight>
                <a:uLnTx/>
                <a:uFillTx/>
                <a:latin typeface="Times New Roman" panose="02020603050405020304" pitchFamily="18" charset="0"/>
                <a:ea typeface="华文楷体" panose="02010600040101010101" pitchFamily="2" charset="-122"/>
                <a:cs typeface="+mn-cs"/>
              </a:rPr>
              <a:t>→ · </a:t>
            </a:r>
            <a:endParaRPr kumimoji="0" lang="zh-CN" altLang="en-US" sz="1800" b="0" i="0" u="none" strike="noStrike" kern="1200" cap="none" spc="0" normalizeH="0" baseline="0" noProof="0" dirty="0">
              <a:ln>
                <a:noFill/>
              </a:ln>
              <a:solidFill>
                <a:srgbClr val="2D83F4"/>
              </a:solidFill>
              <a:effectLst/>
              <a:highlight>
                <a:srgbClr val="FFFF00"/>
              </a:highlight>
              <a:uLnTx/>
              <a:uFillTx/>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21891">
                                            <p:txEl>
                                              <p:pRg st="2" end="2"/>
                                            </p:txEl>
                                          </p:spTgt>
                                        </p:tgtEl>
                                        <p:attrNameLst>
                                          <p:attrName>style.visibility</p:attrName>
                                        </p:attrNameLst>
                                      </p:cBhvr>
                                      <p:to>
                                        <p:strVal val="visible"/>
                                      </p:to>
                                    </p:set>
                                    <p:anim calcmode="lin" valueType="num">
                                      <p:cBhvr>
                                        <p:cTn id="7" dur="500" fill="hold"/>
                                        <p:tgtEl>
                                          <p:spTgt spid="421891">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421891">
                                            <p:txEl>
                                              <p:pRg st="2" end="2"/>
                                            </p:txEl>
                                          </p:spTgt>
                                        </p:tgtEl>
                                        <p:attrNameLst>
                                          <p:attrName>ppt_h</p:attrName>
                                        </p:attrNameLst>
                                      </p:cBhvr>
                                      <p:tavLst>
                                        <p:tav tm="0">
                                          <p:val>
                                            <p:fltVal val="0"/>
                                          </p:val>
                                        </p:tav>
                                        <p:tav tm="100000">
                                          <p:val>
                                            <p:strVal val="#ppt_h"/>
                                          </p:val>
                                        </p:tav>
                                      </p:tavLst>
                                    </p:anim>
                                    <p:animEffect transition="in" filter="fade">
                                      <p:cBhvr>
                                        <p:cTn id="9" dur="500"/>
                                        <p:tgtEl>
                                          <p:spTgt spid="421891">
                                            <p:txEl>
                                              <p:pRg st="2" end="2"/>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421891">
                                            <p:txEl>
                                              <p:pRg st="3" end="3"/>
                                            </p:txEl>
                                          </p:spTgt>
                                        </p:tgtEl>
                                        <p:attrNameLst>
                                          <p:attrName>style.visibility</p:attrName>
                                        </p:attrNameLst>
                                      </p:cBhvr>
                                      <p:to>
                                        <p:strVal val="visible"/>
                                      </p:to>
                                    </p:set>
                                    <p:anim calcmode="lin" valueType="num">
                                      <p:cBhvr>
                                        <p:cTn id="12" dur="500" fill="hold"/>
                                        <p:tgtEl>
                                          <p:spTgt spid="421891">
                                            <p:txEl>
                                              <p:pRg st="3" end="3"/>
                                            </p:txEl>
                                          </p:spTgt>
                                        </p:tgtEl>
                                        <p:attrNameLst>
                                          <p:attrName>ppt_w</p:attrName>
                                        </p:attrNameLst>
                                      </p:cBhvr>
                                      <p:tavLst>
                                        <p:tav tm="0">
                                          <p:val>
                                            <p:fltVal val="0"/>
                                          </p:val>
                                        </p:tav>
                                        <p:tav tm="100000">
                                          <p:val>
                                            <p:strVal val="#ppt_w"/>
                                          </p:val>
                                        </p:tav>
                                      </p:tavLst>
                                    </p:anim>
                                    <p:anim calcmode="lin" valueType="num">
                                      <p:cBhvr>
                                        <p:cTn id="13" dur="500" fill="hold"/>
                                        <p:tgtEl>
                                          <p:spTgt spid="421891">
                                            <p:txEl>
                                              <p:pRg st="3" end="3"/>
                                            </p:txEl>
                                          </p:spTgt>
                                        </p:tgtEl>
                                        <p:attrNameLst>
                                          <p:attrName>ppt_h</p:attrName>
                                        </p:attrNameLst>
                                      </p:cBhvr>
                                      <p:tavLst>
                                        <p:tav tm="0">
                                          <p:val>
                                            <p:fltVal val="0"/>
                                          </p:val>
                                        </p:tav>
                                        <p:tav tm="100000">
                                          <p:val>
                                            <p:strVal val="#ppt_h"/>
                                          </p:val>
                                        </p:tav>
                                      </p:tavLst>
                                    </p:anim>
                                    <p:animEffect transition="in" filter="fade">
                                      <p:cBhvr>
                                        <p:cTn id="14" dur="500"/>
                                        <p:tgtEl>
                                          <p:spTgt spid="421891">
                                            <p:txEl>
                                              <p:pRg st="3" end="3"/>
                                            </p:txEl>
                                          </p:spTgt>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5546"/>
                                        </p:tgtEl>
                                        <p:attrNameLst>
                                          <p:attrName>style.visibility</p:attrName>
                                        </p:attrNameLst>
                                      </p:cBhvr>
                                      <p:to>
                                        <p:strVal val="visible"/>
                                      </p:to>
                                    </p:set>
                                    <p:anim calcmode="lin" valueType="num">
                                      <p:cBhvr>
                                        <p:cTn id="17" dur="500" fill="hold"/>
                                        <p:tgtEl>
                                          <p:spTgt spid="65546"/>
                                        </p:tgtEl>
                                        <p:attrNameLst>
                                          <p:attrName>ppt_w</p:attrName>
                                        </p:attrNameLst>
                                      </p:cBhvr>
                                      <p:tavLst>
                                        <p:tav tm="0">
                                          <p:val>
                                            <p:fltVal val="0"/>
                                          </p:val>
                                        </p:tav>
                                        <p:tav tm="100000">
                                          <p:val>
                                            <p:strVal val="#ppt_w"/>
                                          </p:val>
                                        </p:tav>
                                      </p:tavLst>
                                    </p:anim>
                                    <p:anim calcmode="lin" valueType="num">
                                      <p:cBhvr>
                                        <p:cTn id="18" dur="500" fill="hold"/>
                                        <p:tgtEl>
                                          <p:spTgt spid="65546"/>
                                        </p:tgtEl>
                                        <p:attrNameLst>
                                          <p:attrName>ppt_h</p:attrName>
                                        </p:attrNameLst>
                                      </p:cBhvr>
                                      <p:tavLst>
                                        <p:tav tm="0">
                                          <p:val>
                                            <p:fltVal val="0"/>
                                          </p:val>
                                        </p:tav>
                                        <p:tav tm="100000">
                                          <p:val>
                                            <p:strVal val="#ppt_h"/>
                                          </p:val>
                                        </p:tav>
                                      </p:tavLst>
                                    </p:anim>
                                    <p:animEffect transition="in" filter="fade">
                                      <p:cBhvr>
                                        <p:cTn id="19" dur="500"/>
                                        <p:tgtEl>
                                          <p:spTgt spid="65546"/>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421893"/>
                                        </p:tgtEl>
                                        <p:attrNameLst>
                                          <p:attrName>style.visibility</p:attrName>
                                        </p:attrNameLst>
                                      </p:cBhvr>
                                      <p:to>
                                        <p:strVal val="visible"/>
                                      </p:to>
                                    </p:set>
                                    <p:anim calcmode="lin" valueType="num">
                                      <p:cBhvr>
                                        <p:cTn id="31" dur="500" fill="hold"/>
                                        <p:tgtEl>
                                          <p:spTgt spid="421893"/>
                                        </p:tgtEl>
                                        <p:attrNameLst>
                                          <p:attrName>ppt_w</p:attrName>
                                        </p:attrNameLst>
                                      </p:cBhvr>
                                      <p:tavLst>
                                        <p:tav tm="0">
                                          <p:val>
                                            <p:fltVal val="0"/>
                                          </p:val>
                                        </p:tav>
                                        <p:tav tm="100000">
                                          <p:val>
                                            <p:strVal val="#ppt_w"/>
                                          </p:val>
                                        </p:tav>
                                      </p:tavLst>
                                    </p:anim>
                                    <p:anim calcmode="lin" valueType="num">
                                      <p:cBhvr>
                                        <p:cTn id="32" dur="500" fill="hold"/>
                                        <p:tgtEl>
                                          <p:spTgt spid="421893"/>
                                        </p:tgtEl>
                                        <p:attrNameLst>
                                          <p:attrName>ppt_h</p:attrName>
                                        </p:attrNameLst>
                                      </p:cBhvr>
                                      <p:tavLst>
                                        <p:tav tm="0">
                                          <p:val>
                                            <p:fltVal val="0"/>
                                          </p:val>
                                        </p:tav>
                                        <p:tav tm="100000">
                                          <p:val>
                                            <p:strVal val="#ppt_h"/>
                                          </p:val>
                                        </p:tav>
                                      </p:tavLst>
                                    </p:anim>
                                    <p:animEffect transition="in" filter="fade">
                                      <p:cBhvr>
                                        <p:cTn id="33" dur="500"/>
                                        <p:tgtEl>
                                          <p:spTgt spid="421893"/>
                                        </p:tgtEl>
                                      </p:cBhvr>
                                    </p:animEffect>
                                  </p:childTnLst>
                                </p:cTn>
                              </p:par>
                              <p:par>
                                <p:cTn id="34" presetID="53" presetClass="entr" presetSubtype="16" fill="hold" nodeType="withEffect">
                                  <p:stCondLst>
                                    <p:cond delay="0"/>
                                  </p:stCondLst>
                                  <p:childTnLst>
                                    <p:set>
                                      <p:cBhvr>
                                        <p:cTn id="35" dur="1" fill="hold">
                                          <p:stCondLst>
                                            <p:cond delay="0"/>
                                          </p:stCondLst>
                                        </p:cTn>
                                        <p:tgtEl>
                                          <p:spTgt spid="421897"/>
                                        </p:tgtEl>
                                        <p:attrNameLst>
                                          <p:attrName>style.visibility</p:attrName>
                                        </p:attrNameLst>
                                      </p:cBhvr>
                                      <p:to>
                                        <p:strVal val="visible"/>
                                      </p:to>
                                    </p:set>
                                    <p:anim calcmode="lin" valueType="num">
                                      <p:cBhvr>
                                        <p:cTn id="36" dur="500" fill="hold"/>
                                        <p:tgtEl>
                                          <p:spTgt spid="421897"/>
                                        </p:tgtEl>
                                        <p:attrNameLst>
                                          <p:attrName>ppt_w</p:attrName>
                                        </p:attrNameLst>
                                      </p:cBhvr>
                                      <p:tavLst>
                                        <p:tav tm="0">
                                          <p:val>
                                            <p:fltVal val="0"/>
                                          </p:val>
                                        </p:tav>
                                        <p:tav tm="100000">
                                          <p:val>
                                            <p:strVal val="#ppt_w"/>
                                          </p:val>
                                        </p:tav>
                                      </p:tavLst>
                                    </p:anim>
                                    <p:anim calcmode="lin" valueType="num">
                                      <p:cBhvr>
                                        <p:cTn id="37" dur="500" fill="hold"/>
                                        <p:tgtEl>
                                          <p:spTgt spid="421897"/>
                                        </p:tgtEl>
                                        <p:attrNameLst>
                                          <p:attrName>ppt_h</p:attrName>
                                        </p:attrNameLst>
                                      </p:cBhvr>
                                      <p:tavLst>
                                        <p:tav tm="0">
                                          <p:val>
                                            <p:fltVal val="0"/>
                                          </p:val>
                                        </p:tav>
                                        <p:tav tm="100000">
                                          <p:val>
                                            <p:strVal val="#ppt_h"/>
                                          </p:val>
                                        </p:tav>
                                      </p:tavLst>
                                    </p:anim>
                                    <p:animEffect transition="in" filter="fade">
                                      <p:cBhvr>
                                        <p:cTn id="38" dur="500"/>
                                        <p:tgtEl>
                                          <p:spTgt spid="421897"/>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421894"/>
                                        </p:tgtEl>
                                        <p:attrNameLst>
                                          <p:attrName>style.visibility</p:attrName>
                                        </p:attrNameLst>
                                      </p:cBhvr>
                                      <p:to>
                                        <p:strVal val="visible"/>
                                      </p:to>
                                    </p:set>
                                    <p:anim calcmode="lin" valueType="num">
                                      <p:cBhvr>
                                        <p:cTn id="43" dur="500" fill="hold"/>
                                        <p:tgtEl>
                                          <p:spTgt spid="421894"/>
                                        </p:tgtEl>
                                        <p:attrNameLst>
                                          <p:attrName>ppt_w</p:attrName>
                                        </p:attrNameLst>
                                      </p:cBhvr>
                                      <p:tavLst>
                                        <p:tav tm="0">
                                          <p:val>
                                            <p:fltVal val="0"/>
                                          </p:val>
                                        </p:tav>
                                        <p:tav tm="100000">
                                          <p:val>
                                            <p:strVal val="#ppt_w"/>
                                          </p:val>
                                        </p:tav>
                                      </p:tavLst>
                                    </p:anim>
                                    <p:anim calcmode="lin" valueType="num">
                                      <p:cBhvr>
                                        <p:cTn id="44" dur="500" fill="hold"/>
                                        <p:tgtEl>
                                          <p:spTgt spid="421894"/>
                                        </p:tgtEl>
                                        <p:attrNameLst>
                                          <p:attrName>ppt_h</p:attrName>
                                        </p:attrNameLst>
                                      </p:cBhvr>
                                      <p:tavLst>
                                        <p:tav tm="0">
                                          <p:val>
                                            <p:fltVal val="0"/>
                                          </p:val>
                                        </p:tav>
                                        <p:tav tm="100000">
                                          <p:val>
                                            <p:strVal val="#ppt_h"/>
                                          </p:val>
                                        </p:tav>
                                      </p:tavLst>
                                    </p:anim>
                                    <p:animEffect transition="in" filter="fade">
                                      <p:cBhvr>
                                        <p:cTn id="45" dur="500"/>
                                        <p:tgtEl>
                                          <p:spTgt spid="421894"/>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421895"/>
                                        </p:tgtEl>
                                        <p:attrNameLst>
                                          <p:attrName>style.visibility</p:attrName>
                                        </p:attrNameLst>
                                      </p:cBhvr>
                                      <p:to>
                                        <p:strVal val="visible"/>
                                      </p:to>
                                    </p:set>
                                    <p:anim calcmode="lin" valueType="num">
                                      <p:cBhvr>
                                        <p:cTn id="48" dur="500" fill="hold"/>
                                        <p:tgtEl>
                                          <p:spTgt spid="421895"/>
                                        </p:tgtEl>
                                        <p:attrNameLst>
                                          <p:attrName>ppt_w</p:attrName>
                                        </p:attrNameLst>
                                      </p:cBhvr>
                                      <p:tavLst>
                                        <p:tav tm="0">
                                          <p:val>
                                            <p:fltVal val="0"/>
                                          </p:val>
                                        </p:tav>
                                        <p:tav tm="100000">
                                          <p:val>
                                            <p:strVal val="#ppt_w"/>
                                          </p:val>
                                        </p:tav>
                                      </p:tavLst>
                                    </p:anim>
                                    <p:anim calcmode="lin" valueType="num">
                                      <p:cBhvr>
                                        <p:cTn id="49" dur="500" fill="hold"/>
                                        <p:tgtEl>
                                          <p:spTgt spid="421895"/>
                                        </p:tgtEl>
                                        <p:attrNameLst>
                                          <p:attrName>ppt_h</p:attrName>
                                        </p:attrNameLst>
                                      </p:cBhvr>
                                      <p:tavLst>
                                        <p:tav tm="0">
                                          <p:val>
                                            <p:fltVal val="0"/>
                                          </p:val>
                                        </p:tav>
                                        <p:tav tm="100000">
                                          <p:val>
                                            <p:strVal val="#ppt_h"/>
                                          </p:val>
                                        </p:tav>
                                      </p:tavLst>
                                    </p:anim>
                                    <p:animEffect transition="in" filter="fade">
                                      <p:cBhvr>
                                        <p:cTn id="50" dur="500"/>
                                        <p:tgtEl>
                                          <p:spTgt spid="421895"/>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grpId="0" nodeType="clickEffect">
                                  <p:stCondLst>
                                    <p:cond delay="0"/>
                                  </p:stCondLst>
                                  <p:childTnLst>
                                    <p:set>
                                      <p:cBhvr>
                                        <p:cTn id="54" dur="1" fill="hold">
                                          <p:stCondLst>
                                            <p:cond delay="0"/>
                                          </p:stCondLst>
                                        </p:cTn>
                                        <p:tgtEl>
                                          <p:spTgt spid="421892"/>
                                        </p:tgtEl>
                                        <p:attrNameLst>
                                          <p:attrName>style.visibility</p:attrName>
                                        </p:attrNameLst>
                                      </p:cBhvr>
                                      <p:to>
                                        <p:strVal val="visible"/>
                                      </p:to>
                                    </p:set>
                                    <p:anim calcmode="lin" valueType="num">
                                      <p:cBhvr>
                                        <p:cTn id="55" dur="500" fill="hold"/>
                                        <p:tgtEl>
                                          <p:spTgt spid="421892"/>
                                        </p:tgtEl>
                                        <p:attrNameLst>
                                          <p:attrName>ppt_w</p:attrName>
                                        </p:attrNameLst>
                                      </p:cBhvr>
                                      <p:tavLst>
                                        <p:tav tm="0">
                                          <p:val>
                                            <p:fltVal val="0"/>
                                          </p:val>
                                        </p:tav>
                                        <p:tav tm="100000">
                                          <p:val>
                                            <p:strVal val="#ppt_w"/>
                                          </p:val>
                                        </p:tav>
                                      </p:tavLst>
                                    </p:anim>
                                    <p:anim calcmode="lin" valueType="num">
                                      <p:cBhvr>
                                        <p:cTn id="56" dur="500" fill="hold"/>
                                        <p:tgtEl>
                                          <p:spTgt spid="421892"/>
                                        </p:tgtEl>
                                        <p:attrNameLst>
                                          <p:attrName>ppt_h</p:attrName>
                                        </p:attrNameLst>
                                      </p:cBhvr>
                                      <p:tavLst>
                                        <p:tav tm="0">
                                          <p:val>
                                            <p:fltVal val="0"/>
                                          </p:val>
                                        </p:tav>
                                        <p:tav tm="100000">
                                          <p:val>
                                            <p:strVal val="#ppt_h"/>
                                          </p:val>
                                        </p:tav>
                                      </p:tavLst>
                                    </p:anim>
                                    <p:animEffect transition="in" filter="fade">
                                      <p:cBhvr>
                                        <p:cTn id="57" dur="500"/>
                                        <p:tgtEl>
                                          <p:spTgt spid="421892"/>
                                        </p:tgtEl>
                                      </p:cBhvr>
                                    </p:animEffect>
                                  </p:childTnLst>
                                </p:cTn>
                              </p:par>
                              <p:par>
                                <p:cTn id="58" presetID="53" presetClass="entr" presetSubtype="16" fill="hold" nodeType="withEffect">
                                  <p:stCondLst>
                                    <p:cond delay="0"/>
                                  </p:stCondLst>
                                  <p:childTnLst>
                                    <p:set>
                                      <p:cBhvr>
                                        <p:cTn id="59" dur="1" fill="hold">
                                          <p:stCondLst>
                                            <p:cond delay="0"/>
                                          </p:stCondLst>
                                        </p:cTn>
                                        <p:tgtEl>
                                          <p:spTgt spid="421896"/>
                                        </p:tgtEl>
                                        <p:attrNameLst>
                                          <p:attrName>style.visibility</p:attrName>
                                        </p:attrNameLst>
                                      </p:cBhvr>
                                      <p:to>
                                        <p:strVal val="visible"/>
                                      </p:to>
                                    </p:set>
                                    <p:anim calcmode="lin" valueType="num">
                                      <p:cBhvr>
                                        <p:cTn id="60" dur="500" fill="hold"/>
                                        <p:tgtEl>
                                          <p:spTgt spid="421896"/>
                                        </p:tgtEl>
                                        <p:attrNameLst>
                                          <p:attrName>ppt_w</p:attrName>
                                        </p:attrNameLst>
                                      </p:cBhvr>
                                      <p:tavLst>
                                        <p:tav tm="0">
                                          <p:val>
                                            <p:fltVal val="0"/>
                                          </p:val>
                                        </p:tav>
                                        <p:tav tm="100000">
                                          <p:val>
                                            <p:strVal val="#ppt_w"/>
                                          </p:val>
                                        </p:tav>
                                      </p:tavLst>
                                    </p:anim>
                                    <p:anim calcmode="lin" valueType="num">
                                      <p:cBhvr>
                                        <p:cTn id="61" dur="500" fill="hold"/>
                                        <p:tgtEl>
                                          <p:spTgt spid="421896"/>
                                        </p:tgtEl>
                                        <p:attrNameLst>
                                          <p:attrName>ppt_h</p:attrName>
                                        </p:attrNameLst>
                                      </p:cBhvr>
                                      <p:tavLst>
                                        <p:tav tm="0">
                                          <p:val>
                                            <p:fltVal val="0"/>
                                          </p:val>
                                        </p:tav>
                                        <p:tav tm="100000">
                                          <p:val>
                                            <p:strVal val="#ppt_h"/>
                                          </p:val>
                                        </p:tav>
                                      </p:tavLst>
                                    </p:anim>
                                    <p:animEffect transition="in" filter="fade">
                                      <p:cBhvr>
                                        <p:cTn id="62" dur="500"/>
                                        <p:tgtEl>
                                          <p:spTgt spid="421896"/>
                                        </p:tgtEl>
                                      </p:cBhvr>
                                    </p:animEffect>
                                  </p:childTnLst>
                                </p:cTn>
                              </p:par>
                            </p:childTnLst>
                          </p:cTn>
                        </p:par>
                      </p:childTnLst>
                    </p:cTn>
                  </p:par>
                  <p:par>
                    <p:cTn id="63" fill="hold">
                      <p:stCondLst>
                        <p:cond delay="indefinite"/>
                      </p:stCondLst>
                      <p:childTnLst>
                        <p:par>
                          <p:cTn id="64" fill="hold">
                            <p:stCondLst>
                              <p:cond delay="0"/>
                            </p:stCondLst>
                            <p:childTnLst>
                              <p:par>
                                <p:cTn id="65" presetID="53" presetClass="entr" presetSubtype="16" fill="hold" grpId="0" nodeType="clickEffect">
                                  <p:stCondLst>
                                    <p:cond delay="0"/>
                                  </p:stCondLst>
                                  <p:childTnLst>
                                    <p:set>
                                      <p:cBhvr>
                                        <p:cTn id="66" dur="1" fill="hold">
                                          <p:stCondLst>
                                            <p:cond delay="0"/>
                                          </p:stCondLst>
                                        </p:cTn>
                                        <p:tgtEl>
                                          <p:spTgt spid="5"/>
                                        </p:tgtEl>
                                        <p:attrNameLst>
                                          <p:attrName>style.visibility</p:attrName>
                                        </p:attrNameLst>
                                      </p:cBhvr>
                                      <p:to>
                                        <p:strVal val="visible"/>
                                      </p:to>
                                    </p:set>
                                    <p:anim calcmode="lin" valueType="num">
                                      <p:cBhvr>
                                        <p:cTn id="67" dur="500" fill="hold"/>
                                        <p:tgtEl>
                                          <p:spTgt spid="5"/>
                                        </p:tgtEl>
                                        <p:attrNameLst>
                                          <p:attrName>ppt_w</p:attrName>
                                        </p:attrNameLst>
                                      </p:cBhvr>
                                      <p:tavLst>
                                        <p:tav tm="0">
                                          <p:val>
                                            <p:fltVal val="0"/>
                                          </p:val>
                                        </p:tav>
                                        <p:tav tm="100000">
                                          <p:val>
                                            <p:strVal val="#ppt_w"/>
                                          </p:val>
                                        </p:tav>
                                      </p:tavLst>
                                    </p:anim>
                                    <p:anim calcmode="lin" valueType="num">
                                      <p:cBhvr>
                                        <p:cTn id="68" dur="500" fill="hold"/>
                                        <p:tgtEl>
                                          <p:spTgt spid="5"/>
                                        </p:tgtEl>
                                        <p:attrNameLst>
                                          <p:attrName>ppt_h</p:attrName>
                                        </p:attrNameLst>
                                      </p:cBhvr>
                                      <p:tavLst>
                                        <p:tav tm="0">
                                          <p:val>
                                            <p:fltVal val="0"/>
                                          </p:val>
                                        </p:tav>
                                        <p:tav tm="100000">
                                          <p:val>
                                            <p:strVal val="#ppt_h"/>
                                          </p:val>
                                        </p:tav>
                                      </p:tavLst>
                                    </p:anim>
                                    <p:animEffect transition="in" filter="fade">
                                      <p:cBhvr>
                                        <p:cTn id="6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892" grpId="0"/>
      <p:bldP spid="421893" grpId="0"/>
      <p:bldP spid="421894" grpId="0"/>
      <p:bldP spid="421895" grpId="0" bldLvl="0" animBg="1"/>
      <p:bldP spid="65546" grpId="0"/>
      <p:bldP spid="3" grpId="0" bldLvl="0" animBg="1"/>
      <p:bldP spid="5"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内容占位符 2"/>
          <p:cNvSpPr>
            <a:spLocks noGrp="1"/>
          </p:cNvSpPr>
          <p:nvPr>
            <p:ph idx="1"/>
          </p:nvPr>
        </p:nvSpPr>
        <p:spPr>
          <a:xfrm>
            <a:off x="357188" y="785813"/>
            <a:ext cx="8664575" cy="3225800"/>
          </a:xfrm>
          <a:solidFill>
            <a:schemeClr val="bg1">
              <a:alpha val="100000"/>
            </a:schemeClr>
          </a:solidFill>
        </p:spPr>
        <p:txBody>
          <a:bodyPr vert="horz" wrap="square" lIns="91440" tIns="45720" rIns="91440" bIns="45720" anchor="t" anchorCtr="0"/>
          <a:lstStyle/>
          <a:p>
            <a:pPr eaLnBrk="1" hangingPunct="1">
              <a:lnSpc>
                <a:spcPts val="3500"/>
              </a:lnSpc>
              <a:buClrTx/>
              <a:buSzPct val="100000"/>
              <a:buFont typeface="Wingdings" panose="05000000000000000000" pitchFamily="2" charset="2"/>
              <a:buChar char="Ø"/>
            </a:pPr>
            <a:r>
              <a:rPr lang="zh-CN" altLang="en-US" sz="2500" b="1" kern="1200" dirty="0">
                <a:solidFill>
                  <a:schemeClr val="tx1"/>
                </a:solidFill>
                <a:latin typeface="Times New Roman" panose="02020603050405020304" pitchFamily="18" charset="0"/>
                <a:ea typeface="华文楷体" panose="02010600040101010101" pitchFamily="2" charset="-122"/>
                <a:cs typeface="+mn-cs"/>
              </a:rPr>
              <a:t>如果</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G</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 </a:t>
            </a:r>
            <a:r>
              <a:rPr lang="zh-CN" altLang="en-US" sz="2500" b="1" kern="1200" dirty="0">
                <a:solidFill>
                  <a:schemeClr val="tx1"/>
                </a:solidFill>
                <a:latin typeface="Times New Roman" panose="02020603050405020304" pitchFamily="18" charset="0"/>
                <a:ea typeface="华文楷体" panose="02010600040101010101" pitchFamily="2" charset="-122"/>
                <a:cs typeface="+mn-cs"/>
              </a:rPr>
              <a:t>是一个以</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S</a:t>
            </a:r>
            <a:r>
              <a:rPr lang="zh-CN" altLang="en-US" sz="2500" b="1" kern="1200" dirty="0">
                <a:solidFill>
                  <a:schemeClr val="tx1"/>
                </a:solidFill>
                <a:latin typeface="Times New Roman" panose="02020603050405020304" pitchFamily="18" charset="0"/>
                <a:ea typeface="华文楷体" panose="02010600040101010101" pitchFamily="2" charset="-122"/>
                <a:cs typeface="+mn-cs"/>
              </a:rPr>
              <a:t>为开始符号的文法，则</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G</a:t>
            </a:r>
            <a:r>
              <a:rPr lang="zh-CN" altLang="en-US" sz="2500" b="1" kern="1200" dirty="0">
                <a:solidFill>
                  <a:schemeClr val="tx1"/>
                </a:solidFill>
                <a:latin typeface="Times New Roman" panose="02020603050405020304" pitchFamily="18" charset="0"/>
                <a:ea typeface="华文楷体" panose="02010600040101010101" pitchFamily="2" charset="-122"/>
                <a:cs typeface="+mn-cs"/>
              </a:rPr>
              <a:t>的</a:t>
            </a:r>
            <a:r>
              <a:rPr lang="zh-CN" altLang="en-US" sz="2500" b="1" kern="1200" dirty="0">
                <a:solidFill>
                  <a:srgbClr val="FF0000"/>
                </a:solidFill>
                <a:latin typeface="Times New Roman" panose="02020603050405020304" pitchFamily="18" charset="0"/>
                <a:ea typeface="华文楷体" panose="02010600040101010101" pitchFamily="2" charset="-122"/>
                <a:cs typeface="+mn-cs"/>
              </a:rPr>
              <a:t>增广文法</a:t>
            </a:r>
            <a:r>
              <a:rPr lang="en-US" altLang="zh-CN" sz="2500" b="1" kern="1200" dirty="0">
                <a:solidFill>
                  <a:srgbClr val="FF0000"/>
                </a:solidFill>
                <a:latin typeface="Times New Roman" panose="02020603050405020304" pitchFamily="18" charset="0"/>
                <a:ea typeface="华文楷体" panose="02010600040101010101" pitchFamily="2" charset="-122"/>
                <a:cs typeface="+mn-cs"/>
              </a:rPr>
              <a:t> </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G'</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 </a:t>
            </a:r>
            <a:r>
              <a:rPr lang="zh-CN" altLang="en-US" sz="2500" b="1" kern="1200" dirty="0">
                <a:solidFill>
                  <a:schemeClr val="tx1"/>
                </a:solidFill>
                <a:latin typeface="Times New Roman" panose="02020603050405020304" pitchFamily="18" charset="0"/>
                <a:ea typeface="华文楷体" panose="02010600040101010101" pitchFamily="2" charset="-122"/>
                <a:cs typeface="+mn-cs"/>
              </a:rPr>
              <a:t>就是在</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G</a:t>
            </a:r>
            <a:r>
              <a:rPr lang="zh-CN" altLang="en-US" sz="2500" b="1" kern="1200" dirty="0">
                <a:solidFill>
                  <a:schemeClr val="tx1"/>
                </a:solidFill>
                <a:latin typeface="Times New Roman" panose="02020603050405020304" pitchFamily="18" charset="0"/>
                <a:ea typeface="华文楷体" panose="02010600040101010101" pitchFamily="2" charset="-122"/>
                <a:cs typeface="+mn-cs"/>
              </a:rPr>
              <a:t>中加上新开始符号</a:t>
            </a:r>
            <a:r>
              <a:rPr lang="en-US" altLang="zh-CN" sz="2500" b="1" i="1" kern="1200" dirty="0">
                <a:solidFill>
                  <a:srgbClr val="2D83F4"/>
                </a:solidFill>
                <a:latin typeface="Times New Roman" panose="02020603050405020304" pitchFamily="18" charset="0"/>
                <a:ea typeface="华文楷体" panose="02010600040101010101" pitchFamily="2" charset="-122"/>
                <a:cs typeface="+mn-cs"/>
              </a:rPr>
              <a:t>S'</a:t>
            </a:r>
            <a:r>
              <a:rPr lang="en-US" altLang="zh-CN" sz="2500" b="1" kern="1200" dirty="0">
                <a:solidFill>
                  <a:srgbClr val="2D83F4"/>
                </a:solidFill>
                <a:latin typeface="Times New Roman" panose="02020603050405020304" pitchFamily="18" charset="0"/>
                <a:ea typeface="华文楷体" panose="02010600040101010101" pitchFamily="2" charset="-122"/>
                <a:cs typeface="+mn-cs"/>
              </a:rPr>
              <a:t> </a:t>
            </a:r>
            <a:r>
              <a:rPr lang="zh-CN" altLang="en-US" sz="2500" b="1" kern="1200" dirty="0">
                <a:solidFill>
                  <a:schemeClr val="tx1"/>
                </a:solidFill>
                <a:latin typeface="Times New Roman" panose="02020603050405020304" pitchFamily="18" charset="0"/>
                <a:ea typeface="华文楷体" panose="02010600040101010101" pitchFamily="2" charset="-122"/>
                <a:cs typeface="+mn-cs"/>
              </a:rPr>
              <a:t>和产生式</a:t>
            </a:r>
            <a:r>
              <a:rPr lang="en-US" altLang="zh-CN" sz="2500" b="1" i="1" kern="1200" dirty="0">
                <a:solidFill>
                  <a:srgbClr val="2D83F4"/>
                </a:solidFill>
                <a:latin typeface="Times New Roman" panose="02020603050405020304" pitchFamily="18" charset="0"/>
                <a:ea typeface="华文楷体" panose="02010600040101010101" pitchFamily="2" charset="-122"/>
                <a:cs typeface="+mn-cs"/>
              </a:rPr>
              <a:t>S'</a:t>
            </a:r>
            <a:r>
              <a:rPr lang="en-US" altLang="zh-CN" sz="2500" b="1" kern="1200" dirty="0">
                <a:solidFill>
                  <a:srgbClr val="2D83F4"/>
                </a:solidFill>
                <a:latin typeface="Times New Roman" panose="02020603050405020304" pitchFamily="18" charset="0"/>
                <a:ea typeface="华文楷体" panose="02010600040101010101" pitchFamily="2" charset="-122"/>
                <a:cs typeface="+mn-cs"/>
              </a:rPr>
              <a:t> </a:t>
            </a:r>
            <a:r>
              <a:rPr lang="en-US" altLang="zh-CN" sz="2500" b="1" kern="1200" dirty="0">
                <a:solidFill>
                  <a:srgbClr val="2D83F4"/>
                </a:solidFill>
                <a:latin typeface="Times New Roman" panose="02020603050405020304" pitchFamily="18" charset="0"/>
                <a:ea typeface="楷体_GB2312"/>
                <a:cs typeface="+mn-cs"/>
              </a:rPr>
              <a:t>→</a:t>
            </a:r>
            <a:r>
              <a:rPr lang="en-US" altLang="zh-CN" sz="2500" b="1" kern="1200" dirty="0">
                <a:solidFill>
                  <a:srgbClr val="2D83F4"/>
                </a:solidFill>
                <a:latin typeface="Times New Roman" panose="02020603050405020304" pitchFamily="18" charset="0"/>
                <a:ea typeface="华文楷体" panose="02010600040101010101" pitchFamily="2" charset="-122"/>
                <a:cs typeface="+mn-cs"/>
              </a:rPr>
              <a:t> </a:t>
            </a:r>
            <a:r>
              <a:rPr lang="en-US" altLang="zh-CN" sz="2500" b="1" i="1" kern="1200" dirty="0">
                <a:solidFill>
                  <a:srgbClr val="2D83F4"/>
                </a:solidFill>
                <a:latin typeface="Times New Roman" panose="02020603050405020304" pitchFamily="18" charset="0"/>
                <a:ea typeface="华文楷体" panose="02010600040101010101" pitchFamily="2" charset="-122"/>
                <a:cs typeface="+mn-cs"/>
              </a:rPr>
              <a:t>S</a:t>
            </a:r>
            <a:r>
              <a:rPr lang="zh-CN" altLang="en-US" sz="2500" b="1" kern="1200" dirty="0">
                <a:solidFill>
                  <a:schemeClr val="tx1"/>
                </a:solidFill>
                <a:latin typeface="Times New Roman" panose="02020603050405020304" pitchFamily="18" charset="0"/>
                <a:ea typeface="华文楷体" panose="02010600040101010101" pitchFamily="2" charset="-122"/>
                <a:cs typeface="+mn-cs"/>
              </a:rPr>
              <a:t>而得到的文法</a:t>
            </a:r>
            <a:endParaRPr lang="en-US" altLang="zh-CN" sz="2500" b="1" kern="1200" dirty="0">
              <a:solidFill>
                <a:schemeClr val="tx1"/>
              </a:solidFill>
              <a:latin typeface="Times New Roman" panose="02020603050405020304" pitchFamily="18" charset="0"/>
              <a:ea typeface="华文楷体" panose="02010600040101010101" pitchFamily="2" charset="-122"/>
              <a:cs typeface="+mn-cs"/>
            </a:endParaRPr>
          </a:p>
          <a:p>
            <a:pPr lvl="1" eaLnBrk="1" hangingPunct="1">
              <a:lnSpc>
                <a:spcPts val="3500"/>
              </a:lnSpc>
              <a:buClrTx/>
              <a:buSzPct val="100000"/>
              <a:buFont typeface="Wingdings" panose="05000000000000000000" pitchFamily="2" charset="2"/>
              <a:buChar char="Ø"/>
            </a:pPr>
            <a:r>
              <a:rPr lang="zh-CN" altLang="en-US" sz="2500" b="1" kern="1200" dirty="0">
                <a:solidFill>
                  <a:schemeClr val="tx1"/>
                </a:solidFill>
                <a:latin typeface="Times New Roman" panose="02020603050405020304" pitchFamily="18" charset="0"/>
                <a:ea typeface="华文楷体" panose="02010600040101010101" pitchFamily="2" charset="-122"/>
                <a:cs typeface="+mn-cs"/>
              </a:rPr>
              <a:t>例</a:t>
            </a:r>
            <a:endParaRPr lang="en-US" altLang="zh-CN" sz="2500" b="1" kern="1200" dirty="0">
              <a:solidFill>
                <a:schemeClr val="tx1"/>
              </a:solidFill>
              <a:latin typeface="Times New Roman" panose="02020603050405020304" pitchFamily="18" charset="0"/>
              <a:ea typeface="华文楷体" panose="02010600040101010101" pitchFamily="2" charset="-122"/>
              <a:cs typeface="+mn-cs"/>
            </a:endParaRPr>
          </a:p>
          <a:p>
            <a:pPr eaLnBrk="1" hangingPunct="1">
              <a:lnSpc>
                <a:spcPts val="3500"/>
              </a:lnSpc>
              <a:buSzPct val="100000"/>
            </a:pPr>
            <a:endParaRPr lang="en-US" altLang="zh-CN" sz="2500" b="1" kern="1200" dirty="0">
              <a:solidFill>
                <a:schemeClr val="tx1"/>
              </a:solidFill>
              <a:latin typeface="Times New Roman" panose="02020603050405020304" pitchFamily="18" charset="0"/>
              <a:ea typeface="华文楷体" panose="02010600040101010101" pitchFamily="2" charset="-122"/>
              <a:cs typeface="+mn-cs"/>
            </a:endParaRPr>
          </a:p>
          <a:p>
            <a:pPr eaLnBrk="1" hangingPunct="1">
              <a:lnSpc>
                <a:spcPts val="3500"/>
              </a:lnSpc>
              <a:buSzPct val="100000"/>
            </a:pPr>
            <a:endParaRPr lang="en-US" altLang="zh-CN" sz="2500" b="1" kern="1200" dirty="0">
              <a:solidFill>
                <a:schemeClr val="tx1"/>
              </a:solidFill>
              <a:latin typeface="Times New Roman" panose="02020603050405020304" pitchFamily="18" charset="0"/>
              <a:ea typeface="华文楷体" panose="02010600040101010101" pitchFamily="2" charset="-122"/>
              <a:cs typeface="+mn-cs"/>
            </a:endParaRPr>
          </a:p>
          <a:p>
            <a:pPr lvl="1" eaLnBrk="1" hangingPunct="1">
              <a:lnSpc>
                <a:spcPts val="3500"/>
              </a:lnSpc>
              <a:buSzPct val="100000"/>
              <a:buFont typeface="Symbol" panose="05050102010706020507" pitchFamily="18" charset="2"/>
              <a:buNone/>
            </a:pPr>
            <a:endParaRPr lang="en-US" altLang="zh-CN" sz="100" b="1" kern="1200" dirty="0">
              <a:solidFill>
                <a:schemeClr val="tx1"/>
              </a:solidFill>
              <a:latin typeface="Times New Roman" panose="02020603050405020304" pitchFamily="18" charset="0"/>
              <a:ea typeface="华文楷体" panose="02010600040101010101" pitchFamily="2" charset="-122"/>
              <a:cs typeface="+mn-cs"/>
            </a:endParaRPr>
          </a:p>
          <a:p>
            <a:pPr lvl="1" eaLnBrk="1" hangingPunct="1">
              <a:lnSpc>
                <a:spcPts val="3500"/>
              </a:lnSpc>
              <a:buSzPct val="100000"/>
              <a:buFont typeface="Symbol" panose="05050102010706020507" pitchFamily="18" charset="2"/>
              <a:buNone/>
            </a:pPr>
            <a:endParaRPr lang="en-US" altLang="zh-CN" sz="100" b="1" kern="1200" dirty="0">
              <a:solidFill>
                <a:schemeClr val="tx1"/>
              </a:solidFill>
              <a:latin typeface="Times New Roman" panose="02020603050405020304" pitchFamily="18" charset="0"/>
              <a:ea typeface="华文楷体" panose="02010600040101010101" pitchFamily="2" charset="-122"/>
              <a:cs typeface="+mn-cs"/>
            </a:endParaRPr>
          </a:p>
        </p:txBody>
      </p:sp>
      <p:sp>
        <p:nvSpPr>
          <p:cNvPr id="39939" name="标题 1"/>
          <p:cNvSpPr>
            <a:spLocks noGrp="1"/>
          </p:cNvSpPr>
          <p:nvPr>
            <p:ph type="title"/>
          </p:nvPr>
        </p:nvSpPr>
        <p:spPr>
          <a:xfrm>
            <a:off x="755650" y="268288"/>
            <a:ext cx="7931150" cy="358775"/>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000" b="1" i="0" u="none" strike="noStrike" kern="120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rPr>
              <a:t>增广文法</a:t>
            </a:r>
            <a:r>
              <a:rPr kumimoji="0" lang="en-US" altLang="zh-CN" sz="3000" b="1" i="0" u="none" strike="noStrike" kern="120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rPr>
              <a:t> </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Augmented Grammar</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2500" b="1"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AutoShape 4"/>
          <p:cNvSpPr>
            <a:spLocks noChangeArrowheads="1"/>
          </p:cNvSpPr>
          <p:nvPr/>
        </p:nvSpPr>
        <p:spPr bwMode="auto">
          <a:xfrm>
            <a:off x="4213225" y="2571750"/>
            <a:ext cx="936625" cy="323850"/>
          </a:xfrm>
          <a:prstGeom prst="rightArrow">
            <a:avLst>
              <a:gd name="adj1" fmla="val 50000"/>
              <a:gd name="adj2" fmla="val 54228"/>
            </a:avLst>
          </a:prstGeom>
          <a:solidFill>
            <a:schemeClr val="tx2">
              <a:lumMod val="60000"/>
              <a:lumOff val="40000"/>
            </a:schemeClr>
          </a:solidFill>
          <a:ln w="12700">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Rectangle 7"/>
          <p:cNvSpPr>
            <a:spLocks noChangeArrowheads="1"/>
          </p:cNvSpPr>
          <p:nvPr/>
        </p:nvSpPr>
        <p:spPr bwMode="auto">
          <a:xfrm>
            <a:off x="2195513" y="2117725"/>
            <a:ext cx="1816100" cy="1939925"/>
          </a:xfrm>
          <a:prstGeom prst="rect">
            <a:avLst/>
          </a:prstGeom>
          <a:solidFill>
            <a:schemeClr val="accent2">
              <a:lumMod val="40000"/>
              <a:lumOff val="60000"/>
            </a:schemeClr>
          </a:solidFill>
          <a:ln w="12700">
            <a:solidFill>
              <a:schemeClr val="tx1"/>
            </a:solid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1)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E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de-DE"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E + T</a:t>
            </a: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2)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E</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T</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3)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 </a:t>
            </a:r>
            <a:r>
              <a:rPr kumimoji="0" lang="de-DE"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T </a:t>
            </a:r>
            <a:r>
              <a:rPr kumimoji="0" lang="de-DE"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de-DE"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F </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4)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 </a:t>
            </a:r>
            <a:r>
              <a:rPr kumimoji="0" lang="de-DE"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F </a:t>
            </a:r>
          </a:p>
          <a:p>
            <a:pPr marL="0" marR="0" lvl="0" indent="0" algn="l" defTabSz="914400" rtl="0" eaLnBrk="1" fontAlgn="base" latinLnBrk="0" hangingPunct="1">
              <a:lnSpc>
                <a:spcPct val="100000"/>
              </a:lnSpc>
              <a:spcBef>
                <a:spcPct val="0"/>
              </a:spcBef>
              <a:spcAft>
                <a:spcPct val="0"/>
              </a:spcAft>
              <a:buClrTx/>
              <a:buSzTx/>
              <a:buFontTx/>
              <a:buNone/>
              <a:defRPr/>
            </a:pPr>
            <a:r>
              <a:rPr kumimoji="0" lang="de-DE"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5</a:t>
            </a:r>
            <a:r>
              <a:rPr kumimoji="0" lang="de-DE"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de-DE"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F  → </a:t>
            </a:r>
            <a:r>
              <a:rPr kumimoji="0" lang="de-DE"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de-DE"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E </a:t>
            </a:r>
            <a:r>
              <a:rPr kumimoji="0" lang="de-DE"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de-DE"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defRPr/>
            </a:pPr>
            <a:r>
              <a:rPr kumimoji="0" lang="de-DE"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6</a:t>
            </a:r>
            <a:r>
              <a:rPr kumimoji="0" lang="de-DE"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de-DE"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F  → </a:t>
            </a:r>
            <a:r>
              <a:rPr kumimoji="0" lang="de-DE"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a:t>
            </a:r>
          </a:p>
        </p:txBody>
      </p:sp>
      <p:sp>
        <p:nvSpPr>
          <p:cNvPr id="7" name="Rectangle 7"/>
          <p:cNvSpPr>
            <a:spLocks noChangeArrowheads="1"/>
          </p:cNvSpPr>
          <p:nvPr/>
        </p:nvSpPr>
        <p:spPr bwMode="auto">
          <a:xfrm>
            <a:off x="5270500" y="1733550"/>
            <a:ext cx="1814513" cy="2324100"/>
          </a:xfrm>
          <a:prstGeom prst="rect">
            <a:avLst/>
          </a:prstGeom>
          <a:solidFill>
            <a:schemeClr val="accent2">
              <a:lumMod val="40000"/>
              <a:lumOff val="60000"/>
            </a:schemeClr>
          </a:solidFill>
          <a:ln w="12700">
            <a:solidFill>
              <a:schemeClr val="tx1"/>
            </a:solid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0)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E'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de-DE"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E</a:t>
            </a: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1)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E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de-DE"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E + T</a:t>
            </a: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2)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E</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T</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3)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 </a:t>
            </a:r>
            <a:r>
              <a:rPr kumimoji="0" lang="de-DE"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T </a:t>
            </a:r>
            <a:r>
              <a:rPr kumimoji="0" lang="de-DE"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de-DE"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F </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4)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 </a:t>
            </a:r>
            <a:r>
              <a:rPr kumimoji="0" lang="de-DE"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F </a:t>
            </a:r>
          </a:p>
          <a:p>
            <a:pPr marL="0" marR="0" lvl="0" indent="0" algn="l" defTabSz="914400" rtl="0" eaLnBrk="1" fontAlgn="base" latinLnBrk="0" hangingPunct="1">
              <a:lnSpc>
                <a:spcPct val="100000"/>
              </a:lnSpc>
              <a:spcBef>
                <a:spcPct val="0"/>
              </a:spcBef>
              <a:spcAft>
                <a:spcPct val="0"/>
              </a:spcAft>
              <a:buClrTx/>
              <a:buSzTx/>
              <a:buFontTx/>
              <a:buNone/>
              <a:defRPr/>
            </a:pPr>
            <a:r>
              <a:rPr kumimoji="0" lang="de-DE"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5</a:t>
            </a:r>
            <a:r>
              <a:rPr kumimoji="0" lang="de-DE"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de-DE"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F  → </a:t>
            </a:r>
            <a:r>
              <a:rPr kumimoji="0" lang="de-DE"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de-DE"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E </a:t>
            </a:r>
            <a:r>
              <a:rPr kumimoji="0" lang="de-DE"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de-DE"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defRPr/>
            </a:pPr>
            <a:r>
              <a:rPr kumimoji="0" lang="de-DE"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6</a:t>
            </a:r>
            <a:r>
              <a:rPr kumimoji="0" lang="de-DE"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 </a:t>
            </a:r>
            <a:r>
              <a:rPr kumimoji="0" lang="de-DE"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F  → </a:t>
            </a:r>
            <a:r>
              <a:rPr kumimoji="0" lang="de-DE"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id</a:t>
            </a:r>
          </a:p>
        </p:txBody>
      </p:sp>
      <p:sp>
        <p:nvSpPr>
          <p:cNvPr id="2" name="矩形 1"/>
          <p:cNvSpPr/>
          <p:nvPr/>
        </p:nvSpPr>
        <p:spPr>
          <a:xfrm>
            <a:off x="368300" y="4198938"/>
            <a:ext cx="8596313" cy="912813"/>
          </a:xfrm>
          <a:prstGeom prst="rect">
            <a:avLst/>
          </a:prstGeom>
          <a:solidFill>
            <a:schemeClr val="accent5">
              <a:lumMod val="60000"/>
              <a:lumOff val="40000"/>
            </a:schemeClr>
          </a:solidFill>
          <a:ln>
            <a:solidFill>
              <a:schemeClr val="tx1"/>
            </a:solidFill>
          </a:ln>
        </p:spPr>
        <p:txBody>
          <a:bodyPr>
            <a:spAutoFit/>
          </a:bodyPr>
          <a:lstStyle/>
          <a:p>
            <a:pPr marL="303530" marR="0" lvl="1" indent="0" algn="l" defTabSz="914400" rtl="0" eaLnBrk="1" fontAlgn="base" latinLnBrk="0" hangingPunct="1">
              <a:lnSpc>
                <a:spcPts val="3200"/>
              </a:lnSpc>
              <a:spcBef>
                <a:spcPct val="20000"/>
              </a:spcBef>
              <a:spcAft>
                <a:spcPct val="0"/>
              </a:spcAft>
              <a:buClrTx/>
              <a:buSzPct val="100000"/>
              <a:buFontTx/>
              <a:buNone/>
              <a:defRPr/>
            </a:pPr>
            <a:r>
              <a:rPr kumimoji="0" lang="zh-CN" altLang="en-US" sz="2400" b="1" i="0" u="none" strike="noStrike" kern="1200" cap="none" spc="0" normalizeH="0" baseline="0" noProof="0" dirty="0">
                <a:ln>
                  <a:noFill/>
                </a:ln>
                <a:solidFill>
                  <a:srgbClr val="000000"/>
                </a:solidFill>
                <a:effectLst/>
                <a:highlight>
                  <a:srgbClr val="FF0000"/>
                </a:highlight>
                <a:uLnTx/>
                <a:uFillTx/>
                <a:latin typeface="Times New Roman" panose="02020603050405020304" pitchFamily="18" charset="0"/>
                <a:ea typeface="华文楷体" panose="02010600040101010101" pitchFamily="2" charset="-122"/>
                <a:cs typeface="+mn-cs"/>
              </a:rPr>
              <a:t>引入这个</a:t>
            </a:r>
            <a:r>
              <a:rPr kumimoji="0" lang="zh-CN" altLang="en-US" sz="2400" b="1" i="0" u="none" strike="noStrike" kern="1200" cap="none" spc="0" normalizeH="0" baseline="0" noProof="0" dirty="0">
                <a:ln>
                  <a:noFill/>
                </a:ln>
                <a:solidFill>
                  <a:schemeClr val="tx1"/>
                </a:solidFill>
                <a:effectLst/>
                <a:highlight>
                  <a:srgbClr val="FF0000"/>
                </a:highlight>
                <a:uLnTx/>
                <a:uFillTx/>
                <a:latin typeface="Times New Roman" panose="02020603050405020304" pitchFamily="18" charset="0"/>
                <a:ea typeface="华文楷体" panose="02010600040101010101" pitchFamily="2" charset="-122"/>
                <a:cs typeface="+mn-cs"/>
              </a:rPr>
              <a:t>新的开始产生式</a:t>
            </a:r>
            <a:r>
              <a:rPr kumimoji="0" lang="zh-CN" altLang="en-US" sz="2400" b="1" i="0" u="none" strike="noStrike" kern="1200" cap="none" spc="0" normalizeH="0" baseline="0" noProof="0" dirty="0">
                <a:ln>
                  <a:noFill/>
                </a:ln>
                <a:solidFill>
                  <a:srgbClr val="000000"/>
                </a:solidFill>
                <a:effectLst/>
                <a:highlight>
                  <a:srgbClr val="FF0000"/>
                </a:highlight>
                <a:uLnTx/>
                <a:uFillTx/>
                <a:latin typeface="Times New Roman" panose="02020603050405020304" pitchFamily="18" charset="0"/>
                <a:ea typeface="华文楷体" panose="02010600040101010101" pitchFamily="2" charset="-122"/>
                <a:cs typeface="+mn-cs"/>
              </a:rPr>
              <a:t>的目的是使得</a:t>
            </a:r>
            <a:r>
              <a:rPr kumimoji="0" lang="zh-CN" altLang="en-US" sz="2400" b="1" i="0" u="none" strike="noStrike" kern="1200" cap="none" spc="0" normalizeH="0" baseline="0" noProof="0" dirty="0">
                <a:ln>
                  <a:noFill/>
                </a:ln>
                <a:solidFill>
                  <a:srgbClr val="2D83F4"/>
                </a:solidFill>
                <a:effectLst/>
                <a:highlight>
                  <a:srgbClr val="FF0000"/>
                </a:highlight>
                <a:uLnTx/>
                <a:uFillTx/>
                <a:latin typeface="Times New Roman" panose="02020603050405020304" pitchFamily="18" charset="0"/>
                <a:ea typeface="华文楷体" panose="02010600040101010101" pitchFamily="2" charset="-122"/>
                <a:cs typeface="+mn-cs"/>
              </a:rPr>
              <a:t>文法开始符号仅出现在一个产生式的左边</a:t>
            </a:r>
            <a:r>
              <a:rPr kumimoji="0" lang="zh-CN" altLang="en-US" sz="2400" b="1" i="0" u="none" strike="noStrike" kern="1200" cap="none" spc="0" normalizeH="0" baseline="0" noProof="0" dirty="0">
                <a:ln>
                  <a:noFill/>
                </a:ln>
                <a:solidFill>
                  <a:srgbClr val="000000"/>
                </a:solidFill>
                <a:effectLst/>
                <a:highlight>
                  <a:srgbClr val="FF0000"/>
                </a:highlight>
                <a:uLnTx/>
                <a:uFillTx/>
                <a:latin typeface="Times New Roman" panose="02020603050405020304" pitchFamily="18" charset="0"/>
                <a:ea typeface="华文楷体" panose="02010600040101010101" pitchFamily="2" charset="-122"/>
                <a:cs typeface="+mn-cs"/>
              </a:rPr>
              <a:t>，从而使得</a:t>
            </a:r>
            <a:r>
              <a:rPr kumimoji="0" lang="zh-CN" altLang="en-US" sz="2400" b="1" i="0" u="none" strike="noStrike" kern="1200" cap="none" spc="0" normalizeH="0" baseline="0" noProof="0" dirty="0">
                <a:ln>
                  <a:noFill/>
                </a:ln>
                <a:solidFill>
                  <a:srgbClr val="2D83F4"/>
                </a:solidFill>
                <a:effectLst/>
                <a:highlight>
                  <a:srgbClr val="FF0000"/>
                </a:highlight>
                <a:uLnTx/>
                <a:uFillTx/>
                <a:latin typeface="Times New Roman" panose="02020603050405020304" pitchFamily="18" charset="0"/>
                <a:ea typeface="华文楷体" panose="02010600040101010101" pitchFamily="2" charset="-122"/>
                <a:cs typeface="+mn-cs"/>
              </a:rPr>
              <a:t>分析器只有一个接受状态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1139">
                                            <p:txEl>
                                              <p:pRg st="1" end="1"/>
                                            </p:txEl>
                                          </p:spTgt>
                                        </p:tgtEl>
                                        <p:attrNameLst>
                                          <p:attrName>style.visibility</p:attrName>
                                        </p:attrNameLst>
                                      </p:cBhvr>
                                      <p:to>
                                        <p:strVal val="visible"/>
                                      </p:to>
                                    </p:set>
                                    <p:anim calcmode="lin" valueType="num">
                                      <p:cBhvr>
                                        <p:cTn id="7" dur="500" fill="hold"/>
                                        <p:tgtEl>
                                          <p:spTgt spid="91139">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91139">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91139">
                                            <p:txEl>
                                              <p:pRg st="1" end="1"/>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p:cTn id="31" dur="500" fill="hold"/>
                                        <p:tgtEl>
                                          <p:spTgt spid="2"/>
                                        </p:tgtEl>
                                        <p:attrNameLst>
                                          <p:attrName>ppt_w</p:attrName>
                                        </p:attrNameLst>
                                      </p:cBhvr>
                                      <p:tavLst>
                                        <p:tav tm="0">
                                          <p:val>
                                            <p:fltVal val="0"/>
                                          </p:val>
                                        </p:tav>
                                        <p:tav tm="100000">
                                          <p:val>
                                            <p:strVal val="#ppt_w"/>
                                          </p:val>
                                        </p:tav>
                                      </p:tavLst>
                                    </p:anim>
                                    <p:anim calcmode="lin" valueType="num">
                                      <p:cBhvr>
                                        <p:cTn id="32" dur="500" fill="hold"/>
                                        <p:tgtEl>
                                          <p:spTgt spid="2"/>
                                        </p:tgtEl>
                                        <p:attrNameLst>
                                          <p:attrName>ppt_h</p:attrName>
                                        </p:attrNameLst>
                                      </p:cBhvr>
                                      <p:tavLst>
                                        <p:tav tm="0">
                                          <p:val>
                                            <p:fltVal val="0"/>
                                          </p:val>
                                        </p:tav>
                                        <p:tav tm="100000">
                                          <p:val>
                                            <p:strVal val="#ppt_h"/>
                                          </p:val>
                                        </p:tav>
                                      </p:tavLst>
                                    </p:anim>
                                    <p:animEffect transition="in" filter="fade">
                                      <p:cBhvr>
                                        <p:cTn id="3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7" grpId="0" bldLvl="0" animBg="1"/>
      <p:bldP spid="2"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5" name="Rectangle 15"/>
          <p:cNvSpPr>
            <a:spLocks noChangeArrowheads="1"/>
          </p:cNvSpPr>
          <p:nvPr/>
        </p:nvSpPr>
        <p:spPr bwMode="auto">
          <a:xfrm>
            <a:off x="388938" y="1036638"/>
            <a:ext cx="8326438" cy="376238"/>
          </a:xfrm>
          <a:prstGeom prst="rect">
            <a:avLst/>
          </a:prstGeom>
          <a:solidFill>
            <a:schemeClr val="accent2">
              <a:lumMod val="40000"/>
              <a:lumOff val="60000"/>
            </a:schemeClr>
          </a:solidFill>
          <a:ln w="12700">
            <a:solidFill>
              <a:schemeClr val="tx1"/>
            </a:solidFill>
            <a:miter lim="800000"/>
          </a:ln>
        </p:spPr>
        <p:txBody>
          <a:bodyPr wrap="none" anchor="ctr"/>
          <a:lstStyle/>
          <a:p>
            <a:pPr marL="273050" marR="0" lvl="0" indent="-273050" algn="l" defTabSz="914400" rtl="0" eaLnBrk="1" fontAlgn="base" latinLnBrk="0" hangingPunct="1">
              <a:lnSpc>
                <a:spcPct val="90000"/>
              </a:lnSpc>
              <a:spcBef>
                <a:spcPct val="20000"/>
              </a:spcBef>
              <a:spcAft>
                <a:spcPct val="0"/>
              </a:spcAft>
              <a:buClr>
                <a:srgbClr val="31B6FD"/>
              </a:buClr>
              <a:buSzPct val="100000"/>
              <a:buFontTx/>
              <a:buNone/>
              <a:defRPr/>
            </a:pPr>
            <a:r>
              <a:rPr kumimoji="0" lang="en-US" altLang="zh-CN" sz="25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① </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S'</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S  </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25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② </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5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③ </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      </a:t>
            </a:r>
            <a:r>
              <a:rPr kumimoji="0" lang="en-US" altLang="zh-CN" sz="25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④ </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      </a:t>
            </a:r>
            <a:r>
              <a:rPr kumimoji="0" lang="en-US" altLang="zh-CN" sz="25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⑤ </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→r</a:t>
            </a:r>
          </a:p>
        </p:txBody>
      </p:sp>
      <p:sp>
        <p:nvSpPr>
          <p:cNvPr id="67587"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buNone/>
            </a:pPr>
            <a:r>
              <a:rPr lang="zh-CN" altLang="en-US" sz="3000" kern="1200" dirty="0">
                <a:solidFill>
                  <a:schemeClr val="tx1"/>
                </a:solidFill>
                <a:latin typeface="微软雅黑" panose="020B0503020204020204" pitchFamily="34" charset="-122"/>
                <a:ea typeface="微软雅黑" panose="020B0503020204020204" pitchFamily="34" charset="-122"/>
                <a:cs typeface="+mj-cs"/>
              </a:rPr>
              <a:t>文法中的项目</a:t>
            </a:r>
          </a:p>
        </p:txBody>
      </p:sp>
      <p:sp>
        <p:nvSpPr>
          <p:cNvPr id="594948" name="Rectangle 4"/>
          <p:cNvSpPr/>
          <p:nvPr/>
        </p:nvSpPr>
        <p:spPr>
          <a:xfrm>
            <a:off x="395288" y="2368550"/>
            <a:ext cx="1439862" cy="708025"/>
          </a:xfrm>
          <a:prstGeom prst="rect">
            <a:avLst/>
          </a:prstGeom>
          <a:noFill/>
          <a:ln w="9525">
            <a:noFill/>
          </a:ln>
        </p:spPr>
        <p:txBody>
          <a:bodyPr>
            <a:spAutoFit/>
          </a:bodyPr>
          <a:lstStyle/>
          <a:p>
            <a:pPr eaLnBrk="1" hangingPunct="1">
              <a:buNone/>
            </a:pPr>
            <a:r>
              <a:rPr lang="en-US" altLang="zh-CN" sz="2000" b="1" dirty="0">
                <a:latin typeface="Times New Roman" panose="02020603050405020304" pitchFamily="18" charset="0"/>
                <a:ea typeface="楷体_GB2312"/>
              </a:rPr>
              <a:t>(0) </a:t>
            </a:r>
            <a:r>
              <a:rPr lang="en-US" altLang="zh-CN" sz="2000" b="1" i="1" dirty="0">
                <a:latin typeface="Times New Roman" panose="02020603050405020304" pitchFamily="18" charset="0"/>
                <a:ea typeface="楷体_GB2312"/>
              </a:rPr>
              <a:t>S'</a:t>
            </a:r>
            <a:r>
              <a:rPr lang="en-US" altLang="zh-CN" sz="2000" b="1" dirty="0">
                <a:latin typeface="Times New Roman" panose="02020603050405020304" pitchFamily="18" charset="0"/>
                <a:ea typeface="楷体_GB2312"/>
              </a:rPr>
              <a: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i="1" dirty="0">
                <a:latin typeface="Times New Roman" panose="02020603050405020304" pitchFamily="18" charset="0"/>
                <a:ea typeface="楷体_GB2312"/>
              </a:rPr>
              <a:t>S</a:t>
            </a:r>
          </a:p>
          <a:p>
            <a:pPr eaLnBrk="1" hangingPunct="1">
              <a:buNone/>
            </a:pPr>
            <a:r>
              <a:rPr lang="en-US" altLang="zh-CN" sz="2000" b="1" dirty="0">
                <a:latin typeface="Times New Roman" panose="02020603050405020304" pitchFamily="18" charset="0"/>
                <a:ea typeface="楷体_GB2312"/>
              </a:rPr>
              <a:t>(1) </a:t>
            </a:r>
            <a:r>
              <a:rPr lang="en-US" altLang="zh-CN" sz="2000" b="1" i="1" dirty="0">
                <a:latin typeface="Times New Roman" panose="02020603050405020304" pitchFamily="18" charset="0"/>
                <a:ea typeface="楷体_GB2312"/>
              </a:rPr>
              <a:t>S'</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S</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  </a:t>
            </a:r>
          </a:p>
        </p:txBody>
      </p:sp>
      <p:sp>
        <p:nvSpPr>
          <p:cNvPr id="594949" name="Rectangle 5"/>
          <p:cNvSpPr/>
          <p:nvPr/>
        </p:nvSpPr>
        <p:spPr>
          <a:xfrm>
            <a:off x="2051050" y="1465263"/>
            <a:ext cx="1781175" cy="1631950"/>
          </a:xfrm>
          <a:prstGeom prst="rect">
            <a:avLst/>
          </a:prstGeom>
          <a:noFill/>
          <a:ln w="9525">
            <a:noFill/>
          </a:ln>
        </p:spPr>
        <p:txBody>
          <a:bodyPr>
            <a:spAutoFit/>
          </a:bodyPr>
          <a:lstStyle/>
          <a:p>
            <a:pPr eaLnBrk="1" hangingPunct="1">
              <a:buNone/>
            </a:pPr>
            <a:r>
              <a:rPr lang="en-US" altLang="zh-CN" sz="2000" b="1" dirty="0">
                <a:latin typeface="Times New Roman" panose="02020603050405020304" pitchFamily="18" charset="0"/>
                <a:ea typeface="楷体_GB2312"/>
              </a:rPr>
              <a:t>(2) </a:t>
            </a:r>
            <a:r>
              <a:rPr lang="en-US" altLang="zh-CN" sz="2000" b="1" i="1" dirty="0">
                <a:latin typeface="Times New Roman" panose="02020603050405020304" pitchFamily="18" charset="0"/>
                <a:ea typeface="楷体_GB2312"/>
              </a:rPr>
              <a:t>S</a:t>
            </a:r>
            <a:r>
              <a:rPr lang="en-US" altLang="zh-CN" sz="2000" b="1" dirty="0">
                <a:latin typeface="Times New Roman" panose="02020603050405020304" pitchFamily="18" charset="0"/>
                <a:ea typeface="楷体_GB2312"/>
              </a:rPr>
              <a: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v</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T</a:t>
            </a:r>
            <a:r>
              <a:rPr lang="en-US" altLang="zh-CN" sz="2000" b="1" dirty="0">
                <a:latin typeface="Times New Roman" panose="02020603050405020304" pitchFamily="18" charset="0"/>
                <a:ea typeface="楷体_GB2312"/>
              </a:rPr>
              <a:t> </a:t>
            </a:r>
          </a:p>
          <a:p>
            <a:pPr eaLnBrk="1" hangingPunct="1">
              <a:buNone/>
            </a:pPr>
            <a:r>
              <a:rPr lang="en-US" altLang="zh-CN" sz="2000" b="1" dirty="0">
                <a:latin typeface="Times New Roman" panose="02020603050405020304" pitchFamily="18" charset="0"/>
                <a:ea typeface="楷体_GB2312"/>
              </a:rPr>
              <a:t>(3) </a:t>
            </a:r>
            <a:r>
              <a:rPr lang="en-US" altLang="zh-CN" sz="2000" b="1" i="1" dirty="0">
                <a:latin typeface="Times New Roman" panose="02020603050405020304" pitchFamily="18" charset="0"/>
                <a:ea typeface="楷体_GB2312"/>
              </a:rPr>
              <a:t>S</a:t>
            </a:r>
            <a:r>
              <a:rPr lang="en-US" altLang="zh-CN" sz="2000" b="1" dirty="0">
                <a:latin typeface="Times New Roman" panose="02020603050405020304" pitchFamily="18" charset="0"/>
                <a:ea typeface="楷体_GB2312"/>
              </a:rPr>
              <a:t>→v</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T</a:t>
            </a:r>
          </a:p>
          <a:p>
            <a:pPr eaLnBrk="1" hangingPunct="1">
              <a:buNone/>
            </a:pPr>
            <a:r>
              <a:rPr lang="en-US" altLang="zh-CN" sz="2000" b="1" dirty="0">
                <a:latin typeface="Times New Roman" panose="02020603050405020304" pitchFamily="18" charset="0"/>
                <a:ea typeface="楷体_GB2312"/>
              </a:rPr>
              <a:t>(4) </a:t>
            </a:r>
            <a:r>
              <a:rPr lang="en-US" altLang="zh-CN" sz="2000" b="1" i="1" dirty="0">
                <a:latin typeface="Times New Roman" panose="02020603050405020304" pitchFamily="18" charset="0"/>
                <a:ea typeface="楷体_GB2312"/>
              </a:rPr>
              <a:t>S</a:t>
            </a:r>
            <a:r>
              <a:rPr lang="en-US" altLang="zh-CN" sz="2000" b="1" dirty="0">
                <a:latin typeface="Times New Roman" panose="02020603050405020304" pitchFamily="18" charset="0"/>
                <a:ea typeface="楷体_GB2312"/>
              </a:rPr>
              <a:t>→v</a:t>
            </a:r>
            <a:r>
              <a:rPr lang="en-US" altLang="zh-CN" sz="2000" b="1" i="1" dirty="0">
                <a:latin typeface="Times New Roman" panose="02020603050405020304" pitchFamily="18" charset="0"/>
                <a:ea typeface="楷体_GB2312"/>
              </a:rPr>
              <a:t>I</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T</a:t>
            </a:r>
          </a:p>
          <a:p>
            <a:pPr eaLnBrk="1" hangingPunct="1">
              <a:buNone/>
            </a:pPr>
            <a:r>
              <a:rPr lang="en-US" altLang="zh-CN" sz="2000" b="1" dirty="0">
                <a:latin typeface="Times New Roman" panose="02020603050405020304" pitchFamily="18" charset="0"/>
                <a:ea typeface="楷体_GB2312"/>
              </a:rPr>
              <a:t>(5) </a:t>
            </a:r>
            <a:r>
              <a:rPr lang="en-US" altLang="zh-CN" sz="2000" b="1" i="1" dirty="0">
                <a:latin typeface="Times New Roman" panose="02020603050405020304" pitchFamily="18" charset="0"/>
                <a:ea typeface="楷体_GB2312"/>
              </a:rPr>
              <a:t>S</a:t>
            </a:r>
            <a:r>
              <a:rPr lang="en-US" altLang="zh-CN" sz="2000" b="1" dirty="0">
                <a:latin typeface="Times New Roman" panose="02020603050405020304" pitchFamily="18" charset="0"/>
                <a:ea typeface="楷体_GB2312"/>
              </a:rPr>
              <a:t>→v</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i="1" dirty="0">
                <a:latin typeface="Times New Roman" panose="02020603050405020304" pitchFamily="18" charset="0"/>
                <a:ea typeface="楷体_GB2312"/>
              </a:rPr>
              <a:t>T</a:t>
            </a:r>
          </a:p>
          <a:p>
            <a:pPr eaLnBrk="1" hangingPunct="1">
              <a:buNone/>
            </a:pPr>
            <a:r>
              <a:rPr lang="en-US" altLang="zh-CN" sz="2000" b="1" dirty="0">
                <a:latin typeface="Times New Roman" panose="02020603050405020304" pitchFamily="18" charset="0"/>
                <a:ea typeface="楷体_GB2312"/>
              </a:rPr>
              <a:t>(6) </a:t>
            </a:r>
            <a:r>
              <a:rPr lang="en-US" altLang="zh-CN" sz="2000" b="1" i="1" dirty="0">
                <a:latin typeface="Times New Roman" panose="02020603050405020304" pitchFamily="18" charset="0"/>
                <a:ea typeface="楷体_GB2312"/>
              </a:rPr>
              <a:t>S</a:t>
            </a:r>
            <a:r>
              <a:rPr lang="en-US" altLang="zh-CN" sz="2000" b="1" dirty="0">
                <a:latin typeface="Times New Roman" panose="02020603050405020304" pitchFamily="18" charset="0"/>
                <a:ea typeface="楷体_GB2312"/>
              </a:rPr>
              <a:t>→v</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 </a:t>
            </a:r>
          </a:p>
        </p:txBody>
      </p:sp>
      <p:sp>
        <p:nvSpPr>
          <p:cNvPr id="594950" name="Rectangle 6"/>
          <p:cNvSpPr/>
          <p:nvPr/>
        </p:nvSpPr>
        <p:spPr>
          <a:xfrm>
            <a:off x="3995738" y="1752600"/>
            <a:ext cx="1493837" cy="1323975"/>
          </a:xfrm>
          <a:prstGeom prst="rect">
            <a:avLst/>
          </a:prstGeom>
          <a:noFill/>
          <a:ln w="9525">
            <a:noFill/>
          </a:ln>
        </p:spPr>
        <p:txBody>
          <a:bodyPr>
            <a:spAutoFit/>
          </a:bodyPr>
          <a:lstStyle/>
          <a:p>
            <a:pPr eaLnBrk="1" hangingPunct="1">
              <a:buNone/>
            </a:pPr>
            <a:r>
              <a:rPr lang="en-US" altLang="zh-CN" sz="2000" b="1" dirty="0">
                <a:latin typeface="Times New Roman" panose="02020603050405020304" pitchFamily="18" charset="0"/>
                <a:ea typeface="楷体_GB2312"/>
              </a:rPr>
              <a:t>(7)  </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,i</a:t>
            </a:r>
          </a:p>
          <a:p>
            <a:pPr eaLnBrk="1" hangingPunct="1">
              <a:buNone/>
            </a:pPr>
            <a:r>
              <a:rPr lang="en-US" altLang="zh-CN" sz="2000" b="1" dirty="0">
                <a:latin typeface="Times New Roman" panose="02020603050405020304" pitchFamily="18" charset="0"/>
                <a:ea typeface="楷体_GB2312"/>
              </a:rPr>
              <a:t>(8)  </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I</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,i</a:t>
            </a:r>
          </a:p>
          <a:p>
            <a:pPr eaLnBrk="1" hangingPunct="1">
              <a:buNone/>
            </a:pPr>
            <a:r>
              <a:rPr lang="en-US" altLang="zh-CN" sz="2000" b="1" dirty="0">
                <a:latin typeface="Times New Roman" panose="02020603050405020304" pitchFamily="18" charset="0"/>
                <a:ea typeface="楷体_GB2312"/>
              </a:rPr>
              <a:t>(9) </a:t>
            </a:r>
            <a:r>
              <a:rPr lang="en-US" altLang="zh-CN" sz="2000" b="1" i="1" dirty="0">
                <a:latin typeface="Times New Roman" panose="02020603050405020304" pitchFamily="18" charset="0"/>
                <a:ea typeface="楷体_GB2312"/>
              </a:rPr>
              <a:t> I</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i</a:t>
            </a:r>
          </a:p>
          <a:p>
            <a:pPr eaLnBrk="1" hangingPunct="1">
              <a:buNone/>
            </a:pPr>
            <a:r>
              <a:rPr lang="en-US" altLang="zh-CN" sz="2000" b="1" dirty="0">
                <a:latin typeface="Times New Roman" panose="02020603050405020304" pitchFamily="18" charset="0"/>
                <a:ea typeface="楷体_GB2312"/>
              </a:rPr>
              <a:t>(10)</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,i</a:t>
            </a:r>
            <a:r>
              <a:rPr lang="en-US" altLang="zh-CN" sz="2000" b="1" dirty="0">
                <a:solidFill>
                  <a:srgbClr val="FF0000"/>
                </a:solidFill>
                <a:latin typeface="Times New Roman" panose="02020603050405020304" pitchFamily="18" charset="0"/>
                <a:ea typeface="华文楷体" panose="02010600040101010101" pitchFamily="2" charset="-122"/>
              </a:rPr>
              <a:t>·</a:t>
            </a:r>
            <a:endParaRPr lang="en-US" altLang="zh-CN" sz="2000" b="1" dirty="0">
              <a:latin typeface="Times New Roman" panose="02020603050405020304" pitchFamily="18" charset="0"/>
              <a:ea typeface="楷体_GB2312"/>
            </a:endParaRPr>
          </a:p>
        </p:txBody>
      </p:sp>
      <p:sp>
        <p:nvSpPr>
          <p:cNvPr id="594951" name="Rectangle 7"/>
          <p:cNvSpPr/>
          <p:nvPr/>
        </p:nvSpPr>
        <p:spPr>
          <a:xfrm>
            <a:off x="5795963" y="2368550"/>
            <a:ext cx="1493837" cy="708025"/>
          </a:xfrm>
          <a:prstGeom prst="rect">
            <a:avLst/>
          </a:prstGeom>
          <a:noFill/>
          <a:ln w="9525">
            <a:noFill/>
          </a:ln>
        </p:spPr>
        <p:txBody>
          <a:bodyPr>
            <a:spAutoFit/>
          </a:bodyPr>
          <a:lstStyle/>
          <a:p>
            <a:pPr eaLnBrk="1" hangingPunct="1">
              <a:buNone/>
            </a:pPr>
            <a:r>
              <a:rPr lang="en-US" altLang="zh-CN" sz="2000" b="1" dirty="0">
                <a:latin typeface="Times New Roman" panose="02020603050405020304" pitchFamily="18" charset="0"/>
                <a:ea typeface="楷体_GB2312"/>
              </a:rPr>
              <a:t>(11) </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i</a:t>
            </a:r>
          </a:p>
          <a:p>
            <a:pPr eaLnBrk="1" hangingPunct="1">
              <a:buNone/>
            </a:pPr>
            <a:r>
              <a:rPr lang="en-US" altLang="zh-CN" sz="2000" b="1" dirty="0">
                <a:latin typeface="Times New Roman" panose="02020603050405020304" pitchFamily="18" charset="0"/>
                <a:ea typeface="楷体_GB2312"/>
              </a:rPr>
              <a:t>(12) </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→i</a:t>
            </a:r>
            <a:r>
              <a:rPr lang="en-US" altLang="zh-CN" sz="2000" b="1" dirty="0">
                <a:solidFill>
                  <a:srgbClr val="FF0000"/>
                </a:solidFill>
                <a:latin typeface="Times New Roman" panose="02020603050405020304" pitchFamily="18" charset="0"/>
                <a:ea typeface="华文楷体" panose="02010600040101010101" pitchFamily="2" charset="-122"/>
              </a:rPr>
              <a:t>·</a:t>
            </a:r>
            <a:endParaRPr lang="en-US" altLang="zh-CN" sz="2000" b="1" dirty="0">
              <a:latin typeface="Times New Roman" panose="02020603050405020304" pitchFamily="18" charset="0"/>
              <a:ea typeface="楷体_GB2312"/>
            </a:endParaRPr>
          </a:p>
        </p:txBody>
      </p:sp>
      <p:sp>
        <p:nvSpPr>
          <p:cNvPr id="594952" name="Rectangle 8"/>
          <p:cNvSpPr/>
          <p:nvPr/>
        </p:nvSpPr>
        <p:spPr>
          <a:xfrm>
            <a:off x="7235825" y="2368550"/>
            <a:ext cx="1441450" cy="708025"/>
          </a:xfrm>
          <a:prstGeom prst="rect">
            <a:avLst/>
          </a:prstGeom>
          <a:noFill/>
          <a:ln w="9525">
            <a:noFill/>
          </a:ln>
        </p:spPr>
        <p:txBody>
          <a:bodyPr>
            <a:spAutoFit/>
          </a:bodyPr>
          <a:lstStyle/>
          <a:p>
            <a:pPr eaLnBrk="1" hangingPunct="1">
              <a:buNone/>
            </a:pPr>
            <a:r>
              <a:rPr lang="en-US" altLang="zh-CN" sz="2000" b="1" dirty="0">
                <a:latin typeface="Times New Roman" panose="02020603050405020304" pitchFamily="18" charset="0"/>
                <a:ea typeface="楷体_GB2312"/>
              </a:rPr>
              <a:t>(13) </a:t>
            </a:r>
            <a:r>
              <a:rPr lang="en-US" altLang="zh-CN" sz="2000" b="1" i="1" dirty="0">
                <a:latin typeface="Times New Roman" panose="02020603050405020304" pitchFamily="18" charset="0"/>
                <a:ea typeface="楷体_GB2312"/>
              </a:rPr>
              <a:t>T</a:t>
            </a:r>
            <a:r>
              <a:rPr lang="en-US" altLang="zh-CN" sz="2000" b="1" dirty="0">
                <a:latin typeface="Times New Roman" panose="02020603050405020304" pitchFamily="18" charset="0"/>
                <a:ea typeface="楷体_GB2312"/>
              </a:rPr>
              <a: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r</a:t>
            </a:r>
          </a:p>
          <a:p>
            <a:pPr eaLnBrk="1" hangingPunct="1">
              <a:buNone/>
            </a:pPr>
            <a:r>
              <a:rPr lang="en-US" altLang="zh-CN" sz="2000" b="1" dirty="0">
                <a:latin typeface="Times New Roman" panose="02020603050405020304" pitchFamily="18" charset="0"/>
                <a:ea typeface="楷体_GB2312"/>
              </a:rPr>
              <a:t>(14) </a:t>
            </a:r>
            <a:r>
              <a:rPr lang="en-US" altLang="zh-CN" sz="2000" b="1" i="1" dirty="0">
                <a:latin typeface="Times New Roman" panose="02020603050405020304" pitchFamily="18" charset="0"/>
                <a:ea typeface="楷体_GB2312"/>
              </a:rPr>
              <a:t>T</a:t>
            </a:r>
            <a:r>
              <a:rPr lang="en-US" altLang="zh-CN" sz="2000" b="1" dirty="0">
                <a:latin typeface="Times New Roman" panose="02020603050405020304" pitchFamily="18" charset="0"/>
                <a:ea typeface="楷体_GB2312"/>
              </a:rPr>
              <a:t>→r</a:t>
            </a:r>
            <a:r>
              <a:rPr lang="en-US" altLang="zh-CN" sz="2000" b="1" dirty="0">
                <a:solidFill>
                  <a:srgbClr val="FF0000"/>
                </a:solidFill>
                <a:latin typeface="Times New Roman" panose="02020603050405020304" pitchFamily="18" charset="0"/>
                <a:ea typeface="华文楷体" panose="02010600040101010101" pitchFamily="2" charset="-122"/>
              </a:rPr>
              <a:t>·</a:t>
            </a:r>
            <a:endParaRPr lang="en-US" altLang="zh-CN" sz="2000" b="1" dirty="0">
              <a:latin typeface="Times New Roman" panose="02020603050405020304" pitchFamily="18" charset="0"/>
              <a:ea typeface="楷体_GB2312"/>
            </a:endParaRPr>
          </a:p>
        </p:txBody>
      </p:sp>
      <p:sp>
        <p:nvSpPr>
          <p:cNvPr id="594954" name="Rectangle 10"/>
          <p:cNvSpPr/>
          <p:nvPr/>
        </p:nvSpPr>
        <p:spPr>
          <a:xfrm>
            <a:off x="428625" y="2738438"/>
            <a:ext cx="8072438" cy="265112"/>
          </a:xfrm>
          <a:prstGeom prst="rect">
            <a:avLst/>
          </a:prstGeom>
          <a:noFill/>
          <a:ln w="25400" cap="flat" cmpd="sng">
            <a:solidFill>
              <a:srgbClr val="FF0000"/>
            </a:solidFill>
            <a:prstDash val="lgDash"/>
            <a:miter/>
            <a:headEnd type="none" w="med" len="med"/>
            <a:tailEnd type="none" w="med" len="med"/>
          </a:ln>
        </p:spPr>
        <p:txBody>
          <a:bodyPr wrap="none" anchor="ctr" anchorCtr="0"/>
          <a:lstStyle/>
          <a:p>
            <a:pPr eaLnBrk="1" hangingPunct="1"/>
            <a:endParaRPr lang="zh-CN" altLang="en-US" dirty="0">
              <a:latin typeface="Tahoma" panose="020B0604030504040204" pitchFamily="34" charset="0"/>
            </a:endParaRPr>
          </a:p>
        </p:txBody>
      </p:sp>
      <p:sp>
        <p:nvSpPr>
          <p:cNvPr id="594955" name="AutoShape 11"/>
          <p:cNvSpPr/>
          <p:nvPr/>
        </p:nvSpPr>
        <p:spPr bwMode="auto">
          <a:xfrm>
            <a:off x="1331913" y="3108325"/>
            <a:ext cx="1239838" cy="284163"/>
          </a:xfrm>
          <a:prstGeom prst="borderCallout2">
            <a:avLst>
              <a:gd name="adj1" fmla="val 34616"/>
              <a:gd name="adj2" fmla="val -6241"/>
              <a:gd name="adj3" fmla="val 34616"/>
              <a:gd name="adj4" fmla="val -22889"/>
              <a:gd name="adj5" fmla="val -94162"/>
              <a:gd name="adj6" fmla="val -28662"/>
            </a:avLst>
          </a:prstGeom>
          <a:solidFill>
            <a:schemeClr val="accent5">
              <a:lumMod val="60000"/>
              <a:lumOff val="40000"/>
            </a:schemeClr>
          </a:solidFill>
          <a:ln w="12700">
            <a:solidFill>
              <a:schemeClr val="tx1"/>
            </a:solidFill>
            <a:miter lim="800000"/>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rPr>
              <a:t>归约项目</a:t>
            </a:r>
          </a:p>
        </p:txBody>
      </p:sp>
      <p:sp>
        <p:nvSpPr>
          <p:cNvPr id="594956" name="AutoShape 12"/>
          <p:cNvSpPr/>
          <p:nvPr/>
        </p:nvSpPr>
        <p:spPr bwMode="auto">
          <a:xfrm>
            <a:off x="900113" y="3536950"/>
            <a:ext cx="1243013" cy="258763"/>
          </a:xfrm>
          <a:prstGeom prst="borderCallout2">
            <a:avLst>
              <a:gd name="adj1" fmla="val 34616"/>
              <a:gd name="adj2" fmla="val -6241"/>
              <a:gd name="adj3" fmla="val 34616"/>
              <a:gd name="adj4" fmla="val -7412"/>
              <a:gd name="adj5" fmla="val -245664"/>
              <a:gd name="adj6" fmla="val -21587"/>
            </a:avLst>
          </a:prstGeom>
          <a:solidFill>
            <a:schemeClr val="accent5">
              <a:lumMod val="60000"/>
              <a:lumOff val="40000"/>
            </a:schemeClr>
          </a:solidFill>
          <a:ln w="12700">
            <a:solidFill>
              <a:schemeClr val="tx1"/>
            </a:solidFill>
            <a:miter lim="800000"/>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接收项目</a:t>
            </a:r>
          </a:p>
        </p:txBody>
      </p:sp>
      <p:sp>
        <p:nvSpPr>
          <p:cNvPr id="594957" name="AutoShape 13"/>
          <p:cNvSpPr/>
          <p:nvPr/>
        </p:nvSpPr>
        <p:spPr bwMode="auto">
          <a:xfrm>
            <a:off x="828675" y="1651000"/>
            <a:ext cx="1243013" cy="314325"/>
          </a:xfrm>
          <a:prstGeom prst="borderCallout2">
            <a:avLst>
              <a:gd name="adj1" fmla="val 34616"/>
              <a:gd name="adj2" fmla="val -6241"/>
              <a:gd name="adj3" fmla="val 34616"/>
              <a:gd name="adj4" fmla="val -11963"/>
              <a:gd name="adj5" fmla="val 213944"/>
              <a:gd name="adj6" fmla="val -17944"/>
            </a:avLst>
          </a:prstGeom>
          <a:solidFill>
            <a:schemeClr val="accent5">
              <a:lumMod val="60000"/>
              <a:lumOff val="40000"/>
            </a:schemeClr>
          </a:solidFill>
          <a:ln w="12700">
            <a:solidFill>
              <a:schemeClr val="tx1"/>
            </a:solidFill>
            <a:miter lim="800000"/>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rPr>
              <a:t>初始项目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0975"/>
                                        </p:tgtEl>
                                        <p:attrNameLst>
                                          <p:attrName>style.visibility</p:attrName>
                                        </p:attrNameLst>
                                      </p:cBhvr>
                                      <p:to>
                                        <p:strVal val="visible"/>
                                      </p:to>
                                    </p:set>
                                    <p:anim calcmode="lin" valueType="num">
                                      <p:cBhvr>
                                        <p:cTn id="7" dur="500" fill="hold"/>
                                        <p:tgtEl>
                                          <p:spTgt spid="40975"/>
                                        </p:tgtEl>
                                        <p:attrNameLst>
                                          <p:attrName>ppt_w</p:attrName>
                                        </p:attrNameLst>
                                      </p:cBhvr>
                                      <p:tavLst>
                                        <p:tav tm="0">
                                          <p:val>
                                            <p:fltVal val="0"/>
                                          </p:val>
                                        </p:tav>
                                        <p:tav tm="100000">
                                          <p:val>
                                            <p:strVal val="#ppt_w"/>
                                          </p:val>
                                        </p:tav>
                                      </p:tavLst>
                                    </p:anim>
                                    <p:anim calcmode="lin" valueType="num">
                                      <p:cBhvr>
                                        <p:cTn id="8" dur="500" fill="hold"/>
                                        <p:tgtEl>
                                          <p:spTgt spid="40975"/>
                                        </p:tgtEl>
                                        <p:attrNameLst>
                                          <p:attrName>ppt_h</p:attrName>
                                        </p:attrNameLst>
                                      </p:cBhvr>
                                      <p:tavLst>
                                        <p:tav tm="0">
                                          <p:val>
                                            <p:fltVal val="0"/>
                                          </p:val>
                                        </p:tav>
                                        <p:tav tm="100000">
                                          <p:val>
                                            <p:strVal val="#ppt_h"/>
                                          </p:val>
                                        </p:tav>
                                      </p:tavLst>
                                    </p:anim>
                                    <p:animEffect transition="in" filter="fade">
                                      <p:cBhvr>
                                        <p:cTn id="9" dur="500"/>
                                        <p:tgtEl>
                                          <p:spTgt spid="4097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94948">
                                            <p:txEl>
                                              <p:pRg st="0" end="0"/>
                                            </p:txEl>
                                          </p:spTgt>
                                        </p:tgtEl>
                                        <p:attrNameLst>
                                          <p:attrName>style.visibility</p:attrName>
                                        </p:attrNameLst>
                                      </p:cBhvr>
                                      <p:to>
                                        <p:strVal val="visible"/>
                                      </p:to>
                                    </p:set>
                                    <p:anim calcmode="lin" valueType="num">
                                      <p:cBhvr>
                                        <p:cTn id="14" dur="500" fill="hold"/>
                                        <p:tgtEl>
                                          <p:spTgt spid="594948">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594948">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594948">
                                            <p:txEl>
                                              <p:pRg st="0" end="0"/>
                                            </p:txEl>
                                          </p:spTgt>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594948">
                                            <p:txEl>
                                              <p:pRg st="1" end="1"/>
                                            </p:txEl>
                                          </p:spTgt>
                                        </p:tgtEl>
                                        <p:attrNameLst>
                                          <p:attrName>style.visibility</p:attrName>
                                        </p:attrNameLst>
                                      </p:cBhvr>
                                      <p:to>
                                        <p:strVal val="visible"/>
                                      </p:to>
                                    </p:set>
                                    <p:anim calcmode="lin" valueType="num">
                                      <p:cBhvr>
                                        <p:cTn id="19" dur="500" fill="hold"/>
                                        <p:tgtEl>
                                          <p:spTgt spid="594948">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594948">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594948">
                                            <p:txEl>
                                              <p:pRg st="1" end="1"/>
                                            </p:txEl>
                                          </p:spTgt>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594949">
                                            <p:txEl>
                                              <p:pRg st="0" end="0"/>
                                            </p:txEl>
                                          </p:spTgt>
                                        </p:tgtEl>
                                        <p:attrNameLst>
                                          <p:attrName>style.visibility</p:attrName>
                                        </p:attrNameLst>
                                      </p:cBhvr>
                                      <p:to>
                                        <p:strVal val="visible"/>
                                      </p:to>
                                    </p:set>
                                    <p:anim calcmode="lin" valueType="num">
                                      <p:cBhvr>
                                        <p:cTn id="24" dur="500" fill="hold"/>
                                        <p:tgtEl>
                                          <p:spTgt spid="594949">
                                            <p:txEl>
                                              <p:pRg st="0" end="0"/>
                                            </p:txEl>
                                          </p:spTgt>
                                        </p:tgtEl>
                                        <p:attrNameLst>
                                          <p:attrName>ppt_w</p:attrName>
                                        </p:attrNameLst>
                                      </p:cBhvr>
                                      <p:tavLst>
                                        <p:tav tm="0">
                                          <p:val>
                                            <p:fltVal val="0"/>
                                          </p:val>
                                        </p:tav>
                                        <p:tav tm="100000">
                                          <p:val>
                                            <p:strVal val="#ppt_w"/>
                                          </p:val>
                                        </p:tav>
                                      </p:tavLst>
                                    </p:anim>
                                    <p:anim calcmode="lin" valueType="num">
                                      <p:cBhvr>
                                        <p:cTn id="25" dur="500" fill="hold"/>
                                        <p:tgtEl>
                                          <p:spTgt spid="594949">
                                            <p:txEl>
                                              <p:pRg st="0" end="0"/>
                                            </p:txEl>
                                          </p:spTgt>
                                        </p:tgtEl>
                                        <p:attrNameLst>
                                          <p:attrName>ppt_h</p:attrName>
                                        </p:attrNameLst>
                                      </p:cBhvr>
                                      <p:tavLst>
                                        <p:tav tm="0">
                                          <p:val>
                                            <p:fltVal val="0"/>
                                          </p:val>
                                        </p:tav>
                                        <p:tav tm="100000">
                                          <p:val>
                                            <p:strVal val="#ppt_h"/>
                                          </p:val>
                                        </p:tav>
                                      </p:tavLst>
                                    </p:anim>
                                    <p:animEffect transition="in" filter="fade">
                                      <p:cBhvr>
                                        <p:cTn id="26" dur="500"/>
                                        <p:tgtEl>
                                          <p:spTgt spid="594949">
                                            <p:txEl>
                                              <p:pRg st="0" end="0"/>
                                            </p:txEl>
                                          </p:spTgt>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594949">
                                            <p:txEl>
                                              <p:pRg st="1" end="1"/>
                                            </p:txEl>
                                          </p:spTgt>
                                        </p:tgtEl>
                                        <p:attrNameLst>
                                          <p:attrName>style.visibility</p:attrName>
                                        </p:attrNameLst>
                                      </p:cBhvr>
                                      <p:to>
                                        <p:strVal val="visible"/>
                                      </p:to>
                                    </p:set>
                                    <p:anim calcmode="lin" valueType="num">
                                      <p:cBhvr>
                                        <p:cTn id="29" dur="500" fill="hold"/>
                                        <p:tgtEl>
                                          <p:spTgt spid="594949">
                                            <p:txEl>
                                              <p:pRg st="1" end="1"/>
                                            </p:txEl>
                                          </p:spTgt>
                                        </p:tgtEl>
                                        <p:attrNameLst>
                                          <p:attrName>ppt_w</p:attrName>
                                        </p:attrNameLst>
                                      </p:cBhvr>
                                      <p:tavLst>
                                        <p:tav tm="0">
                                          <p:val>
                                            <p:fltVal val="0"/>
                                          </p:val>
                                        </p:tav>
                                        <p:tav tm="100000">
                                          <p:val>
                                            <p:strVal val="#ppt_w"/>
                                          </p:val>
                                        </p:tav>
                                      </p:tavLst>
                                    </p:anim>
                                    <p:anim calcmode="lin" valueType="num">
                                      <p:cBhvr>
                                        <p:cTn id="30" dur="500" fill="hold"/>
                                        <p:tgtEl>
                                          <p:spTgt spid="594949">
                                            <p:txEl>
                                              <p:pRg st="1" end="1"/>
                                            </p:txEl>
                                          </p:spTgt>
                                        </p:tgtEl>
                                        <p:attrNameLst>
                                          <p:attrName>ppt_h</p:attrName>
                                        </p:attrNameLst>
                                      </p:cBhvr>
                                      <p:tavLst>
                                        <p:tav tm="0">
                                          <p:val>
                                            <p:fltVal val="0"/>
                                          </p:val>
                                        </p:tav>
                                        <p:tav tm="100000">
                                          <p:val>
                                            <p:strVal val="#ppt_h"/>
                                          </p:val>
                                        </p:tav>
                                      </p:tavLst>
                                    </p:anim>
                                    <p:animEffect transition="in" filter="fade">
                                      <p:cBhvr>
                                        <p:cTn id="31" dur="500"/>
                                        <p:tgtEl>
                                          <p:spTgt spid="594949">
                                            <p:txEl>
                                              <p:pRg st="1" end="1"/>
                                            </p:txEl>
                                          </p:spTgt>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594949">
                                            <p:txEl>
                                              <p:pRg st="2" end="2"/>
                                            </p:txEl>
                                          </p:spTgt>
                                        </p:tgtEl>
                                        <p:attrNameLst>
                                          <p:attrName>style.visibility</p:attrName>
                                        </p:attrNameLst>
                                      </p:cBhvr>
                                      <p:to>
                                        <p:strVal val="visible"/>
                                      </p:to>
                                    </p:set>
                                    <p:anim calcmode="lin" valueType="num">
                                      <p:cBhvr>
                                        <p:cTn id="34" dur="500" fill="hold"/>
                                        <p:tgtEl>
                                          <p:spTgt spid="594949">
                                            <p:txEl>
                                              <p:pRg st="2" end="2"/>
                                            </p:txEl>
                                          </p:spTgt>
                                        </p:tgtEl>
                                        <p:attrNameLst>
                                          <p:attrName>ppt_w</p:attrName>
                                        </p:attrNameLst>
                                      </p:cBhvr>
                                      <p:tavLst>
                                        <p:tav tm="0">
                                          <p:val>
                                            <p:fltVal val="0"/>
                                          </p:val>
                                        </p:tav>
                                        <p:tav tm="100000">
                                          <p:val>
                                            <p:strVal val="#ppt_w"/>
                                          </p:val>
                                        </p:tav>
                                      </p:tavLst>
                                    </p:anim>
                                    <p:anim calcmode="lin" valueType="num">
                                      <p:cBhvr>
                                        <p:cTn id="35" dur="500" fill="hold"/>
                                        <p:tgtEl>
                                          <p:spTgt spid="594949">
                                            <p:txEl>
                                              <p:pRg st="2" end="2"/>
                                            </p:txEl>
                                          </p:spTgt>
                                        </p:tgtEl>
                                        <p:attrNameLst>
                                          <p:attrName>ppt_h</p:attrName>
                                        </p:attrNameLst>
                                      </p:cBhvr>
                                      <p:tavLst>
                                        <p:tav tm="0">
                                          <p:val>
                                            <p:fltVal val="0"/>
                                          </p:val>
                                        </p:tav>
                                        <p:tav tm="100000">
                                          <p:val>
                                            <p:strVal val="#ppt_h"/>
                                          </p:val>
                                        </p:tav>
                                      </p:tavLst>
                                    </p:anim>
                                    <p:animEffect transition="in" filter="fade">
                                      <p:cBhvr>
                                        <p:cTn id="36" dur="500"/>
                                        <p:tgtEl>
                                          <p:spTgt spid="594949">
                                            <p:txEl>
                                              <p:pRg st="2" end="2"/>
                                            </p:txEl>
                                          </p:spTgt>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594949">
                                            <p:txEl>
                                              <p:pRg st="3" end="3"/>
                                            </p:txEl>
                                          </p:spTgt>
                                        </p:tgtEl>
                                        <p:attrNameLst>
                                          <p:attrName>style.visibility</p:attrName>
                                        </p:attrNameLst>
                                      </p:cBhvr>
                                      <p:to>
                                        <p:strVal val="visible"/>
                                      </p:to>
                                    </p:set>
                                    <p:anim calcmode="lin" valueType="num">
                                      <p:cBhvr>
                                        <p:cTn id="39" dur="500" fill="hold"/>
                                        <p:tgtEl>
                                          <p:spTgt spid="594949">
                                            <p:txEl>
                                              <p:pRg st="3" end="3"/>
                                            </p:txEl>
                                          </p:spTgt>
                                        </p:tgtEl>
                                        <p:attrNameLst>
                                          <p:attrName>ppt_w</p:attrName>
                                        </p:attrNameLst>
                                      </p:cBhvr>
                                      <p:tavLst>
                                        <p:tav tm="0">
                                          <p:val>
                                            <p:fltVal val="0"/>
                                          </p:val>
                                        </p:tav>
                                        <p:tav tm="100000">
                                          <p:val>
                                            <p:strVal val="#ppt_w"/>
                                          </p:val>
                                        </p:tav>
                                      </p:tavLst>
                                    </p:anim>
                                    <p:anim calcmode="lin" valueType="num">
                                      <p:cBhvr>
                                        <p:cTn id="40" dur="500" fill="hold"/>
                                        <p:tgtEl>
                                          <p:spTgt spid="594949">
                                            <p:txEl>
                                              <p:pRg st="3" end="3"/>
                                            </p:txEl>
                                          </p:spTgt>
                                        </p:tgtEl>
                                        <p:attrNameLst>
                                          <p:attrName>ppt_h</p:attrName>
                                        </p:attrNameLst>
                                      </p:cBhvr>
                                      <p:tavLst>
                                        <p:tav tm="0">
                                          <p:val>
                                            <p:fltVal val="0"/>
                                          </p:val>
                                        </p:tav>
                                        <p:tav tm="100000">
                                          <p:val>
                                            <p:strVal val="#ppt_h"/>
                                          </p:val>
                                        </p:tav>
                                      </p:tavLst>
                                    </p:anim>
                                    <p:animEffect transition="in" filter="fade">
                                      <p:cBhvr>
                                        <p:cTn id="41" dur="500"/>
                                        <p:tgtEl>
                                          <p:spTgt spid="594949">
                                            <p:txEl>
                                              <p:pRg st="3" end="3"/>
                                            </p:txEl>
                                          </p:spTgt>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594949">
                                            <p:txEl>
                                              <p:pRg st="4" end="4"/>
                                            </p:txEl>
                                          </p:spTgt>
                                        </p:tgtEl>
                                        <p:attrNameLst>
                                          <p:attrName>style.visibility</p:attrName>
                                        </p:attrNameLst>
                                      </p:cBhvr>
                                      <p:to>
                                        <p:strVal val="visible"/>
                                      </p:to>
                                    </p:set>
                                    <p:anim calcmode="lin" valueType="num">
                                      <p:cBhvr>
                                        <p:cTn id="44" dur="500" fill="hold"/>
                                        <p:tgtEl>
                                          <p:spTgt spid="594949">
                                            <p:txEl>
                                              <p:pRg st="4" end="4"/>
                                            </p:txEl>
                                          </p:spTgt>
                                        </p:tgtEl>
                                        <p:attrNameLst>
                                          <p:attrName>ppt_w</p:attrName>
                                        </p:attrNameLst>
                                      </p:cBhvr>
                                      <p:tavLst>
                                        <p:tav tm="0">
                                          <p:val>
                                            <p:fltVal val="0"/>
                                          </p:val>
                                        </p:tav>
                                        <p:tav tm="100000">
                                          <p:val>
                                            <p:strVal val="#ppt_w"/>
                                          </p:val>
                                        </p:tav>
                                      </p:tavLst>
                                    </p:anim>
                                    <p:anim calcmode="lin" valueType="num">
                                      <p:cBhvr>
                                        <p:cTn id="45" dur="500" fill="hold"/>
                                        <p:tgtEl>
                                          <p:spTgt spid="594949">
                                            <p:txEl>
                                              <p:pRg st="4" end="4"/>
                                            </p:txEl>
                                          </p:spTgt>
                                        </p:tgtEl>
                                        <p:attrNameLst>
                                          <p:attrName>ppt_h</p:attrName>
                                        </p:attrNameLst>
                                      </p:cBhvr>
                                      <p:tavLst>
                                        <p:tav tm="0">
                                          <p:val>
                                            <p:fltVal val="0"/>
                                          </p:val>
                                        </p:tav>
                                        <p:tav tm="100000">
                                          <p:val>
                                            <p:strVal val="#ppt_h"/>
                                          </p:val>
                                        </p:tav>
                                      </p:tavLst>
                                    </p:anim>
                                    <p:animEffect transition="in" filter="fade">
                                      <p:cBhvr>
                                        <p:cTn id="46" dur="500"/>
                                        <p:tgtEl>
                                          <p:spTgt spid="594949">
                                            <p:txEl>
                                              <p:pRg st="4" end="4"/>
                                            </p:txEl>
                                          </p:spTgt>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594950">
                                            <p:txEl>
                                              <p:pRg st="0" end="0"/>
                                            </p:txEl>
                                          </p:spTgt>
                                        </p:tgtEl>
                                        <p:attrNameLst>
                                          <p:attrName>style.visibility</p:attrName>
                                        </p:attrNameLst>
                                      </p:cBhvr>
                                      <p:to>
                                        <p:strVal val="visible"/>
                                      </p:to>
                                    </p:set>
                                    <p:anim calcmode="lin" valueType="num">
                                      <p:cBhvr>
                                        <p:cTn id="49" dur="500" fill="hold"/>
                                        <p:tgtEl>
                                          <p:spTgt spid="594950">
                                            <p:txEl>
                                              <p:pRg st="0" end="0"/>
                                            </p:txEl>
                                          </p:spTgt>
                                        </p:tgtEl>
                                        <p:attrNameLst>
                                          <p:attrName>ppt_w</p:attrName>
                                        </p:attrNameLst>
                                      </p:cBhvr>
                                      <p:tavLst>
                                        <p:tav tm="0">
                                          <p:val>
                                            <p:fltVal val="0"/>
                                          </p:val>
                                        </p:tav>
                                        <p:tav tm="100000">
                                          <p:val>
                                            <p:strVal val="#ppt_w"/>
                                          </p:val>
                                        </p:tav>
                                      </p:tavLst>
                                    </p:anim>
                                    <p:anim calcmode="lin" valueType="num">
                                      <p:cBhvr>
                                        <p:cTn id="50" dur="500" fill="hold"/>
                                        <p:tgtEl>
                                          <p:spTgt spid="594950">
                                            <p:txEl>
                                              <p:pRg st="0" end="0"/>
                                            </p:txEl>
                                          </p:spTgt>
                                        </p:tgtEl>
                                        <p:attrNameLst>
                                          <p:attrName>ppt_h</p:attrName>
                                        </p:attrNameLst>
                                      </p:cBhvr>
                                      <p:tavLst>
                                        <p:tav tm="0">
                                          <p:val>
                                            <p:fltVal val="0"/>
                                          </p:val>
                                        </p:tav>
                                        <p:tav tm="100000">
                                          <p:val>
                                            <p:strVal val="#ppt_h"/>
                                          </p:val>
                                        </p:tav>
                                      </p:tavLst>
                                    </p:anim>
                                    <p:animEffect transition="in" filter="fade">
                                      <p:cBhvr>
                                        <p:cTn id="51" dur="500"/>
                                        <p:tgtEl>
                                          <p:spTgt spid="594950">
                                            <p:txEl>
                                              <p:pRg st="0" end="0"/>
                                            </p:txEl>
                                          </p:spTgt>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594950">
                                            <p:txEl>
                                              <p:pRg st="1" end="1"/>
                                            </p:txEl>
                                          </p:spTgt>
                                        </p:tgtEl>
                                        <p:attrNameLst>
                                          <p:attrName>style.visibility</p:attrName>
                                        </p:attrNameLst>
                                      </p:cBhvr>
                                      <p:to>
                                        <p:strVal val="visible"/>
                                      </p:to>
                                    </p:set>
                                    <p:anim calcmode="lin" valueType="num">
                                      <p:cBhvr>
                                        <p:cTn id="54" dur="500" fill="hold"/>
                                        <p:tgtEl>
                                          <p:spTgt spid="594950">
                                            <p:txEl>
                                              <p:pRg st="1" end="1"/>
                                            </p:txEl>
                                          </p:spTgt>
                                        </p:tgtEl>
                                        <p:attrNameLst>
                                          <p:attrName>ppt_w</p:attrName>
                                        </p:attrNameLst>
                                      </p:cBhvr>
                                      <p:tavLst>
                                        <p:tav tm="0">
                                          <p:val>
                                            <p:fltVal val="0"/>
                                          </p:val>
                                        </p:tav>
                                        <p:tav tm="100000">
                                          <p:val>
                                            <p:strVal val="#ppt_w"/>
                                          </p:val>
                                        </p:tav>
                                      </p:tavLst>
                                    </p:anim>
                                    <p:anim calcmode="lin" valueType="num">
                                      <p:cBhvr>
                                        <p:cTn id="55" dur="500" fill="hold"/>
                                        <p:tgtEl>
                                          <p:spTgt spid="594950">
                                            <p:txEl>
                                              <p:pRg st="1" end="1"/>
                                            </p:txEl>
                                          </p:spTgt>
                                        </p:tgtEl>
                                        <p:attrNameLst>
                                          <p:attrName>ppt_h</p:attrName>
                                        </p:attrNameLst>
                                      </p:cBhvr>
                                      <p:tavLst>
                                        <p:tav tm="0">
                                          <p:val>
                                            <p:fltVal val="0"/>
                                          </p:val>
                                        </p:tav>
                                        <p:tav tm="100000">
                                          <p:val>
                                            <p:strVal val="#ppt_h"/>
                                          </p:val>
                                        </p:tav>
                                      </p:tavLst>
                                    </p:anim>
                                    <p:animEffect transition="in" filter="fade">
                                      <p:cBhvr>
                                        <p:cTn id="56" dur="500"/>
                                        <p:tgtEl>
                                          <p:spTgt spid="594950">
                                            <p:txEl>
                                              <p:pRg st="1" end="1"/>
                                            </p:txEl>
                                          </p:spTgt>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594950">
                                            <p:txEl>
                                              <p:pRg st="2" end="2"/>
                                            </p:txEl>
                                          </p:spTgt>
                                        </p:tgtEl>
                                        <p:attrNameLst>
                                          <p:attrName>style.visibility</p:attrName>
                                        </p:attrNameLst>
                                      </p:cBhvr>
                                      <p:to>
                                        <p:strVal val="visible"/>
                                      </p:to>
                                    </p:set>
                                    <p:anim calcmode="lin" valueType="num">
                                      <p:cBhvr>
                                        <p:cTn id="59" dur="500" fill="hold"/>
                                        <p:tgtEl>
                                          <p:spTgt spid="594950">
                                            <p:txEl>
                                              <p:pRg st="2" end="2"/>
                                            </p:txEl>
                                          </p:spTgt>
                                        </p:tgtEl>
                                        <p:attrNameLst>
                                          <p:attrName>ppt_w</p:attrName>
                                        </p:attrNameLst>
                                      </p:cBhvr>
                                      <p:tavLst>
                                        <p:tav tm="0">
                                          <p:val>
                                            <p:fltVal val="0"/>
                                          </p:val>
                                        </p:tav>
                                        <p:tav tm="100000">
                                          <p:val>
                                            <p:strVal val="#ppt_w"/>
                                          </p:val>
                                        </p:tav>
                                      </p:tavLst>
                                    </p:anim>
                                    <p:anim calcmode="lin" valueType="num">
                                      <p:cBhvr>
                                        <p:cTn id="60" dur="500" fill="hold"/>
                                        <p:tgtEl>
                                          <p:spTgt spid="594950">
                                            <p:txEl>
                                              <p:pRg st="2" end="2"/>
                                            </p:txEl>
                                          </p:spTgt>
                                        </p:tgtEl>
                                        <p:attrNameLst>
                                          <p:attrName>ppt_h</p:attrName>
                                        </p:attrNameLst>
                                      </p:cBhvr>
                                      <p:tavLst>
                                        <p:tav tm="0">
                                          <p:val>
                                            <p:fltVal val="0"/>
                                          </p:val>
                                        </p:tav>
                                        <p:tav tm="100000">
                                          <p:val>
                                            <p:strVal val="#ppt_h"/>
                                          </p:val>
                                        </p:tav>
                                      </p:tavLst>
                                    </p:anim>
                                    <p:animEffect transition="in" filter="fade">
                                      <p:cBhvr>
                                        <p:cTn id="61" dur="500"/>
                                        <p:tgtEl>
                                          <p:spTgt spid="594950">
                                            <p:txEl>
                                              <p:pRg st="2" end="2"/>
                                            </p:txEl>
                                          </p:spTgt>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594950">
                                            <p:txEl>
                                              <p:pRg st="3" end="3"/>
                                            </p:txEl>
                                          </p:spTgt>
                                        </p:tgtEl>
                                        <p:attrNameLst>
                                          <p:attrName>style.visibility</p:attrName>
                                        </p:attrNameLst>
                                      </p:cBhvr>
                                      <p:to>
                                        <p:strVal val="visible"/>
                                      </p:to>
                                    </p:set>
                                    <p:anim calcmode="lin" valueType="num">
                                      <p:cBhvr>
                                        <p:cTn id="64" dur="500" fill="hold"/>
                                        <p:tgtEl>
                                          <p:spTgt spid="594950">
                                            <p:txEl>
                                              <p:pRg st="3" end="3"/>
                                            </p:txEl>
                                          </p:spTgt>
                                        </p:tgtEl>
                                        <p:attrNameLst>
                                          <p:attrName>ppt_w</p:attrName>
                                        </p:attrNameLst>
                                      </p:cBhvr>
                                      <p:tavLst>
                                        <p:tav tm="0">
                                          <p:val>
                                            <p:fltVal val="0"/>
                                          </p:val>
                                        </p:tav>
                                        <p:tav tm="100000">
                                          <p:val>
                                            <p:strVal val="#ppt_w"/>
                                          </p:val>
                                        </p:tav>
                                      </p:tavLst>
                                    </p:anim>
                                    <p:anim calcmode="lin" valueType="num">
                                      <p:cBhvr>
                                        <p:cTn id="65" dur="500" fill="hold"/>
                                        <p:tgtEl>
                                          <p:spTgt spid="594950">
                                            <p:txEl>
                                              <p:pRg st="3" end="3"/>
                                            </p:txEl>
                                          </p:spTgt>
                                        </p:tgtEl>
                                        <p:attrNameLst>
                                          <p:attrName>ppt_h</p:attrName>
                                        </p:attrNameLst>
                                      </p:cBhvr>
                                      <p:tavLst>
                                        <p:tav tm="0">
                                          <p:val>
                                            <p:fltVal val="0"/>
                                          </p:val>
                                        </p:tav>
                                        <p:tav tm="100000">
                                          <p:val>
                                            <p:strVal val="#ppt_h"/>
                                          </p:val>
                                        </p:tav>
                                      </p:tavLst>
                                    </p:anim>
                                    <p:animEffect transition="in" filter="fade">
                                      <p:cBhvr>
                                        <p:cTn id="66" dur="500"/>
                                        <p:tgtEl>
                                          <p:spTgt spid="594950">
                                            <p:txEl>
                                              <p:pRg st="3" end="3"/>
                                            </p:txEl>
                                          </p:spTgt>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594951">
                                            <p:txEl>
                                              <p:pRg st="0" end="0"/>
                                            </p:txEl>
                                          </p:spTgt>
                                        </p:tgtEl>
                                        <p:attrNameLst>
                                          <p:attrName>style.visibility</p:attrName>
                                        </p:attrNameLst>
                                      </p:cBhvr>
                                      <p:to>
                                        <p:strVal val="visible"/>
                                      </p:to>
                                    </p:set>
                                    <p:anim calcmode="lin" valueType="num">
                                      <p:cBhvr>
                                        <p:cTn id="69" dur="500" fill="hold"/>
                                        <p:tgtEl>
                                          <p:spTgt spid="594951">
                                            <p:txEl>
                                              <p:pRg st="0" end="0"/>
                                            </p:txEl>
                                          </p:spTgt>
                                        </p:tgtEl>
                                        <p:attrNameLst>
                                          <p:attrName>ppt_w</p:attrName>
                                        </p:attrNameLst>
                                      </p:cBhvr>
                                      <p:tavLst>
                                        <p:tav tm="0">
                                          <p:val>
                                            <p:fltVal val="0"/>
                                          </p:val>
                                        </p:tav>
                                        <p:tav tm="100000">
                                          <p:val>
                                            <p:strVal val="#ppt_w"/>
                                          </p:val>
                                        </p:tav>
                                      </p:tavLst>
                                    </p:anim>
                                    <p:anim calcmode="lin" valueType="num">
                                      <p:cBhvr>
                                        <p:cTn id="70" dur="500" fill="hold"/>
                                        <p:tgtEl>
                                          <p:spTgt spid="594951">
                                            <p:txEl>
                                              <p:pRg st="0" end="0"/>
                                            </p:txEl>
                                          </p:spTgt>
                                        </p:tgtEl>
                                        <p:attrNameLst>
                                          <p:attrName>ppt_h</p:attrName>
                                        </p:attrNameLst>
                                      </p:cBhvr>
                                      <p:tavLst>
                                        <p:tav tm="0">
                                          <p:val>
                                            <p:fltVal val="0"/>
                                          </p:val>
                                        </p:tav>
                                        <p:tav tm="100000">
                                          <p:val>
                                            <p:strVal val="#ppt_h"/>
                                          </p:val>
                                        </p:tav>
                                      </p:tavLst>
                                    </p:anim>
                                    <p:animEffect transition="in" filter="fade">
                                      <p:cBhvr>
                                        <p:cTn id="71" dur="500"/>
                                        <p:tgtEl>
                                          <p:spTgt spid="594951">
                                            <p:txEl>
                                              <p:pRg st="0" end="0"/>
                                            </p:txEl>
                                          </p:spTgt>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594951">
                                            <p:txEl>
                                              <p:pRg st="1" end="1"/>
                                            </p:txEl>
                                          </p:spTgt>
                                        </p:tgtEl>
                                        <p:attrNameLst>
                                          <p:attrName>style.visibility</p:attrName>
                                        </p:attrNameLst>
                                      </p:cBhvr>
                                      <p:to>
                                        <p:strVal val="visible"/>
                                      </p:to>
                                    </p:set>
                                    <p:anim calcmode="lin" valueType="num">
                                      <p:cBhvr>
                                        <p:cTn id="74" dur="500" fill="hold"/>
                                        <p:tgtEl>
                                          <p:spTgt spid="594951">
                                            <p:txEl>
                                              <p:pRg st="1" end="1"/>
                                            </p:txEl>
                                          </p:spTgt>
                                        </p:tgtEl>
                                        <p:attrNameLst>
                                          <p:attrName>ppt_w</p:attrName>
                                        </p:attrNameLst>
                                      </p:cBhvr>
                                      <p:tavLst>
                                        <p:tav tm="0">
                                          <p:val>
                                            <p:fltVal val="0"/>
                                          </p:val>
                                        </p:tav>
                                        <p:tav tm="100000">
                                          <p:val>
                                            <p:strVal val="#ppt_w"/>
                                          </p:val>
                                        </p:tav>
                                      </p:tavLst>
                                    </p:anim>
                                    <p:anim calcmode="lin" valueType="num">
                                      <p:cBhvr>
                                        <p:cTn id="75" dur="500" fill="hold"/>
                                        <p:tgtEl>
                                          <p:spTgt spid="594951">
                                            <p:txEl>
                                              <p:pRg st="1" end="1"/>
                                            </p:txEl>
                                          </p:spTgt>
                                        </p:tgtEl>
                                        <p:attrNameLst>
                                          <p:attrName>ppt_h</p:attrName>
                                        </p:attrNameLst>
                                      </p:cBhvr>
                                      <p:tavLst>
                                        <p:tav tm="0">
                                          <p:val>
                                            <p:fltVal val="0"/>
                                          </p:val>
                                        </p:tav>
                                        <p:tav tm="100000">
                                          <p:val>
                                            <p:strVal val="#ppt_h"/>
                                          </p:val>
                                        </p:tav>
                                      </p:tavLst>
                                    </p:anim>
                                    <p:animEffect transition="in" filter="fade">
                                      <p:cBhvr>
                                        <p:cTn id="76" dur="500"/>
                                        <p:tgtEl>
                                          <p:spTgt spid="594951">
                                            <p:txEl>
                                              <p:pRg st="1" end="1"/>
                                            </p:txEl>
                                          </p:spTgt>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594952">
                                            <p:txEl>
                                              <p:pRg st="0" end="0"/>
                                            </p:txEl>
                                          </p:spTgt>
                                        </p:tgtEl>
                                        <p:attrNameLst>
                                          <p:attrName>style.visibility</p:attrName>
                                        </p:attrNameLst>
                                      </p:cBhvr>
                                      <p:to>
                                        <p:strVal val="visible"/>
                                      </p:to>
                                    </p:set>
                                    <p:anim calcmode="lin" valueType="num">
                                      <p:cBhvr>
                                        <p:cTn id="79" dur="500" fill="hold"/>
                                        <p:tgtEl>
                                          <p:spTgt spid="594952">
                                            <p:txEl>
                                              <p:pRg st="0" end="0"/>
                                            </p:txEl>
                                          </p:spTgt>
                                        </p:tgtEl>
                                        <p:attrNameLst>
                                          <p:attrName>ppt_w</p:attrName>
                                        </p:attrNameLst>
                                      </p:cBhvr>
                                      <p:tavLst>
                                        <p:tav tm="0">
                                          <p:val>
                                            <p:fltVal val="0"/>
                                          </p:val>
                                        </p:tav>
                                        <p:tav tm="100000">
                                          <p:val>
                                            <p:strVal val="#ppt_w"/>
                                          </p:val>
                                        </p:tav>
                                      </p:tavLst>
                                    </p:anim>
                                    <p:anim calcmode="lin" valueType="num">
                                      <p:cBhvr>
                                        <p:cTn id="80" dur="500" fill="hold"/>
                                        <p:tgtEl>
                                          <p:spTgt spid="594952">
                                            <p:txEl>
                                              <p:pRg st="0" end="0"/>
                                            </p:txEl>
                                          </p:spTgt>
                                        </p:tgtEl>
                                        <p:attrNameLst>
                                          <p:attrName>ppt_h</p:attrName>
                                        </p:attrNameLst>
                                      </p:cBhvr>
                                      <p:tavLst>
                                        <p:tav tm="0">
                                          <p:val>
                                            <p:fltVal val="0"/>
                                          </p:val>
                                        </p:tav>
                                        <p:tav tm="100000">
                                          <p:val>
                                            <p:strVal val="#ppt_h"/>
                                          </p:val>
                                        </p:tav>
                                      </p:tavLst>
                                    </p:anim>
                                    <p:animEffect transition="in" filter="fade">
                                      <p:cBhvr>
                                        <p:cTn id="81" dur="500"/>
                                        <p:tgtEl>
                                          <p:spTgt spid="594952">
                                            <p:txEl>
                                              <p:pRg st="0" end="0"/>
                                            </p:txEl>
                                          </p:spTgt>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594952">
                                            <p:txEl>
                                              <p:pRg st="1" end="1"/>
                                            </p:txEl>
                                          </p:spTgt>
                                        </p:tgtEl>
                                        <p:attrNameLst>
                                          <p:attrName>style.visibility</p:attrName>
                                        </p:attrNameLst>
                                      </p:cBhvr>
                                      <p:to>
                                        <p:strVal val="visible"/>
                                      </p:to>
                                    </p:set>
                                    <p:anim calcmode="lin" valueType="num">
                                      <p:cBhvr>
                                        <p:cTn id="84" dur="500" fill="hold"/>
                                        <p:tgtEl>
                                          <p:spTgt spid="594952">
                                            <p:txEl>
                                              <p:pRg st="1" end="1"/>
                                            </p:txEl>
                                          </p:spTgt>
                                        </p:tgtEl>
                                        <p:attrNameLst>
                                          <p:attrName>ppt_w</p:attrName>
                                        </p:attrNameLst>
                                      </p:cBhvr>
                                      <p:tavLst>
                                        <p:tav tm="0">
                                          <p:val>
                                            <p:fltVal val="0"/>
                                          </p:val>
                                        </p:tav>
                                        <p:tav tm="100000">
                                          <p:val>
                                            <p:strVal val="#ppt_w"/>
                                          </p:val>
                                        </p:tav>
                                      </p:tavLst>
                                    </p:anim>
                                    <p:anim calcmode="lin" valueType="num">
                                      <p:cBhvr>
                                        <p:cTn id="85" dur="500" fill="hold"/>
                                        <p:tgtEl>
                                          <p:spTgt spid="594952">
                                            <p:txEl>
                                              <p:pRg st="1" end="1"/>
                                            </p:txEl>
                                          </p:spTgt>
                                        </p:tgtEl>
                                        <p:attrNameLst>
                                          <p:attrName>ppt_h</p:attrName>
                                        </p:attrNameLst>
                                      </p:cBhvr>
                                      <p:tavLst>
                                        <p:tav tm="0">
                                          <p:val>
                                            <p:fltVal val="0"/>
                                          </p:val>
                                        </p:tav>
                                        <p:tav tm="100000">
                                          <p:val>
                                            <p:strVal val="#ppt_h"/>
                                          </p:val>
                                        </p:tav>
                                      </p:tavLst>
                                    </p:anim>
                                    <p:animEffect transition="in" filter="fade">
                                      <p:cBhvr>
                                        <p:cTn id="86" dur="500"/>
                                        <p:tgtEl>
                                          <p:spTgt spid="594952">
                                            <p:txEl>
                                              <p:pRg st="1" end="1"/>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53" presetClass="entr" presetSubtype="16" fill="hold" grpId="0" nodeType="clickEffect">
                                  <p:stCondLst>
                                    <p:cond delay="0"/>
                                  </p:stCondLst>
                                  <p:childTnLst>
                                    <p:set>
                                      <p:cBhvr>
                                        <p:cTn id="90" dur="1" fill="hold">
                                          <p:stCondLst>
                                            <p:cond delay="0"/>
                                          </p:stCondLst>
                                        </p:cTn>
                                        <p:tgtEl>
                                          <p:spTgt spid="594957"/>
                                        </p:tgtEl>
                                        <p:attrNameLst>
                                          <p:attrName>style.visibility</p:attrName>
                                        </p:attrNameLst>
                                      </p:cBhvr>
                                      <p:to>
                                        <p:strVal val="visible"/>
                                      </p:to>
                                    </p:set>
                                    <p:anim calcmode="lin" valueType="num">
                                      <p:cBhvr>
                                        <p:cTn id="91" dur="500" fill="hold"/>
                                        <p:tgtEl>
                                          <p:spTgt spid="594957"/>
                                        </p:tgtEl>
                                        <p:attrNameLst>
                                          <p:attrName>ppt_w</p:attrName>
                                        </p:attrNameLst>
                                      </p:cBhvr>
                                      <p:tavLst>
                                        <p:tav tm="0">
                                          <p:val>
                                            <p:fltVal val="0"/>
                                          </p:val>
                                        </p:tav>
                                        <p:tav tm="100000">
                                          <p:val>
                                            <p:strVal val="#ppt_w"/>
                                          </p:val>
                                        </p:tav>
                                      </p:tavLst>
                                    </p:anim>
                                    <p:anim calcmode="lin" valueType="num">
                                      <p:cBhvr>
                                        <p:cTn id="92" dur="500" fill="hold"/>
                                        <p:tgtEl>
                                          <p:spTgt spid="594957"/>
                                        </p:tgtEl>
                                        <p:attrNameLst>
                                          <p:attrName>ppt_h</p:attrName>
                                        </p:attrNameLst>
                                      </p:cBhvr>
                                      <p:tavLst>
                                        <p:tav tm="0">
                                          <p:val>
                                            <p:fltVal val="0"/>
                                          </p:val>
                                        </p:tav>
                                        <p:tav tm="100000">
                                          <p:val>
                                            <p:strVal val="#ppt_h"/>
                                          </p:val>
                                        </p:tav>
                                      </p:tavLst>
                                    </p:anim>
                                    <p:animEffect transition="in" filter="fade">
                                      <p:cBhvr>
                                        <p:cTn id="93" dur="500"/>
                                        <p:tgtEl>
                                          <p:spTgt spid="594957"/>
                                        </p:tgtEl>
                                      </p:cBhvr>
                                    </p:animEffect>
                                  </p:childTnLst>
                                </p:cTn>
                              </p:par>
                              <p:par>
                                <p:cTn id="94" presetID="53" presetClass="entr" presetSubtype="16" fill="hold" grpId="0" nodeType="withEffect">
                                  <p:stCondLst>
                                    <p:cond delay="0"/>
                                  </p:stCondLst>
                                  <p:childTnLst>
                                    <p:set>
                                      <p:cBhvr>
                                        <p:cTn id="95" dur="1" fill="hold">
                                          <p:stCondLst>
                                            <p:cond delay="0"/>
                                          </p:stCondLst>
                                        </p:cTn>
                                        <p:tgtEl>
                                          <p:spTgt spid="594956"/>
                                        </p:tgtEl>
                                        <p:attrNameLst>
                                          <p:attrName>style.visibility</p:attrName>
                                        </p:attrNameLst>
                                      </p:cBhvr>
                                      <p:to>
                                        <p:strVal val="visible"/>
                                      </p:to>
                                    </p:set>
                                    <p:anim calcmode="lin" valueType="num">
                                      <p:cBhvr>
                                        <p:cTn id="96" dur="500" fill="hold"/>
                                        <p:tgtEl>
                                          <p:spTgt spid="594956"/>
                                        </p:tgtEl>
                                        <p:attrNameLst>
                                          <p:attrName>ppt_w</p:attrName>
                                        </p:attrNameLst>
                                      </p:cBhvr>
                                      <p:tavLst>
                                        <p:tav tm="0">
                                          <p:val>
                                            <p:fltVal val="0"/>
                                          </p:val>
                                        </p:tav>
                                        <p:tav tm="100000">
                                          <p:val>
                                            <p:strVal val="#ppt_w"/>
                                          </p:val>
                                        </p:tav>
                                      </p:tavLst>
                                    </p:anim>
                                    <p:anim calcmode="lin" valueType="num">
                                      <p:cBhvr>
                                        <p:cTn id="97" dur="500" fill="hold"/>
                                        <p:tgtEl>
                                          <p:spTgt spid="594956"/>
                                        </p:tgtEl>
                                        <p:attrNameLst>
                                          <p:attrName>ppt_h</p:attrName>
                                        </p:attrNameLst>
                                      </p:cBhvr>
                                      <p:tavLst>
                                        <p:tav tm="0">
                                          <p:val>
                                            <p:fltVal val="0"/>
                                          </p:val>
                                        </p:tav>
                                        <p:tav tm="100000">
                                          <p:val>
                                            <p:strVal val="#ppt_h"/>
                                          </p:val>
                                        </p:tav>
                                      </p:tavLst>
                                    </p:anim>
                                    <p:animEffect transition="in" filter="fade">
                                      <p:cBhvr>
                                        <p:cTn id="98" dur="500"/>
                                        <p:tgtEl>
                                          <p:spTgt spid="594956"/>
                                        </p:tgtEl>
                                      </p:cBhvr>
                                    </p:animEffect>
                                  </p:childTnLst>
                                </p:cTn>
                              </p:par>
                            </p:childTnLst>
                          </p:cTn>
                        </p:par>
                      </p:childTnLst>
                    </p:cTn>
                  </p:par>
                  <p:par>
                    <p:cTn id="99" fill="hold">
                      <p:stCondLst>
                        <p:cond delay="indefinite"/>
                      </p:stCondLst>
                      <p:childTnLst>
                        <p:par>
                          <p:cTn id="100" fill="hold">
                            <p:stCondLst>
                              <p:cond delay="0"/>
                            </p:stCondLst>
                            <p:childTnLst>
                              <p:par>
                                <p:cTn id="101" presetID="53" presetClass="entr" presetSubtype="16" fill="hold" grpId="0" nodeType="clickEffect">
                                  <p:stCondLst>
                                    <p:cond delay="0"/>
                                  </p:stCondLst>
                                  <p:childTnLst>
                                    <p:set>
                                      <p:cBhvr>
                                        <p:cTn id="102" dur="1" fill="hold">
                                          <p:stCondLst>
                                            <p:cond delay="0"/>
                                          </p:stCondLst>
                                        </p:cTn>
                                        <p:tgtEl>
                                          <p:spTgt spid="594954"/>
                                        </p:tgtEl>
                                        <p:attrNameLst>
                                          <p:attrName>style.visibility</p:attrName>
                                        </p:attrNameLst>
                                      </p:cBhvr>
                                      <p:to>
                                        <p:strVal val="visible"/>
                                      </p:to>
                                    </p:set>
                                    <p:anim calcmode="lin" valueType="num">
                                      <p:cBhvr>
                                        <p:cTn id="103" dur="500" fill="hold"/>
                                        <p:tgtEl>
                                          <p:spTgt spid="594954"/>
                                        </p:tgtEl>
                                        <p:attrNameLst>
                                          <p:attrName>ppt_w</p:attrName>
                                        </p:attrNameLst>
                                      </p:cBhvr>
                                      <p:tavLst>
                                        <p:tav tm="0">
                                          <p:val>
                                            <p:fltVal val="0"/>
                                          </p:val>
                                        </p:tav>
                                        <p:tav tm="100000">
                                          <p:val>
                                            <p:strVal val="#ppt_w"/>
                                          </p:val>
                                        </p:tav>
                                      </p:tavLst>
                                    </p:anim>
                                    <p:anim calcmode="lin" valueType="num">
                                      <p:cBhvr>
                                        <p:cTn id="104" dur="500" fill="hold"/>
                                        <p:tgtEl>
                                          <p:spTgt spid="594954"/>
                                        </p:tgtEl>
                                        <p:attrNameLst>
                                          <p:attrName>ppt_h</p:attrName>
                                        </p:attrNameLst>
                                      </p:cBhvr>
                                      <p:tavLst>
                                        <p:tav tm="0">
                                          <p:val>
                                            <p:fltVal val="0"/>
                                          </p:val>
                                        </p:tav>
                                        <p:tav tm="100000">
                                          <p:val>
                                            <p:strVal val="#ppt_h"/>
                                          </p:val>
                                        </p:tav>
                                      </p:tavLst>
                                    </p:anim>
                                    <p:animEffect transition="in" filter="fade">
                                      <p:cBhvr>
                                        <p:cTn id="105" dur="500"/>
                                        <p:tgtEl>
                                          <p:spTgt spid="594954"/>
                                        </p:tgtEl>
                                      </p:cBhvr>
                                    </p:animEffect>
                                  </p:childTnLst>
                                </p:cTn>
                              </p:par>
                              <p:par>
                                <p:cTn id="106" presetID="53" presetClass="entr" presetSubtype="16" fill="hold" grpId="0" nodeType="withEffect">
                                  <p:stCondLst>
                                    <p:cond delay="0"/>
                                  </p:stCondLst>
                                  <p:childTnLst>
                                    <p:set>
                                      <p:cBhvr>
                                        <p:cTn id="107" dur="1" fill="hold">
                                          <p:stCondLst>
                                            <p:cond delay="0"/>
                                          </p:stCondLst>
                                        </p:cTn>
                                        <p:tgtEl>
                                          <p:spTgt spid="594955"/>
                                        </p:tgtEl>
                                        <p:attrNameLst>
                                          <p:attrName>style.visibility</p:attrName>
                                        </p:attrNameLst>
                                      </p:cBhvr>
                                      <p:to>
                                        <p:strVal val="visible"/>
                                      </p:to>
                                    </p:set>
                                    <p:anim calcmode="lin" valueType="num">
                                      <p:cBhvr>
                                        <p:cTn id="108" dur="500" fill="hold"/>
                                        <p:tgtEl>
                                          <p:spTgt spid="594955"/>
                                        </p:tgtEl>
                                        <p:attrNameLst>
                                          <p:attrName>ppt_w</p:attrName>
                                        </p:attrNameLst>
                                      </p:cBhvr>
                                      <p:tavLst>
                                        <p:tav tm="0">
                                          <p:val>
                                            <p:fltVal val="0"/>
                                          </p:val>
                                        </p:tav>
                                        <p:tav tm="100000">
                                          <p:val>
                                            <p:strVal val="#ppt_w"/>
                                          </p:val>
                                        </p:tav>
                                      </p:tavLst>
                                    </p:anim>
                                    <p:anim calcmode="lin" valueType="num">
                                      <p:cBhvr>
                                        <p:cTn id="109" dur="500" fill="hold"/>
                                        <p:tgtEl>
                                          <p:spTgt spid="594955"/>
                                        </p:tgtEl>
                                        <p:attrNameLst>
                                          <p:attrName>ppt_h</p:attrName>
                                        </p:attrNameLst>
                                      </p:cBhvr>
                                      <p:tavLst>
                                        <p:tav tm="0">
                                          <p:val>
                                            <p:fltVal val="0"/>
                                          </p:val>
                                        </p:tav>
                                        <p:tav tm="100000">
                                          <p:val>
                                            <p:strVal val="#ppt_h"/>
                                          </p:val>
                                        </p:tav>
                                      </p:tavLst>
                                    </p:anim>
                                    <p:animEffect transition="in" filter="fade">
                                      <p:cBhvr>
                                        <p:cTn id="110" dur="500"/>
                                        <p:tgtEl>
                                          <p:spTgt spid="594955"/>
                                        </p:tgtEl>
                                      </p:cBhvr>
                                    </p:animEffect>
                                  </p:childTnLst>
                                </p:cTn>
                              </p:par>
                            </p:childTnLst>
                          </p:cTn>
                        </p:par>
                      </p:childTnLst>
                    </p:cTn>
                  </p:par>
                  <p:par>
                    <p:cTn id="111" fill="hold">
                      <p:stCondLst>
                        <p:cond delay="indefinite"/>
                      </p:stCondLst>
                      <p:childTnLst>
                        <p:par>
                          <p:cTn id="112" fill="hold">
                            <p:stCondLst>
                              <p:cond delay="0"/>
                            </p:stCondLst>
                            <p:childTnLst>
                              <p:par>
                                <p:cTn id="113" presetID="53" presetClass="exit" presetSubtype="32" fill="hold" grpId="1" nodeType="clickEffect">
                                  <p:stCondLst>
                                    <p:cond delay="0"/>
                                  </p:stCondLst>
                                  <p:childTnLst>
                                    <p:anim calcmode="lin" valueType="num">
                                      <p:cBhvr>
                                        <p:cTn id="114" dur="500"/>
                                        <p:tgtEl>
                                          <p:spTgt spid="594954"/>
                                        </p:tgtEl>
                                        <p:attrNameLst>
                                          <p:attrName>ppt_w</p:attrName>
                                        </p:attrNameLst>
                                      </p:cBhvr>
                                      <p:tavLst>
                                        <p:tav tm="0">
                                          <p:val>
                                            <p:strVal val="ppt_w"/>
                                          </p:val>
                                        </p:tav>
                                        <p:tav tm="100000">
                                          <p:val>
                                            <p:fltVal val="0"/>
                                          </p:val>
                                        </p:tav>
                                      </p:tavLst>
                                    </p:anim>
                                    <p:anim calcmode="lin" valueType="num">
                                      <p:cBhvr>
                                        <p:cTn id="115" dur="500"/>
                                        <p:tgtEl>
                                          <p:spTgt spid="594954"/>
                                        </p:tgtEl>
                                        <p:attrNameLst>
                                          <p:attrName>ppt_h</p:attrName>
                                        </p:attrNameLst>
                                      </p:cBhvr>
                                      <p:tavLst>
                                        <p:tav tm="0">
                                          <p:val>
                                            <p:strVal val="ppt_h"/>
                                          </p:val>
                                        </p:tav>
                                        <p:tav tm="100000">
                                          <p:val>
                                            <p:fltVal val="0"/>
                                          </p:val>
                                        </p:tav>
                                      </p:tavLst>
                                    </p:anim>
                                    <p:animEffect transition="out" filter="fade">
                                      <p:cBhvr>
                                        <p:cTn id="116" dur="500"/>
                                        <p:tgtEl>
                                          <p:spTgt spid="594954"/>
                                        </p:tgtEl>
                                      </p:cBhvr>
                                    </p:animEffect>
                                    <p:set>
                                      <p:cBhvr>
                                        <p:cTn id="117" dur="1" fill="hold">
                                          <p:stCondLst>
                                            <p:cond delay="499"/>
                                          </p:stCondLst>
                                        </p:cTn>
                                        <p:tgtEl>
                                          <p:spTgt spid="594954"/>
                                        </p:tgtEl>
                                        <p:attrNameLst>
                                          <p:attrName>style.visibility</p:attrName>
                                        </p:attrNameLst>
                                      </p:cBhvr>
                                      <p:to>
                                        <p:strVal val="hidden"/>
                                      </p:to>
                                    </p:set>
                                  </p:childTnLst>
                                </p:cTn>
                              </p:par>
                              <p:par>
                                <p:cTn id="118" presetID="53" presetClass="exit" presetSubtype="32" fill="hold" grpId="1" nodeType="withEffect">
                                  <p:stCondLst>
                                    <p:cond delay="0"/>
                                  </p:stCondLst>
                                  <p:childTnLst>
                                    <p:anim calcmode="lin" valueType="num">
                                      <p:cBhvr>
                                        <p:cTn id="119" dur="500"/>
                                        <p:tgtEl>
                                          <p:spTgt spid="594955"/>
                                        </p:tgtEl>
                                        <p:attrNameLst>
                                          <p:attrName>ppt_w</p:attrName>
                                        </p:attrNameLst>
                                      </p:cBhvr>
                                      <p:tavLst>
                                        <p:tav tm="0">
                                          <p:val>
                                            <p:strVal val="ppt_w"/>
                                          </p:val>
                                        </p:tav>
                                        <p:tav tm="100000">
                                          <p:val>
                                            <p:fltVal val="0"/>
                                          </p:val>
                                        </p:tav>
                                      </p:tavLst>
                                    </p:anim>
                                    <p:anim calcmode="lin" valueType="num">
                                      <p:cBhvr>
                                        <p:cTn id="120" dur="500"/>
                                        <p:tgtEl>
                                          <p:spTgt spid="594955"/>
                                        </p:tgtEl>
                                        <p:attrNameLst>
                                          <p:attrName>ppt_h</p:attrName>
                                        </p:attrNameLst>
                                      </p:cBhvr>
                                      <p:tavLst>
                                        <p:tav tm="0">
                                          <p:val>
                                            <p:strVal val="ppt_h"/>
                                          </p:val>
                                        </p:tav>
                                        <p:tav tm="100000">
                                          <p:val>
                                            <p:fltVal val="0"/>
                                          </p:val>
                                        </p:tav>
                                      </p:tavLst>
                                    </p:anim>
                                    <p:animEffect transition="out" filter="fade">
                                      <p:cBhvr>
                                        <p:cTn id="121" dur="500"/>
                                        <p:tgtEl>
                                          <p:spTgt spid="594955"/>
                                        </p:tgtEl>
                                      </p:cBhvr>
                                    </p:animEffect>
                                    <p:set>
                                      <p:cBhvr>
                                        <p:cTn id="122" dur="1" fill="hold">
                                          <p:stCondLst>
                                            <p:cond delay="499"/>
                                          </p:stCondLst>
                                        </p:cTn>
                                        <p:tgtEl>
                                          <p:spTgt spid="594955"/>
                                        </p:tgtEl>
                                        <p:attrNameLst>
                                          <p:attrName>style.visibility</p:attrName>
                                        </p:attrNameLst>
                                      </p:cBhvr>
                                      <p:to>
                                        <p:strVal val="hidden"/>
                                      </p:to>
                                    </p:set>
                                  </p:childTnLst>
                                </p:cTn>
                              </p:par>
                              <p:par>
                                <p:cTn id="123" presetID="53" presetClass="exit" presetSubtype="32" fill="hold" grpId="1" nodeType="withEffect">
                                  <p:stCondLst>
                                    <p:cond delay="0"/>
                                  </p:stCondLst>
                                  <p:childTnLst>
                                    <p:anim calcmode="lin" valueType="num">
                                      <p:cBhvr>
                                        <p:cTn id="124" dur="500"/>
                                        <p:tgtEl>
                                          <p:spTgt spid="594956"/>
                                        </p:tgtEl>
                                        <p:attrNameLst>
                                          <p:attrName>ppt_w</p:attrName>
                                        </p:attrNameLst>
                                      </p:cBhvr>
                                      <p:tavLst>
                                        <p:tav tm="0">
                                          <p:val>
                                            <p:strVal val="ppt_w"/>
                                          </p:val>
                                        </p:tav>
                                        <p:tav tm="100000">
                                          <p:val>
                                            <p:fltVal val="0"/>
                                          </p:val>
                                        </p:tav>
                                      </p:tavLst>
                                    </p:anim>
                                    <p:anim calcmode="lin" valueType="num">
                                      <p:cBhvr>
                                        <p:cTn id="125" dur="500"/>
                                        <p:tgtEl>
                                          <p:spTgt spid="594956"/>
                                        </p:tgtEl>
                                        <p:attrNameLst>
                                          <p:attrName>ppt_h</p:attrName>
                                        </p:attrNameLst>
                                      </p:cBhvr>
                                      <p:tavLst>
                                        <p:tav tm="0">
                                          <p:val>
                                            <p:strVal val="ppt_h"/>
                                          </p:val>
                                        </p:tav>
                                        <p:tav tm="100000">
                                          <p:val>
                                            <p:fltVal val="0"/>
                                          </p:val>
                                        </p:tav>
                                      </p:tavLst>
                                    </p:anim>
                                    <p:animEffect transition="out" filter="fade">
                                      <p:cBhvr>
                                        <p:cTn id="126" dur="500"/>
                                        <p:tgtEl>
                                          <p:spTgt spid="594956"/>
                                        </p:tgtEl>
                                      </p:cBhvr>
                                    </p:animEffect>
                                    <p:set>
                                      <p:cBhvr>
                                        <p:cTn id="127" dur="1" fill="hold">
                                          <p:stCondLst>
                                            <p:cond delay="499"/>
                                          </p:stCondLst>
                                        </p:cTn>
                                        <p:tgtEl>
                                          <p:spTgt spid="594956"/>
                                        </p:tgtEl>
                                        <p:attrNameLst>
                                          <p:attrName>style.visibility</p:attrName>
                                        </p:attrNameLst>
                                      </p:cBhvr>
                                      <p:to>
                                        <p:strVal val="hidden"/>
                                      </p:to>
                                    </p:set>
                                  </p:childTnLst>
                                </p:cTn>
                              </p:par>
                              <p:par>
                                <p:cTn id="128" presetID="53" presetClass="exit" presetSubtype="32" fill="hold" grpId="1" nodeType="withEffect">
                                  <p:stCondLst>
                                    <p:cond delay="0"/>
                                  </p:stCondLst>
                                  <p:childTnLst>
                                    <p:anim calcmode="lin" valueType="num">
                                      <p:cBhvr>
                                        <p:cTn id="129" dur="500"/>
                                        <p:tgtEl>
                                          <p:spTgt spid="594957"/>
                                        </p:tgtEl>
                                        <p:attrNameLst>
                                          <p:attrName>ppt_w</p:attrName>
                                        </p:attrNameLst>
                                      </p:cBhvr>
                                      <p:tavLst>
                                        <p:tav tm="0">
                                          <p:val>
                                            <p:strVal val="ppt_w"/>
                                          </p:val>
                                        </p:tav>
                                        <p:tav tm="100000">
                                          <p:val>
                                            <p:fltVal val="0"/>
                                          </p:val>
                                        </p:tav>
                                      </p:tavLst>
                                    </p:anim>
                                    <p:anim calcmode="lin" valueType="num">
                                      <p:cBhvr>
                                        <p:cTn id="130" dur="500"/>
                                        <p:tgtEl>
                                          <p:spTgt spid="594957"/>
                                        </p:tgtEl>
                                        <p:attrNameLst>
                                          <p:attrName>ppt_h</p:attrName>
                                        </p:attrNameLst>
                                      </p:cBhvr>
                                      <p:tavLst>
                                        <p:tav tm="0">
                                          <p:val>
                                            <p:strVal val="ppt_h"/>
                                          </p:val>
                                        </p:tav>
                                        <p:tav tm="100000">
                                          <p:val>
                                            <p:fltVal val="0"/>
                                          </p:val>
                                        </p:tav>
                                      </p:tavLst>
                                    </p:anim>
                                    <p:animEffect transition="out" filter="fade">
                                      <p:cBhvr>
                                        <p:cTn id="131" dur="500"/>
                                        <p:tgtEl>
                                          <p:spTgt spid="594957"/>
                                        </p:tgtEl>
                                      </p:cBhvr>
                                    </p:animEffect>
                                    <p:set>
                                      <p:cBhvr>
                                        <p:cTn id="132" dur="1" fill="hold">
                                          <p:stCondLst>
                                            <p:cond delay="499"/>
                                          </p:stCondLst>
                                        </p:cTn>
                                        <p:tgtEl>
                                          <p:spTgt spid="59495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5" grpId="0" bldLvl="0" animBg="1"/>
      <p:bldP spid="594948" grpId="0" build="allAtOnce"/>
      <p:bldP spid="594949" grpId="0" build="allAtOnce"/>
      <p:bldP spid="594950" grpId="0" build="allAtOnce"/>
      <p:bldP spid="594951" grpId="0" build="allAtOnce"/>
      <p:bldP spid="594952" grpId="0" build="allAtOnce"/>
      <p:bldP spid="594954" grpId="0" bldLvl="0" animBg="1"/>
      <p:bldP spid="594954" grpId="1" bldLvl="0" animBg="1"/>
      <p:bldP spid="594955" grpId="0" bldLvl="0" animBg="1"/>
      <p:bldP spid="594955" grpId="1" bldLvl="0" animBg="1"/>
      <p:bldP spid="594956" grpId="0" bldLvl="0" animBg="1"/>
      <p:bldP spid="594956" grpId="1" bldLvl="0" animBg="1"/>
      <p:bldP spid="594957" grpId="0" bldLvl="0" animBg="1"/>
      <p:bldP spid="594957" grpId="1"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5" name="Rectangle 15"/>
          <p:cNvSpPr>
            <a:spLocks noChangeArrowheads="1"/>
          </p:cNvSpPr>
          <p:nvPr/>
        </p:nvSpPr>
        <p:spPr bwMode="auto">
          <a:xfrm>
            <a:off x="388938" y="1036638"/>
            <a:ext cx="8326438" cy="376238"/>
          </a:xfrm>
          <a:prstGeom prst="rect">
            <a:avLst/>
          </a:prstGeom>
          <a:solidFill>
            <a:schemeClr val="accent2">
              <a:lumMod val="40000"/>
              <a:lumOff val="60000"/>
            </a:schemeClr>
          </a:solidFill>
          <a:ln w="12700">
            <a:solidFill>
              <a:schemeClr val="tx1"/>
            </a:solidFill>
            <a:miter lim="800000"/>
          </a:ln>
        </p:spPr>
        <p:txBody>
          <a:bodyPr wrap="none" anchor="ctr"/>
          <a:lstStyle/>
          <a:p>
            <a:pPr marL="273050" marR="0" lvl="0" indent="-273050" algn="l" defTabSz="914400" rtl="0" eaLnBrk="1" fontAlgn="base" latinLnBrk="0" hangingPunct="1">
              <a:lnSpc>
                <a:spcPct val="90000"/>
              </a:lnSpc>
              <a:spcBef>
                <a:spcPct val="20000"/>
              </a:spcBef>
              <a:spcAft>
                <a:spcPct val="0"/>
              </a:spcAft>
              <a:buClr>
                <a:srgbClr val="31B6FD"/>
              </a:buClr>
              <a:buSzPct val="100000"/>
              <a:buFontTx/>
              <a:buNone/>
              <a:defRPr/>
            </a:pPr>
            <a:r>
              <a:rPr kumimoji="0" lang="en-US" altLang="zh-CN" sz="25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① </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S'</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S  </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25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② </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5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③ </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      </a:t>
            </a:r>
            <a:r>
              <a:rPr kumimoji="0" lang="en-US" altLang="zh-CN" sz="25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④ </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      </a:t>
            </a:r>
            <a:r>
              <a:rPr kumimoji="0" lang="en-US" altLang="zh-CN" sz="25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⑤ </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→r</a:t>
            </a:r>
          </a:p>
        </p:txBody>
      </p:sp>
      <p:sp>
        <p:nvSpPr>
          <p:cNvPr id="69635" name="Rectangle 3"/>
          <p:cNvSpPr>
            <a:spLocks noGrp="1"/>
          </p:cNvSpPr>
          <p:nvPr>
            <p:ph idx="1"/>
          </p:nvPr>
        </p:nvSpPr>
        <p:spPr>
          <a:xfrm>
            <a:off x="465138" y="1214438"/>
            <a:ext cx="8915400" cy="3225800"/>
          </a:xfrm>
        </p:spPr>
        <p:txBody>
          <a:bodyPr vert="horz" wrap="square" lIns="91440" tIns="45720" rIns="91440" bIns="45720" anchor="t" anchorCtr="0"/>
          <a:lstStyle/>
          <a:p>
            <a:pPr eaLnBrk="1" hangingPunct="1">
              <a:lnSpc>
                <a:spcPct val="90000"/>
              </a:lnSpc>
              <a:buSzPct val="100000"/>
              <a:buFont typeface="Wingdings" panose="05000000000000000000" pitchFamily="2" charset="2"/>
              <a:buNone/>
            </a:pPr>
            <a:endParaRPr lang="en-US" altLang="zh-CN" kern="1200" dirty="0">
              <a:latin typeface="楷体_GB2312"/>
              <a:ea typeface="楷体_GB2312"/>
              <a:cs typeface="+mn-cs"/>
            </a:endParaRPr>
          </a:p>
          <a:p>
            <a:pPr eaLnBrk="1" hangingPunct="1">
              <a:lnSpc>
                <a:spcPct val="90000"/>
              </a:lnSpc>
              <a:buSzPct val="100000"/>
              <a:buFont typeface="Wingdings" panose="05000000000000000000" pitchFamily="2" charset="2"/>
              <a:buNone/>
            </a:pPr>
            <a:endParaRPr lang="en-US" altLang="zh-CN" kern="1200" dirty="0">
              <a:latin typeface="楷体_GB2312"/>
              <a:ea typeface="楷体_GB2312"/>
              <a:cs typeface="+mn-cs"/>
            </a:endParaRPr>
          </a:p>
          <a:p>
            <a:pPr eaLnBrk="1" hangingPunct="1">
              <a:lnSpc>
                <a:spcPct val="90000"/>
              </a:lnSpc>
              <a:buSzPct val="100000"/>
              <a:buFont typeface="Wingdings" panose="05000000000000000000" pitchFamily="2" charset="2"/>
              <a:buNone/>
            </a:pPr>
            <a:endParaRPr lang="en-US" altLang="zh-CN" kern="1200" dirty="0">
              <a:latin typeface="楷体_GB2312"/>
              <a:ea typeface="楷体_GB2312"/>
              <a:cs typeface="+mn-cs"/>
            </a:endParaRPr>
          </a:p>
          <a:p>
            <a:pPr eaLnBrk="1" hangingPunct="1">
              <a:lnSpc>
                <a:spcPct val="90000"/>
              </a:lnSpc>
              <a:buSzPct val="100000"/>
              <a:buFont typeface="Wingdings" panose="05000000000000000000" pitchFamily="2" charset="2"/>
              <a:buNone/>
            </a:pPr>
            <a:endParaRPr lang="en-US" altLang="zh-CN" kern="1200" dirty="0">
              <a:latin typeface="楷体_GB2312"/>
              <a:ea typeface="楷体_GB2312"/>
              <a:cs typeface="+mn-cs"/>
            </a:endParaRPr>
          </a:p>
          <a:p>
            <a:pPr eaLnBrk="1" hangingPunct="1">
              <a:lnSpc>
                <a:spcPct val="90000"/>
              </a:lnSpc>
              <a:buSzPct val="100000"/>
              <a:buFont typeface="Wingdings" panose="05000000000000000000" pitchFamily="2" charset="2"/>
              <a:buNone/>
            </a:pPr>
            <a:endParaRPr lang="en-US" altLang="zh-CN" kern="1200" dirty="0">
              <a:latin typeface="楷体_GB2312"/>
              <a:ea typeface="楷体_GB2312"/>
              <a:cs typeface="+mn-cs"/>
            </a:endParaRPr>
          </a:p>
          <a:p>
            <a:pPr eaLnBrk="1" hangingPunct="1">
              <a:lnSpc>
                <a:spcPct val="90000"/>
              </a:lnSpc>
              <a:buSzPct val="100000"/>
              <a:buFont typeface="Wingdings" panose="05000000000000000000" pitchFamily="2" charset="2"/>
              <a:buNone/>
            </a:pPr>
            <a:endParaRPr lang="en-US" altLang="zh-CN" kern="1200" dirty="0">
              <a:latin typeface="楷体_GB2312"/>
              <a:ea typeface="楷体_GB2312"/>
              <a:cs typeface="+mn-cs"/>
            </a:endParaRPr>
          </a:p>
        </p:txBody>
      </p:sp>
      <p:sp>
        <p:nvSpPr>
          <p:cNvPr id="69636"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buNone/>
            </a:pPr>
            <a:r>
              <a:rPr lang="zh-CN" altLang="en-US" sz="3000" kern="1200" dirty="0">
                <a:solidFill>
                  <a:schemeClr val="tx1"/>
                </a:solidFill>
                <a:latin typeface="微软雅黑" panose="020B0503020204020204" pitchFamily="34" charset="-122"/>
                <a:ea typeface="微软雅黑" panose="020B0503020204020204" pitchFamily="34" charset="-122"/>
                <a:cs typeface="+mj-cs"/>
              </a:rPr>
              <a:t>文法中的项目</a:t>
            </a:r>
          </a:p>
        </p:txBody>
      </p:sp>
      <p:sp>
        <p:nvSpPr>
          <p:cNvPr id="2" name="矩形 1"/>
          <p:cNvSpPr/>
          <p:nvPr/>
        </p:nvSpPr>
        <p:spPr>
          <a:xfrm>
            <a:off x="395288" y="3197225"/>
            <a:ext cx="8320087" cy="1547813"/>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273050" lvl="0" indent="-273050" eaLnBrk="1" hangingPunct="1">
              <a:lnSpc>
                <a:spcPct val="90000"/>
              </a:lnSpc>
              <a:buClrTx/>
              <a:buFont typeface="Wingdings" panose="05000000000000000000" pitchFamily="2" charset="2"/>
              <a:buChar char="Ø"/>
            </a:pPr>
            <a:r>
              <a:rPr lang="zh-CN" altLang="en-US" sz="2200" b="1" dirty="0">
                <a:solidFill>
                  <a:srgbClr val="000000"/>
                </a:solidFill>
                <a:latin typeface="楷体" panose="02010609060101010101" pitchFamily="49" charset="-122"/>
                <a:ea typeface="华文楷体" panose="02010600040101010101" pitchFamily="2" charset="-122"/>
              </a:rPr>
              <a:t>后继项目</a:t>
            </a:r>
            <a:r>
              <a:rPr lang="zh-CN" altLang="en-US" sz="1600" b="1" dirty="0">
                <a:solidFill>
                  <a:srgbClr val="000000"/>
                </a:solidFill>
                <a:latin typeface="楷体" panose="02010609060101010101" pitchFamily="49" charset="-122"/>
                <a:ea typeface="华文楷体" panose="02010600040101010101" pitchFamily="2" charset="-122"/>
              </a:rPr>
              <a:t>（</a:t>
            </a:r>
            <a:r>
              <a:rPr lang="en-US" altLang="zh-CN" sz="1600" b="1" i="1" dirty="0">
                <a:solidFill>
                  <a:srgbClr val="000000"/>
                </a:solidFill>
                <a:latin typeface="Times New Roman" panose="02020603050405020304" pitchFamily="18" charset="0"/>
                <a:ea typeface="华文楷体" panose="02010600040101010101" pitchFamily="2" charset="-122"/>
              </a:rPr>
              <a:t>Successive Item</a:t>
            </a:r>
            <a:r>
              <a:rPr lang="en-US" altLang="zh-CN" sz="1600" b="1" dirty="0">
                <a:solidFill>
                  <a:srgbClr val="000000"/>
                </a:solidFill>
                <a:latin typeface="楷体" panose="02010609060101010101" pitchFamily="49" charset="-122"/>
                <a:ea typeface="华文楷体" panose="02010600040101010101" pitchFamily="2" charset="-122"/>
              </a:rPr>
              <a:t>）</a:t>
            </a:r>
            <a:endParaRPr lang="zh-CN" altLang="en-US" sz="1600" b="1" dirty="0">
              <a:solidFill>
                <a:srgbClr val="000000"/>
              </a:solidFill>
              <a:latin typeface="楷体" panose="02010609060101010101" pitchFamily="49" charset="-122"/>
              <a:ea typeface="华文楷体" panose="02010600040101010101" pitchFamily="2" charset="-122"/>
            </a:endParaRPr>
          </a:p>
          <a:p>
            <a:pPr marL="576580" lvl="1" indent="-273050" eaLnBrk="1" hangingPunct="1">
              <a:lnSpc>
                <a:spcPct val="90000"/>
              </a:lnSpc>
              <a:buClrTx/>
              <a:buFont typeface="Wingdings" panose="05000000000000000000" pitchFamily="2" charset="2"/>
              <a:buChar char="Ø"/>
            </a:pPr>
            <a:r>
              <a:rPr lang="zh-CN" altLang="en-US" b="1" dirty="0">
                <a:solidFill>
                  <a:srgbClr val="000000"/>
                </a:solidFill>
                <a:latin typeface="楷体" panose="02010609060101010101" pitchFamily="49" charset="-122"/>
                <a:ea typeface="华文楷体" panose="02010600040101010101" pitchFamily="2" charset="-122"/>
              </a:rPr>
              <a:t>同属于一个产生式的项目，</a:t>
            </a:r>
            <a:r>
              <a:rPr lang="zh-CN" altLang="en-US" b="1" dirty="0">
                <a:solidFill>
                  <a:srgbClr val="000000"/>
                </a:solidFill>
                <a:highlight>
                  <a:srgbClr val="FFFF00"/>
                </a:highlight>
                <a:latin typeface="楷体" panose="02010609060101010101" pitchFamily="49" charset="-122"/>
                <a:ea typeface="华文楷体" panose="02010600040101010101" pitchFamily="2" charset="-122"/>
              </a:rPr>
              <a:t>但圆点的位置只相差一个符号，</a:t>
            </a:r>
            <a:endParaRPr lang="en-US" altLang="zh-CN" b="1" dirty="0">
              <a:solidFill>
                <a:srgbClr val="000000"/>
              </a:solidFill>
              <a:highlight>
                <a:srgbClr val="FFFF00"/>
              </a:highlight>
              <a:latin typeface="楷体" panose="02010609060101010101" pitchFamily="49" charset="-122"/>
              <a:ea typeface="华文楷体" panose="02010600040101010101" pitchFamily="2" charset="-122"/>
            </a:endParaRPr>
          </a:p>
          <a:p>
            <a:pPr marL="576580" lvl="1" indent="-273050" eaLnBrk="1" hangingPunct="1">
              <a:lnSpc>
                <a:spcPct val="90000"/>
              </a:lnSpc>
              <a:buClrTx/>
              <a:buFontTx/>
              <a:buNone/>
            </a:pPr>
            <a:r>
              <a:rPr lang="en-US" altLang="zh-CN" b="1" dirty="0">
                <a:solidFill>
                  <a:srgbClr val="000000"/>
                </a:solidFill>
                <a:highlight>
                  <a:srgbClr val="FFFF00"/>
                </a:highlight>
                <a:latin typeface="楷体" panose="02010609060101010101" pitchFamily="49" charset="-122"/>
                <a:ea typeface="华文楷体" panose="02010600040101010101" pitchFamily="2" charset="-122"/>
              </a:rPr>
              <a:t>  </a:t>
            </a:r>
            <a:r>
              <a:rPr lang="zh-CN" altLang="en-US" b="1" dirty="0">
                <a:solidFill>
                  <a:srgbClr val="000000"/>
                </a:solidFill>
                <a:highlight>
                  <a:srgbClr val="FFFF00"/>
                </a:highlight>
                <a:latin typeface="楷体" panose="02010609060101010101" pitchFamily="49" charset="-122"/>
                <a:ea typeface="华文楷体" panose="02010600040101010101" pitchFamily="2" charset="-122"/>
              </a:rPr>
              <a:t>则称后者是前者的后继项目</a:t>
            </a:r>
          </a:p>
          <a:p>
            <a:pPr marL="576580" lvl="1" indent="-273050" eaLnBrk="1" hangingPunct="1">
              <a:lnSpc>
                <a:spcPct val="90000"/>
              </a:lnSpc>
              <a:buClrTx/>
              <a:buFont typeface="Wingdings" panose="05000000000000000000" pitchFamily="2" charset="2"/>
              <a:buChar char="Ø"/>
            </a:pPr>
            <a:r>
              <a:rPr lang="en-US" altLang="zh-CN" b="1" i="1" dirty="0">
                <a:solidFill>
                  <a:srgbClr val="000000"/>
                </a:solidFill>
                <a:latin typeface="Times New Roman" panose="02020603050405020304" pitchFamily="18" charset="0"/>
                <a:ea typeface="华文楷体" panose="02010600040101010101" pitchFamily="2" charset="-122"/>
              </a:rPr>
              <a:t>A</a:t>
            </a:r>
            <a:r>
              <a:rPr lang="en-US" altLang="zh-CN" b="1" dirty="0">
                <a:solidFill>
                  <a:srgbClr val="000000"/>
                </a:solidFill>
                <a:latin typeface="Times New Roman" panose="02020603050405020304" pitchFamily="18" charset="0"/>
                <a:ea typeface="华文楷体" panose="02010600040101010101" pitchFamily="2" charset="-122"/>
              </a:rPr>
              <a:t>→</a:t>
            </a:r>
            <a:r>
              <a:rPr lang="en-US" altLang="zh-CN" b="1" i="1" dirty="0">
                <a:solidFill>
                  <a:srgbClr val="000000"/>
                </a:solidFill>
                <a:latin typeface="Times New Roman" panose="02020603050405020304" pitchFamily="18" charset="0"/>
                <a:ea typeface="华文楷体" panose="02010600040101010101" pitchFamily="2" charset="-122"/>
              </a:rPr>
              <a:t>α</a:t>
            </a:r>
            <a:r>
              <a:rPr lang="en-US" altLang="zh-CN" b="1" dirty="0">
                <a:solidFill>
                  <a:srgbClr val="000000"/>
                </a:solidFill>
                <a:latin typeface="Times New Roman" panose="02020603050405020304" pitchFamily="18" charset="0"/>
                <a:ea typeface="华文楷体" panose="02010600040101010101" pitchFamily="2" charset="-122"/>
              </a:rPr>
              <a:t>· </a:t>
            </a:r>
            <a:r>
              <a:rPr lang="en-US" altLang="zh-CN" b="1" i="1" dirty="0">
                <a:solidFill>
                  <a:srgbClr val="000000"/>
                </a:solidFill>
                <a:latin typeface="Times New Roman" panose="02020603050405020304" pitchFamily="18" charset="0"/>
                <a:ea typeface="华文楷体" panose="02010600040101010101" pitchFamily="2" charset="-122"/>
              </a:rPr>
              <a:t>Xβ</a:t>
            </a:r>
            <a:r>
              <a:rPr lang="zh-CN" altLang="en-US" b="1" dirty="0">
                <a:solidFill>
                  <a:srgbClr val="000000"/>
                </a:solidFill>
                <a:latin typeface="Times New Roman" panose="02020603050405020304" pitchFamily="18" charset="0"/>
                <a:ea typeface="华文楷体" panose="02010600040101010101" pitchFamily="2" charset="-122"/>
              </a:rPr>
              <a:t>的后继项目是</a:t>
            </a:r>
            <a:r>
              <a:rPr lang="en-US" altLang="zh-CN" b="1" i="1" dirty="0">
                <a:solidFill>
                  <a:srgbClr val="000000"/>
                </a:solidFill>
                <a:latin typeface="Times New Roman" panose="02020603050405020304" pitchFamily="18" charset="0"/>
                <a:ea typeface="华文楷体" panose="02010600040101010101" pitchFamily="2" charset="-122"/>
              </a:rPr>
              <a:t>A</a:t>
            </a:r>
            <a:r>
              <a:rPr lang="en-US" altLang="zh-CN" b="1" dirty="0">
                <a:solidFill>
                  <a:srgbClr val="000000"/>
                </a:solidFill>
                <a:latin typeface="Times New Roman" panose="02020603050405020304" pitchFamily="18" charset="0"/>
                <a:ea typeface="华文楷体" panose="02010600040101010101" pitchFamily="2" charset="-122"/>
              </a:rPr>
              <a:t>→</a:t>
            </a:r>
            <a:r>
              <a:rPr lang="en-US" altLang="zh-CN" b="1" i="1" dirty="0">
                <a:solidFill>
                  <a:srgbClr val="000000"/>
                </a:solidFill>
                <a:latin typeface="Times New Roman" panose="02020603050405020304" pitchFamily="18" charset="0"/>
                <a:ea typeface="华文楷体" panose="02010600040101010101" pitchFamily="2" charset="-122"/>
              </a:rPr>
              <a:t>αX</a:t>
            </a:r>
            <a:r>
              <a:rPr lang="en-US" altLang="zh-CN" b="1" dirty="0">
                <a:solidFill>
                  <a:srgbClr val="000000"/>
                </a:solidFill>
                <a:latin typeface="Times New Roman" panose="02020603050405020304" pitchFamily="18" charset="0"/>
                <a:ea typeface="华文楷体" panose="02010600040101010101" pitchFamily="2" charset="-122"/>
              </a:rPr>
              <a:t>·</a:t>
            </a:r>
            <a:r>
              <a:rPr lang="en-US" altLang="zh-CN" b="1" i="1" dirty="0">
                <a:solidFill>
                  <a:srgbClr val="000000"/>
                </a:solidFill>
                <a:latin typeface="Times New Roman" panose="02020603050405020304" pitchFamily="18" charset="0"/>
                <a:ea typeface="华文楷体" panose="02010600040101010101" pitchFamily="2" charset="-122"/>
              </a:rPr>
              <a:t>β</a:t>
            </a:r>
            <a:endParaRPr lang="zh-CN" altLang="en-US" b="1" i="1" dirty="0">
              <a:solidFill>
                <a:srgbClr val="000000"/>
              </a:solidFill>
              <a:latin typeface="Times New Roman" panose="02020603050405020304" pitchFamily="18" charset="0"/>
              <a:ea typeface="华文楷体" panose="02010600040101010101" pitchFamily="2" charset="-122"/>
            </a:endParaRPr>
          </a:p>
        </p:txBody>
      </p:sp>
      <p:sp>
        <p:nvSpPr>
          <p:cNvPr id="69638" name="Rectangle 4"/>
          <p:cNvSpPr/>
          <p:nvPr/>
        </p:nvSpPr>
        <p:spPr>
          <a:xfrm>
            <a:off x="395288" y="2368550"/>
            <a:ext cx="1439862" cy="708025"/>
          </a:xfrm>
          <a:prstGeom prst="rect">
            <a:avLst/>
          </a:prstGeom>
          <a:noFill/>
          <a:ln w="9525">
            <a:noFill/>
          </a:ln>
        </p:spPr>
        <p:txBody>
          <a:bodyPr>
            <a:spAutoFit/>
          </a:bodyPr>
          <a:lstStyle/>
          <a:p>
            <a:pPr eaLnBrk="1" hangingPunct="1">
              <a:buNone/>
            </a:pPr>
            <a:r>
              <a:rPr lang="en-US" altLang="zh-CN" sz="2000" b="1" dirty="0">
                <a:latin typeface="Times New Roman" panose="02020603050405020304" pitchFamily="18" charset="0"/>
                <a:ea typeface="楷体_GB2312"/>
              </a:rPr>
              <a:t>(0) </a:t>
            </a:r>
            <a:r>
              <a:rPr lang="en-US" altLang="zh-CN" sz="2000" b="1" i="1" dirty="0">
                <a:latin typeface="Times New Roman" panose="02020603050405020304" pitchFamily="18" charset="0"/>
                <a:ea typeface="楷体_GB2312"/>
              </a:rPr>
              <a:t>S'</a:t>
            </a:r>
            <a:r>
              <a:rPr lang="en-US" altLang="zh-CN" sz="2000" b="1" dirty="0">
                <a:latin typeface="Times New Roman" panose="02020603050405020304" pitchFamily="18" charset="0"/>
                <a:ea typeface="楷体_GB2312"/>
              </a:rPr>
              <a: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i="1" dirty="0">
                <a:latin typeface="Times New Roman" panose="02020603050405020304" pitchFamily="18" charset="0"/>
                <a:ea typeface="楷体_GB2312"/>
              </a:rPr>
              <a:t>S</a:t>
            </a:r>
          </a:p>
          <a:p>
            <a:pPr eaLnBrk="1" hangingPunct="1">
              <a:buNone/>
            </a:pPr>
            <a:r>
              <a:rPr lang="en-US" altLang="zh-CN" sz="2000" b="1" dirty="0">
                <a:latin typeface="Times New Roman" panose="02020603050405020304" pitchFamily="18" charset="0"/>
                <a:ea typeface="楷体_GB2312"/>
              </a:rPr>
              <a:t>(1) </a:t>
            </a:r>
            <a:r>
              <a:rPr lang="en-US" altLang="zh-CN" sz="2000" b="1" i="1" dirty="0">
                <a:latin typeface="Times New Roman" panose="02020603050405020304" pitchFamily="18" charset="0"/>
                <a:ea typeface="楷体_GB2312"/>
              </a:rPr>
              <a:t>S'</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S</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 </a:t>
            </a:r>
          </a:p>
        </p:txBody>
      </p:sp>
      <p:sp>
        <p:nvSpPr>
          <p:cNvPr id="69639" name="Rectangle 5"/>
          <p:cNvSpPr/>
          <p:nvPr/>
        </p:nvSpPr>
        <p:spPr>
          <a:xfrm>
            <a:off x="2051050" y="1465263"/>
            <a:ext cx="1781175" cy="1631950"/>
          </a:xfrm>
          <a:prstGeom prst="rect">
            <a:avLst/>
          </a:prstGeom>
          <a:noFill/>
          <a:ln w="9525">
            <a:noFill/>
          </a:ln>
        </p:spPr>
        <p:txBody>
          <a:bodyPr>
            <a:spAutoFit/>
          </a:bodyPr>
          <a:lstStyle/>
          <a:p>
            <a:pPr eaLnBrk="1" hangingPunct="1">
              <a:buNone/>
            </a:pPr>
            <a:r>
              <a:rPr lang="en-US" altLang="zh-CN" sz="2000" b="1" dirty="0">
                <a:latin typeface="Times New Roman" panose="02020603050405020304" pitchFamily="18" charset="0"/>
                <a:ea typeface="楷体_GB2312"/>
              </a:rPr>
              <a:t>(2) </a:t>
            </a:r>
            <a:r>
              <a:rPr lang="en-US" altLang="zh-CN" sz="2000" b="1" i="1" dirty="0">
                <a:latin typeface="Times New Roman" panose="02020603050405020304" pitchFamily="18" charset="0"/>
                <a:ea typeface="楷体_GB2312"/>
              </a:rPr>
              <a:t>S</a:t>
            </a:r>
            <a:r>
              <a:rPr lang="en-US" altLang="zh-CN" sz="2000" b="1" dirty="0">
                <a:latin typeface="Times New Roman" panose="02020603050405020304" pitchFamily="18" charset="0"/>
                <a:ea typeface="楷体_GB2312"/>
              </a:rPr>
              <a: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v</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T</a:t>
            </a:r>
            <a:r>
              <a:rPr lang="en-US" altLang="zh-CN" sz="2000" b="1" dirty="0">
                <a:latin typeface="Times New Roman" panose="02020603050405020304" pitchFamily="18" charset="0"/>
                <a:ea typeface="楷体_GB2312"/>
              </a:rPr>
              <a:t> </a:t>
            </a:r>
          </a:p>
          <a:p>
            <a:pPr eaLnBrk="1" hangingPunct="1">
              <a:buNone/>
            </a:pPr>
            <a:r>
              <a:rPr lang="en-US" altLang="zh-CN" sz="2000" b="1" dirty="0">
                <a:latin typeface="Times New Roman" panose="02020603050405020304" pitchFamily="18" charset="0"/>
                <a:ea typeface="楷体_GB2312"/>
              </a:rPr>
              <a:t>(3) </a:t>
            </a:r>
            <a:r>
              <a:rPr lang="en-US" altLang="zh-CN" sz="2000" b="1" i="1" dirty="0">
                <a:latin typeface="Times New Roman" panose="02020603050405020304" pitchFamily="18" charset="0"/>
                <a:ea typeface="楷体_GB2312"/>
              </a:rPr>
              <a:t>S</a:t>
            </a:r>
            <a:r>
              <a:rPr lang="en-US" altLang="zh-CN" sz="2000" b="1" dirty="0">
                <a:latin typeface="Times New Roman" panose="02020603050405020304" pitchFamily="18" charset="0"/>
                <a:ea typeface="楷体_GB2312"/>
              </a:rPr>
              <a:t>→v</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T</a:t>
            </a:r>
          </a:p>
          <a:p>
            <a:pPr eaLnBrk="1" hangingPunct="1">
              <a:buNone/>
            </a:pPr>
            <a:r>
              <a:rPr lang="en-US" altLang="zh-CN" sz="2000" b="1" dirty="0">
                <a:latin typeface="Times New Roman" panose="02020603050405020304" pitchFamily="18" charset="0"/>
                <a:ea typeface="楷体_GB2312"/>
              </a:rPr>
              <a:t>(4) </a:t>
            </a:r>
            <a:r>
              <a:rPr lang="en-US" altLang="zh-CN" sz="2000" b="1" i="1" dirty="0">
                <a:latin typeface="Times New Roman" panose="02020603050405020304" pitchFamily="18" charset="0"/>
                <a:ea typeface="楷体_GB2312"/>
              </a:rPr>
              <a:t>S</a:t>
            </a:r>
            <a:r>
              <a:rPr lang="en-US" altLang="zh-CN" sz="2000" b="1" dirty="0">
                <a:latin typeface="Times New Roman" panose="02020603050405020304" pitchFamily="18" charset="0"/>
                <a:ea typeface="楷体_GB2312"/>
              </a:rPr>
              <a:t>→v</a:t>
            </a:r>
            <a:r>
              <a:rPr lang="en-US" altLang="zh-CN" sz="2000" b="1" i="1" dirty="0">
                <a:latin typeface="Times New Roman" panose="02020603050405020304" pitchFamily="18" charset="0"/>
                <a:ea typeface="楷体_GB2312"/>
              </a:rPr>
              <a:t>I</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T</a:t>
            </a:r>
          </a:p>
          <a:p>
            <a:pPr eaLnBrk="1" hangingPunct="1">
              <a:buNone/>
            </a:pPr>
            <a:r>
              <a:rPr lang="en-US" altLang="zh-CN" sz="2000" b="1" dirty="0">
                <a:latin typeface="Times New Roman" panose="02020603050405020304" pitchFamily="18" charset="0"/>
                <a:ea typeface="楷体_GB2312"/>
              </a:rPr>
              <a:t>(5) </a:t>
            </a:r>
            <a:r>
              <a:rPr lang="en-US" altLang="zh-CN" sz="2000" b="1" i="1" dirty="0">
                <a:latin typeface="Times New Roman" panose="02020603050405020304" pitchFamily="18" charset="0"/>
                <a:ea typeface="楷体_GB2312"/>
              </a:rPr>
              <a:t>S</a:t>
            </a:r>
            <a:r>
              <a:rPr lang="en-US" altLang="zh-CN" sz="2000" b="1" dirty="0">
                <a:latin typeface="Times New Roman" panose="02020603050405020304" pitchFamily="18" charset="0"/>
                <a:ea typeface="楷体_GB2312"/>
              </a:rPr>
              <a:t>→v</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i="1" dirty="0">
                <a:latin typeface="Times New Roman" panose="02020603050405020304" pitchFamily="18" charset="0"/>
                <a:ea typeface="楷体_GB2312"/>
              </a:rPr>
              <a:t>T</a:t>
            </a:r>
          </a:p>
          <a:p>
            <a:pPr eaLnBrk="1" hangingPunct="1">
              <a:buNone/>
            </a:pPr>
            <a:r>
              <a:rPr lang="en-US" altLang="zh-CN" sz="2000" b="1" dirty="0">
                <a:latin typeface="Times New Roman" panose="02020603050405020304" pitchFamily="18" charset="0"/>
                <a:ea typeface="楷体_GB2312"/>
              </a:rPr>
              <a:t>(6) </a:t>
            </a:r>
            <a:r>
              <a:rPr lang="en-US" altLang="zh-CN" sz="2000" b="1" i="1" dirty="0">
                <a:latin typeface="Times New Roman" panose="02020603050405020304" pitchFamily="18" charset="0"/>
                <a:ea typeface="楷体_GB2312"/>
              </a:rPr>
              <a:t>S</a:t>
            </a:r>
            <a:r>
              <a:rPr lang="en-US" altLang="zh-CN" sz="2000" b="1" dirty="0">
                <a:latin typeface="Times New Roman" panose="02020603050405020304" pitchFamily="18" charset="0"/>
                <a:ea typeface="楷体_GB2312"/>
              </a:rPr>
              <a:t>→v</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 </a:t>
            </a:r>
          </a:p>
        </p:txBody>
      </p:sp>
      <p:sp>
        <p:nvSpPr>
          <p:cNvPr id="69640" name="Rectangle 6"/>
          <p:cNvSpPr/>
          <p:nvPr/>
        </p:nvSpPr>
        <p:spPr>
          <a:xfrm>
            <a:off x="3995738" y="1752600"/>
            <a:ext cx="1493837" cy="1323975"/>
          </a:xfrm>
          <a:prstGeom prst="rect">
            <a:avLst/>
          </a:prstGeom>
          <a:noFill/>
          <a:ln w="9525">
            <a:noFill/>
          </a:ln>
        </p:spPr>
        <p:txBody>
          <a:bodyPr>
            <a:spAutoFit/>
          </a:bodyPr>
          <a:lstStyle/>
          <a:p>
            <a:pPr eaLnBrk="1" hangingPunct="1">
              <a:buNone/>
            </a:pPr>
            <a:r>
              <a:rPr lang="en-US" altLang="zh-CN" sz="2000" b="1" dirty="0">
                <a:latin typeface="Times New Roman" panose="02020603050405020304" pitchFamily="18" charset="0"/>
                <a:ea typeface="楷体_GB2312"/>
              </a:rPr>
              <a:t>(7)  </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,i</a:t>
            </a:r>
          </a:p>
          <a:p>
            <a:pPr eaLnBrk="1" hangingPunct="1">
              <a:buNone/>
            </a:pPr>
            <a:r>
              <a:rPr lang="en-US" altLang="zh-CN" sz="2000" b="1" dirty="0">
                <a:latin typeface="Times New Roman" panose="02020603050405020304" pitchFamily="18" charset="0"/>
                <a:ea typeface="楷体_GB2312"/>
              </a:rPr>
              <a:t>(8)  </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I</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,i</a:t>
            </a:r>
          </a:p>
          <a:p>
            <a:pPr eaLnBrk="1" hangingPunct="1">
              <a:buNone/>
            </a:pPr>
            <a:r>
              <a:rPr lang="en-US" altLang="zh-CN" sz="2000" b="1" dirty="0">
                <a:latin typeface="Times New Roman" panose="02020603050405020304" pitchFamily="18" charset="0"/>
                <a:ea typeface="楷体_GB2312"/>
              </a:rPr>
              <a:t>(9) </a:t>
            </a:r>
            <a:r>
              <a:rPr lang="en-US" altLang="zh-CN" sz="2000" b="1" i="1" dirty="0">
                <a:latin typeface="Times New Roman" panose="02020603050405020304" pitchFamily="18" charset="0"/>
                <a:ea typeface="楷体_GB2312"/>
              </a:rPr>
              <a:t> I</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i</a:t>
            </a:r>
          </a:p>
          <a:p>
            <a:pPr eaLnBrk="1" hangingPunct="1">
              <a:buNone/>
            </a:pPr>
            <a:r>
              <a:rPr lang="en-US" altLang="zh-CN" sz="2000" b="1" dirty="0">
                <a:latin typeface="Times New Roman" panose="02020603050405020304" pitchFamily="18" charset="0"/>
                <a:ea typeface="楷体_GB2312"/>
              </a:rPr>
              <a:t>(10)</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,i</a:t>
            </a:r>
            <a:r>
              <a:rPr lang="en-US" altLang="zh-CN" sz="2000" b="1" dirty="0">
                <a:solidFill>
                  <a:srgbClr val="FF0000"/>
                </a:solidFill>
                <a:latin typeface="Times New Roman" panose="02020603050405020304" pitchFamily="18" charset="0"/>
                <a:ea typeface="华文楷体" panose="02010600040101010101" pitchFamily="2" charset="-122"/>
              </a:rPr>
              <a:t>·</a:t>
            </a:r>
            <a:endParaRPr lang="en-US" altLang="zh-CN" sz="2000" b="1" dirty="0">
              <a:latin typeface="Times New Roman" panose="02020603050405020304" pitchFamily="18" charset="0"/>
              <a:ea typeface="楷体_GB2312"/>
            </a:endParaRPr>
          </a:p>
        </p:txBody>
      </p:sp>
      <p:sp>
        <p:nvSpPr>
          <p:cNvPr id="69641" name="Rectangle 7"/>
          <p:cNvSpPr/>
          <p:nvPr/>
        </p:nvSpPr>
        <p:spPr>
          <a:xfrm>
            <a:off x="5795963" y="2368550"/>
            <a:ext cx="1493837" cy="708025"/>
          </a:xfrm>
          <a:prstGeom prst="rect">
            <a:avLst/>
          </a:prstGeom>
          <a:noFill/>
          <a:ln w="9525">
            <a:noFill/>
          </a:ln>
        </p:spPr>
        <p:txBody>
          <a:bodyPr>
            <a:spAutoFit/>
          </a:bodyPr>
          <a:lstStyle/>
          <a:p>
            <a:pPr eaLnBrk="1" hangingPunct="1">
              <a:buNone/>
            </a:pPr>
            <a:r>
              <a:rPr lang="en-US" altLang="zh-CN" sz="2000" b="1" dirty="0">
                <a:latin typeface="Times New Roman" panose="02020603050405020304" pitchFamily="18" charset="0"/>
                <a:ea typeface="楷体_GB2312"/>
              </a:rPr>
              <a:t>(11) </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i</a:t>
            </a:r>
          </a:p>
          <a:p>
            <a:pPr eaLnBrk="1" hangingPunct="1">
              <a:buNone/>
            </a:pPr>
            <a:r>
              <a:rPr lang="en-US" altLang="zh-CN" sz="2000" b="1" dirty="0">
                <a:latin typeface="Times New Roman" panose="02020603050405020304" pitchFamily="18" charset="0"/>
                <a:ea typeface="楷体_GB2312"/>
              </a:rPr>
              <a:t>(12) </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→i</a:t>
            </a:r>
            <a:r>
              <a:rPr lang="en-US" altLang="zh-CN" sz="2000" b="1" dirty="0">
                <a:solidFill>
                  <a:srgbClr val="FF0000"/>
                </a:solidFill>
                <a:latin typeface="Times New Roman" panose="02020603050405020304" pitchFamily="18" charset="0"/>
                <a:ea typeface="华文楷体" panose="02010600040101010101" pitchFamily="2" charset="-122"/>
              </a:rPr>
              <a:t>·</a:t>
            </a:r>
            <a:endParaRPr lang="en-US" altLang="zh-CN" sz="2000" b="1" dirty="0">
              <a:latin typeface="Times New Roman" panose="02020603050405020304" pitchFamily="18" charset="0"/>
              <a:ea typeface="楷体_GB2312"/>
            </a:endParaRPr>
          </a:p>
        </p:txBody>
      </p:sp>
      <p:sp>
        <p:nvSpPr>
          <p:cNvPr id="69642" name="Rectangle 8"/>
          <p:cNvSpPr/>
          <p:nvPr/>
        </p:nvSpPr>
        <p:spPr>
          <a:xfrm>
            <a:off x="7235825" y="2368550"/>
            <a:ext cx="1441450" cy="708025"/>
          </a:xfrm>
          <a:prstGeom prst="rect">
            <a:avLst/>
          </a:prstGeom>
          <a:noFill/>
          <a:ln w="9525">
            <a:noFill/>
          </a:ln>
        </p:spPr>
        <p:txBody>
          <a:bodyPr>
            <a:spAutoFit/>
          </a:bodyPr>
          <a:lstStyle/>
          <a:p>
            <a:pPr eaLnBrk="1" hangingPunct="1">
              <a:buNone/>
            </a:pPr>
            <a:r>
              <a:rPr lang="en-US" altLang="zh-CN" sz="2000" b="1" dirty="0">
                <a:latin typeface="Times New Roman" panose="02020603050405020304" pitchFamily="18" charset="0"/>
                <a:ea typeface="楷体_GB2312"/>
              </a:rPr>
              <a:t>(13) </a:t>
            </a:r>
            <a:r>
              <a:rPr lang="en-US" altLang="zh-CN" sz="2000" b="1" i="1" dirty="0">
                <a:latin typeface="Times New Roman" panose="02020603050405020304" pitchFamily="18" charset="0"/>
                <a:ea typeface="楷体_GB2312"/>
              </a:rPr>
              <a:t>T</a:t>
            </a:r>
            <a:r>
              <a:rPr lang="en-US" altLang="zh-CN" sz="2000" b="1" dirty="0">
                <a:latin typeface="Times New Roman" panose="02020603050405020304" pitchFamily="18" charset="0"/>
                <a:ea typeface="楷体_GB2312"/>
              </a:rPr>
              <a: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r</a:t>
            </a:r>
          </a:p>
          <a:p>
            <a:pPr eaLnBrk="1" hangingPunct="1">
              <a:buNone/>
            </a:pPr>
            <a:r>
              <a:rPr lang="en-US" altLang="zh-CN" sz="2000" b="1" dirty="0">
                <a:latin typeface="Times New Roman" panose="02020603050405020304" pitchFamily="18" charset="0"/>
                <a:ea typeface="楷体_GB2312"/>
              </a:rPr>
              <a:t>(14) </a:t>
            </a:r>
            <a:r>
              <a:rPr lang="en-US" altLang="zh-CN" sz="2000" b="1" i="1" dirty="0">
                <a:latin typeface="Times New Roman" panose="02020603050405020304" pitchFamily="18" charset="0"/>
                <a:ea typeface="楷体_GB2312"/>
              </a:rPr>
              <a:t>T</a:t>
            </a:r>
            <a:r>
              <a:rPr lang="en-US" altLang="zh-CN" sz="2000" b="1" dirty="0">
                <a:latin typeface="Times New Roman" panose="02020603050405020304" pitchFamily="18" charset="0"/>
                <a:ea typeface="楷体_GB2312"/>
              </a:rPr>
              <a:t>→r</a:t>
            </a:r>
            <a:r>
              <a:rPr lang="en-US" altLang="zh-CN" sz="2000" b="1" dirty="0">
                <a:solidFill>
                  <a:srgbClr val="FF0000"/>
                </a:solidFill>
                <a:latin typeface="Times New Roman" panose="02020603050405020304" pitchFamily="18" charset="0"/>
                <a:ea typeface="华文楷体" panose="02010600040101010101" pitchFamily="2" charset="-122"/>
              </a:rPr>
              <a:t>·</a:t>
            </a:r>
            <a:endParaRPr lang="en-US" altLang="zh-CN" sz="2000" b="1" dirty="0">
              <a:latin typeface="Times New Roman" panose="02020603050405020304" pitchFamily="18" charset="0"/>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xit" presetSubtype="32" fill="hold" grpId="1" nodeType="clickEffect">
                                  <p:stCondLst>
                                    <p:cond delay="0"/>
                                  </p:stCondLst>
                                  <p:childTnLst>
                                    <p:anim calcmode="lin" valueType="num">
                                      <p:cBhvr>
                                        <p:cTn id="13" dur="500"/>
                                        <p:tgtEl>
                                          <p:spTgt spid="2"/>
                                        </p:tgtEl>
                                        <p:attrNameLst>
                                          <p:attrName>ppt_w</p:attrName>
                                        </p:attrNameLst>
                                      </p:cBhvr>
                                      <p:tavLst>
                                        <p:tav tm="0">
                                          <p:val>
                                            <p:strVal val="ppt_w"/>
                                          </p:val>
                                        </p:tav>
                                        <p:tav tm="100000">
                                          <p:val>
                                            <p:fltVal val="0"/>
                                          </p:val>
                                        </p:tav>
                                      </p:tavLst>
                                    </p:anim>
                                    <p:anim calcmode="lin" valueType="num">
                                      <p:cBhvr>
                                        <p:cTn id="14" dur="500"/>
                                        <p:tgtEl>
                                          <p:spTgt spid="2"/>
                                        </p:tgtEl>
                                        <p:attrNameLst>
                                          <p:attrName>ppt_h</p:attrName>
                                        </p:attrNameLst>
                                      </p:cBhvr>
                                      <p:tavLst>
                                        <p:tav tm="0">
                                          <p:val>
                                            <p:strVal val="ppt_h"/>
                                          </p:val>
                                        </p:tav>
                                        <p:tav tm="100000">
                                          <p:val>
                                            <p:fltVal val="0"/>
                                          </p:val>
                                        </p:tav>
                                      </p:tavLst>
                                    </p:anim>
                                    <p:animEffect transition="out" filter="fade">
                                      <p:cBhvr>
                                        <p:cTn id="15" dur="500"/>
                                        <p:tgtEl>
                                          <p:spTgt spid="2"/>
                                        </p:tgtEl>
                                      </p:cBhvr>
                                    </p:animEffect>
                                    <p:set>
                                      <p:cBhvr>
                                        <p:cTn id="16"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5" name="Rectangle 15"/>
          <p:cNvSpPr>
            <a:spLocks noChangeArrowheads="1"/>
          </p:cNvSpPr>
          <p:nvPr/>
        </p:nvSpPr>
        <p:spPr bwMode="auto">
          <a:xfrm>
            <a:off x="388938" y="1036638"/>
            <a:ext cx="8326438" cy="376238"/>
          </a:xfrm>
          <a:prstGeom prst="rect">
            <a:avLst/>
          </a:prstGeom>
          <a:solidFill>
            <a:schemeClr val="accent2">
              <a:lumMod val="40000"/>
              <a:lumOff val="60000"/>
            </a:schemeClr>
          </a:solidFill>
          <a:ln w="12700">
            <a:solidFill>
              <a:schemeClr val="tx1"/>
            </a:solidFill>
            <a:miter lim="800000"/>
          </a:ln>
        </p:spPr>
        <p:txBody>
          <a:bodyPr wrap="none" anchor="ctr"/>
          <a:lstStyle/>
          <a:p>
            <a:pPr marL="273050" marR="0" lvl="0" indent="-273050" algn="l" defTabSz="914400" rtl="0" eaLnBrk="1" fontAlgn="base" latinLnBrk="0" hangingPunct="1">
              <a:lnSpc>
                <a:spcPct val="90000"/>
              </a:lnSpc>
              <a:spcBef>
                <a:spcPct val="20000"/>
              </a:spcBef>
              <a:spcAft>
                <a:spcPct val="0"/>
              </a:spcAft>
              <a:buClr>
                <a:srgbClr val="31B6FD"/>
              </a:buClr>
              <a:buSzPct val="100000"/>
              <a:buFontTx/>
              <a:buNone/>
              <a:defRPr/>
            </a:pPr>
            <a:r>
              <a:rPr kumimoji="0" lang="en-US" altLang="zh-CN" sz="25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① </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S'</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S  </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25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② </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5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③ </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      </a:t>
            </a:r>
            <a:r>
              <a:rPr kumimoji="0" lang="en-US" altLang="zh-CN" sz="25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④ </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      </a:t>
            </a:r>
            <a:r>
              <a:rPr kumimoji="0" lang="en-US" altLang="zh-CN" sz="25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⑤ </a:t>
            </a:r>
            <a:r>
              <a:rPr kumimoji="0" lang="en-US" altLang="zh-CN" sz="25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→r</a:t>
            </a:r>
          </a:p>
        </p:txBody>
      </p:sp>
      <p:sp>
        <p:nvSpPr>
          <p:cNvPr id="71683" name="Rectangle 3"/>
          <p:cNvSpPr>
            <a:spLocks noGrp="1"/>
          </p:cNvSpPr>
          <p:nvPr>
            <p:ph idx="1"/>
          </p:nvPr>
        </p:nvSpPr>
        <p:spPr>
          <a:xfrm>
            <a:off x="465138" y="1214438"/>
            <a:ext cx="8915400" cy="3225800"/>
          </a:xfrm>
        </p:spPr>
        <p:txBody>
          <a:bodyPr vert="horz" wrap="square" lIns="91440" tIns="45720" rIns="91440" bIns="45720" anchor="t" anchorCtr="0"/>
          <a:lstStyle/>
          <a:p>
            <a:pPr eaLnBrk="1" hangingPunct="1">
              <a:lnSpc>
                <a:spcPct val="90000"/>
              </a:lnSpc>
              <a:buSzPct val="100000"/>
              <a:buFont typeface="Wingdings" panose="05000000000000000000" pitchFamily="2" charset="2"/>
              <a:buNone/>
            </a:pPr>
            <a:endParaRPr lang="en-US" altLang="zh-CN" kern="1200" dirty="0">
              <a:latin typeface="楷体_GB2312"/>
              <a:ea typeface="楷体_GB2312"/>
              <a:cs typeface="+mn-cs"/>
            </a:endParaRPr>
          </a:p>
          <a:p>
            <a:pPr eaLnBrk="1" hangingPunct="1">
              <a:lnSpc>
                <a:spcPct val="90000"/>
              </a:lnSpc>
              <a:buSzPct val="100000"/>
              <a:buFont typeface="Wingdings" panose="05000000000000000000" pitchFamily="2" charset="2"/>
              <a:buNone/>
            </a:pPr>
            <a:endParaRPr lang="en-US" altLang="zh-CN" kern="1200" dirty="0">
              <a:latin typeface="楷体_GB2312"/>
              <a:ea typeface="楷体_GB2312"/>
              <a:cs typeface="+mn-cs"/>
            </a:endParaRPr>
          </a:p>
          <a:p>
            <a:pPr eaLnBrk="1" hangingPunct="1">
              <a:lnSpc>
                <a:spcPct val="90000"/>
              </a:lnSpc>
              <a:buSzPct val="100000"/>
              <a:buFont typeface="Wingdings" panose="05000000000000000000" pitchFamily="2" charset="2"/>
              <a:buNone/>
            </a:pPr>
            <a:endParaRPr lang="en-US" altLang="zh-CN" kern="1200" dirty="0">
              <a:latin typeface="楷体_GB2312"/>
              <a:ea typeface="楷体_GB2312"/>
              <a:cs typeface="+mn-cs"/>
            </a:endParaRPr>
          </a:p>
          <a:p>
            <a:pPr eaLnBrk="1" hangingPunct="1">
              <a:lnSpc>
                <a:spcPct val="90000"/>
              </a:lnSpc>
              <a:buSzPct val="100000"/>
              <a:buFont typeface="Wingdings" panose="05000000000000000000" pitchFamily="2" charset="2"/>
              <a:buNone/>
            </a:pPr>
            <a:endParaRPr lang="en-US" altLang="zh-CN" kern="1200" dirty="0">
              <a:latin typeface="楷体_GB2312"/>
              <a:ea typeface="楷体_GB2312"/>
              <a:cs typeface="+mn-cs"/>
            </a:endParaRPr>
          </a:p>
          <a:p>
            <a:pPr eaLnBrk="1" hangingPunct="1">
              <a:lnSpc>
                <a:spcPct val="90000"/>
              </a:lnSpc>
              <a:buSzPct val="100000"/>
              <a:buFont typeface="Wingdings" panose="05000000000000000000" pitchFamily="2" charset="2"/>
              <a:buNone/>
            </a:pPr>
            <a:endParaRPr lang="en-US" altLang="zh-CN" kern="1200" dirty="0">
              <a:latin typeface="楷体_GB2312"/>
              <a:ea typeface="楷体_GB2312"/>
              <a:cs typeface="+mn-cs"/>
            </a:endParaRPr>
          </a:p>
          <a:p>
            <a:pPr eaLnBrk="1" hangingPunct="1">
              <a:lnSpc>
                <a:spcPct val="90000"/>
              </a:lnSpc>
              <a:buSzPct val="100000"/>
              <a:buFont typeface="Wingdings" panose="05000000000000000000" pitchFamily="2" charset="2"/>
              <a:buNone/>
            </a:pPr>
            <a:endParaRPr lang="en-US" altLang="zh-CN" kern="1200" dirty="0">
              <a:latin typeface="楷体_GB2312"/>
              <a:ea typeface="楷体_GB2312"/>
              <a:cs typeface="+mn-cs"/>
            </a:endParaRPr>
          </a:p>
        </p:txBody>
      </p:sp>
      <p:sp>
        <p:nvSpPr>
          <p:cNvPr id="71684"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buNone/>
            </a:pPr>
            <a:r>
              <a:rPr lang="zh-CN" altLang="en-US" sz="3000" kern="1200" dirty="0">
                <a:solidFill>
                  <a:schemeClr val="tx1"/>
                </a:solidFill>
                <a:latin typeface="微软雅黑" panose="020B0503020204020204" pitchFamily="34" charset="-122"/>
                <a:ea typeface="微软雅黑" panose="020B0503020204020204" pitchFamily="34" charset="-122"/>
                <a:cs typeface="+mj-cs"/>
              </a:rPr>
              <a:t>文法中的项目</a:t>
            </a:r>
          </a:p>
        </p:txBody>
      </p:sp>
      <p:sp>
        <p:nvSpPr>
          <p:cNvPr id="594958" name="AutoShape 14"/>
          <p:cNvSpPr>
            <a:spLocks noChangeArrowheads="1"/>
          </p:cNvSpPr>
          <p:nvPr/>
        </p:nvSpPr>
        <p:spPr bwMode="auto">
          <a:xfrm>
            <a:off x="3784600" y="3149600"/>
            <a:ext cx="4176713" cy="1006475"/>
          </a:xfrm>
          <a:prstGeom prst="cloudCallout">
            <a:avLst>
              <a:gd name="adj1" fmla="val -51169"/>
              <a:gd name="adj2" fmla="val -55586"/>
            </a:avLst>
          </a:prstGeom>
          <a:solidFill>
            <a:schemeClr val="tx2">
              <a:lumMod val="60000"/>
              <a:lumOff val="40000"/>
            </a:schemeClr>
          </a:solidFill>
          <a:ln w="12700">
            <a:solidFill>
              <a:schemeClr val="tx1"/>
            </a:solidFill>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这</a:t>
            </a:r>
            <a:r>
              <a:rPr kumimoji="0" lang="en-US" altLang="zh-CN" sz="2000" b="1" i="0" u="none" strike="noStrike" kern="1200" cap="none" spc="0" normalizeH="0" baseline="0" noProof="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15</a:t>
            </a:r>
            <a:r>
              <a:rPr kumimoji="0" lang="zh-CN" altLang="en-US" sz="2000" b="1" i="0" u="none" strike="noStrike" kern="1200" cap="none" spc="0" normalizeH="0" baseline="0" noProof="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个项目中是否会有某些项目是</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楷体" panose="02010609060101010101" pitchFamily="49" charset="-122"/>
                <a:cs typeface="Times New Roman" panose="02020603050405020304" pitchFamily="18" charset="0"/>
              </a:rPr>
              <a:t>等价的</a:t>
            </a:r>
            <a:r>
              <a:rPr kumimoji="0" lang="zh-CN" altLang="en-US" sz="2000" b="1" i="0" u="none" strike="noStrike" kern="1200" cap="none" spc="0" normalizeH="0" baseline="0" noProof="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2" name="矩形 1"/>
          <p:cNvSpPr/>
          <p:nvPr/>
        </p:nvSpPr>
        <p:spPr>
          <a:xfrm>
            <a:off x="487362" y="4202113"/>
            <a:ext cx="8477125" cy="831850"/>
          </a:xfrm>
          <a:prstGeom prst="rect">
            <a:avLst/>
          </a:prstGeom>
          <a:solidFill>
            <a:schemeClr val="accent5">
              <a:lumMod val="60000"/>
              <a:lumOff val="40000"/>
            </a:schemeClr>
          </a:solidFill>
          <a:ln>
            <a:solidFill>
              <a:schemeClr val="tx1"/>
            </a:solidFill>
          </a:ln>
        </p:spPr>
        <p:txBody>
          <a:bodyPr wrap="square">
            <a:spAutoFit/>
          </a:bodyPr>
          <a:lstStyle/>
          <a:p>
            <a:pPr marL="0" marR="0" lvl="0" indent="0" algn="l" defTabSz="914400" rtl="0" eaLnBrk="1" fontAlgn="base" latinLnBrk="0" hangingPunct="1">
              <a:lnSpc>
                <a:spcPct val="100000"/>
              </a:lnSpc>
              <a:spcBef>
                <a:spcPct val="30000"/>
              </a:spcBef>
              <a:spcAft>
                <a:spcPct val="0"/>
              </a:spcAft>
              <a:buClrTx/>
              <a:buSzTx/>
              <a:buFontTx/>
              <a:buNone/>
              <a:defRPr/>
            </a:pPr>
            <a:r>
              <a:rPr kumimoji="0" lang="zh-CN" altLang="en-US" sz="24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rPr>
              <a:t>可以把等价的项目组成一个项目集</a:t>
            </a:r>
            <a:r>
              <a:rPr kumimoji="0" lang="en-US" altLang="zh-CN" sz="24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rPr>
              <a:t>( </a:t>
            </a:r>
            <a:r>
              <a:rPr kumimoji="0"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 </a:t>
            </a:r>
            <a:r>
              <a:rPr kumimoji="0" lang="en-US" altLang="zh-CN" sz="24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zh-CN" altLang="en-US" sz="24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rPr>
              <a:t> ，称为</a:t>
            </a:r>
            <a:r>
              <a:rPr kumimoji="0" lang="zh-CN" altLang="en-US" sz="2400" b="1" i="0" u="none" strike="noStrike" kern="1200" cap="none" spc="0" normalizeH="0" baseline="0" noProof="0">
                <a:ln>
                  <a:noFill/>
                </a:ln>
                <a:solidFill>
                  <a:srgbClr val="FF0000"/>
                </a:solidFill>
                <a:effectLst/>
                <a:uLnTx/>
                <a:uFillTx/>
                <a:latin typeface="华文楷体" panose="02010600040101010101" pitchFamily="2" charset="-122"/>
                <a:ea typeface="华文楷体" panose="02010600040101010101" pitchFamily="2" charset="-122"/>
                <a:cs typeface="+mn-cs"/>
              </a:rPr>
              <a:t>项目集闭包</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cs typeface="+mn-cs"/>
              </a:rPr>
              <a:t>(</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cs typeface="+mn-cs"/>
              </a:rPr>
              <a:t>Closure of Item Sets</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cs typeface="+mn-cs"/>
              </a:rPr>
              <a:t>)</a:t>
            </a:r>
            <a:r>
              <a:rPr kumimoji="0" lang="zh-CN" altLang="en-US" sz="24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rPr>
              <a:t>，每个项目集闭包对应着</a:t>
            </a:r>
            <a:r>
              <a:rPr kumimoji="0" lang="zh-CN" altLang="en-US" sz="2400" b="1" i="0" u="none" strike="noStrike" kern="1200" cap="none" spc="0" normalizeH="0" baseline="0" noProof="0">
                <a:ln>
                  <a:noFill/>
                </a:ln>
                <a:solidFill>
                  <a:srgbClr val="2D83F4"/>
                </a:solidFill>
                <a:effectLst/>
                <a:uLnTx/>
                <a:uFillTx/>
                <a:latin typeface="华文楷体" panose="02010600040101010101" pitchFamily="2" charset="-122"/>
                <a:ea typeface="华文楷体" panose="02010600040101010101" pitchFamily="2" charset="-122"/>
                <a:cs typeface="+mn-cs"/>
              </a:rPr>
              <a:t>自动机</a:t>
            </a:r>
            <a:r>
              <a:rPr kumimoji="0" lang="zh-CN" altLang="en-US" sz="24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rPr>
              <a:t>的一个</a:t>
            </a:r>
            <a:r>
              <a:rPr kumimoji="0" lang="zh-CN" altLang="en-US" sz="2400" b="1" i="0" u="none" strike="noStrike" kern="1200" cap="none" spc="0" normalizeH="0" baseline="0" noProof="0">
                <a:ln>
                  <a:noFill/>
                </a:ln>
                <a:solidFill>
                  <a:srgbClr val="2D83F4"/>
                </a:solidFill>
                <a:effectLst/>
                <a:uLnTx/>
                <a:uFillTx/>
                <a:latin typeface="华文楷体" panose="02010600040101010101" pitchFamily="2" charset="-122"/>
                <a:ea typeface="华文楷体" panose="02010600040101010101" pitchFamily="2" charset="-122"/>
                <a:cs typeface="+mn-cs"/>
              </a:rPr>
              <a:t>状态</a:t>
            </a:r>
            <a:endParaRPr kumimoji="0" lang="en-US" altLang="zh-CN" sz="2400" b="1" i="0" u="none" strike="noStrike" kern="1200" cap="none" spc="0" normalizeH="0" baseline="0" noProof="0">
              <a:ln>
                <a:noFill/>
              </a:ln>
              <a:solidFill>
                <a:srgbClr val="2D83F4"/>
              </a:solidFill>
              <a:effectLst/>
              <a:uLnTx/>
              <a:uFillTx/>
              <a:latin typeface="华文楷体" panose="02010600040101010101" pitchFamily="2" charset="-122"/>
              <a:ea typeface="华文楷体" panose="02010600040101010101" pitchFamily="2" charset="-122"/>
              <a:cs typeface="+mn-cs"/>
            </a:endParaRPr>
          </a:p>
        </p:txBody>
      </p:sp>
      <p:sp>
        <p:nvSpPr>
          <p:cNvPr id="12" name="Rectangle 4"/>
          <p:cNvSpPr/>
          <p:nvPr/>
        </p:nvSpPr>
        <p:spPr>
          <a:xfrm>
            <a:off x="395288" y="2368550"/>
            <a:ext cx="1439862" cy="708025"/>
          </a:xfrm>
          <a:prstGeom prst="rect">
            <a:avLst/>
          </a:prstGeom>
          <a:noFill/>
          <a:ln w="9525">
            <a:noFill/>
          </a:ln>
        </p:spPr>
        <p:txBody>
          <a:bodyPr>
            <a:spAutoFit/>
          </a:bodyPr>
          <a:lstStyle/>
          <a:p>
            <a:pPr eaLnBrk="1" hangingPunct="1">
              <a:buNone/>
            </a:pPr>
            <a:r>
              <a:rPr lang="en-US" altLang="zh-CN" sz="2000" b="1" dirty="0">
                <a:latin typeface="Times New Roman" panose="02020603050405020304" pitchFamily="18" charset="0"/>
                <a:ea typeface="楷体_GB2312"/>
              </a:rPr>
              <a:t>(0) </a:t>
            </a:r>
            <a:r>
              <a:rPr lang="en-US" altLang="zh-CN" sz="2000" b="1" i="1" dirty="0">
                <a:latin typeface="Times New Roman" panose="02020603050405020304" pitchFamily="18" charset="0"/>
                <a:ea typeface="楷体_GB2312"/>
              </a:rPr>
              <a:t>S'</a:t>
            </a:r>
            <a:r>
              <a:rPr lang="en-US" altLang="zh-CN" sz="2000" b="1" dirty="0">
                <a:latin typeface="Times New Roman" panose="02020603050405020304" pitchFamily="18" charset="0"/>
                <a:ea typeface="楷体_GB2312"/>
              </a:rPr>
              <a: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i="1" dirty="0">
                <a:latin typeface="Times New Roman" panose="02020603050405020304" pitchFamily="18" charset="0"/>
                <a:ea typeface="楷体_GB2312"/>
              </a:rPr>
              <a:t>S</a:t>
            </a:r>
          </a:p>
          <a:p>
            <a:pPr eaLnBrk="1" hangingPunct="1">
              <a:buNone/>
            </a:pPr>
            <a:r>
              <a:rPr lang="en-US" altLang="zh-CN" sz="2000" b="1" dirty="0">
                <a:latin typeface="Times New Roman" panose="02020603050405020304" pitchFamily="18" charset="0"/>
                <a:ea typeface="楷体_GB2312"/>
              </a:rPr>
              <a:t>(1) </a:t>
            </a:r>
            <a:r>
              <a:rPr lang="en-US" altLang="zh-CN" sz="2000" b="1" i="1" dirty="0">
                <a:latin typeface="Times New Roman" panose="02020603050405020304" pitchFamily="18" charset="0"/>
                <a:ea typeface="楷体_GB2312"/>
              </a:rPr>
              <a:t>S'</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S</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 </a:t>
            </a:r>
          </a:p>
        </p:txBody>
      </p:sp>
      <p:sp>
        <p:nvSpPr>
          <p:cNvPr id="13" name="Rectangle 5"/>
          <p:cNvSpPr/>
          <p:nvPr/>
        </p:nvSpPr>
        <p:spPr>
          <a:xfrm>
            <a:off x="2051050" y="1465263"/>
            <a:ext cx="1781175" cy="1631950"/>
          </a:xfrm>
          <a:prstGeom prst="rect">
            <a:avLst/>
          </a:prstGeom>
          <a:noFill/>
          <a:ln w="9525">
            <a:noFill/>
          </a:ln>
        </p:spPr>
        <p:txBody>
          <a:bodyPr>
            <a:spAutoFit/>
          </a:bodyPr>
          <a:lstStyle/>
          <a:p>
            <a:pPr eaLnBrk="1" hangingPunct="1">
              <a:buNone/>
            </a:pPr>
            <a:r>
              <a:rPr lang="en-US" altLang="zh-CN" sz="2000" b="1" dirty="0">
                <a:latin typeface="Times New Roman" panose="02020603050405020304" pitchFamily="18" charset="0"/>
                <a:ea typeface="楷体_GB2312"/>
              </a:rPr>
              <a:t>(2) </a:t>
            </a:r>
            <a:r>
              <a:rPr lang="en-US" altLang="zh-CN" sz="2000" b="1" i="1" dirty="0">
                <a:latin typeface="Times New Roman" panose="02020603050405020304" pitchFamily="18" charset="0"/>
                <a:ea typeface="楷体_GB2312"/>
              </a:rPr>
              <a:t>S</a:t>
            </a:r>
            <a:r>
              <a:rPr lang="en-US" altLang="zh-CN" sz="2000" b="1" dirty="0">
                <a:latin typeface="Times New Roman" panose="02020603050405020304" pitchFamily="18" charset="0"/>
                <a:ea typeface="楷体_GB2312"/>
              </a:rPr>
              <a: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v</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T</a:t>
            </a:r>
            <a:r>
              <a:rPr lang="en-US" altLang="zh-CN" sz="2000" b="1" dirty="0">
                <a:latin typeface="Times New Roman" panose="02020603050405020304" pitchFamily="18" charset="0"/>
                <a:ea typeface="楷体_GB2312"/>
              </a:rPr>
              <a:t> </a:t>
            </a:r>
          </a:p>
          <a:p>
            <a:pPr eaLnBrk="1" hangingPunct="1">
              <a:buNone/>
            </a:pPr>
            <a:r>
              <a:rPr lang="en-US" altLang="zh-CN" sz="2000" b="1" dirty="0">
                <a:latin typeface="Times New Roman" panose="02020603050405020304" pitchFamily="18" charset="0"/>
                <a:ea typeface="楷体_GB2312"/>
              </a:rPr>
              <a:t>(3) </a:t>
            </a:r>
            <a:r>
              <a:rPr lang="en-US" altLang="zh-CN" sz="2000" b="1" i="1" dirty="0">
                <a:latin typeface="Times New Roman" panose="02020603050405020304" pitchFamily="18" charset="0"/>
                <a:ea typeface="楷体_GB2312"/>
              </a:rPr>
              <a:t>S</a:t>
            </a:r>
            <a:r>
              <a:rPr lang="en-US" altLang="zh-CN" sz="2000" b="1" dirty="0">
                <a:latin typeface="Times New Roman" panose="02020603050405020304" pitchFamily="18" charset="0"/>
                <a:ea typeface="楷体_GB2312"/>
              </a:rPr>
              <a:t>→v</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T</a:t>
            </a:r>
          </a:p>
          <a:p>
            <a:pPr eaLnBrk="1" hangingPunct="1">
              <a:buNone/>
            </a:pPr>
            <a:r>
              <a:rPr lang="en-US" altLang="zh-CN" sz="2000" b="1" dirty="0">
                <a:latin typeface="Times New Roman" panose="02020603050405020304" pitchFamily="18" charset="0"/>
                <a:ea typeface="楷体_GB2312"/>
              </a:rPr>
              <a:t>(4) </a:t>
            </a:r>
            <a:r>
              <a:rPr lang="en-US" altLang="zh-CN" sz="2000" b="1" i="1" dirty="0">
                <a:latin typeface="Times New Roman" panose="02020603050405020304" pitchFamily="18" charset="0"/>
                <a:ea typeface="楷体_GB2312"/>
              </a:rPr>
              <a:t>S</a:t>
            </a:r>
            <a:r>
              <a:rPr lang="en-US" altLang="zh-CN" sz="2000" b="1" dirty="0">
                <a:latin typeface="Times New Roman" panose="02020603050405020304" pitchFamily="18" charset="0"/>
                <a:ea typeface="楷体_GB2312"/>
              </a:rPr>
              <a:t>→v</a:t>
            </a:r>
            <a:r>
              <a:rPr lang="en-US" altLang="zh-CN" sz="2000" b="1" i="1" dirty="0">
                <a:latin typeface="Times New Roman" panose="02020603050405020304" pitchFamily="18" charset="0"/>
                <a:ea typeface="楷体_GB2312"/>
              </a:rPr>
              <a:t>I</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T</a:t>
            </a:r>
          </a:p>
          <a:p>
            <a:pPr eaLnBrk="1" hangingPunct="1">
              <a:buNone/>
            </a:pPr>
            <a:r>
              <a:rPr lang="en-US" altLang="zh-CN" sz="2000" b="1" dirty="0">
                <a:latin typeface="Times New Roman" panose="02020603050405020304" pitchFamily="18" charset="0"/>
                <a:ea typeface="楷体_GB2312"/>
              </a:rPr>
              <a:t>(5) </a:t>
            </a:r>
            <a:r>
              <a:rPr lang="en-US" altLang="zh-CN" sz="2000" b="1" i="1" dirty="0">
                <a:latin typeface="Times New Roman" panose="02020603050405020304" pitchFamily="18" charset="0"/>
                <a:ea typeface="楷体_GB2312"/>
              </a:rPr>
              <a:t>S</a:t>
            </a:r>
            <a:r>
              <a:rPr lang="en-US" altLang="zh-CN" sz="2000" b="1" dirty="0">
                <a:latin typeface="Times New Roman" panose="02020603050405020304" pitchFamily="18" charset="0"/>
                <a:ea typeface="楷体_GB2312"/>
              </a:rPr>
              <a:t>→v</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i="1" dirty="0">
                <a:latin typeface="Times New Roman" panose="02020603050405020304" pitchFamily="18" charset="0"/>
                <a:ea typeface="楷体_GB2312"/>
              </a:rPr>
              <a:t>T</a:t>
            </a:r>
          </a:p>
          <a:p>
            <a:pPr eaLnBrk="1" hangingPunct="1">
              <a:buNone/>
            </a:pPr>
            <a:r>
              <a:rPr lang="en-US" altLang="zh-CN" sz="2000" b="1" dirty="0">
                <a:latin typeface="Times New Roman" panose="02020603050405020304" pitchFamily="18" charset="0"/>
                <a:ea typeface="楷体_GB2312"/>
              </a:rPr>
              <a:t>(6) </a:t>
            </a:r>
            <a:r>
              <a:rPr lang="en-US" altLang="zh-CN" sz="2000" b="1" i="1" dirty="0">
                <a:latin typeface="Times New Roman" panose="02020603050405020304" pitchFamily="18" charset="0"/>
                <a:ea typeface="楷体_GB2312"/>
              </a:rPr>
              <a:t>S</a:t>
            </a:r>
            <a:r>
              <a:rPr lang="en-US" altLang="zh-CN" sz="2000" b="1" dirty="0">
                <a:latin typeface="Times New Roman" panose="02020603050405020304" pitchFamily="18" charset="0"/>
                <a:ea typeface="楷体_GB2312"/>
              </a:rPr>
              <a:t>→v</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 </a:t>
            </a:r>
          </a:p>
        </p:txBody>
      </p:sp>
      <p:sp>
        <p:nvSpPr>
          <p:cNvPr id="14" name="Rectangle 6"/>
          <p:cNvSpPr/>
          <p:nvPr/>
        </p:nvSpPr>
        <p:spPr>
          <a:xfrm>
            <a:off x="3995738" y="1752600"/>
            <a:ext cx="1493837" cy="1323975"/>
          </a:xfrm>
          <a:prstGeom prst="rect">
            <a:avLst/>
          </a:prstGeom>
          <a:noFill/>
          <a:ln w="9525">
            <a:noFill/>
          </a:ln>
        </p:spPr>
        <p:txBody>
          <a:bodyPr>
            <a:spAutoFit/>
          </a:bodyPr>
          <a:lstStyle/>
          <a:p>
            <a:pPr eaLnBrk="1" hangingPunct="1">
              <a:buNone/>
            </a:pPr>
            <a:r>
              <a:rPr lang="en-US" altLang="zh-CN" sz="2000" b="1" dirty="0">
                <a:latin typeface="Times New Roman" panose="02020603050405020304" pitchFamily="18" charset="0"/>
                <a:ea typeface="楷体_GB2312"/>
              </a:rPr>
              <a:t>(7)  </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,i</a:t>
            </a:r>
          </a:p>
          <a:p>
            <a:pPr eaLnBrk="1" hangingPunct="1">
              <a:buNone/>
            </a:pPr>
            <a:r>
              <a:rPr lang="en-US" altLang="zh-CN" sz="2000" b="1" dirty="0">
                <a:latin typeface="Times New Roman" panose="02020603050405020304" pitchFamily="18" charset="0"/>
                <a:ea typeface="楷体_GB2312"/>
              </a:rPr>
              <a:t>(8)  </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I</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,i</a:t>
            </a:r>
          </a:p>
          <a:p>
            <a:pPr eaLnBrk="1" hangingPunct="1">
              <a:buNone/>
            </a:pPr>
            <a:r>
              <a:rPr lang="en-US" altLang="zh-CN" sz="2000" b="1" dirty="0">
                <a:latin typeface="Times New Roman" panose="02020603050405020304" pitchFamily="18" charset="0"/>
                <a:ea typeface="楷体_GB2312"/>
              </a:rPr>
              <a:t>(9) </a:t>
            </a:r>
            <a:r>
              <a:rPr lang="en-US" altLang="zh-CN" sz="2000" b="1" i="1" dirty="0">
                <a:latin typeface="Times New Roman" panose="02020603050405020304" pitchFamily="18" charset="0"/>
                <a:ea typeface="楷体_GB2312"/>
              </a:rPr>
              <a:t> I</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i</a:t>
            </a:r>
          </a:p>
          <a:p>
            <a:pPr eaLnBrk="1" hangingPunct="1">
              <a:buNone/>
            </a:pPr>
            <a:r>
              <a:rPr lang="en-US" altLang="zh-CN" sz="2000" b="1" dirty="0">
                <a:latin typeface="Times New Roman" panose="02020603050405020304" pitchFamily="18" charset="0"/>
                <a:ea typeface="楷体_GB2312"/>
              </a:rPr>
              <a:t>(10)</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,i</a:t>
            </a:r>
            <a:r>
              <a:rPr lang="en-US" altLang="zh-CN" sz="2000" b="1" dirty="0">
                <a:solidFill>
                  <a:srgbClr val="FF0000"/>
                </a:solidFill>
                <a:latin typeface="Times New Roman" panose="02020603050405020304" pitchFamily="18" charset="0"/>
                <a:ea typeface="华文楷体" panose="02010600040101010101" pitchFamily="2" charset="-122"/>
              </a:rPr>
              <a:t>·</a:t>
            </a:r>
            <a:endParaRPr lang="en-US" altLang="zh-CN" sz="2000" b="1" dirty="0">
              <a:latin typeface="Times New Roman" panose="02020603050405020304" pitchFamily="18" charset="0"/>
              <a:ea typeface="楷体_GB2312"/>
            </a:endParaRPr>
          </a:p>
        </p:txBody>
      </p:sp>
      <p:sp>
        <p:nvSpPr>
          <p:cNvPr id="15" name="Rectangle 7"/>
          <p:cNvSpPr/>
          <p:nvPr/>
        </p:nvSpPr>
        <p:spPr>
          <a:xfrm>
            <a:off x="5795963" y="2368550"/>
            <a:ext cx="1493837" cy="708025"/>
          </a:xfrm>
          <a:prstGeom prst="rect">
            <a:avLst/>
          </a:prstGeom>
          <a:noFill/>
          <a:ln w="9525">
            <a:noFill/>
          </a:ln>
        </p:spPr>
        <p:txBody>
          <a:bodyPr>
            <a:spAutoFit/>
          </a:bodyPr>
          <a:lstStyle/>
          <a:p>
            <a:pPr eaLnBrk="1" hangingPunct="1">
              <a:buNone/>
            </a:pPr>
            <a:r>
              <a:rPr lang="en-US" altLang="zh-CN" sz="2000" b="1" dirty="0">
                <a:latin typeface="Times New Roman" panose="02020603050405020304" pitchFamily="18" charset="0"/>
                <a:ea typeface="楷体_GB2312"/>
              </a:rPr>
              <a:t>(11) </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i</a:t>
            </a:r>
          </a:p>
          <a:p>
            <a:pPr eaLnBrk="1" hangingPunct="1">
              <a:buNone/>
            </a:pPr>
            <a:r>
              <a:rPr lang="en-US" altLang="zh-CN" sz="2000" b="1" dirty="0">
                <a:latin typeface="Times New Roman" panose="02020603050405020304" pitchFamily="18" charset="0"/>
                <a:ea typeface="楷体_GB2312"/>
              </a:rPr>
              <a:t>(12) </a:t>
            </a:r>
            <a:r>
              <a:rPr lang="en-US" altLang="zh-CN" sz="2000" b="1" i="1" dirty="0">
                <a:latin typeface="Times New Roman" panose="02020603050405020304" pitchFamily="18" charset="0"/>
                <a:ea typeface="楷体_GB2312"/>
              </a:rPr>
              <a:t>I</a:t>
            </a:r>
            <a:r>
              <a:rPr lang="en-US" altLang="zh-CN" sz="2000" b="1" dirty="0">
                <a:latin typeface="Times New Roman" panose="02020603050405020304" pitchFamily="18" charset="0"/>
                <a:ea typeface="楷体_GB2312"/>
              </a:rPr>
              <a:t>→i</a:t>
            </a:r>
            <a:r>
              <a:rPr lang="en-US" altLang="zh-CN" sz="2000" b="1" dirty="0">
                <a:solidFill>
                  <a:srgbClr val="FF0000"/>
                </a:solidFill>
                <a:latin typeface="Times New Roman" panose="02020603050405020304" pitchFamily="18" charset="0"/>
                <a:ea typeface="华文楷体" panose="02010600040101010101" pitchFamily="2" charset="-122"/>
              </a:rPr>
              <a:t>·</a:t>
            </a:r>
            <a:endParaRPr lang="en-US" altLang="zh-CN" sz="2000" b="1" dirty="0">
              <a:latin typeface="Times New Roman" panose="02020603050405020304" pitchFamily="18" charset="0"/>
              <a:ea typeface="楷体_GB2312"/>
            </a:endParaRPr>
          </a:p>
        </p:txBody>
      </p:sp>
      <p:sp>
        <p:nvSpPr>
          <p:cNvPr id="16" name="Rectangle 8"/>
          <p:cNvSpPr/>
          <p:nvPr/>
        </p:nvSpPr>
        <p:spPr>
          <a:xfrm>
            <a:off x="7235825" y="2368550"/>
            <a:ext cx="1441450" cy="708025"/>
          </a:xfrm>
          <a:prstGeom prst="rect">
            <a:avLst/>
          </a:prstGeom>
          <a:noFill/>
          <a:ln w="9525">
            <a:noFill/>
          </a:ln>
        </p:spPr>
        <p:txBody>
          <a:bodyPr>
            <a:spAutoFit/>
          </a:bodyPr>
          <a:lstStyle/>
          <a:p>
            <a:pPr eaLnBrk="1" hangingPunct="1">
              <a:buNone/>
            </a:pPr>
            <a:r>
              <a:rPr lang="en-US" altLang="zh-CN" sz="2000" b="1" dirty="0">
                <a:latin typeface="Times New Roman" panose="02020603050405020304" pitchFamily="18" charset="0"/>
                <a:ea typeface="楷体_GB2312"/>
              </a:rPr>
              <a:t>(13) </a:t>
            </a:r>
            <a:r>
              <a:rPr lang="en-US" altLang="zh-CN" sz="2000" b="1" i="1" dirty="0">
                <a:latin typeface="Times New Roman" panose="02020603050405020304" pitchFamily="18" charset="0"/>
                <a:ea typeface="楷体_GB2312"/>
              </a:rPr>
              <a:t>T</a:t>
            </a:r>
            <a:r>
              <a:rPr lang="en-US" altLang="zh-CN" sz="2000" b="1" dirty="0">
                <a:latin typeface="Times New Roman" panose="02020603050405020304" pitchFamily="18" charset="0"/>
                <a:ea typeface="楷体_GB2312"/>
              </a:rPr>
              <a:t>→</a:t>
            </a:r>
            <a:r>
              <a:rPr lang="en-US" altLang="zh-CN" sz="2000" b="1" dirty="0">
                <a:solidFill>
                  <a:srgbClr val="FF0000"/>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楷体_GB2312"/>
              </a:rPr>
              <a:t>r</a:t>
            </a:r>
          </a:p>
          <a:p>
            <a:pPr eaLnBrk="1" hangingPunct="1">
              <a:buNone/>
            </a:pPr>
            <a:r>
              <a:rPr lang="en-US" altLang="zh-CN" sz="2000" b="1" dirty="0">
                <a:latin typeface="Times New Roman" panose="02020603050405020304" pitchFamily="18" charset="0"/>
                <a:ea typeface="楷体_GB2312"/>
              </a:rPr>
              <a:t>(14) </a:t>
            </a:r>
            <a:r>
              <a:rPr lang="en-US" altLang="zh-CN" sz="2000" b="1" i="1" dirty="0">
                <a:latin typeface="Times New Roman" panose="02020603050405020304" pitchFamily="18" charset="0"/>
                <a:ea typeface="楷体_GB2312"/>
              </a:rPr>
              <a:t>T</a:t>
            </a:r>
            <a:r>
              <a:rPr lang="en-US" altLang="zh-CN" sz="2000" b="1" dirty="0">
                <a:latin typeface="Times New Roman" panose="02020603050405020304" pitchFamily="18" charset="0"/>
                <a:ea typeface="楷体_GB2312"/>
              </a:rPr>
              <a:t>→r</a:t>
            </a:r>
            <a:r>
              <a:rPr lang="en-US" altLang="zh-CN" sz="2000" b="1" dirty="0">
                <a:solidFill>
                  <a:srgbClr val="FF0000"/>
                </a:solidFill>
                <a:latin typeface="Times New Roman" panose="02020603050405020304" pitchFamily="18" charset="0"/>
                <a:ea typeface="华文楷体" panose="02010600040101010101" pitchFamily="2" charset="-122"/>
              </a:rPr>
              <a:t>·</a:t>
            </a:r>
            <a:endParaRPr lang="en-US" altLang="zh-CN" sz="2000" b="1" dirty="0">
              <a:latin typeface="Times New Roman" panose="02020603050405020304" pitchFamily="18" charset="0"/>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94958"/>
                                        </p:tgtEl>
                                        <p:attrNameLst>
                                          <p:attrName>style.visibility</p:attrName>
                                        </p:attrNameLst>
                                      </p:cBhvr>
                                      <p:to>
                                        <p:strVal val="visible"/>
                                      </p:to>
                                    </p:set>
                                    <p:anim calcmode="lin" valueType="num">
                                      <p:cBhvr>
                                        <p:cTn id="7" dur="500" fill="hold"/>
                                        <p:tgtEl>
                                          <p:spTgt spid="594958"/>
                                        </p:tgtEl>
                                        <p:attrNameLst>
                                          <p:attrName>ppt_w</p:attrName>
                                        </p:attrNameLst>
                                      </p:cBhvr>
                                      <p:tavLst>
                                        <p:tav tm="0">
                                          <p:val>
                                            <p:fltVal val="0"/>
                                          </p:val>
                                        </p:tav>
                                        <p:tav tm="100000">
                                          <p:val>
                                            <p:strVal val="#ppt_w"/>
                                          </p:val>
                                        </p:tav>
                                      </p:tavLst>
                                    </p:anim>
                                    <p:anim calcmode="lin" valueType="num">
                                      <p:cBhvr>
                                        <p:cTn id="8" dur="500" fill="hold"/>
                                        <p:tgtEl>
                                          <p:spTgt spid="594958"/>
                                        </p:tgtEl>
                                        <p:attrNameLst>
                                          <p:attrName>ppt_h</p:attrName>
                                        </p:attrNameLst>
                                      </p:cBhvr>
                                      <p:tavLst>
                                        <p:tav tm="0">
                                          <p:val>
                                            <p:fltVal val="0"/>
                                          </p:val>
                                        </p:tav>
                                        <p:tav tm="100000">
                                          <p:val>
                                            <p:strVal val="#ppt_h"/>
                                          </p:val>
                                        </p:tav>
                                      </p:tavLst>
                                    </p:anim>
                                    <p:animEffect transition="in" filter="fade">
                                      <p:cBhvr>
                                        <p:cTn id="9" dur="500"/>
                                        <p:tgtEl>
                                          <p:spTgt spid="594958"/>
                                        </p:tgtEl>
                                      </p:cBhvr>
                                    </p:animEffect>
                                  </p:childTnLst>
                                </p:cTn>
                              </p:par>
                            </p:childTnLst>
                          </p:cTn>
                        </p:par>
                      </p:childTnLst>
                    </p:cTn>
                  </p:par>
                  <p:par>
                    <p:cTn id="10" fill="hold">
                      <p:stCondLst>
                        <p:cond delay="indefinite"/>
                      </p:stCondLst>
                      <p:childTnLst>
                        <p:par>
                          <p:cTn id="11" fill="hold">
                            <p:stCondLst>
                              <p:cond delay="0"/>
                            </p:stCondLst>
                            <p:childTnLst>
                              <p:par>
                                <p:cTn id="12" presetID="3" presetClass="emph" presetSubtype="2" fill="hold" nodeType="clickEffect">
                                  <p:stCondLst>
                                    <p:cond delay="0"/>
                                  </p:stCondLst>
                                  <p:childTnLst>
                                    <p:animClr clrSpc="rgb" dir="cw">
                                      <p:cBhvr override="childStyle">
                                        <p:cTn id="13" dur="500" fill="hold"/>
                                        <p:tgtEl>
                                          <p:spTgt spid="12">
                                            <p:txEl>
                                              <p:pRg st="0" end="0"/>
                                            </p:txEl>
                                          </p:spTgt>
                                        </p:tgtEl>
                                        <p:attrNameLst>
                                          <p:attrName>style.color</p:attrName>
                                        </p:attrNameLst>
                                      </p:cBhvr>
                                      <p:to>
                                        <a:srgbClr val="FF6600"/>
                                      </p:to>
                                    </p:animClr>
                                  </p:childTnLst>
                                </p:cTn>
                              </p:par>
                              <p:par>
                                <p:cTn id="14" presetID="3" presetClass="emph" presetSubtype="2" fill="hold" nodeType="withEffect">
                                  <p:stCondLst>
                                    <p:cond delay="0"/>
                                  </p:stCondLst>
                                  <p:childTnLst>
                                    <p:animClr clrSpc="rgb" dir="cw">
                                      <p:cBhvr override="childStyle">
                                        <p:cTn id="15" dur="500" fill="hold"/>
                                        <p:tgtEl>
                                          <p:spTgt spid="13">
                                            <p:txEl>
                                              <p:pRg st="0" end="0"/>
                                            </p:txEl>
                                          </p:spTgt>
                                        </p:tgtEl>
                                        <p:attrNameLst>
                                          <p:attrName>style.color</p:attrName>
                                        </p:attrNameLst>
                                      </p:cBhvr>
                                      <p:to>
                                        <a:srgbClr val="FF6600"/>
                                      </p:to>
                                    </p:animClr>
                                  </p:childTnLst>
                                </p:cTn>
                              </p:par>
                            </p:childTnLst>
                          </p:cTn>
                        </p:par>
                      </p:childTnLst>
                    </p:cTn>
                  </p:par>
                  <p:par>
                    <p:cTn id="16" fill="hold">
                      <p:stCondLst>
                        <p:cond delay="indefinite"/>
                      </p:stCondLst>
                      <p:childTnLst>
                        <p:par>
                          <p:cTn id="17" fill="hold">
                            <p:stCondLst>
                              <p:cond delay="0"/>
                            </p:stCondLst>
                            <p:childTnLst>
                              <p:par>
                                <p:cTn id="18" presetID="3" presetClass="emph" presetSubtype="2" fill="hold" nodeType="clickEffect">
                                  <p:stCondLst>
                                    <p:cond delay="0"/>
                                  </p:stCondLst>
                                  <p:childTnLst>
                                    <p:animClr clrSpc="rgb" dir="cw">
                                      <p:cBhvr override="childStyle">
                                        <p:cTn id="19" dur="500" fill="hold"/>
                                        <p:tgtEl>
                                          <p:spTgt spid="13">
                                            <p:txEl>
                                              <p:pRg st="1" end="1"/>
                                            </p:txEl>
                                          </p:spTgt>
                                        </p:tgtEl>
                                        <p:attrNameLst>
                                          <p:attrName>style.color</p:attrName>
                                        </p:attrNameLst>
                                      </p:cBhvr>
                                      <p:to>
                                        <a:srgbClr val="0066FF"/>
                                      </p:to>
                                    </p:animClr>
                                  </p:childTnLst>
                                </p:cTn>
                              </p:par>
                              <p:par>
                                <p:cTn id="20" presetID="3" presetClass="emph" presetSubtype="2" fill="hold" nodeType="withEffect">
                                  <p:stCondLst>
                                    <p:cond delay="0"/>
                                  </p:stCondLst>
                                  <p:childTnLst>
                                    <p:animClr clrSpc="rgb" dir="cw">
                                      <p:cBhvr override="childStyle">
                                        <p:cTn id="21" dur="500" fill="hold"/>
                                        <p:tgtEl>
                                          <p:spTgt spid="14">
                                            <p:txEl>
                                              <p:pRg st="0" end="0"/>
                                            </p:txEl>
                                          </p:spTgt>
                                        </p:tgtEl>
                                        <p:attrNameLst>
                                          <p:attrName>style.color</p:attrName>
                                        </p:attrNameLst>
                                      </p:cBhvr>
                                      <p:to>
                                        <a:srgbClr val="0066FF"/>
                                      </p:to>
                                    </p:animClr>
                                  </p:childTnLst>
                                </p:cTn>
                              </p:par>
                              <p:par>
                                <p:cTn id="22" presetID="3" presetClass="emph" presetSubtype="2" fill="hold" nodeType="withEffect">
                                  <p:stCondLst>
                                    <p:cond delay="0"/>
                                  </p:stCondLst>
                                  <p:childTnLst>
                                    <p:animClr clrSpc="rgb" dir="cw">
                                      <p:cBhvr override="childStyle">
                                        <p:cTn id="23" dur="500" fill="hold"/>
                                        <p:tgtEl>
                                          <p:spTgt spid="15">
                                            <p:txEl>
                                              <p:pRg st="0" end="0"/>
                                            </p:txEl>
                                          </p:spTgt>
                                        </p:tgtEl>
                                        <p:attrNameLst>
                                          <p:attrName>style.color</p:attrName>
                                        </p:attrNameLst>
                                      </p:cBhvr>
                                      <p:to>
                                        <a:srgbClr val="0066FF"/>
                                      </p:to>
                                    </p:animClr>
                                  </p:childTnLst>
                                </p:cTn>
                              </p:par>
                            </p:childTnLst>
                          </p:cTn>
                        </p:par>
                      </p:childTnLst>
                    </p:cTn>
                  </p:par>
                  <p:par>
                    <p:cTn id="24" fill="hold">
                      <p:stCondLst>
                        <p:cond delay="indefinite"/>
                      </p:stCondLst>
                      <p:childTnLst>
                        <p:par>
                          <p:cTn id="25" fill="hold">
                            <p:stCondLst>
                              <p:cond delay="0"/>
                            </p:stCondLst>
                            <p:childTnLst>
                              <p:par>
                                <p:cTn id="26" presetID="3" presetClass="emph" presetSubtype="2" fill="hold" nodeType="clickEffect">
                                  <p:stCondLst>
                                    <p:cond delay="0"/>
                                  </p:stCondLst>
                                  <p:childTnLst>
                                    <p:animClr clrSpc="rgb" dir="cw">
                                      <p:cBhvr override="childStyle">
                                        <p:cTn id="27" dur="500" fill="hold"/>
                                        <p:tgtEl>
                                          <p:spTgt spid="13">
                                            <p:txEl>
                                              <p:pRg st="3" end="3"/>
                                            </p:txEl>
                                          </p:spTgt>
                                        </p:tgtEl>
                                        <p:attrNameLst>
                                          <p:attrName>style.color</p:attrName>
                                        </p:attrNameLst>
                                      </p:cBhvr>
                                      <p:to>
                                        <a:srgbClr val="FF00FF"/>
                                      </p:to>
                                    </p:animClr>
                                  </p:childTnLst>
                                </p:cTn>
                              </p:par>
                              <p:par>
                                <p:cTn id="28" presetID="3" presetClass="emph" presetSubtype="2" fill="hold" nodeType="withEffect">
                                  <p:stCondLst>
                                    <p:cond delay="0"/>
                                  </p:stCondLst>
                                  <p:childTnLst>
                                    <p:animClr clrSpc="rgb" dir="cw">
                                      <p:cBhvr override="childStyle">
                                        <p:cTn id="29" dur="500" fill="hold"/>
                                        <p:tgtEl>
                                          <p:spTgt spid="16">
                                            <p:txEl>
                                              <p:pRg st="0" end="0"/>
                                            </p:txEl>
                                          </p:spTgt>
                                        </p:tgtEl>
                                        <p:attrNameLst>
                                          <p:attrName>style.color</p:attrName>
                                        </p:attrNameLst>
                                      </p:cBhvr>
                                      <p:to>
                                        <a:srgbClr val="FF00FF"/>
                                      </p:to>
                                    </p:animClr>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p:cTn id="34" dur="500" fill="hold"/>
                                        <p:tgtEl>
                                          <p:spTgt spid="2"/>
                                        </p:tgtEl>
                                        <p:attrNameLst>
                                          <p:attrName>ppt_w</p:attrName>
                                        </p:attrNameLst>
                                      </p:cBhvr>
                                      <p:tavLst>
                                        <p:tav tm="0">
                                          <p:val>
                                            <p:fltVal val="0"/>
                                          </p:val>
                                        </p:tav>
                                        <p:tav tm="100000">
                                          <p:val>
                                            <p:strVal val="#ppt_w"/>
                                          </p:val>
                                        </p:tav>
                                      </p:tavLst>
                                    </p:anim>
                                    <p:anim calcmode="lin" valueType="num">
                                      <p:cBhvr>
                                        <p:cTn id="35" dur="500" fill="hold"/>
                                        <p:tgtEl>
                                          <p:spTgt spid="2"/>
                                        </p:tgtEl>
                                        <p:attrNameLst>
                                          <p:attrName>ppt_h</p:attrName>
                                        </p:attrNameLst>
                                      </p:cBhvr>
                                      <p:tavLst>
                                        <p:tav tm="0">
                                          <p:val>
                                            <p:fltVal val="0"/>
                                          </p:val>
                                        </p:tav>
                                        <p:tav tm="100000">
                                          <p:val>
                                            <p:strVal val="#ppt_h"/>
                                          </p:val>
                                        </p:tav>
                                      </p:tavLst>
                                    </p:anim>
                                    <p:animEffect transition="in" filter="fade">
                                      <p:cBhvr>
                                        <p:cTn id="3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958" grpId="0" bldLvl="0" animBg="1"/>
      <p:bldP spid="2"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3162300" y="3900488"/>
            <a:ext cx="1000125" cy="1077913"/>
          </a:xfrm>
          <a:prstGeom prst="rect">
            <a:avLst/>
          </a:prstGeom>
          <a:solidFill>
            <a:schemeClr val="accent5">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矩形 2"/>
          <p:cNvSpPr/>
          <p:nvPr/>
        </p:nvSpPr>
        <p:spPr>
          <a:xfrm>
            <a:off x="3160713" y="1677988"/>
            <a:ext cx="1001713" cy="1222375"/>
          </a:xfrm>
          <a:prstGeom prst="rect">
            <a:avLst/>
          </a:prstGeom>
          <a:solidFill>
            <a:schemeClr val="accent5">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25987" name="Rectangle 3"/>
          <p:cNvSpPr>
            <a:spLocks noGrp="1" noChangeArrowheads="1"/>
          </p:cNvSpPr>
          <p:nvPr>
            <p:ph idx="1"/>
          </p:nvPr>
        </p:nvSpPr>
        <p:spPr>
          <a:xfrm>
            <a:off x="1671638" y="731838"/>
            <a:ext cx="1073150" cy="1465263"/>
          </a:xfrm>
          <a:solidFill>
            <a:schemeClr val="accent5">
              <a:lumMod val="60000"/>
              <a:lumOff val="40000"/>
            </a:schemeClr>
          </a:solidFill>
          <a:ln w="12700">
            <a:solidFill>
              <a:schemeClr val="tx1"/>
            </a:solidFill>
          </a:ln>
        </p:spPr>
        <p:txBody>
          <a:bodyPr vert="horz" wrap="square" lIns="91440" tIns="45720" rIns="91440" bIns="45720" numCol="1" anchor="t" anchorCtr="0" compatLnSpc="1"/>
          <a:lstStyle/>
          <a:p>
            <a:pPr marL="609600" marR="0" lvl="0" indent="-609600" algn="l" defTabSz="914400" rtl="0" eaLnBrk="1" fontAlgn="base" latinLnBrk="0" hangingPunct="1">
              <a:lnSpc>
                <a:spcPct val="90000"/>
              </a:lnSpc>
              <a:spcBef>
                <a:spcPct val="0"/>
              </a:spcBef>
              <a:spcAft>
                <a:spcPct val="0"/>
              </a:spcAft>
              <a:buClr>
                <a:schemeClr val="accent1"/>
              </a:buClr>
              <a:buSzPct val="100000"/>
              <a:buFont typeface="Wingdings" panose="05000000000000000000" pitchFamily="2" charset="2"/>
              <a:buNone/>
              <a:defRPr/>
            </a:pP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I</a:t>
            </a:r>
            <a:r>
              <a:rPr kumimoji="0"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0</a:t>
            </a: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a:t>
            </a:r>
          </a:p>
          <a:p>
            <a:pPr marL="609600" marR="0" lvl="0" indent="-609600" algn="l" defTabSz="914400" rtl="0" eaLnBrk="1" fontAlgn="base" latinLnBrk="0" hangingPunct="1">
              <a:lnSpc>
                <a:spcPct val="90000"/>
              </a:lnSpc>
              <a:spcBef>
                <a:spcPct val="0"/>
              </a:spcBef>
              <a:spcAft>
                <a:spcPct val="0"/>
              </a:spcAft>
              <a:buClr>
                <a:schemeClr val="accent1"/>
              </a:buClr>
              <a:buSzPct val="100000"/>
              <a:buFont typeface="Wingdings" panose="05000000000000000000" pitchFamily="2" charset="2"/>
              <a:buNone/>
              <a:defRPr/>
            </a:pP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S</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S</a:t>
            </a:r>
          </a:p>
          <a:p>
            <a:pPr marL="609600" marR="0" lvl="0" indent="-609600" algn="l" defTabSz="914400" rtl="0" eaLnBrk="1" fontAlgn="base" latinLnBrk="0" hangingPunct="1">
              <a:lnSpc>
                <a:spcPct val="90000"/>
              </a:lnSpc>
              <a:spcBef>
                <a:spcPct val="0"/>
              </a:spcBef>
              <a:spcAft>
                <a:spcPct val="0"/>
              </a:spcAft>
              <a:buClr>
                <a:schemeClr val="accent1"/>
              </a:buClr>
              <a:buSzPct val="100000"/>
              <a:buFont typeface="Wingdings" panose="05000000000000000000" pitchFamily="2" charset="2"/>
              <a:buNone/>
              <a:defRPr/>
            </a:pP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S</a:t>
            </a: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BB</a:t>
            </a:r>
          </a:p>
          <a:p>
            <a:pPr marL="609600" marR="0" lvl="0" indent="-609600" algn="l" defTabSz="914400" rtl="0" eaLnBrk="1" fontAlgn="base" latinLnBrk="0" hangingPunct="1">
              <a:lnSpc>
                <a:spcPct val="90000"/>
              </a:lnSpc>
              <a:spcBef>
                <a:spcPct val="0"/>
              </a:spcBef>
              <a:spcAft>
                <a:spcPct val="0"/>
              </a:spcAft>
              <a:buClr>
                <a:schemeClr val="accent1"/>
              </a:buClr>
              <a:buSzPct val="100000"/>
              <a:buFont typeface="Wingdings" panose="05000000000000000000" pitchFamily="2" charset="2"/>
              <a:buNone/>
              <a:defRPr/>
            </a:pP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aB</a:t>
            </a:r>
          </a:p>
          <a:p>
            <a:pPr marL="609600" marR="0" lvl="0" indent="-609600" algn="l" defTabSz="914400" rtl="0" eaLnBrk="1" fontAlgn="base" latinLnBrk="0" hangingPunct="1">
              <a:lnSpc>
                <a:spcPct val="90000"/>
              </a:lnSpc>
              <a:spcBef>
                <a:spcPct val="0"/>
              </a:spcBef>
              <a:spcAft>
                <a:spcPct val="0"/>
              </a:spcAft>
              <a:buClr>
                <a:schemeClr val="accent1"/>
              </a:buClr>
              <a:buSzPct val="100000"/>
              <a:buFont typeface="Wingdings" panose="05000000000000000000" pitchFamily="2" charset="2"/>
              <a:buNone/>
              <a:defRPr/>
            </a:pP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5988" name="Rectangle 4"/>
          <p:cNvSpPr>
            <a:spLocks noChangeArrowheads="1"/>
          </p:cNvSpPr>
          <p:nvPr/>
        </p:nvSpPr>
        <p:spPr bwMode="auto">
          <a:xfrm>
            <a:off x="3160713" y="757238"/>
            <a:ext cx="1001713" cy="708025"/>
          </a:xfrm>
          <a:prstGeom prst="rect">
            <a:avLst/>
          </a:prstGeom>
          <a:solidFill>
            <a:schemeClr val="accent5">
              <a:lumMod val="60000"/>
              <a:lumOff val="40000"/>
            </a:schemeClr>
          </a:solidFill>
          <a:ln w="12700">
            <a:solidFill>
              <a:schemeClr val="tx1"/>
            </a:solidFill>
            <a:miter lim="800000"/>
          </a:ln>
        </p:spPr>
        <p:txBody>
          <a:bodyPr lIns="92075" tIns="46038" rIns="92075" bIns="46038"/>
          <a:lstStyle/>
          <a:p>
            <a:pPr marL="609600" marR="0" lvl="0" indent="-609600" algn="l" defTabSz="914400" rtl="0" eaLnBrk="0" fontAlgn="base" latinLnBrk="0" hangingPunct="0">
              <a:lnSpc>
                <a:spcPct val="100000"/>
              </a:lnSpc>
              <a:spcBef>
                <a:spcPct val="0"/>
              </a:spcBef>
              <a:spcAft>
                <a:spcPct val="0"/>
              </a:spcAft>
              <a:buClr>
                <a:schemeClr val="tx2"/>
              </a:buClr>
              <a:buSzPct val="75000"/>
              <a:buFont typeface="Monotype Sorts"/>
              <a:buNone/>
              <a:defRPr/>
            </a:pP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000" b="1" i="1"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609600" marR="0" lvl="0" indent="-609600" algn="l" defTabSz="914400" rtl="0" eaLnBrk="0" fontAlgn="base" latinLnBrk="0" hangingPunct="0">
              <a:lnSpc>
                <a:spcPct val="100000"/>
              </a:lnSpc>
              <a:spcBef>
                <a:spcPct val="0"/>
              </a:spcBef>
              <a:spcAft>
                <a:spcPct val="0"/>
              </a:spcAft>
              <a:buClr>
                <a:schemeClr val="tx2"/>
              </a:buClr>
              <a:buSzPct val="75000"/>
              <a:buFont typeface="Monotype Sorts"/>
              <a:buNone/>
              <a:defRPr/>
            </a:pP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000" b="1" i="1" u="none" strike="noStrike" kern="120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 </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5989" name="Line 5"/>
          <p:cNvSpPr/>
          <p:nvPr/>
        </p:nvSpPr>
        <p:spPr>
          <a:xfrm>
            <a:off x="2744788" y="1112838"/>
            <a:ext cx="420687" cy="1587"/>
          </a:xfrm>
          <a:prstGeom prst="line">
            <a:avLst/>
          </a:prstGeom>
          <a:ln w="38100" cap="flat" cmpd="sng">
            <a:solidFill>
              <a:schemeClr val="tx1"/>
            </a:solidFill>
            <a:prstDash val="solid"/>
            <a:headEnd type="none" w="sm" len="sm"/>
            <a:tailEnd type="triangle" w="med" len="med"/>
          </a:ln>
        </p:spPr>
      </p:sp>
      <p:sp>
        <p:nvSpPr>
          <p:cNvPr id="425990" name="Text Box 6"/>
          <p:cNvSpPr txBox="1"/>
          <p:nvPr/>
        </p:nvSpPr>
        <p:spPr>
          <a:xfrm>
            <a:off x="2698750" y="714375"/>
            <a:ext cx="533400" cy="400050"/>
          </a:xfrm>
          <a:prstGeom prst="rect">
            <a:avLst/>
          </a:prstGeom>
          <a:noFill/>
          <a:ln w="12700">
            <a:noFill/>
          </a:ln>
        </p:spPr>
        <p:txBody>
          <a:bodyPr>
            <a:spAutoFit/>
          </a:bodyPr>
          <a:lstStyle/>
          <a:p>
            <a:pPr>
              <a:spcBef>
                <a:spcPct val="50000"/>
              </a:spcBef>
            </a:pPr>
            <a:r>
              <a:rPr lang="en-US" altLang="zh-CN" sz="2000" b="1" i="1" dirty="0">
                <a:latin typeface="Times New Roman" panose="02020603050405020304" pitchFamily="18" charset="0"/>
              </a:rPr>
              <a:t>S</a:t>
            </a:r>
          </a:p>
        </p:txBody>
      </p:sp>
      <p:sp>
        <p:nvSpPr>
          <p:cNvPr id="425991" name="Line 7"/>
          <p:cNvSpPr/>
          <p:nvPr/>
        </p:nvSpPr>
        <p:spPr>
          <a:xfrm>
            <a:off x="2744788" y="1755775"/>
            <a:ext cx="417512" cy="1588"/>
          </a:xfrm>
          <a:prstGeom prst="line">
            <a:avLst/>
          </a:prstGeom>
          <a:ln w="38100" cap="flat" cmpd="sng">
            <a:solidFill>
              <a:schemeClr val="tx1"/>
            </a:solidFill>
            <a:prstDash val="solid"/>
            <a:headEnd type="none" w="sm" len="sm"/>
            <a:tailEnd type="triangle" w="med" len="med"/>
          </a:ln>
        </p:spPr>
      </p:sp>
      <p:sp>
        <p:nvSpPr>
          <p:cNvPr id="425992" name="Text Box 8"/>
          <p:cNvSpPr txBox="1"/>
          <p:nvPr/>
        </p:nvSpPr>
        <p:spPr>
          <a:xfrm>
            <a:off x="2716213" y="1347788"/>
            <a:ext cx="533400" cy="400050"/>
          </a:xfrm>
          <a:prstGeom prst="rect">
            <a:avLst/>
          </a:prstGeom>
          <a:noFill/>
          <a:ln w="12700">
            <a:noFill/>
          </a:ln>
        </p:spPr>
        <p:txBody>
          <a:bodyPr>
            <a:spAutoFit/>
          </a:bodyPr>
          <a:lstStyle/>
          <a:p>
            <a:pPr>
              <a:spcBef>
                <a:spcPct val="50000"/>
              </a:spcBef>
            </a:pPr>
            <a:r>
              <a:rPr lang="en-US" altLang="zh-CN" sz="2000" b="1" i="1" dirty="0">
                <a:latin typeface="Times New Roman" panose="02020603050405020304" pitchFamily="18" charset="0"/>
              </a:rPr>
              <a:t>B</a:t>
            </a:r>
          </a:p>
        </p:txBody>
      </p:sp>
      <p:sp>
        <p:nvSpPr>
          <p:cNvPr id="425993" name="Rectangle 9"/>
          <p:cNvSpPr/>
          <p:nvPr/>
        </p:nvSpPr>
        <p:spPr>
          <a:xfrm>
            <a:off x="3154363" y="1627188"/>
            <a:ext cx="1295400" cy="1400175"/>
          </a:xfrm>
          <a:prstGeom prst="rect">
            <a:avLst/>
          </a:prstGeom>
          <a:noFill/>
          <a:ln w="9525">
            <a:noFill/>
          </a:ln>
        </p:spPr>
        <p:txBody>
          <a:bodyPr lIns="92075" tIns="46038" rIns="92075" bIns="46038"/>
          <a:lstStyle/>
          <a:p>
            <a:pPr marL="609600" indent="-609600">
              <a:buClr>
                <a:schemeClr val="tx2"/>
              </a:buClr>
              <a:buSzPct val="75000"/>
              <a:buFont typeface="Monotype Sorts"/>
            </a:pPr>
            <a:r>
              <a:rPr lang="en-US" altLang="zh-CN" sz="2000" b="1" i="1" dirty="0">
                <a:latin typeface="Times New Roman" panose="02020603050405020304" pitchFamily="18" charset="0"/>
              </a:rPr>
              <a:t>I</a:t>
            </a:r>
            <a:r>
              <a:rPr lang="en-US" altLang="zh-CN" sz="2000" b="1" i="1" baseline="-25000" dirty="0">
                <a:latin typeface="Times New Roman" panose="02020603050405020304" pitchFamily="18" charset="0"/>
              </a:rPr>
              <a:t>2</a:t>
            </a:r>
            <a:r>
              <a:rPr lang="en-US" altLang="zh-CN" sz="2000" b="1" dirty="0">
                <a:latin typeface="Times New Roman" panose="02020603050405020304" pitchFamily="18" charset="0"/>
              </a:rPr>
              <a:t>:</a:t>
            </a:r>
          </a:p>
          <a:p>
            <a:pPr marL="609600" indent="-609600">
              <a:buClr>
                <a:schemeClr val="tx2"/>
              </a:buClr>
              <a:buSzPct val="75000"/>
              <a:buFont typeface="Monotype Sorts"/>
            </a:pPr>
            <a:r>
              <a:rPr lang="en-US" altLang="zh-CN" sz="2000" b="1" i="1" dirty="0">
                <a:latin typeface="Times New Roman" panose="02020603050405020304" pitchFamily="18" charset="0"/>
              </a:rPr>
              <a:t>S</a:t>
            </a:r>
            <a:r>
              <a:rPr lang="en-US" altLang="zh-CN" sz="2000" b="1" dirty="0">
                <a:latin typeface="Times New Roman" panose="02020603050405020304" pitchFamily="18" charset="0"/>
              </a:rPr>
              <a:t>→</a:t>
            </a:r>
            <a:r>
              <a:rPr lang="en-US" altLang="zh-CN" sz="2000" b="1" i="1" dirty="0">
                <a:latin typeface="Times New Roman" panose="02020603050405020304" pitchFamily="18" charset="0"/>
              </a:rPr>
              <a:t>B</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i="1" dirty="0">
                <a:latin typeface="Times New Roman" panose="02020603050405020304" pitchFamily="18" charset="0"/>
              </a:rPr>
              <a:t>B</a:t>
            </a:r>
          </a:p>
          <a:p>
            <a:pPr marL="609600" indent="-609600">
              <a:buClr>
                <a:schemeClr val="tx2"/>
              </a:buClr>
              <a:buSzPct val="75000"/>
              <a:buFont typeface="Monotype Sorts"/>
            </a:pPr>
            <a:r>
              <a:rPr lang="en-US" altLang="zh-CN" sz="2000" b="1" i="1" dirty="0">
                <a:latin typeface="Times New Roman" panose="02020603050405020304" pitchFamily="18" charset="0"/>
              </a:rPr>
              <a:t>B</a:t>
            </a:r>
            <a:r>
              <a:rPr lang="en-US" altLang="zh-CN" sz="2000" b="1" dirty="0">
                <a:latin typeface="Times New Roman" panose="02020603050405020304" pitchFamily="18" charset="0"/>
              </a:rPr>
              <a:t>→</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i="1" dirty="0">
                <a:latin typeface="Times New Roman" panose="02020603050405020304" pitchFamily="18" charset="0"/>
              </a:rPr>
              <a:t>aB</a:t>
            </a:r>
          </a:p>
          <a:p>
            <a:pPr marL="609600" indent="-609600">
              <a:buClr>
                <a:schemeClr val="tx2"/>
              </a:buClr>
              <a:buSzPct val="75000"/>
              <a:buFont typeface="Monotype Sorts"/>
            </a:pPr>
            <a:r>
              <a:rPr lang="en-US" altLang="zh-CN" sz="2000" b="1" i="1" dirty="0">
                <a:latin typeface="Times New Roman" panose="02020603050405020304" pitchFamily="18" charset="0"/>
              </a:rPr>
              <a:t>B</a:t>
            </a:r>
            <a:r>
              <a:rPr lang="en-US" altLang="zh-CN" sz="2000" b="1" dirty="0">
                <a:latin typeface="Times New Roman" panose="02020603050405020304" pitchFamily="18" charset="0"/>
              </a:rPr>
              <a:t>→</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i="1" dirty="0">
                <a:latin typeface="Times New Roman" panose="02020603050405020304" pitchFamily="18" charset="0"/>
              </a:rPr>
              <a:t>b</a:t>
            </a:r>
            <a:r>
              <a:rPr lang="en-US" altLang="zh-CN" sz="2400" b="1" dirty="0">
                <a:latin typeface="Times New Roman" panose="02020603050405020304" pitchFamily="18" charset="0"/>
              </a:rPr>
              <a:t>	</a:t>
            </a:r>
            <a:endParaRPr lang="en-US" altLang="zh-CN" sz="2800" b="1" dirty="0">
              <a:latin typeface="Times New Roman" panose="02020603050405020304" pitchFamily="18" charset="0"/>
            </a:endParaRPr>
          </a:p>
        </p:txBody>
      </p:sp>
      <p:sp>
        <p:nvSpPr>
          <p:cNvPr id="425994" name="Freeform 10"/>
          <p:cNvSpPr/>
          <p:nvPr/>
        </p:nvSpPr>
        <p:spPr>
          <a:xfrm>
            <a:off x="2024063" y="2208213"/>
            <a:ext cx="1141412" cy="2343150"/>
          </a:xfrm>
          <a:custGeom>
            <a:avLst/>
            <a:gdLst>
              <a:gd name="txL" fmla="*/ 0 w 816"/>
              <a:gd name="txT" fmla="*/ 0 h 1344"/>
              <a:gd name="txR" fmla="*/ 816 w 816"/>
              <a:gd name="txB" fmla="*/ 1344 h 1344"/>
            </a:gdLst>
            <a:ahLst/>
            <a:cxnLst>
              <a:cxn ang="0">
                <a:pos x="0" y="0"/>
              </a:cxn>
              <a:cxn ang="0">
                <a:pos x="2147483646" y="2147483646"/>
              </a:cxn>
              <a:cxn ang="0">
                <a:pos x="2147483646" y="2147483646"/>
              </a:cxn>
              <a:cxn ang="0">
                <a:pos x="2147483646" y="2147483646"/>
              </a:cxn>
            </a:cxnLst>
            <a:rect l="txL" t="txT" r="txR" b="txB"/>
            <a:pathLst>
              <a:path w="816" h="1344">
                <a:moveTo>
                  <a:pt x="0" y="0"/>
                </a:moveTo>
                <a:cubicBezTo>
                  <a:pt x="0" y="312"/>
                  <a:pt x="0" y="624"/>
                  <a:pt x="48" y="816"/>
                </a:cubicBezTo>
                <a:cubicBezTo>
                  <a:pt x="96" y="1008"/>
                  <a:pt x="160" y="1064"/>
                  <a:pt x="288" y="1152"/>
                </a:cubicBezTo>
                <a:cubicBezTo>
                  <a:pt x="416" y="1240"/>
                  <a:pt x="720" y="1304"/>
                  <a:pt x="816" y="1344"/>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425995" name="Text Box 11"/>
          <p:cNvSpPr txBox="1"/>
          <p:nvPr/>
        </p:nvSpPr>
        <p:spPr>
          <a:xfrm>
            <a:off x="1701800" y="2471738"/>
            <a:ext cx="457200" cy="400050"/>
          </a:xfrm>
          <a:prstGeom prst="rect">
            <a:avLst/>
          </a:prstGeom>
          <a:noFill/>
          <a:ln w="12700">
            <a:noFill/>
          </a:ln>
        </p:spPr>
        <p:txBody>
          <a:bodyPr>
            <a:spAutoFit/>
          </a:bodyPr>
          <a:lstStyle/>
          <a:p>
            <a:pPr>
              <a:spcBef>
                <a:spcPct val="50000"/>
              </a:spcBef>
            </a:pPr>
            <a:r>
              <a:rPr lang="en-US" altLang="zh-CN" sz="2000" b="1" i="1" dirty="0">
                <a:latin typeface="Times New Roman" panose="02020603050405020304" pitchFamily="18" charset="0"/>
              </a:rPr>
              <a:t>a</a:t>
            </a:r>
          </a:p>
        </p:txBody>
      </p:sp>
      <p:sp>
        <p:nvSpPr>
          <p:cNvPr id="425996" name="Rectangle 12"/>
          <p:cNvSpPr/>
          <p:nvPr/>
        </p:nvSpPr>
        <p:spPr>
          <a:xfrm>
            <a:off x="3162300" y="3863975"/>
            <a:ext cx="1295400" cy="1085850"/>
          </a:xfrm>
          <a:prstGeom prst="rect">
            <a:avLst/>
          </a:prstGeom>
          <a:noFill/>
          <a:ln w="9525">
            <a:noFill/>
          </a:ln>
        </p:spPr>
        <p:txBody>
          <a:bodyPr lIns="92075" tIns="46038" rIns="92075" bIns="46038"/>
          <a:lstStyle/>
          <a:p>
            <a:pPr marL="609600" indent="-609600">
              <a:lnSpc>
                <a:spcPct val="90000"/>
              </a:lnSpc>
              <a:buClr>
                <a:schemeClr val="tx2"/>
              </a:buClr>
              <a:buSzPct val="75000"/>
              <a:buFont typeface="Monotype Sorts"/>
            </a:pPr>
            <a:r>
              <a:rPr lang="en-US" altLang="zh-CN" sz="2000" b="1" i="1" dirty="0">
                <a:latin typeface="Times New Roman" panose="02020603050405020304" pitchFamily="18" charset="0"/>
              </a:rPr>
              <a:t>I</a:t>
            </a:r>
            <a:r>
              <a:rPr lang="en-US" altLang="zh-CN" sz="2000" b="1" i="1" baseline="-25000" dirty="0">
                <a:latin typeface="Times New Roman" panose="02020603050405020304" pitchFamily="18" charset="0"/>
              </a:rPr>
              <a:t>3</a:t>
            </a:r>
            <a:r>
              <a:rPr lang="en-US" altLang="zh-CN" sz="2000" b="1" dirty="0">
                <a:latin typeface="Times New Roman" panose="02020603050405020304" pitchFamily="18" charset="0"/>
              </a:rPr>
              <a:t>:</a:t>
            </a:r>
          </a:p>
          <a:p>
            <a:pPr marL="609600" indent="-609600">
              <a:lnSpc>
                <a:spcPct val="90000"/>
              </a:lnSpc>
              <a:buClr>
                <a:schemeClr val="tx2"/>
              </a:buClr>
              <a:buSzPct val="75000"/>
              <a:buFont typeface="Monotype Sorts"/>
            </a:pPr>
            <a:r>
              <a:rPr lang="en-US" altLang="zh-CN" sz="2000" b="1" i="1" dirty="0">
                <a:latin typeface="Times New Roman" panose="02020603050405020304" pitchFamily="18" charset="0"/>
              </a:rPr>
              <a:t>B</a:t>
            </a:r>
            <a:r>
              <a:rPr lang="en-US" altLang="zh-CN" sz="2000" b="1" dirty="0">
                <a:latin typeface="Times New Roman" panose="02020603050405020304" pitchFamily="18" charset="0"/>
              </a:rPr>
              <a:t>→</a:t>
            </a:r>
            <a:r>
              <a:rPr lang="en-US" altLang="zh-CN" sz="2000" b="1" i="1" dirty="0">
                <a:latin typeface="Times New Roman" panose="02020603050405020304" pitchFamily="18" charset="0"/>
              </a:rPr>
              <a:t>a</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i="1" dirty="0">
                <a:latin typeface="Times New Roman" panose="02020603050405020304" pitchFamily="18" charset="0"/>
              </a:rPr>
              <a:t>B</a:t>
            </a:r>
          </a:p>
          <a:p>
            <a:pPr marL="609600" indent="-609600">
              <a:lnSpc>
                <a:spcPct val="90000"/>
              </a:lnSpc>
              <a:buClr>
                <a:schemeClr val="tx2"/>
              </a:buClr>
              <a:buSzPct val="75000"/>
              <a:buFont typeface="Monotype Sorts"/>
            </a:pPr>
            <a:r>
              <a:rPr lang="en-US" altLang="zh-CN" sz="2000" b="1" i="1" dirty="0">
                <a:latin typeface="Times New Roman" panose="02020603050405020304" pitchFamily="18" charset="0"/>
              </a:rPr>
              <a:t>B</a:t>
            </a:r>
            <a:r>
              <a:rPr lang="en-US" altLang="zh-CN" sz="2000" b="1" dirty="0">
                <a:latin typeface="Times New Roman" panose="02020603050405020304" pitchFamily="18" charset="0"/>
              </a:rPr>
              <a:t>→</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i="1" dirty="0">
                <a:latin typeface="Times New Roman" panose="02020603050405020304" pitchFamily="18" charset="0"/>
              </a:rPr>
              <a:t>aB</a:t>
            </a:r>
          </a:p>
          <a:p>
            <a:pPr marL="609600" indent="-609600">
              <a:lnSpc>
                <a:spcPct val="90000"/>
              </a:lnSpc>
              <a:buClr>
                <a:schemeClr val="tx2"/>
              </a:buClr>
              <a:buSzPct val="75000"/>
              <a:buFont typeface="Monotype Sorts"/>
            </a:pPr>
            <a:r>
              <a:rPr lang="en-US" altLang="zh-CN" sz="2000" b="1" i="1" dirty="0">
                <a:latin typeface="Times New Roman" panose="02020603050405020304" pitchFamily="18" charset="0"/>
              </a:rPr>
              <a:t>B</a:t>
            </a:r>
            <a:r>
              <a:rPr lang="en-US" altLang="zh-CN" sz="2000" b="1" dirty="0">
                <a:latin typeface="Times New Roman" panose="02020603050405020304" pitchFamily="18" charset="0"/>
              </a:rPr>
              <a:t>→</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i="1" dirty="0">
                <a:latin typeface="Times New Roman" panose="02020603050405020304" pitchFamily="18" charset="0"/>
              </a:rPr>
              <a:t>b</a:t>
            </a:r>
            <a:r>
              <a:rPr lang="en-US" altLang="zh-CN" sz="2000" b="1" dirty="0">
                <a:latin typeface="Times New Roman" panose="02020603050405020304" pitchFamily="18" charset="0"/>
              </a:rPr>
              <a:t>	</a:t>
            </a:r>
          </a:p>
        </p:txBody>
      </p:sp>
      <p:sp>
        <p:nvSpPr>
          <p:cNvPr id="425997" name="Freeform 13"/>
          <p:cNvSpPr/>
          <p:nvPr/>
        </p:nvSpPr>
        <p:spPr>
          <a:xfrm>
            <a:off x="2444750" y="2212975"/>
            <a:ext cx="715963" cy="1243013"/>
          </a:xfrm>
          <a:custGeom>
            <a:avLst/>
            <a:gdLst>
              <a:gd name="txL" fmla="*/ 0 w 1680"/>
              <a:gd name="txT" fmla="*/ 0 h 1056"/>
              <a:gd name="txR" fmla="*/ 1680 w 1680"/>
              <a:gd name="txB" fmla="*/ 1056 h 1056"/>
            </a:gdLst>
            <a:ahLst/>
            <a:cxnLst>
              <a:cxn ang="0">
                <a:pos x="0" y="0"/>
              </a:cxn>
              <a:cxn ang="0">
                <a:pos x="2147483646" y="2147483646"/>
              </a:cxn>
              <a:cxn ang="0">
                <a:pos x="2147483646" y="2147483646"/>
              </a:cxn>
              <a:cxn ang="0">
                <a:pos x="2147483646" y="2147483646"/>
              </a:cxn>
              <a:cxn ang="0">
                <a:pos x="2147483646" y="2147483646"/>
              </a:cxn>
            </a:cxnLst>
            <a:rect l="txL" t="txT" r="txR" b="txB"/>
            <a:pathLst>
              <a:path w="1680" h="1056">
                <a:moveTo>
                  <a:pt x="0" y="0"/>
                </a:moveTo>
                <a:cubicBezTo>
                  <a:pt x="4" y="240"/>
                  <a:pt x="8" y="480"/>
                  <a:pt x="48" y="624"/>
                </a:cubicBezTo>
                <a:cubicBezTo>
                  <a:pt x="88" y="768"/>
                  <a:pt x="128" y="800"/>
                  <a:pt x="240" y="864"/>
                </a:cubicBezTo>
                <a:cubicBezTo>
                  <a:pt x="352" y="928"/>
                  <a:pt x="480" y="976"/>
                  <a:pt x="720" y="1008"/>
                </a:cubicBezTo>
                <a:cubicBezTo>
                  <a:pt x="960" y="1040"/>
                  <a:pt x="1528" y="1056"/>
                  <a:pt x="1680" y="1056"/>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425998" name="Text Box 14"/>
          <p:cNvSpPr txBox="1"/>
          <p:nvPr/>
        </p:nvSpPr>
        <p:spPr>
          <a:xfrm>
            <a:off x="2459038" y="2500313"/>
            <a:ext cx="457200" cy="400050"/>
          </a:xfrm>
          <a:prstGeom prst="rect">
            <a:avLst/>
          </a:prstGeom>
          <a:noFill/>
          <a:ln w="12700">
            <a:noFill/>
          </a:ln>
        </p:spPr>
        <p:txBody>
          <a:bodyPr>
            <a:spAutoFit/>
          </a:bodyPr>
          <a:lstStyle/>
          <a:p>
            <a:pPr>
              <a:spcBef>
                <a:spcPct val="50000"/>
              </a:spcBef>
            </a:pPr>
            <a:r>
              <a:rPr lang="en-US" altLang="zh-CN" sz="2000" b="1" i="1" dirty="0">
                <a:latin typeface="Times New Roman" panose="02020603050405020304" pitchFamily="18" charset="0"/>
              </a:rPr>
              <a:t>b</a:t>
            </a:r>
          </a:p>
        </p:txBody>
      </p:sp>
      <p:sp>
        <p:nvSpPr>
          <p:cNvPr id="425999" name="Rectangle 15"/>
          <p:cNvSpPr>
            <a:spLocks noChangeArrowheads="1"/>
          </p:cNvSpPr>
          <p:nvPr/>
        </p:nvSpPr>
        <p:spPr bwMode="auto">
          <a:xfrm>
            <a:off x="3162300" y="2971800"/>
            <a:ext cx="1000125" cy="571500"/>
          </a:xfrm>
          <a:prstGeom prst="rect">
            <a:avLst/>
          </a:prstGeom>
          <a:solidFill>
            <a:schemeClr val="accent5">
              <a:lumMod val="60000"/>
              <a:lumOff val="40000"/>
            </a:schemeClr>
          </a:solidFill>
          <a:ln w="12700">
            <a:solidFill>
              <a:schemeClr val="tx1"/>
            </a:solidFill>
            <a:miter lim="800000"/>
          </a:ln>
        </p:spPr>
        <p:txBody>
          <a:bodyPr lIns="92075" tIns="46038" rIns="92075" bIns="46038"/>
          <a:lstStyle/>
          <a:p>
            <a:pPr marL="609600" marR="0" lvl="0" indent="-609600" algn="l" defTabSz="914400" rtl="0" eaLnBrk="0" fontAlgn="base" latinLnBrk="0" hangingPunct="0">
              <a:lnSpc>
                <a:spcPct val="90000"/>
              </a:lnSpc>
              <a:spcBef>
                <a:spcPct val="0"/>
              </a:spcBef>
              <a:spcAft>
                <a:spcPct val="0"/>
              </a:spcAft>
              <a:buClr>
                <a:schemeClr val="tx2"/>
              </a:buClr>
              <a:buSzPct val="75000"/>
              <a:buFont typeface="Monotype Sorts"/>
              <a:buNone/>
              <a:defRPr/>
            </a:pP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000" b="1" i="1"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4</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609600" marR="0" lvl="0" indent="-609600" algn="l" defTabSz="914400" rtl="0" eaLnBrk="0" fontAlgn="base" latinLnBrk="0" hangingPunct="0">
              <a:lnSpc>
                <a:spcPct val="90000"/>
              </a:lnSpc>
              <a:spcBef>
                <a:spcPct val="0"/>
              </a:spcBef>
              <a:spcAft>
                <a:spcPct val="0"/>
              </a:spcAft>
              <a:buClr>
                <a:schemeClr val="tx2"/>
              </a:buClr>
              <a:buSzPct val="75000"/>
              <a:buFont typeface="Monotype Sorts"/>
              <a:buNone/>
              <a:defRPr/>
            </a:pPr>
            <a:r>
              <a:rPr kumimoji="1" lang="en-US" altLang="zh-CN" sz="2000" b="1"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 </a:t>
            </a:r>
            <a:r>
              <a:rPr kumimoji="1" lang="en-US" altLang="zh-CN" sz="2000" b="0" i="0" u="none" strike="noStrike" kern="1200" cap="none" spc="0" normalizeH="0" baseline="0" noProof="0" dirty="0">
                <a:ln>
                  <a:noFill/>
                </a:ln>
                <a:solidFill>
                  <a:srgbClr val="FFFF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6000" name="Line 16"/>
          <p:cNvSpPr/>
          <p:nvPr/>
        </p:nvSpPr>
        <p:spPr>
          <a:xfrm>
            <a:off x="4162425" y="1763713"/>
            <a:ext cx="382588" cy="7937"/>
          </a:xfrm>
          <a:prstGeom prst="line">
            <a:avLst/>
          </a:prstGeom>
          <a:ln w="38100" cap="flat" cmpd="sng">
            <a:solidFill>
              <a:schemeClr val="tx1"/>
            </a:solidFill>
            <a:prstDash val="solid"/>
            <a:headEnd type="none" w="sm" len="sm"/>
            <a:tailEnd type="triangle" w="med" len="med"/>
          </a:ln>
        </p:spPr>
      </p:sp>
      <p:sp>
        <p:nvSpPr>
          <p:cNvPr id="426001" name="Text Box 17"/>
          <p:cNvSpPr txBox="1"/>
          <p:nvPr/>
        </p:nvSpPr>
        <p:spPr>
          <a:xfrm>
            <a:off x="4113213" y="1357313"/>
            <a:ext cx="533400" cy="400050"/>
          </a:xfrm>
          <a:prstGeom prst="rect">
            <a:avLst/>
          </a:prstGeom>
          <a:noFill/>
          <a:ln w="12700">
            <a:noFill/>
          </a:ln>
        </p:spPr>
        <p:txBody>
          <a:bodyPr>
            <a:spAutoFit/>
          </a:bodyPr>
          <a:lstStyle/>
          <a:p>
            <a:pPr>
              <a:spcBef>
                <a:spcPct val="50000"/>
              </a:spcBef>
            </a:pPr>
            <a:r>
              <a:rPr lang="en-US" altLang="zh-CN" sz="2000" b="1" i="1" dirty="0">
                <a:latin typeface="Times New Roman" panose="02020603050405020304" pitchFamily="18" charset="0"/>
              </a:rPr>
              <a:t>B</a:t>
            </a:r>
          </a:p>
        </p:txBody>
      </p:sp>
      <p:sp>
        <p:nvSpPr>
          <p:cNvPr id="426002" name="Rectangle 18"/>
          <p:cNvSpPr>
            <a:spLocks noChangeArrowheads="1"/>
          </p:cNvSpPr>
          <p:nvPr/>
        </p:nvSpPr>
        <p:spPr bwMode="auto">
          <a:xfrm>
            <a:off x="4545013" y="1557338"/>
            <a:ext cx="1035050" cy="720725"/>
          </a:xfrm>
          <a:prstGeom prst="rect">
            <a:avLst/>
          </a:prstGeom>
          <a:solidFill>
            <a:schemeClr val="accent5">
              <a:lumMod val="60000"/>
              <a:lumOff val="40000"/>
            </a:schemeClr>
          </a:solidFill>
          <a:ln w="12700">
            <a:solidFill>
              <a:schemeClr val="tx1"/>
            </a:solidFill>
            <a:miter lim="800000"/>
          </a:ln>
        </p:spPr>
        <p:txBody>
          <a:bodyPr lIns="92075" tIns="46038" rIns="92075" bIns="46038"/>
          <a:lstStyle/>
          <a:p>
            <a:pPr marL="609600" marR="0" lvl="0" indent="-609600" algn="l" defTabSz="914400" rtl="0" eaLnBrk="0" fontAlgn="base" latinLnBrk="0" hangingPunct="0">
              <a:lnSpc>
                <a:spcPct val="100000"/>
              </a:lnSpc>
              <a:spcBef>
                <a:spcPct val="0"/>
              </a:spcBef>
              <a:spcAft>
                <a:spcPct val="0"/>
              </a:spcAft>
              <a:buClr>
                <a:schemeClr val="tx2"/>
              </a:buClr>
              <a:buSzPct val="75000"/>
              <a:buFont typeface="Monotype Sorts"/>
              <a:buNone/>
              <a:defRPr/>
            </a:pP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000" b="1" i="1"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5</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609600" marR="0" lvl="0" indent="-609600" algn="l" defTabSz="914400" rtl="0" eaLnBrk="0" fontAlgn="base" latinLnBrk="0" hangingPunct="0">
              <a:lnSpc>
                <a:spcPct val="100000"/>
              </a:lnSpc>
              <a:spcBef>
                <a:spcPct val="0"/>
              </a:spcBef>
              <a:spcAft>
                <a:spcPct val="0"/>
              </a:spcAft>
              <a:buClr>
                <a:schemeClr val="tx2"/>
              </a:buClr>
              <a:buSzPct val="75000"/>
              <a:buFont typeface="Monotype Sorts"/>
              <a:buNone/>
              <a:defRPr/>
            </a:pP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BB</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a:t>
            </a:r>
            <a:endPar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6003" name="Freeform 19"/>
          <p:cNvSpPr/>
          <p:nvPr/>
        </p:nvSpPr>
        <p:spPr>
          <a:xfrm>
            <a:off x="4162425" y="2278063"/>
            <a:ext cx="793750" cy="1781175"/>
          </a:xfrm>
          <a:custGeom>
            <a:avLst/>
            <a:gdLst>
              <a:gd name="txL" fmla="*/ 0 w 1424"/>
              <a:gd name="txT" fmla="*/ 0 h 1968"/>
              <a:gd name="txR" fmla="*/ 1424 w 1424"/>
              <a:gd name="txB" fmla="*/ 1968 h 1968"/>
            </a:gdLst>
            <a:ahLst/>
            <a:cxnLst>
              <a:cxn ang="0">
                <a:pos x="0" y="0"/>
              </a:cxn>
              <a:cxn ang="0">
                <a:pos x="2147483646" y="2147483646"/>
              </a:cxn>
              <a:cxn ang="0">
                <a:pos x="2147483646" y="2147483646"/>
              </a:cxn>
              <a:cxn ang="0">
                <a:pos x="2147483646" y="2147483646"/>
              </a:cxn>
            </a:cxnLst>
            <a:rect l="txL" t="txT" r="txR" b="txB"/>
            <a:pathLst>
              <a:path w="1424" h="1968">
                <a:moveTo>
                  <a:pt x="0" y="0"/>
                </a:moveTo>
                <a:cubicBezTo>
                  <a:pt x="448" y="112"/>
                  <a:pt x="896" y="224"/>
                  <a:pt x="1104" y="432"/>
                </a:cubicBezTo>
                <a:cubicBezTo>
                  <a:pt x="1312" y="640"/>
                  <a:pt x="1424" y="992"/>
                  <a:pt x="1248" y="1248"/>
                </a:cubicBezTo>
                <a:cubicBezTo>
                  <a:pt x="1072" y="1504"/>
                  <a:pt x="248" y="1848"/>
                  <a:pt x="48" y="1968"/>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426004" name="Text Box 20"/>
          <p:cNvSpPr txBox="1"/>
          <p:nvPr/>
        </p:nvSpPr>
        <p:spPr>
          <a:xfrm>
            <a:off x="4924425" y="2857500"/>
            <a:ext cx="381000" cy="400050"/>
          </a:xfrm>
          <a:prstGeom prst="rect">
            <a:avLst/>
          </a:prstGeom>
          <a:noFill/>
          <a:ln w="12700">
            <a:noFill/>
          </a:ln>
        </p:spPr>
        <p:txBody>
          <a:bodyPr>
            <a:spAutoFit/>
          </a:bodyPr>
          <a:lstStyle/>
          <a:p>
            <a:pPr>
              <a:spcBef>
                <a:spcPct val="50000"/>
              </a:spcBef>
            </a:pPr>
            <a:r>
              <a:rPr lang="en-US" altLang="zh-CN" sz="2000" b="1" i="1" dirty="0">
                <a:latin typeface="Times New Roman" panose="02020603050405020304" pitchFamily="18" charset="0"/>
              </a:rPr>
              <a:t>a</a:t>
            </a:r>
          </a:p>
        </p:txBody>
      </p:sp>
      <p:sp>
        <p:nvSpPr>
          <p:cNvPr id="426005" name="Freeform 21"/>
          <p:cNvSpPr/>
          <p:nvPr/>
        </p:nvSpPr>
        <p:spPr>
          <a:xfrm>
            <a:off x="4162425" y="2735263"/>
            <a:ext cx="317500" cy="514350"/>
          </a:xfrm>
          <a:custGeom>
            <a:avLst/>
            <a:gdLst>
              <a:gd name="txL" fmla="*/ 0 w 200"/>
              <a:gd name="txT" fmla="*/ 0 h 432"/>
              <a:gd name="txR" fmla="*/ 200 w 200"/>
              <a:gd name="txB" fmla="*/ 432 h 432"/>
            </a:gdLst>
            <a:ahLst/>
            <a:cxnLst>
              <a:cxn ang="0">
                <a:pos x="0" y="0"/>
              </a:cxn>
              <a:cxn ang="0">
                <a:pos x="2147483646" y="2147483646"/>
              </a:cxn>
              <a:cxn ang="0">
                <a:pos x="2147483646" y="2147483646"/>
              </a:cxn>
            </a:cxnLst>
            <a:rect l="txL" t="txT" r="txR" b="txB"/>
            <a:pathLst>
              <a:path w="200" h="432">
                <a:moveTo>
                  <a:pt x="0" y="0"/>
                </a:moveTo>
                <a:cubicBezTo>
                  <a:pt x="92" y="60"/>
                  <a:pt x="184" y="120"/>
                  <a:pt x="192" y="192"/>
                </a:cubicBezTo>
                <a:cubicBezTo>
                  <a:pt x="200" y="264"/>
                  <a:pt x="124" y="348"/>
                  <a:pt x="48" y="432"/>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426006" name="Text Box 22"/>
          <p:cNvSpPr txBox="1"/>
          <p:nvPr/>
        </p:nvSpPr>
        <p:spPr>
          <a:xfrm>
            <a:off x="4448175" y="2849563"/>
            <a:ext cx="381000" cy="400050"/>
          </a:xfrm>
          <a:prstGeom prst="rect">
            <a:avLst/>
          </a:prstGeom>
          <a:noFill/>
          <a:ln w="12700">
            <a:noFill/>
          </a:ln>
        </p:spPr>
        <p:txBody>
          <a:bodyPr>
            <a:spAutoFit/>
          </a:bodyPr>
          <a:lstStyle/>
          <a:p>
            <a:pPr>
              <a:spcBef>
                <a:spcPct val="50000"/>
              </a:spcBef>
            </a:pPr>
            <a:r>
              <a:rPr lang="en-US" altLang="zh-CN" sz="2000" b="1" i="1" dirty="0">
                <a:latin typeface="Times New Roman" panose="02020603050405020304" pitchFamily="18" charset="0"/>
              </a:rPr>
              <a:t>b</a:t>
            </a:r>
          </a:p>
        </p:txBody>
      </p:sp>
      <p:sp>
        <p:nvSpPr>
          <p:cNvPr id="426007" name="Line 23"/>
          <p:cNvSpPr/>
          <p:nvPr/>
        </p:nvSpPr>
        <p:spPr>
          <a:xfrm flipV="1">
            <a:off x="4162425" y="4324350"/>
            <a:ext cx="382588" cy="12700"/>
          </a:xfrm>
          <a:prstGeom prst="line">
            <a:avLst/>
          </a:prstGeom>
          <a:ln w="38100" cap="flat" cmpd="sng">
            <a:solidFill>
              <a:schemeClr val="tx1"/>
            </a:solidFill>
            <a:prstDash val="solid"/>
            <a:headEnd type="none" w="sm" len="sm"/>
            <a:tailEnd type="triangle" w="med" len="med"/>
          </a:ln>
        </p:spPr>
      </p:sp>
      <p:sp>
        <p:nvSpPr>
          <p:cNvPr id="426008" name="Text Box 24"/>
          <p:cNvSpPr txBox="1"/>
          <p:nvPr/>
        </p:nvSpPr>
        <p:spPr>
          <a:xfrm>
            <a:off x="4233863" y="3971925"/>
            <a:ext cx="381000" cy="400050"/>
          </a:xfrm>
          <a:prstGeom prst="rect">
            <a:avLst/>
          </a:prstGeom>
          <a:noFill/>
          <a:ln w="12700">
            <a:noFill/>
          </a:ln>
        </p:spPr>
        <p:txBody>
          <a:bodyPr>
            <a:spAutoFit/>
          </a:bodyPr>
          <a:lstStyle/>
          <a:p>
            <a:pPr>
              <a:spcBef>
                <a:spcPct val="50000"/>
              </a:spcBef>
            </a:pPr>
            <a:r>
              <a:rPr lang="en-US" altLang="zh-CN" sz="2000" b="1" i="1" dirty="0">
                <a:latin typeface="Times New Roman" panose="02020603050405020304" pitchFamily="18" charset="0"/>
              </a:rPr>
              <a:t>B</a:t>
            </a:r>
          </a:p>
        </p:txBody>
      </p:sp>
      <p:sp>
        <p:nvSpPr>
          <p:cNvPr id="426009" name="Rectangle 25"/>
          <p:cNvSpPr>
            <a:spLocks noChangeArrowheads="1"/>
          </p:cNvSpPr>
          <p:nvPr/>
        </p:nvSpPr>
        <p:spPr bwMode="auto">
          <a:xfrm>
            <a:off x="4545013" y="3867150"/>
            <a:ext cx="1001713" cy="685800"/>
          </a:xfrm>
          <a:prstGeom prst="rect">
            <a:avLst/>
          </a:prstGeom>
          <a:solidFill>
            <a:schemeClr val="accent5">
              <a:lumMod val="60000"/>
              <a:lumOff val="40000"/>
            </a:schemeClr>
          </a:solidFill>
          <a:ln w="12700">
            <a:solidFill>
              <a:schemeClr val="tx1"/>
            </a:solidFill>
            <a:miter lim="800000"/>
          </a:ln>
        </p:spPr>
        <p:txBody>
          <a:bodyPr lIns="92075" tIns="46038" rIns="92075" bIns="46038"/>
          <a:lstStyle/>
          <a:p>
            <a:pPr marL="609600" marR="0" lvl="0" indent="-609600" algn="l" defTabSz="914400" rtl="0" eaLnBrk="0" fontAlgn="base" latinLnBrk="0" hangingPunct="0">
              <a:lnSpc>
                <a:spcPct val="100000"/>
              </a:lnSpc>
              <a:spcBef>
                <a:spcPct val="0"/>
              </a:spcBef>
              <a:spcAft>
                <a:spcPct val="0"/>
              </a:spcAft>
              <a:buClr>
                <a:schemeClr val="tx2"/>
              </a:buClr>
              <a:buSzPct val="75000"/>
              <a:buFont typeface="Monotype Sorts"/>
              <a:buNone/>
              <a:defRPr/>
            </a:pP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000" b="1" i="1"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6</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609600" marR="0" lvl="0" indent="-609600" algn="l" defTabSz="914400" rtl="0" eaLnBrk="0" fontAlgn="base" latinLnBrk="0" hangingPunct="0">
              <a:lnSpc>
                <a:spcPct val="100000"/>
              </a:lnSpc>
              <a:spcBef>
                <a:spcPct val="0"/>
              </a:spcBef>
              <a:spcAft>
                <a:spcPct val="0"/>
              </a:spcAft>
              <a:buClr>
                <a:schemeClr val="tx2"/>
              </a:buClr>
              <a:buSzPct val="75000"/>
              <a:buFont typeface="Monotype Sorts"/>
              <a:buNone/>
              <a:defRPr/>
            </a:pPr>
            <a:r>
              <a:rPr kumimoji="1" lang="en-US" altLang="zh-CN" sz="2000" b="1"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aB</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a:t>
            </a:r>
            <a:endPar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6010" name="Freeform 26"/>
          <p:cNvSpPr/>
          <p:nvPr/>
        </p:nvSpPr>
        <p:spPr>
          <a:xfrm>
            <a:off x="4162425" y="4508500"/>
            <a:ext cx="457200" cy="342900"/>
          </a:xfrm>
          <a:custGeom>
            <a:avLst/>
            <a:gdLst>
              <a:gd name="txL" fmla="*/ 0 w 288"/>
              <a:gd name="txT" fmla="*/ 0 h 288"/>
              <a:gd name="txR" fmla="*/ 288 w 288"/>
              <a:gd name="txB" fmla="*/ 288 h 288"/>
            </a:gdLst>
            <a:ahLst/>
            <a:cxnLst>
              <a:cxn ang="0">
                <a:pos x="0" y="0"/>
              </a:cxn>
              <a:cxn ang="0">
                <a:pos x="2147483646" y="2147483646"/>
              </a:cxn>
              <a:cxn ang="0">
                <a:pos x="0" y="2147483646"/>
              </a:cxn>
            </a:cxnLst>
            <a:rect l="txL" t="txT" r="txR" b="txB"/>
            <a:pathLst>
              <a:path w="288" h="288">
                <a:moveTo>
                  <a:pt x="0" y="0"/>
                </a:moveTo>
                <a:cubicBezTo>
                  <a:pt x="144" y="48"/>
                  <a:pt x="288" y="96"/>
                  <a:pt x="288" y="144"/>
                </a:cubicBezTo>
                <a:cubicBezTo>
                  <a:pt x="288" y="192"/>
                  <a:pt x="144" y="240"/>
                  <a:pt x="0" y="288"/>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426011" name="Text Box 27"/>
          <p:cNvSpPr txBox="1"/>
          <p:nvPr/>
        </p:nvSpPr>
        <p:spPr>
          <a:xfrm>
            <a:off x="4662488" y="4459288"/>
            <a:ext cx="457200" cy="461962"/>
          </a:xfrm>
          <a:prstGeom prst="rect">
            <a:avLst/>
          </a:prstGeom>
          <a:noFill/>
          <a:ln w="12700">
            <a:noFill/>
          </a:ln>
        </p:spPr>
        <p:txBody>
          <a:bodyPr>
            <a:spAutoFit/>
          </a:bodyPr>
          <a:lstStyle/>
          <a:p>
            <a:pPr>
              <a:spcBef>
                <a:spcPct val="50000"/>
              </a:spcBef>
            </a:pPr>
            <a:r>
              <a:rPr lang="en-US" altLang="zh-CN" sz="2400" b="1" i="1" dirty="0">
                <a:latin typeface="Times New Roman" panose="02020603050405020304" pitchFamily="18" charset="0"/>
              </a:rPr>
              <a:t>a</a:t>
            </a:r>
          </a:p>
        </p:txBody>
      </p:sp>
      <p:sp>
        <p:nvSpPr>
          <p:cNvPr id="426012" name="Line 28"/>
          <p:cNvSpPr/>
          <p:nvPr/>
        </p:nvSpPr>
        <p:spPr>
          <a:xfrm flipV="1">
            <a:off x="3733800" y="3614738"/>
            <a:ext cx="0" cy="285750"/>
          </a:xfrm>
          <a:prstGeom prst="line">
            <a:avLst/>
          </a:prstGeom>
          <a:ln w="38100" cap="flat" cmpd="sng">
            <a:solidFill>
              <a:schemeClr val="tx1"/>
            </a:solidFill>
            <a:prstDash val="solid"/>
            <a:headEnd type="none" w="sm" len="sm"/>
            <a:tailEnd type="triangle" w="med" len="med"/>
          </a:ln>
        </p:spPr>
      </p:sp>
      <p:sp>
        <p:nvSpPr>
          <p:cNvPr id="426013" name="Text Box 29"/>
          <p:cNvSpPr txBox="1"/>
          <p:nvPr/>
        </p:nvSpPr>
        <p:spPr>
          <a:xfrm>
            <a:off x="3805238" y="3543300"/>
            <a:ext cx="533400" cy="400050"/>
          </a:xfrm>
          <a:prstGeom prst="rect">
            <a:avLst/>
          </a:prstGeom>
          <a:noFill/>
          <a:ln w="12700">
            <a:noFill/>
          </a:ln>
        </p:spPr>
        <p:txBody>
          <a:bodyPr>
            <a:spAutoFit/>
          </a:bodyPr>
          <a:lstStyle/>
          <a:p>
            <a:pPr>
              <a:spcBef>
                <a:spcPct val="50000"/>
              </a:spcBef>
            </a:pPr>
            <a:r>
              <a:rPr lang="en-US" altLang="zh-CN" sz="2000" b="1" i="1" dirty="0">
                <a:latin typeface="Times New Roman" panose="02020603050405020304" pitchFamily="18" charset="0"/>
              </a:rPr>
              <a:t>b</a:t>
            </a:r>
          </a:p>
        </p:txBody>
      </p:sp>
      <p:sp>
        <p:nvSpPr>
          <p:cNvPr id="73759"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buNone/>
            </a:pPr>
            <a:r>
              <a:rPr lang="zh-CN" altLang="en-US" sz="3000" kern="1200" dirty="0">
                <a:solidFill>
                  <a:schemeClr val="tx1"/>
                </a:solidFill>
                <a:latin typeface="微软雅黑" panose="020B0503020204020204" pitchFamily="34" charset="-122"/>
                <a:ea typeface="微软雅黑" panose="020B0503020204020204" pitchFamily="34" charset="-122"/>
                <a:cs typeface="+mj-cs"/>
              </a:rPr>
              <a:t>例：</a:t>
            </a:r>
            <a:r>
              <a:rPr lang="en-US" altLang="zh-CN" sz="3000" i="1" kern="1200" dirty="0">
                <a:solidFill>
                  <a:schemeClr val="tx1"/>
                </a:solidFill>
                <a:latin typeface="Times New Roman" panose="02020603050405020304" pitchFamily="18" charset="0"/>
                <a:ea typeface="微软雅黑" panose="020B0503020204020204" pitchFamily="34" charset="-122"/>
                <a:cs typeface="+mj-cs"/>
              </a:rPr>
              <a:t>LR</a:t>
            </a:r>
            <a:r>
              <a:rPr lang="en-US" altLang="zh-CN" sz="3000" kern="1200" dirty="0">
                <a:solidFill>
                  <a:schemeClr val="tx1"/>
                </a:solidFill>
                <a:latin typeface="Times New Roman" panose="02020603050405020304" pitchFamily="18" charset="0"/>
                <a:ea typeface="微软雅黑" panose="020B0503020204020204" pitchFamily="34" charset="-122"/>
                <a:cs typeface="+mj-cs"/>
              </a:rPr>
              <a:t>(0)</a:t>
            </a:r>
            <a:r>
              <a:rPr lang="zh-CN" altLang="en-US" sz="3000" kern="1200" dirty="0">
                <a:solidFill>
                  <a:schemeClr val="tx1"/>
                </a:solidFill>
                <a:latin typeface="微软雅黑" panose="020B0503020204020204" pitchFamily="34" charset="-122"/>
                <a:ea typeface="微软雅黑" panose="020B0503020204020204" pitchFamily="34" charset="-122"/>
                <a:cs typeface="+mj-cs"/>
              </a:rPr>
              <a:t>自动机</a:t>
            </a:r>
            <a:endParaRPr lang="zh-CN" altLang="en-US" sz="3000" i="1" kern="1200" dirty="0">
              <a:solidFill>
                <a:schemeClr val="tx1"/>
              </a:solidFill>
              <a:latin typeface="Times New Roman" panose="02020603050405020304" pitchFamily="18" charset="0"/>
              <a:ea typeface="微软雅黑" panose="020B0503020204020204" pitchFamily="34" charset="-122"/>
              <a:cs typeface="+mj-cs"/>
            </a:endParaRPr>
          </a:p>
        </p:txBody>
      </p:sp>
      <p:sp>
        <p:nvSpPr>
          <p:cNvPr id="4" name="内容占位符 2"/>
          <p:cNvSpPr txBox="1"/>
          <p:nvPr/>
        </p:nvSpPr>
        <p:spPr bwMode="auto">
          <a:xfrm>
            <a:off x="96838" y="1104900"/>
            <a:ext cx="1379538" cy="1682750"/>
          </a:xfrm>
          <a:prstGeom prst="rect">
            <a:avLst/>
          </a:prstGeom>
          <a:solidFill>
            <a:schemeClr val="accent2">
              <a:lumMod val="40000"/>
              <a:lumOff val="60000"/>
            </a:schemeClr>
          </a:solidFill>
          <a:ln w="12700">
            <a:solidFill>
              <a:schemeClr val="tx1"/>
            </a:solidFill>
            <a:miter lim="800000"/>
          </a:ln>
        </p:spPr>
        <p:txBody>
          <a:bodyPr/>
          <a:lstStyle/>
          <a:p>
            <a:pPr marR="0" defTabSz="914400">
              <a:spcBef>
                <a:spcPct val="20000"/>
              </a:spcBef>
              <a:buClr>
                <a:schemeClr val="folHlink"/>
              </a:buClr>
              <a:buSzPct val="60000"/>
              <a:buFont typeface="Wingdings" panose="05000000000000000000" pitchFamily="2" charset="2"/>
              <a:buNone/>
              <a:defRPr/>
            </a:pPr>
            <a:r>
              <a:rPr kumimoji="0" lang="zh-CN" altLang="en-US" b="1" kern="1200" cap="none" spc="0" normalizeH="0" baseline="0" noProof="0" dirty="0">
                <a:latin typeface="楷体" panose="02010609060101010101" pitchFamily="49" charset="-122"/>
                <a:ea typeface="楷体" panose="02010609060101010101" pitchFamily="49" charset="-122"/>
                <a:cs typeface="Times New Roman" panose="02020603050405020304" pitchFamily="18" charset="0"/>
              </a:rPr>
              <a:t>文法</a:t>
            </a:r>
            <a:endParaRPr kumimoji="0" lang="en-US" altLang="zh-CN" b="1" kern="1200" cap="none" spc="0" normalizeH="0" baseline="0" noProof="0" dirty="0">
              <a:latin typeface="楷体" panose="02010609060101010101" pitchFamily="49" charset="-122"/>
              <a:ea typeface="楷体" panose="02010609060101010101" pitchFamily="49" charset="-122"/>
              <a:cs typeface="Times New Roman" panose="02020603050405020304" pitchFamily="18" charset="0"/>
            </a:endParaRPr>
          </a:p>
          <a:p>
            <a:pPr marR="0" defTabSz="914400">
              <a:spcBef>
                <a:spcPct val="20000"/>
              </a:spcBef>
              <a:buClr>
                <a:schemeClr val="folHlink"/>
              </a:buClr>
              <a:buSzPct val="60000"/>
              <a:buFont typeface="Wingdings" panose="05000000000000000000" pitchFamily="2" charset="2"/>
              <a:buNone/>
              <a:defRPr/>
            </a:pPr>
            <a:r>
              <a:rPr kumimoji="0" lang="en-US" altLang="zh-CN" b="1" kern="1200" cap="none" spc="0" normalizeH="0" baseline="0" noProof="0" dirty="0">
                <a:latin typeface="Times New Roman" panose="02020603050405020304" pitchFamily="18" charset="0"/>
                <a:ea typeface="楷体_GB2312"/>
                <a:cs typeface="Times New Roman" panose="02020603050405020304" pitchFamily="18" charset="0"/>
              </a:rPr>
              <a:t>(0) </a:t>
            </a:r>
            <a:r>
              <a:rPr kumimoji="0" lang="en-US" altLang="zh-CN" b="1" i="1" kern="1200" cap="none" spc="0" normalizeH="0" baseline="0" noProof="0" dirty="0">
                <a:latin typeface="Times New Roman" panose="02020603050405020304" pitchFamily="18" charset="0"/>
                <a:ea typeface="楷体_GB2312"/>
                <a:cs typeface="Times New Roman" panose="02020603050405020304" pitchFamily="18" charset="0"/>
              </a:rPr>
              <a:t>S</a:t>
            </a:r>
            <a:r>
              <a:rPr kumimoji="0" lang="en-US" altLang="zh-CN" b="1" i="1" kern="1200" cap="none" spc="0" normalizeH="0" baseline="0" noProof="0" dirty="0">
                <a:solidFill>
                  <a:prstClr val="black"/>
                </a:solidFill>
                <a:latin typeface="Times New Roman" panose="02020603050405020304" pitchFamily="18" charset="0"/>
                <a:ea typeface="楷体_GB2312"/>
                <a:cs typeface="Times New Roman" panose="02020603050405020304" pitchFamily="18" charset="0"/>
              </a:rPr>
              <a:t>' </a:t>
            </a:r>
            <a:r>
              <a:rPr kumimoji="0" lang="en-US" altLang="zh-CN" b="1" kern="1200" cap="none" spc="0" normalizeH="0" baseline="0" noProof="0" dirty="0">
                <a:latin typeface="Times New Roman" panose="02020603050405020304" pitchFamily="18" charset="0"/>
                <a:ea typeface="楷体_GB2312"/>
                <a:cs typeface="Times New Roman" panose="02020603050405020304" pitchFamily="18" charset="0"/>
              </a:rPr>
              <a:t>→ </a:t>
            </a:r>
            <a:r>
              <a:rPr kumimoji="0" lang="en-US" altLang="zh-CN" b="1" i="1" kern="1200" cap="none" spc="0" normalizeH="0" baseline="0" noProof="0" dirty="0">
                <a:latin typeface="Times New Roman" panose="02020603050405020304" pitchFamily="18" charset="0"/>
                <a:ea typeface="楷体_GB2312"/>
                <a:cs typeface="Times New Roman" panose="02020603050405020304" pitchFamily="18" charset="0"/>
              </a:rPr>
              <a:t>S</a:t>
            </a:r>
            <a:r>
              <a:rPr kumimoji="0" lang="en-US" altLang="zh-CN" b="1" kern="1200" cap="none" spc="0" normalizeH="0" baseline="0" noProof="0" dirty="0">
                <a:latin typeface="Times New Roman" panose="02020603050405020304" pitchFamily="18" charset="0"/>
                <a:ea typeface="楷体_GB2312"/>
                <a:cs typeface="Times New Roman" panose="02020603050405020304" pitchFamily="18" charset="0"/>
              </a:rPr>
              <a:t> </a:t>
            </a:r>
          </a:p>
          <a:p>
            <a:pPr marR="0" defTabSz="914400">
              <a:spcBef>
                <a:spcPct val="20000"/>
              </a:spcBef>
              <a:buClr>
                <a:schemeClr val="folHlink"/>
              </a:buClr>
              <a:buSzPct val="60000"/>
              <a:buFont typeface="Wingdings" panose="05000000000000000000" pitchFamily="2" charset="2"/>
              <a:buNone/>
              <a:defRPr/>
            </a:pPr>
            <a:r>
              <a:rPr kumimoji="0" lang="en-US" altLang="zh-CN" b="1" kern="1200" cap="none" spc="0" normalizeH="0" baseline="0" noProof="0" dirty="0">
                <a:latin typeface="Times New Roman" panose="02020603050405020304" pitchFamily="18" charset="0"/>
                <a:ea typeface="楷体_GB2312"/>
                <a:cs typeface="Times New Roman" panose="02020603050405020304" pitchFamily="18" charset="0"/>
              </a:rPr>
              <a:t>(1) </a:t>
            </a:r>
            <a:r>
              <a:rPr kumimoji="0" lang="en-US" altLang="zh-CN" b="1" i="1" kern="1200" cap="none" spc="0" normalizeH="0" baseline="0" noProof="0" dirty="0">
                <a:latin typeface="Times New Roman" panose="02020603050405020304" pitchFamily="18" charset="0"/>
                <a:ea typeface="楷体_GB2312"/>
                <a:cs typeface="Times New Roman" panose="02020603050405020304" pitchFamily="18" charset="0"/>
              </a:rPr>
              <a:t>S </a:t>
            </a:r>
            <a:r>
              <a:rPr kumimoji="0" lang="en-US" altLang="zh-CN" b="1" kern="1200" cap="none" spc="0" normalizeH="0" baseline="0" noProof="0" dirty="0">
                <a:latin typeface="Times New Roman" panose="02020603050405020304" pitchFamily="18" charset="0"/>
                <a:ea typeface="楷体_GB2312"/>
                <a:cs typeface="Times New Roman" panose="02020603050405020304" pitchFamily="18" charset="0"/>
              </a:rPr>
              <a:t>→ </a:t>
            </a:r>
            <a:r>
              <a:rPr kumimoji="0" lang="en-US" altLang="zh-CN" b="1" i="1" kern="1200" cap="none" spc="0" normalizeH="0" baseline="0" noProof="0" dirty="0">
                <a:latin typeface="Times New Roman" panose="02020603050405020304" pitchFamily="18" charset="0"/>
                <a:ea typeface="楷体_GB2312"/>
                <a:cs typeface="Times New Roman" panose="02020603050405020304" pitchFamily="18" charset="0"/>
              </a:rPr>
              <a:t>BB</a:t>
            </a:r>
            <a:endParaRPr kumimoji="0" lang="en-US" altLang="zh-CN" b="1" kern="1200" cap="none" spc="0" normalizeH="0" baseline="0" noProof="0" dirty="0">
              <a:latin typeface="Times New Roman" panose="02020603050405020304" pitchFamily="18" charset="0"/>
              <a:ea typeface="楷体_GB2312"/>
              <a:cs typeface="Times New Roman" panose="02020603050405020304" pitchFamily="18" charset="0"/>
            </a:endParaRPr>
          </a:p>
          <a:p>
            <a:pPr marR="0" defTabSz="914400">
              <a:spcBef>
                <a:spcPct val="20000"/>
              </a:spcBef>
              <a:buClr>
                <a:schemeClr val="folHlink"/>
              </a:buClr>
              <a:buSzPct val="60000"/>
              <a:buFont typeface="Wingdings" panose="05000000000000000000" pitchFamily="2" charset="2"/>
              <a:buNone/>
              <a:defRPr/>
            </a:pPr>
            <a:r>
              <a:rPr kumimoji="0" lang="en-US" altLang="zh-CN" b="1" kern="1200" cap="none" spc="0" normalizeH="0" baseline="0" noProof="0" dirty="0">
                <a:latin typeface="Times New Roman" panose="02020603050405020304" pitchFamily="18" charset="0"/>
                <a:ea typeface="楷体_GB2312"/>
                <a:cs typeface="Times New Roman" panose="02020603050405020304" pitchFamily="18" charset="0"/>
              </a:rPr>
              <a:t>(2) </a:t>
            </a:r>
            <a:r>
              <a:rPr kumimoji="0" lang="en-US" altLang="zh-CN" b="1" i="1" kern="1200" cap="none" spc="0" normalizeH="0" baseline="0" noProof="0" dirty="0">
                <a:latin typeface="Times New Roman" panose="02020603050405020304" pitchFamily="18" charset="0"/>
                <a:ea typeface="楷体_GB2312"/>
                <a:cs typeface="Times New Roman" panose="02020603050405020304" pitchFamily="18" charset="0"/>
              </a:rPr>
              <a:t>B </a:t>
            </a:r>
            <a:r>
              <a:rPr kumimoji="0" lang="en-US" altLang="zh-CN" b="1" kern="1200" cap="none" spc="0" normalizeH="0" baseline="0" noProof="0" dirty="0">
                <a:latin typeface="Times New Roman" panose="02020603050405020304" pitchFamily="18" charset="0"/>
                <a:ea typeface="楷体_GB2312"/>
                <a:cs typeface="Times New Roman" panose="02020603050405020304" pitchFamily="18" charset="0"/>
              </a:rPr>
              <a:t>→ </a:t>
            </a:r>
            <a:r>
              <a:rPr kumimoji="0" lang="en-US" altLang="zh-CN" b="1" i="1" kern="1200" cap="none" spc="0" normalizeH="0" baseline="0" noProof="0" dirty="0" err="1">
                <a:latin typeface="Times New Roman" panose="02020603050405020304" pitchFamily="18" charset="0"/>
                <a:ea typeface="楷体_GB2312"/>
                <a:cs typeface="Times New Roman" panose="02020603050405020304" pitchFamily="18" charset="0"/>
              </a:rPr>
              <a:t>aB</a:t>
            </a:r>
            <a:endParaRPr kumimoji="0" lang="en-US" altLang="zh-CN" b="1" kern="1200" cap="none" spc="0" normalizeH="0" baseline="0" noProof="0" dirty="0">
              <a:latin typeface="Times New Roman" panose="02020603050405020304" pitchFamily="18" charset="0"/>
              <a:ea typeface="楷体_GB2312"/>
              <a:cs typeface="Times New Roman" panose="02020603050405020304" pitchFamily="18" charset="0"/>
            </a:endParaRPr>
          </a:p>
          <a:p>
            <a:pPr marR="0" defTabSz="914400">
              <a:spcBef>
                <a:spcPct val="20000"/>
              </a:spcBef>
              <a:buClr>
                <a:schemeClr val="folHlink"/>
              </a:buClr>
              <a:buSzPct val="60000"/>
              <a:buFont typeface="Wingdings" panose="05000000000000000000" pitchFamily="2" charset="2"/>
              <a:buNone/>
              <a:defRPr/>
            </a:pPr>
            <a:r>
              <a:rPr kumimoji="0" lang="en-US" altLang="zh-CN" b="1" kern="1200" cap="none" spc="0" normalizeH="0" baseline="0" noProof="0" dirty="0">
                <a:latin typeface="Times New Roman" panose="02020603050405020304" pitchFamily="18" charset="0"/>
                <a:ea typeface="楷体_GB2312"/>
                <a:cs typeface="Times New Roman" panose="02020603050405020304" pitchFamily="18" charset="0"/>
              </a:rPr>
              <a:t>(3) </a:t>
            </a:r>
            <a:r>
              <a:rPr kumimoji="0" lang="en-US" altLang="zh-CN" b="1" i="1" kern="1200" cap="none" spc="0" normalizeH="0" baseline="0" noProof="0" dirty="0">
                <a:latin typeface="Times New Roman" panose="02020603050405020304" pitchFamily="18" charset="0"/>
                <a:ea typeface="楷体_GB2312"/>
                <a:cs typeface="Times New Roman" panose="02020603050405020304" pitchFamily="18" charset="0"/>
              </a:rPr>
              <a:t>B </a:t>
            </a:r>
            <a:r>
              <a:rPr kumimoji="0" lang="en-US" altLang="zh-CN" b="1" kern="1200" cap="none" spc="0" normalizeH="0" baseline="0" noProof="0" dirty="0">
                <a:latin typeface="Times New Roman" panose="02020603050405020304" pitchFamily="18" charset="0"/>
                <a:ea typeface="楷体_GB2312"/>
                <a:cs typeface="Times New Roman" panose="02020603050405020304" pitchFamily="18" charset="0"/>
              </a:rPr>
              <a:t>→ </a:t>
            </a:r>
            <a:r>
              <a:rPr kumimoji="0" lang="en-US" altLang="zh-CN" b="1" i="1" kern="1200" cap="none" spc="0" normalizeH="0" baseline="0" noProof="0" dirty="0">
                <a:latin typeface="Times New Roman" panose="02020603050405020304" pitchFamily="18" charset="0"/>
                <a:ea typeface="楷体_GB2312"/>
                <a:cs typeface="Times New Roman" panose="02020603050405020304" pitchFamily="18" charset="0"/>
              </a:rPr>
              <a:t>b</a:t>
            </a:r>
            <a:endParaRPr kumimoji="0" lang="zh-CN" altLang="en-US" b="1" kern="1200" cap="none" spc="0" normalizeH="0" baseline="0" noProof="0" dirty="0">
              <a:latin typeface="Tahoma" panose="020B0604030504040204" pitchFamily="34" charset="0"/>
              <a:ea typeface="楷体_GB2312"/>
              <a:cs typeface="Times New Roman" panose="02020603050405020304" pitchFamily="18" charset="0"/>
            </a:endParaRPr>
          </a:p>
        </p:txBody>
      </p:sp>
      <p:graphicFrame>
        <p:nvGraphicFramePr>
          <p:cNvPr id="34" name="Group 18"/>
          <p:cNvGraphicFramePr>
            <a:graphicFrameLocks noGrp="1"/>
          </p:cNvGraphicFramePr>
          <p:nvPr/>
        </p:nvGraphicFramePr>
        <p:xfrm>
          <a:off x="5799138" y="1131888"/>
          <a:ext cx="3236912" cy="3657597"/>
        </p:xfrm>
        <a:graphic>
          <a:graphicData uri="http://schemas.openxmlformats.org/drawingml/2006/table">
            <a:tbl>
              <a:tblPr/>
              <a:tblGrid>
                <a:gridCol w="357187">
                  <a:extLst>
                    <a:ext uri="{9D8B030D-6E8A-4147-A177-3AD203B41FA5}">
                      <a16:colId xmlns:a16="http://schemas.microsoft.com/office/drawing/2014/main" val="20000"/>
                    </a:ext>
                  </a:extLst>
                </a:gridCol>
                <a:gridCol w="576263">
                  <a:extLst>
                    <a:ext uri="{9D8B030D-6E8A-4147-A177-3AD203B41FA5}">
                      <a16:colId xmlns:a16="http://schemas.microsoft.com/office/drawing/2014/main" val="20001"/>
                    </a:ext>
                  </a:extLst>
                </a:gridCol>
                <a:gridCol w="576262">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503238">
                  <a:extLst>
                    <a:ext uri="{9D8B030D-6E8A-4147-A177-3AD203B41FA5}">
                      <a16:colId xmlns:a16="http://schemas.microsoft.com/office/drawing/2014/main" val="20004"/>
                    </a:ext>
                  </a:extLst>
                </a:gridCol>
                <a:gridCol w="576262">
                  <a:extLst>
                    <a:ext uri="{9D8B030D-6E8A-4147-A177-3AD203B41FA5}">
                      <a16:colId xmlns:a16="http://schemas.microsoft.com/office/drawing/2014/main" val="20005"/>
                    </a:ext>
                  </a:extLst>
                </a:gridCol>
              </a:tblGrid>
              <a:tr h="373374">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a:ln>
                            <a:noFill/>
                          </a:ln>
                          <a:solidFill>
                            <a:srgbClr val="000000"/>
                          </a:solidFill>
                          <a:effectLst/>
                          <a:latin typeface="华文楷体" panose="02010600040101010101" pitchFamily="2" charset="-122"/>
                          <a:ea typeface="华文楷体" panose="02010600040101010101" pitchFamily="2" charset="-122"/>
                          <a:cs typeface="Times New Roman" panose="02020603050405020304" pitchFamily="18" charset="0"/>
                        </a:rPr>
                        <a:t>状态</a:t>
                      </a:r>
                    </a:p>
                  </a:txBody>
                  <a:tcPr marL="91420" marR="91420" marT="34277" marB="3427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ACTION</a:t>
                      </a:r>
                      <a:endParaRPr kumimoji="0" lang="zh-CN" altLang="en-US" sz="20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p>
                  </a:txBody>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GOTO</a:t>
                      </a:r>
                      <a:endParaRPr kumimoji="0" lang="zh-CN" altLang="en-US" sz="20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p>
                  </a:txBody>
                  <a:tcPr/>
                </a:tc>
                <a:extLst>
                  <a:ext uri="{0D108BD9-81ED-4DB2-BD59-A6C34878D82A}">
                    <a16:rowId xmlns:a16="http://schemas.microsoft.com/office/drawing/2014/main" val="10000"/>
                  </a:ext>
                </a:extLst>
              </a:tr>
              <a:tr h="457231">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rPr>
                        <a:t>a</a:t>
                      </a:r>
                      <a:endParaRPr kumimoji="0" lang="zh-CN" altLang="en-US"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rPr>
                        <a:t>b</a:t>
                      </a:r>
                      <a:endParaRPr kumimoji="0" lang="zh-CN" altLang="en-US"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en-US"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rPr>
                        <a:t>S</a:t>
                      </a:r>
                      <a:endParaRPr kumimoji="0" lang="zh-CN" altLang="en-US" sz="22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rPr>
                        <a:t>B</a:t>
                      </a:r>
                      <a:endParaRPr kumimoji="0" lang="zh-CN" altLang="en-US" sz="22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0</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2</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acc</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2</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5</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3</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s3</a:t>
                      </a:r>
                      <a:r>
                        <a:rPr kumimoji="1" lang="en-US" altLang="zh-CN" sz="2200" b="1" i="0" u="none" strike="noStrike" cap="none" normalizeH="0" baseline="0">
                          <a:ln>
                            <a:noFill/>
                          </a:ln>
                          <a:solidFill>
                            <a:schemeClr val="folHlink"/>
                          </a:solidFill>
                          <a:effectLst/>
                          <a:latin typeface="宋体" panose="02010600030101010101" pitchFamily="2" charset="-122"/>
                          <a:ea typeface="华文楷体" panose="02010600040101010101" pitchFamily="2" charset="-122"/>
                          <a:cs typeface="Times New Roman" panose="02020603050405020304" pitchFamily="18" charset="0"/>
                        </a:rPr>
                        <a:t> </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6</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4</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5</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6</a:t>
                      </a: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22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 name="矩形 1"/>
          <p:cNvSpPr/>
          <p:nvPr/>
        </p:nvSpPr>
        <p:spPr>
          <a:xfrm>
            <a:off x="6518275" y="700088"/>
            <a:ext cx="1800225" cy="460375"/>
          </a:xfrm>
          <a:prstGeom prst="rect">
            <a:avLst/>
          </a:prstGeom>
          <a:noFill/>
          <a:ln w="9525">
            <a:noFill/>
          </a:ln>
        </p:spPr>
        <p:txBody>
          <a:bodyPr wrap="none">
            <a:spAutoFit/>
          </a:bodyPr>
          <a:lstStyle/>
          <a:p>
            <a:r>
              <a:rPr lang="en-US" altLang="zh-CN" sz="2400" b="1" i="1" dirty="0">
                <a:latin typeface="华文楷体" panose="02010600040101010101" pitchFamily="2" charset="-122"/>
                <a:ea typeface="华文楷体" panose="02010600040101010101" pitchFamily="2" charset="-122"/>
              </a:rPr>
              <a:t>LR</a:t>
            </a:r>
            <a:r>
              <a:rPr lang="en-US" altLang="zh-CN" sz="2400" b="1" dirty="0">
                <a:latin typeface="华文楷体" panose="02010600040101010101" pitchFamily="2" charset="-122"/>
                <a:ea typeface="华文楷体" panose="02010600040101010101" pitchFamily="2" charset="-122"/>
              </a:rPr>
              <a:t>(0)</a:t>
            </a:r>
            <a:r>
              <a:rPr lang="zh-CN" altLang="en-US" sz="2400" b="1" dirty="0">
                <a:latin typeface="华文楷体" panose="02010600040101010101" pitchFamily="2" charset="-122"/>
                <a:ea typeface="华文楷体" panose="02010600040101010101" pitchFamily="2" charset="-122"/>
              </a:rPr>
              <a:t>分析表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25987">
                                            <p:bg/>
                                          </p:spTgt>
                                        </p:tgtEl>
                                        <p:attrNameLst>
                                          <p:attrName>style.visibility</p:attrName>
                                        </p:attrNameLst>
                                      </p:cBhvr>
                                      <p:to>
                                        <p:strVal val="visible"/>
                                      </p:to>
                                    </p:set>
                                    <p:anim calcmode="lin" valueType="num">
                                      <p:cBhvr>
                                        <p:cTn id="7" dur="500" fill="hold"/>
                                        <p:tgtEl>
                                          <p:spTgt spid="425987">
                                            <p:bg/>
                                          </p:spTgt>
                                        </p:tgtEl>
                                        <p:attrNameLst>
                                          <p:attrName>ppt_w</p:attrName>
                                        </p:attrNameLst>
                                      </p:cBhvr>
                                      <p:tavLst>
                                        <p:tav tm="0">
                                          <p:val>
                                            <p:fltVal val="0"/>
                                          </p:val>
                                        </p:tav>
                                        <p:tav tm="100000">
                                          <p:val>
                                            <p:strVal val="#ppt_w"/>
                                          </p:val>
                                        </p:tav>
                                      </p:tavLst>
                                    </p:anim>
                                    <p:anim calcmode="lin" valueType="num">
                                      <p:cBhvr>
                                        <p:cTn id="8" dur="500" fill="hold"/>
                                        <p:tgtEl>
                                          <p:spTgt spid="425987">
                                            <p:bg/>
                                          </p:spTgt>
                                        </p:tgtEl>
                                        <p:attrNameLst>
                                          <p:attrName>ppt_h</p:attrName>
                                        </p:attrNameLst>
                                      </p:cBhvr>
                                      <p:tavLst>
                                        <p:tav tm="0">
                                          <p:val>
                                            <p:fltVal val="0"/>
                                          </p:val>
                                        </p:tav>
                                        <p:tav tm="100000">
                                          <p:val>
                                            <p:strVal val="#ppt_h"/>
                                          </p:val>
                                        </p:tav>
                                      </p:tavLst>
                                    </p:anim>
                                    <p:animEffect transition="in" filter="fade">
                                      <p:cBhvr>
                                        <p:cTn id="9" dur="500"/>
                                        <p:tgtEl>
                                          <p:spTgt spid="425987">
                                            <p:bg/>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25987">
                                            <p:txEl>
                                              <p:pRg st="0" end="0"/>
                                            </p:txEl>
                                          </p:spTgt>
                                        </p:tgtEl>
                                        <p:attrNameLst>
                                          <p:attrName>style.visibility</p:attrName>
                                        </p:attrNameLst>
                                      </p:cBhvr>
                                      <p:to>
                                        <p:strVal val="visible"/>
                                      </p:to>
                                    </p:set>
                                    <p:anim calcmode="lin" valueType="num">
                                      <p:cBhvr>
                                        <p:cTn id="12" dur="500" fill="hold"/>
                                        <p:tgtEl>
                                          <p:spTgt spid="425987">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425987">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425987">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425987">
                                            <p:txEl>
                                              <p:pRg st="1" end="1"/>
                                            </p:txEl>
                                          </p:spTgt>
                                        </p:tgtEl>
                                        <p:attrNameLst>
                                          <p:attrName>style.visibility</p:attrName>
                                        </p:attrNameLst>
                                      </p:cBhvr>
                                      <p:to>
                                        <p:strVal val="visible"/>
                                      </p:to>
                                    </p:set>
                                    <p:anim calcmode="lin" valueType="num">
                                      <p:cBhvr>
                                        <p:cTn id="19" dur="500" fill="hold"/>
                                        <p:tgtEl>
                                          <p:spTgt spid="425987">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425987">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425987">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425987">
                                            <p:txEl>
                                              <p:pRg st="2" end="2"/>
                                            </p:txEl>
                                          </p:spTgt>
                                        </p:tgtEl>
                                        <p:attrNameLst>
                                          <p:attrName>style.visibility</p:attrName>
                                        </p:attrNameLst>
                                      </p:cBhvr>
                                      <p:to>
                                        <p:strVal val="visible"/>
                                      </p:to>
                                    </p:set>
                                    <p:anim calcmode="lin" valueType="num">
                                      <p:cBhvr>
                                        <p:cTn id="26" dur="500" fill="hold"/>
                                        <p:tgtEl>
                                          <p:spTgt spid="425987">
                                            <p:txEl>
                                              <p:pRg st="2" end="2"/>
                                            </p:txEl>
                                          </p:spTgt>
                                        </p:tgtEl>
                                        <p:attrNameLst>
                                          <p:attrName>ppt_w</p:attrName>
                                        </p:attrNameLst>
                                      </p:cBhvr>
                                      <p:tavLst>
                                        <p:tav tm="0">
                                          <p:val>
                                            <p:fltVal val="0"/>
                                          </p:val>
                                        </p:tav>
                                        <p:tav tm="100000">
                                          <p:val>
                                            <p:strVal val="#ppt_w"/>
                                          </p:val>
                                        </p:tav>
                                      </p:tavLst>
                                    </p:anim>
                                    <p:anim calcmode="lin" valueType="num">
                                      <p:cBhvr>
                                        <p:cTn id="27" dur="500" fill="hold"/>
                                        <p:tgtEl>
                                          <p:spTgt spid="425987">
                                            <p:txEl>
                                              <p:pRg st="2" end="2"/>
                                            </p:txEl>
                                          </p:spTgt>
                                        </p:tgtEl>
                                        <p:attrNameLst>
                                          <p:attrName>ppt_h</p:attrName>
                                        </p:attrNameLst>
                                      </p:cBhvr>
                                      <p:tavLst>
                                        <p:tav tm="0">
                                          <p:val>
                                            <p:fltVal val="0"/>
                                          </p:val>
                                        </p:tav>
                                        <p:tav tm="100000">
                                          <p:val>
                                            <p:strVal val="#ppt_h"/>
                                          </p:val>
                                        </p:tav>
                                      </p:tavLst>
                                    </p:anim>
                                    <p:animEffect transition="in" filter="fade">
                                      <p:cBhvr>
                                        <p:cTn id="28" dur="500"/>
                                        <p:tgtEl>
                                          <p:spTgt spid="425987">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425987">
                                            <p:txEl>
                                              <p:pRg st="3" end="3"/>
                                            </p:txEl>
                                          </p:spTgt>
                                        </p:tgtEl>
                                        <p:attrNameLst>
                                          <p:attrName>style.visibility</p:attrName>
                                        </p:attrNameLst>
                                      </p:cBhvr>
                                      <p:to>
                                        <p:strVal val="visible"/>
                                      </p:to>
                                    </p:set>
                                    <p:anim calcmode="lin" valueType="num">
                                      <p:cBhvr>
                                        <p:cTn id="33" dur="500" fill="hold"/>
                                        <p:tgtEl>
                                          <p:spTgt spid="425987">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425987">
                                            <p:txEl>
                                              <p:pRg st="3" end="3"/>
                                            </p:txEl>
                                          </p:spTgt>
                                        </p:tgtEl>
                                        <p:attrNameLst>
                                          <p:attrName>ppt_h</p:attrName>
                                        </p:attrNameLst>
                                      </p:cBhvr>
                                      <p:tavLst>
                                        <p:tav tm="0">
                                          <p:val>
                                            <p:fltVal val="0"/>
                                          </p:val>
                                        </p:tav>
                                        <p:tav tm="100000">
                                          <p:val>
                                            <p:strVal val="#ppt_h"/>
                                          </p:val>
                                        </p:tav>
                                      </p:tavLst>
                                    </p:anim>
                                    <p:animEffect transition="in" filter="fade">
                                      <p:cBhvr>
                                        <p:cTn id="35" dur="500"/>
                                        <p:tgtEl>
                                          <p:spTgt spid="425987">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425987">
                                            <p:txEl>
                                              <p:pRg st="4" end="4"/>
                                            </p:txEl>
                                          </p:spTgt>
                                        </p:tgtEl>
                                        <p:attrNameLst>
                                          <p:attrName>style.visibility</p:attrName>
                                        </p:attrNameLst>
                                      </p:cBhvr>
                                      <p:to>
                                        <p:strVal val="visible"/>
                                      </p:to>
                                    </p:set>
                                    <p:anim calcmode="lin" valueType="num">
                                      <p:cBhvr>
                                        <p:cTn id="40" dur="500" fill="hold"/>
                                        <p:tgtEl>
                                          <p:spTgt spid="425987">
                                            <p:txEl>
                                              <p:pRg st="4" end="4"/>
                                            </p:txEl>
                                          </p:spTgt>
                                        </p:tgtEl>
                                        <p:attrNameLst>
                                          <p:attrName>ppt_w</p:attrName>
                                        </p:attrNameLst>
                                      </p:cBhvr>
                                      <p:tavLst>
                                        <p:tav tm="0">
                                          <p:val>
                                            <p:fltVal val="0"/>
                                          </p:val>
                                        </p:tav>
                                        <p:tav tm="100000">
                                          <p:val>
                                            <p:strVal val="#ppt_w"/>
                                          </p:val>
                                        </p:tav>
                                      </p:tavLst>
                                    </p:anim>
                                    <p:anim calcmode="lin" valueType="num">
                                      <p:cBhvr>
                                        <p:cTn id="41" dur="500" fill="hold"/>
                                        <p:tgtEl>
                                          <p:spTgt spid="425987">
                                            <p:txEl>
                                              <p:pRg st="4" end="4"/>
                                            </p:txEl>
                                          </p:spTgt>
                                        </p:tgtEl>
                                        <p:attrNameLst>
                                          <p:attrName>ppt_h</p:attrName>
                                        </p:attrNameLst>
                                      </p:cBhvr>
                                      <p:tavLst>
                                        <p:tav tm="0">
                                          <p:val>
                                            <p:fltVal val="0"/>
                                          </p:val>
                                        </p:tav>
                                        <p:tav tm="100000">
                                          <p:val>
                                            <p:strVal val="#ppt_h"/>
                                          </p:val>
                                        </p:tav>
                                      </p:tavLst>
                                    </p:anim>
                                    <p:animEffect transition="in" filter="fade">
                                      <p:cBhvr>
                                        <p:cTn id="42" dur="500"/>
                                        <p:tgtEl>
                                          <p:spTgt spid="425987">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nodeType="clickEffect">
                                  <p:stCondLst>
                                    <p:cond delay="0"/>
                                  </p:stCondLst>
                                  <p:childTnLst>
                                    <p:set>
                                      <p:cBhvr>
                                        <p:cTn id="46" dur="1" fill="hold">
                                          <p:stCondLst>
                                            <p:cond delay="0"/>
                                          </p:stCondLst>
                                        </p:cTn>
                                        <p:tgtEl>
                                          <p:spTgt spid="425989"/>
                                        </p:tgtEl>
                                        <p:attrNameLst>
                                          <p:attrName>style.visibility</p:attrName>
                                        </p:attrNameLst>
                                      </p:cBhvr>
                                      <p:to>
                                        <p:strVal val="visible"/>
                                      </p:to>
                                    </p:set>
                                    <p:anim calcmode="lin" valueType="num">
                                      <p:cBhvr>
                                        <p:cTn id="47" dur="500" fill="hold"/>
                                        <p:tgtEl>
                                          <p:spTgt spid="425989"/>
                                        </p:tgtEl>
                                        <p:attrNameLst>
                                          <p:attrName>ppt_w</p:attrName>
                                        </p:attrNameLst>
                                      </p:cBhvr>
                                      <p:tavLst>
                                        <p:tav tm="0">
                                          <p:val>
                                            <p:fltVal val="0"/>
                                          </p:val>
                                        </p:tav>
                                        <p:tav tm="100000">
                                          <p:val>
                                            <p:strVal val="#ppt_w"/>
                                          </p:val>
                                        </p:tav>
                                      </p:tavLst>
                                    </p:anim>
                                    <p:anim calcmode="lin" valueType="num">
                                      <p:cBhvr>
                                        <p:cTn id="48" dur="500" fill="hold"/>
                                        <p:tgtEl>
                                          <p:spTgt spid="425989"/>
                                        </p:tgtEl>
                                        <p:attrNameLst>
                                          <p:attrName>ppt_h</p:attrName>
                                        </p:attrNameLst>
                                      </p:cBhvr>
                                      <p:tavLst>
                                        <p:tav tm="0">
                                          <p:val>
                                            <p:fltVal val="0"/>
                                          </p:val>
                                        </p:tav>
                                        <p:tav tm="100000">
                                          <p:val>
                                            <p:strVal val="#ppt_h"/>
                                          </p:val>
                                        </p:tav>
                                      </p:tavLst>
                                    </p:anim>
                                    <p:animEffect transition="in" filter="fade">
                                      <p:cBhvr>
                                        <p:cTn id="49" dur="500"/>
                                        <p:tgtEl>
                                          <p:spTgt spid="425989"/>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425990"/>
                                        </p:tgtEl>
                                        <p:attrNameLst>
                                          <p:attrName>style.visibility</p:attrName>
                                        </p:attrNameLst>
                                      </p:cBhvr>
                                      <p:to>
                                        <p:strVal val="visible"/>
                                      </p:to>
                                    </p:set>
                                    <p:anim calcmode="lin" valueType="num">
                                      <p:cBhvr>
                                        <p:cTn id="52" dur="500" fill="hold"/>
                                        <p:tgtEl>
                                          <p:spTgt spid="425990"/>
                                        </p:tgtEl>
                                        <p:attrNameLst>
                                          <p:attrName>ppt_w</p:attrName>
                                        </p:attrNameLst>
                                      </p:cBhvr>
                                      <p:tavLst>
                                        <p:tav tm="0">
                                          <p:val>
                                            <p:fltVal val="0"/>
                                          </p:val>
                                        </p:tav>
                                        <p:tav tm="100000">
                                          <p:val>
                                            <p:strVal val="#ppt_w"/>
                                          </p:val>
                                        </p:tav>
                                      </p:tavLst>
                                    </p:anim>
                                    <p:anim calcmode="lin" valueType="num">
                                      <p:cBhvr>
                                        <p:cTn id="53" dur="500" fill="hold"/>
                                        <p:tgtEl>
                                          <p:spTgt spid="425990"/>
                                        </p:tgtEl>
                                        <p:attrNameLst>
                                          <p:attrName>ppt_h</p:attrName>
                                        </p:attrNameLst>
                                      </p:cBhvr>
                                      <p:tavLst>
                                        <p:tav tm="0">
                                          <p:val>
                                            <p:fltVal val="0"/>
                                          </p:val>
                                        </p:tav>
                                        <p:tav tm="100000">
                                          <p:val>
                                            <p:strVal val="#ppt_h"/>
                                          </p:val>
                                        </p:tav>
                                      </p:tavLst>
                                    </p:anim>
                                    <p:animEffect transition="in" filter="fade">
                                      <p:cBhvr>
                                        <p:cTn id="54" dur="500"/>
                                        <p:tgtEl>
                                          <p:spTgt spid="425990"/>
                                        </p:tgtEl>
                                      </p:cBhvr>
                                    </p:animEffect>
                                  </p:childTnLst>
                                </p:cTn>
                              </p:par>
                            </p:childTnLst>
                          </p:cTn>
                        </p:par>
                        <p:par>
                          <p:cTn id="55" fill="hold">
                            <p:stCondLst>
                              <p:cond delay="500"/>
                            </p:stCondLst>
                            <p:childTnLst>
                              <p:par>
                                <p:cTn id="56" presetID="53" presetClass="entr" presetSubtype="16" fill="hold" grpId="0" nodeType="afterEffect">
                                  <p:stCondLst>
                                    <p:cond delay="0"/>
                                  </p:stCondLst>
                                  <p:childTnLst>
                                    <p:set>
                                      <p:cBhvr>
                                        <p:cTn id="57" dur="1" fill="hold">
                                          <p:stCondLst>
                                            <p:cond delay="0"/>
                                          </p:stCondLst>
                                        </p:cTn>
                                        <p:tgtEl>
                                          <p:spTgt spid="425988"/>
                                        </p:tgtEl>
                                        <p:attrNameLst>
                                          <p:attrName>style.visibility</p:attrName>
                                        </p:attrNameLst>
                                      </p:cBhvr>
                                      <p:to>
                                        <p:strVal val="visible"/>
                                      </p:to>
                                    </p:set>
                                    <p:anim calcmode="lin" valueType="num">
                                      <p:cBhvr>
                                        <p:cTn id="58" dur="500" fill="hold"/>
                                        <p:tgtEl>
                                          <p:spTgt spid="425988"/>
                                        </p:tgtEl>
                                        <p:attrNameLst>
                                          <p:attrName>ppt_w</p:attrName>
                                        </p:attrNameLst>
                                      </p:cBhvr>
                                      <p:tavLst>
                                        <p:tav tm="0">
                                          <p:val>
                                            <p:fltVal val="0"/>
                                          </p:val>
                                        </p:tav>
                                        <p:tav tm="100000">
                                          <p:val>
                                            <p:strVal val="#ppt_w"/>
                                          </p:val>
                                        </p:tav>
                                      </p:tavLst>
                                    </p:anim>
                                    <p:anim calcmode="lin" valueType="num">
                                      <p:cBhvr>
                                        <p:cTn id="59" dur="500" fill="hold"/>
                                        <p:tgtEl>
                                          <p:spTgt spid="425988"/>
                                        </p:tgtEl>
                                        <p:attrNameLst>
                                          <p:attrName>ppt_h</p:attrName>
                                        </p:attrNameLst>
                                      </p:cBhvr>
                                      <p:tavLst>
                                        <p:tav tm="0">
                                          <p:val>
                                            <p:fltVal val="0"/>
                                          </p:val>
                                        </p:tav>
                                        <p:tav tm="100000">
                                          <p:val>
                                            <p:strVal val="#ppt_h"/>
                                          </p:val>
                                        </p:tav>
                                      </p:tavLst>
                                    </p:anim>
                                    <p:animEffect transition="in" filter="fade">
                                      <p:cBhvr>
                                        <p:cTn id="60" dur="500"/>
                                        <p:tgtEl>
                                          <p:spTgt spid="425988"/>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nodeType="clickEffect">
                                  <p:stCondLst>
                                    <p:cond delay="0"/>
                                  </p:stCondLst>
                                  <p:childTnLst>
                                    <p:set>
                                      <p:cBhvr>
                                        <p:cTn id="64" dur="1" fill="hold">
                                          <p:stCondLst>
                                            <p:cond delay="0"/>
                                          </p:stCondLst>
                                        </p:cTn>
                                        <p:tgtEl>
                                          <p:spTgt spid="425991"/>
                                        </p:tgtEl>
                                        <p:attrNameLst>
                                          <p:attrName>style.visibility</p:attrName>
                                        </p:attrNameLst>
                                      </p:cBhvr>
                                      <p:to>
                                        <p:strVal val="visible"/>
                                      </p:to>
                                    </p:set>
                                    <p:anim calcmode="lin" valueType="num">
                                      <p:cBhvr>
                                        <p:cTn id="65" dur="500" fill="hold"/>
                                        <p:tgtEl>
                                          <p:spTgt spid="425991"/>
                                        </p:tgtEl>
                                        <p:attrNameLst>
                                          <p:attrName>ppt_w</p:attrName>
                                        </p:attrNameLst>
                                      </p:cBhvr>
                                      <p:tavLst>
                                        <p:tav tm="0">
                                          <p:val>
                                            <p:fltVal val="0"/>
                                          </p:val>
                                        </p:tav>
                                        <p:tav tm="100000">
                                          <p:val>
                                            <p:strVal val="#ppt_w"/>
                                          </p:val>
                                        </p:tav>
                                      </p:tavLst>
                                    </p:anim>
                                    <p:anim calcmode="lin" valueType="num">
                                      <p:cBhvr>
                                        <p:cTn id="66" dur="500" fill="hold"/>
                                        <p:tgtEl>
                                          <p:spTgt spid="425991"/>
                                        </p:tgtEl>
                                        <p:attrNameLst>
                                          <p:attrName>ppt_h</p:attrName>
                                        </p:attrNameLst>
                                      </p:cBhvr>
                                      <p:tavLst>
                                        <p:tav tm="0">
                                          <p:val>
                                            <p:fltVal val="0"/>
                                          </p:val>
                                        </p:tav>
                                        <p:tav tm="100000">
                                          <p:val>
                                            <p:strVal val="#ppt_h"/>
                                          </p:val>
                                        </p:tav>
                                      </p:tavLst>
                                    </p:anim>
                                    <p:animEffect transition="in" filter="fade">
                                      <p:cBhvr>
                                        <p:cTn id="67" dur="500"/>
                                        <p:tgtEl>
                                          <p:spTgt spid="425991"/>
                                        </p:tgtEl>
                                      </p:cBhvr>
                                    </p:animEffect>
                                  </p:childTnLst>
                                </p:cTn>
                              </p:par>
                              <p:par>
                                <p:cTn id="68" presetID="53" presetClass="entr" presetSubtype="16" fill="hold" grpId="0" nodeType="withEffect">
                                  <p:stCondLst>
                                    <p:cond delay="0"/>
                                  </p:stCondLst>
                                  <p:childTnLst>
                                    <p:set>
                                      <p:cBhvr>
                                        <p:cTn id="69" dur="1" fill="hold">
                                          <p:stCondLst>
                                            <p:cond delay="0"/>
                                          </p:stCondLst>
                                        </p:cTn>
                                        <p:tgtEl>
                                          <p:spTgt spid="425992"/>
                                        </p:tgtEl>
                                        <p:attrNameLst>
                                          <p:attrName>style.visibility</p:attrName>
                                        </p:attrNameLst>
                                      </p:cBhvr>
                                      <p:to>
                                        <p:strVal val="visible"/>
                                      </p:to>
                                    </p:set>
                                    <p:anim calcmode="lin" valueType="num">
                                      <p:cBhvr>
                                        <p:cTn id="70" dur="500" fill="hold"/>
                                        <p:tgtEl>
                                          <p:spTgt spid="425992"/>
                                        </p:tgtEl>
                                        <p:attrNameLst>
                                          <p:attrName>ppt_w</p:attrName>
                                        </p:attrNameLst>
                                      </p:cBhvr>
                                      <p:tavLst>
                                        <p:tav tm="0">
                                          <p:val>
                                            <p:fltVal val="0"/>
                                          </p:val>
                                        </p:tav>
                                        <p:tav tm="100000">
                                          <p:val>
                                            <p:strVal val="#ppt_w"/>
                                          </p:val>
                                        </p:tav>
                                      </p:tavLst>
                                    </p:anim>
                                    <p:anim calcmode="lin" valueType="num">
                                      <p:cBhvr>
                                        <p:cTn id="71" dur="500" fill="hold"/>
                                        <p:tgtEl>
                                          <p:spTgt spid="425992"/>
                                        </p:tgtEl>
                                        <p:attrNameLst>
                                          <p:attrName>ppt_h</p:attrName>
                                        </p:attrNameLst>
                                      </p:cBhvr>
                                      <p:tavLst>
                                        <p:tav tm="0">
                                          <p:val>
                                            <p:fltVal val="0"/>
                                          </p:val>
                                        </p:tav>
                                        <p:tav tm="100000">
                                          <p:val>
                                            <p:strVal val="#ppt_h"/>
                                          </p:val>
                                        </p:tav>
                                      </p:tavLst>
                                    </p:anim>
                                    <p:animEffect transition="in" filter="fade">
                                      <p:cBhvr>
                                        <p:cTn id="72" dur="500"/>
                                        <p:tgtEl>
                                          <p:spTgt spid="425992"/>
                                        </p:tgtEl>
                                      </p:cBhvr>
                                    </p:animEffect>
                                  </p:childTnLst>
                                </p:cTn>
                              </p:par>
                            </p:childTnLst>
                          </p:cTn>
                        </p:par>
                        <p:par>
                          <p:cTn id="73" fill="hold">
                            <p:stCondLst>
                              <p:cond delay="500"/>
                            </p:stCondLst>
                            <p:childTnLst>
                              <p:par>
                                <p:cTn id="74" presetID="53" presetClass="entr" presetSubtype="16" fill="hold" grpId="0" nodeType="afterEffect">
                                  <p:stCondLst>
                                    <p:cond delay="0"/>
                                  </p:stCondLst>
                                  <p:childTnLst>
                                    <p:set>
                                      <p:cBhvr>
                                        <p:cTn id="75" dur="1" fill="hold">
                                          <p:stCondLst>
                                            <p:cond delay="0"/>
                                          </p:stCondLst>
                                        </p:cTn>
                                        <p:tgtEl>
                                          <p:spTgt spid="3"/>
                                        </p:tgtEl>
                                        <p:attrNameLst>
                                          <p:attrName>style.visibility</p:attrName>
                                        </p:attrNameLst>
                                      </p:cBhvr>
                                      <p:to>
                                        <p:strVal val="visible"/>
                                      </p:to>
                                    </p:set>
                                    <p:anim calcmode="lin" valueType="num">
                                      <p:cBhvr>
                                        <p:cTn id="76" dur="500" fill="hold"/>
                                        <p:tgtEl>
                                          <p:spTgt spid="3"/>
                                        </p:tgtEl>
                                        <p:attrNameLst>
                                          <p:attrName>ppt_w</p:attrName>
                                        </p:attrNameLst>
                                      </p:cBhvr>
                                      <p:tavLst>
                                        <p:tav tm="0">
                                          <p:val>
                                            <p:fltVal val="0"/>
                                          </p:val>
                                        </p:tav>
                                        <p:tav tm="100000">
                                          <p:val>
                                            <p:strVal val="#ppt_w"/>
                                          </p:val>
                                        </p:tav>
                                      </p:tavLst>
                                    </p:anim>
                                    <p:anim calcmode="lin" valueType="num">
                                      <p:cBhvr>
                                        <p:cTn id="77" dur="500" fill="hold"/>
                                        <p:tgtEl>
                                          <p:spTgt spid="3"/>
                                        </p:tgtEl>
                                        <p:attrNameLst>
                                          <p:attrName>ppt_h</p:attrName>
                                        </p:attrNameLst>
                                      </p:cBhvr>
                                      <p:tavLst>
                                        <p:tav tm="0">
                                          <p:val>
                                            <p:fltVal val="0"/>
                                          </p:val>
                                        </p:tav>
                                        <p:tav tm="100000">
                                          <p:val>
                                            <p:strVal val="#ppt_h"/>
                                          </p:val>
                                        </p:tav>
                                      </p:tavLst>
                                    </p:anim>
                                    <p:animEffect transition="in" filter="fade">
                                      <p:cBhvr>
                                        <p:cTn id="78" dur="500"/>
                                        <p:tgtEl>
                                          <p:spTgt spid="3"/>
                                        </p:tgtEl>
                                      </p:cBhvr>
                                    </p:animEffect>
                                  </p:childTnLst>
                                </p:cTn>
                              </p:par>
                              <p:par>
                                <p:cTn id="79" presetID="53" presetClass="entr" presetSubtype="16" fill="hold" nodeType="withEffect">
                                  <p:stCondLst>
                                    <p:cond delay="0"/>
                                  </p:stCondLst>
                                  <p:childTnLst>
                                    <p:set>
                                      <p:cBhvr>
                                        <p:cTn id="80" dur="1" fill="hold">
                                          <p:stCondLst>
                                            <p:cond delay="0"/>
                                          </p:stCondLst>
                                        </p:cTn>
                                        <p:tgtEl>
                                          <p:spTgt spid="425993">
                                            <p:txEl>
                                              <p:pRg st="0" end="0"/>
                                            </p:txEl>
                                          </p:spTgt>
                                        </p:tgtEl>
                                        <p:attrNameLst>
                                          <p:attrName>style.visibility</p:attrName>
                                        </p:attrNameLst>
                                      </p:cBhvr>
                                      <p:to>
                                        <p:strVal val="visible"/>
                                      </p:to>
                                    </p:set>
                                    <p:anim calcmode="lin" valueType="num">
                                      <p:cBhvr>
                                        <p:cTn id="81" dur="500" fill="hold"/>
                                        <p:tgtEl>
                                          <p:spTgt spid="425993">
                                            <p:txEl>
                                              <p:pRg st="0" end="0"/>
                                            </p:txEl>
                                          </p:spTgt>
                                        </p:tgtEl>
                                        <p:attrNameLst>
                                          <p:attrName>ppt_w</p:attrName>
                                        </p:attrNameLst>
                                      </p:cBhvr>
                                      <p:tavLst>
                                        <p:tav tm="0">
                                          <p:val>
                                            <p:fltVal val="0"/>
                                          </p:val>
                                        </p:tav>
                                        <p:tav tm="100000">
                                          <p:val>
                                            <p:strVal val="#ppt_w"/>
                                          </p:val>
                                        </p:tav>
                                      </p:tavLst>
                                    </p:anim>
                                    <p:anim calcmode="lin" valueType="num">
                                      <p:cBhvr>
                                        <p:cTn id="82" dur="500" fill="hold"/>
                                        <p:tgtEl>
                                          <p:spTgt spid="425993">
                                            <p:txEl>
                                              <p:pRg st="0" end="0"/>
                                            </p:txEl>
                                          </p:spTgt>
                                        </p:tgtEl>
                                        <p:attrNameLst>
                                          <p:attrName>ppt_h</p:attrName>
                                        </p:attrNameLst>
                                      </p:cBhvr>
                                      <p:tavLst>
                                        <p:tav tm="0">
                                          <p:val>
                                            <p:fltVal val="0"/>
                                          </p:val>
                                        </p:tav>
                                        <p:tav tm="100000">
                                          <p:val>
                                            <p:strVal val="#ppt_h"/>
                                          </p:val>
                                        </p:tav>
                                      </p:tavLst>
                                    </p:anim>
                                    <p:animEffect transition="in" filter="fade">
                                      <p:cBhvr>
                                        <p:cTn id="83" dur="500"/>
                                        <p:tgtEl>
                                          <p:spTgt spid="425993">
                                            <p:txEl>
                                              <p:pRg st="0" end="0"/>
                                            </p:txEl>
                                          </p:spTgt>
                                        </p:tgtEl>
                                      </p:cBhvr>
                                    </p:animEffect>
                                  </p:childTnLst>
                                </p:cTn>
                              </p:par>
                              <p:par>
                                <p:cTn id="84" presetID="53" presetClass="entr" presetSubtype="16" fill="hold" nodeType="withEffect">
                                  <p:stCondLst>
                                    <p:cond delay="0"/>
                                  </p:stCondLst>
                                  <p:childTnLst>
                                    <p:set>
                                      <p:cBhvr>
                                        <p:cTn id="85" dur="1" fill="hold">
                                          <p:stCondLst>
                                            <p:cond delay="0"/>
                                          </p:stCondLst>
                                        </p:cTn>
                                        <p:tgtEl>
                                          <p:spTgt spid="425993">
                                            <p:txEl>
                                              <p:pRg st="1" end="1"/>
                                            </p:txEl>
                                          </p:spTgt>
                                        </p:tgtEl>
                                        <p:attrNameLst>
                                          <p:attrName>style.visibility</p:attrName>
                                        </p:attrNameLst>
                                      </p:cBhvr>
                                      <p:to>
                                        <p:strVal val="visible"/>
                                      </p:to>
                                    </p:set>
                                    <p:anim calcmode="lin" valueType="num">
                                      <p:cBhvr>
                                        <p:cTn id="86" dur="500" fill="hold"/>
                                        <p:tgtEl>
                                          <p:spTgt spid="425993">
                                            <p:txEl>
                                              <p:pRg st="1" end="1"/>
                                            </p:txEl>
                                          </p:spTgt>
                                        </p:tgtEl>
                                        <p:attrNameLst>
                                          <p:attrName>ppt_w</p:attrName>
                                        </p:attrNameLst>
                                      </p:cBhvr>
                                      <p:tavLst>
                                        <p:tav tm="0">
                                          <p:val>
                                            <p:fltVal val="0"/>
                                          </p:val>
                                        </p:tav>
                                        <p:tav tm="100000">
                                          <p:val>
                                            <p:strVal val="#ppt_w"/>
                                          </p:val>
                                        </p:tav>
                                      </p:tavLst>
                                    </p:anim>
                                    <p:anim calcmode="lin" valueType="num">
                                      <p:cBhvr>
                                        <p:cTn id="87" dur="500" fill="hold"/>
                                        <p:tgtEl>
                                          <p:spTgt spid="425993">
                                            <p:txEl>
                                              <p:pRg st="1" end="1"/>
                                            </p:txEl>
                                          </p:spTgt>
                                        </p:tgtEl>
                                        <p:attrNameLst>
                                          <p:attrName>ppt_h</p:attrName>
                                        </p:attrNameLst>
                                      </p:cBhvr>
                                      <p:tavLst>
                                        <p:tav tm="0">
                                          <p:val>
                                            <p:fltVal val="0"/>
                                          </p:val>
                                        </p:tav>
                                        <p:tav tm="100000">
                                          <p:val>
                                            <p:strVal val="#ppt_h"/>
                                          </p:val>
                                        </p:tav>
                                      </p:tavLst>
                                    </p:anim>
                                    <p:animEffect transition="in" filter="fade">
                                      <p:cBhvr>
                                        <p:cTn id="88" dur="500"/>
                                        <p:tgtEl>
                                          <p:spTgt spid="425993">
                                            <p:txEl>
                                              <p:pRg st="1" end="1"/>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53" presetClass="entr" presetSubtype="16" fill="hold" nodeType="clickEffect">
                                  <p:stCondLst>
                                    <p:cond delay="0"/>
                                  </p:stCondLst>
                                  <p:childTnLst>
                                    <p:set>
                                      <p:cBhvr>
                                        <p:cTn id="92" dur="1" fill="hold">
                                          <p:stCondLst>
                                            <p:cond delay="0"/>
                                          </p:stCondLst>
                                        </p:cTn>
                                        <p:tgtEl>
                                          <p:spTgt spid="425993">
                                            <p:txEl>
                                              <p:pRg st="2" end="2"/>
                                            </p:txEl>
                                          </p:spTgt>
                                        </p:tgtEl>
                                        <p:attrNameLst>
                                          <p:attrName>style.visibility</p:attrName>
                                        </p:attrNameLst>
                                      </p:cBhvr>
                                      <p:to>
                                        <p:strVal val="visible"/>
                                      </p:to>
                                    </p:set>
                                    <p:anim calcmode="lin" valueType="num">
                                      <p:cBhvr>
                                        <p:cTn id="93" dur="500" fill="hold"/>
                                        <p:tgtEl>
                                          <p:spTgt spid="425993">
                                            <p:txEl>
                                              <p:pRg st="2" end="2"/>
                                            </p:txEl>
                                          </p:spTgt>
                                        </p:tgtEl>
                                        <p:attrNameLst>
                                          <p:attrName>ppt_w</p:attrName>
                                        </p:attrNameLst>
                                      </p:cBhvr>
                                      <p:tavLst>
                                        <p:tav tm="0">
                                          <p:val>
                                            <p:fltVal val="0"/>
                                          </p:val>
                                        </p:tav>
                                        <p:tav tm="100000">
                                          <p:val>
                                            <p:strVal val="#ppt_w"/>
                                          </p:val>
                                        </p:tav>
                                      </p:tavLst>
                                    </p:anim>
                                    <p:anim calcmode="lin" valueType="num">
                                      <p:cBhvr>
                                        <p:cTn id="94" dur="500" fill="hold"/>
                                        <p:tgtEl>
                                          <p:spTgt spid="425993">
                                            <p:txEl>
                                              <p:pRg st="2" end="2"/>
                                            </p:txEl>
                                          </p:spTgt>
                                        </p:tgtEl>
                                        <p:attrNameLst>
                                          <p:attrName>ppt_h</p:attrName>
                                        </p:attrNameLst>
                                      </p:cBhvr>
                                      <p:tavLst>
                                        <p:tav tm="0">
                                          <p:val>
                                            <p:fltVal val="0"/>
                                          </p:val>
                                        </p:tav>
                                        <p:tav tm="100000">
                                          <p:val>
                                            <p:strVal val="#ppt_h"/>
                                          </p:val>
                                        </p:tav>
                                      </p:tavLst>
                                    </p:anim>
                                    <p:animEffect transition="in" filter="fade">
                                      <p:cBhvr>
                                        <p:cTn id="95" dur="500"/>
                                        <p:tgtEl>
                                          <p:spTgt spid="425993">
                                            <p:txEl>
                                              <p:pRg st="2" end="2"/>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53" presetClass="entr" presetSubtype="16" fill="hold" nodeType="clickEffect">
                                  <p:stCondLst>
                                    <p:cond delay="0"/>
                                  </p:stCondLst>
                                  <p:childTnLst>
                                    <p:set>
                                      <p:cBhvr>
                                        <p:cTn id="99" dur="1" fill="hold">
                                          <p:stCondLst>
                                            <p:cond delay="0"/>
                                          </p:stCondLst>
                                        </p:cTn>
                                        <p:tgtEl>
                                          <p:spTgt spid="425993">
                                            <p:txEl>
                                              <p:pRg st="3" end="3"/>
                                            </p:txEl>
                                          </p:spTgt>
                                        </p:tgtEl>
                                        <p:attrNameLst>
                                          <p:attrName>style.visibility</p:attrName>
                                        </p:attrNameLst>
                                      </p:cBhvr>
                                      <p:to>
                                        <p:strVal val="visible"/>
                                      </p:to>
                                    </p:set>
                                    <p:anim calcmode="lin" valueType="num">
                                      <p:cBhvr>
                                        <p:cTn id="100" dur="500" fill="hold"/>
                                        <p:tgtEl>
                                          <p:spTgt spid="425993">
                                            <p:txEl>
                                              <p:pRg st="3" end="3"/>
                                            </p:txEl>
                                          </p:spTgt>
                                        </p:tgtEl>
                                        <p:attrNameLst>
                                          <p:attrName>ppt_w</p:attrName>
                                        </p:attrNameLst>
                                      </p:cBhvr>
                                      <p:tavLst>
                                        <p:tav tm="0">
                                          <p:val>
                                            <p:fltVal val="0"/>
                                          </p:val>
                                        </p:tav>
                                        <p:tav tm="100000">
                                          <p:val>
                                            <p:strVal val="#ppt_w"/>
                                          </p:val>
                                        </p:tav>
                                      </p:tavLst>
                                    </p:anim>
                                    <p:anim calcmode="lin" valueType="num">
                                      <p:cBhvr>
                                        <p:cTn id="101" dur="500" fill="hold"/>
                                        <p:tgtEl>
                                          <p:spTgt spid="425993">
                                            <p:txEl>
                                              <p:pRg st="3" end="3"/>
                                            </p:txEl>
                                          </p:spTgt>
                                        </p:tgtEl>
                                        <p:attrNameLst>
                                          <p:attrName>ppt_h</p:attrName>
                                        </p:attrNameLst>
                                      </p:cBhvr>
                                      <p:tavLst>
                                        <p:tav tm="0">
                                          <p:val>
                                            <p:fltVal val="0"/>
                                          </p:val>
                                        </p:tav>
                                        <p:tav tm="100000">
                                          <p:val>
                                            <p:strVal val="#ppt_h"/>
                                          </p:val>
                                        </p:tav>
                                      </p:tavLst>
                                    </p:anim>
                                    <p:animEffect transition="in" filter="fade">
                                      <p:cBhvr>
                                        <p:cTn id="102" dur="500"/>
                                        <p:tgtEl>
                                          <p:spTgt spid="425993">
                                            <p:txEl>
                                              <p:pRg st="3" end="3"/>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53" presetClass="entr" presetSubtype="16" fill="hold" nodeType="clickEffect">
                                  <p:stCondLst>
                                    <p:cond delay="0"/>
                                  </p:stCondLst>
                                  <p:childTnLst>
                                    <p:set>
                                      <p:cBhvr>
                                        <p:cTn id="106" dur="1" fill="hold">
                                          <p:stCondLst>
                                            <p:cond delay="0"/>
                                          </p:stCondLst>
                                        </p:cTn>
                                        <p:tgtEl>
                                          <p:spTgt spid="425997"/>
                                        </p:tgtEl>
                                        <p:attrNameLst>
                                          <p:attrName>style.visibility</p:attrName>
                                        </p:attrNameLst>
                                      </p:cBhvr>
                                      <p:to>
                                        <p:strVal val="visible"/>
                                      </p:to>
                                    </p:set>
                                    <p:anim calcmode="lin" valueType="num">
                                      <p:cBhvr>
                                        <p:cTn id="107" dur="500" fill="hold"/>
                                        <p:tgtEl>
                                          <p:spTgt spid="425997"/>
                                        </p:tgtEl>
                                        <p:attrNameLst>
                                          <p:attrName>ppt_w</p:attrName>
                                        </p:attrNameLst>
                                      </p:cBhvr>
                                      <p:tavLst>
                                        <p:tav tm="0">
                                          <p:val>
                                            <p:fltVal val="0"/>
                                          </p:val>
                                        </p:tav>
                                        <p:tav tm="100000">
                                          <p:val>
                                            <p:strVal val="#ppt_w"/>
                                          </p:val>
                                        </p:tav>
                                      </p:tavLst>
                                    </p:anim>
                                    <p:anim calcmode="lin" valueType="num">
                                      <p:cBhvr>
                                        <p:cTn id="108" dur="500" fill="hold"/>
                                        <p:tgtEl>
                                          <p:spTgt spid="425997"/>
                                        </p:tgtEl>
                                        <p:attrNameLst>
                                          <p:attrName>ppt_h</p:attrName>
                                        </p:attrNameLst>
                                      </p:cBhvr>
                                      <p:tavLst>
                                        <p:tav tm="0">
                                          <p:val>
                                            <p:fltVal val="0"/>
                                          </p:val>
                                        </p:tav>
                                        <p:tav tm="100000">
                                          <p:val>
                                            <p:strVal val="#ppt_h"/>
                                          </p:val>
                                        </p:tav>
                                      </p:tavLst>
                                    </p:anim>
                                    <p:animEffect transition="in" filter="fade">
                                      <p:cBhvr>
                                        <p:cTn id="109" dur="500"/>
                                        <p:tgtEl>
                                          <p:spTgt spid="425997"/>
                                        </p:tgtEl>
                                      </p:cBhvr>
                                    </p:animEffect>
                                  </p:childTnLst>
                                </p:cTn>
                              </p:par>
                              <p:par>
                                <p:cTn id="110" presetID="53" presetClass="entr" presetSubtype="16" fill="hold" grpId="0" nodeType="withEffect">
                                  <p:stCondLst>
                                    <p:cond delay="0"/>
                                  </p:stCondLst>
                                  <p:childTnLst>
                                    <p:set>
                                      <p:cBhvr>
                                        <p:cTn id="111" dur="1" fill="hold">
                                          <p:stCondLst>
                                            <p:cond delay="0"/>
                                          </p:stCondLst>
                                        </p:cTn>
                                        <p:tgtEl>
                                          <p:spTgt spid="425998"/>
                                        </p:tgtEl>
                                        <p:attrNameLst>
                                          <p:attrName>style.visibility</p:attrName>
                                        </p:attrNameLst>
                                      </p:cBhvr>
                                      <p:to>
                                        <p:strVal val="visible"/>
                                      </p:to>
                                    </p:set>
                                    <p:anim calcmode="lin" valueType="num">
                                      <p:cBhvr>
                                        <p:cTn id="112" dur="500" fill="hold"/>
                                        <p:tgtEl>
                                          <p:spTgt spid="425998"/>
                                        </p:tgtEl>
                                        <p:attrNameLst>
                                          <p:attrName>ppt_w</p:attrName>
                                        </p:attrNameLst>
                                      </p:cBhvr>
                                      <p:tavLst>
                                        <p:tav tm="0">
                                          <p:val>
                                            <p:fltVal val="0"/>
                                          </p:val>
                                        </p:tav>
                                        <p:tav tm="100000">
                                          <p:val>
                                            <p:strVal val="#ppt_w"/>
                                          </p:val>
                                        </p:tav>
                                      </p:tavLst>
                                    </p:anim>
                                    <p:anim calcmode="lin" valueType="num">
                                      <p:cBhvr>
                                        <p:cTn id="113" dur="500" fill="hold"/>
                                        <p:tgtEl>
                                          <p:spTgt spid="425998"/>
                                        </p:tgtEl>
                                        <p:attrNameLst>
                                          <p:attrName>ppt_h</p:attrName>
                                        </p:attrNameLst>
                                      </p:cBhvr>
                                      <p:tavLst>
                                        <p:tav tm="0">
                                          <p:val>
                                            <p:fltVal val="0"/>
                                          </p:val>
                                        </p:tav>
                                        <p:tav tm="100000">
                                          <p:val>
                                            <p:strVal val="#ppt_h"/>
                                          </p:val>
                                        </p:tav>
                                      </p:tavLst>
                                    </p:anim>
                                    <p:animEffect transition="in" filter="fade">
                                      <p:cBhvr>
                                        <p:cTn id="114" dur="500"/>
                                        <p:tgtEl>
                                          <p:spTgt spid="425998"/>
                                        </p:tgtEl>
                                      </p:cBhvr>
                                    </p:animEffect>
                                  </p:childTnLst>
                                </p:cTn>
                              </p:par>
                            </p:childTnLst>
                          </p:cTn>
                        </p:par>
                        <p:par>
                          <p:cTn id="115" fill="hold">
                            <p:stCondLst>
                              <p:cond delay="500"/>
                            </p:stCondLst>
                            <p:childTnLst>
                              <p:par>
                                <p:cTn id="116" presetID="53" presetClass="entr" presetSubtype="16" fill="hold" grpId="0" nodeType="afterEffect">
                                  <p:stCondLst>
                                    <p:cond delay="0"/>
                                  </p:stCondLst>
                                  <p:childTnLst>
                                    <p:set>
                                      <p:cBhvr>
                                        <p:cTn id="117" dur="1" fill="hold">
                                          <p:stCondLst>
                                            <p:cond delay="0"/>
                                          </p:stCondLst>
                                        </p:cTn>
                                        <p:tgtEl>
                                          <p:spTgt spid="425999"/>
                                        </p:tgtEl>
                                        <p:attrNameLst>
                                          <p:attrName>style.visibility</p:attrName>
                                        </p:attrNameLst>
                                      </p:cBhvr>
                                      <p:to>
                                        <p:strVal val="visible"/>
                                      </p:to>
                                    </p:set>
                                    <p:anim calcmode="lin" valueType="num">
                                      <p:cBhvr>
                                        <p:cTn id="118" dur="500" fill="hold"/>
                                        <p:tgtEl>
                                          <p:spTgt spid="425999"/>
                                        </p:tgtEl>
                                        <p:attrNameLst>
                                          <p:attrName>ppt_w</p:attrName>
                                        </p:attrNameLst>
                                      </p:cBhvr>
                                      <p:tavLst>
                                        <p:tav tm="0">
                                          <p:val>
                                            <p:fltVal val="0"/>
                                          </p:val>
                                        </p:tav>
                                        <p:tav tm="100000">
                                          <p:val>
                                            <p:strVal val="#ppt_w"/>
                                          </p:val>
                                        </p:tav>
                                      </p:tavLst>
                                    </p:anim>
                                    <p:anim calcmode="lin" valueType="num">
                                      <p:cBhvr>
                                        <p:cTn id="119" dur="500" fill="hold"/>
                                        <p:tgtEl>
                                          <p:spTgt spid="425999"/>
                                        </p:tgtEl>
                                        <p:attrNameLst>
                                          <p:attrName>ppt_h</p:attrName>
                                        </p:attrNameLst>
                                      </p:cBhvr>
                                      <p:tavLst>
                                        <p:tav tm="0">
                                          <p:val>
                                            <p:fltVal val="0"/>
                                          </p:val>
                                        </p:tav>
                                        <p:tav tm="100000">
                                          <p:val>
                                            <p:strVal val="#ppt_h"/>
                                          </p:val>
                                        </p:tav>
                                      </p:tavLst>
                                    </p:anim>
                                    <p:animEffect transition="in" filter="fade">
                                      <p:cBhvr>
                                        <p:cTn id="120" dur="500"/>
                                        <p:tgtEl>
                                          <p:spTgt spid="425999"/>
                                        </p:tgtEl>
                                      </p:cBhvr>
                                    </p:animEffect>
                                  </p:childTnLst>
                                </p:cTn>
                              </p:par>
                            </p:childTnLst>
                          </p:cTn>
                        </p:par>
                      </p:childTnLst>
                    </p:cTn>
                  </p:par>
                  <p:par>
                    <p:cTn id="121" fill="hold">
                      <p:stCondLst>
                        <p:cond delay="indefinite"/>
                      </p:stCondLst>
                      <p:childTnLst>
                        <p:par>
                          <p:cTn id="122" fill="hold">
                            <p:stCondLst>
                              <p:cond delay="0"/>
                            </p:stCondLst>
                            <p:childTnLst>
                              <p:par>
                                <p:cTn id="123" presetID="53" presetClass="entr" presetSubtype="16" fill="hold" nodeType="clickEffect">
                                  <p:stCondLst>
                                    <p:cond delay="0"/>
                                  </p:stCondLst>
                                  <p:childTnLst>
                                    <p:set>
                                      <p:cBhvr>
                                        <p:cTn id="124" dur="1" fill="hold">
                                          <p:stCondLst>
                                            <p:cond delay="0"/>
                                          </p:stCondLst>
                                        </p:cTn>
                                        <p:tgtEl>
                                          <p:spTgt spid="425994"/>
                                        </p:tgtEl>
                                        <p:attrNameLst>
                                          <p:attrName>style.visibility</p:attrName>
                                        </p:attrNameLst>
                                      </p:cBhvr>
                                      <p:to>
                                        <p:strVal val="visible"/>
                                      </p:to>
                                    </p:set>
                                    <p:anim calcmode="lin" valueType="num">
                                      <p:cBhvr>
                                        <p:cTn id="125" dur="500" fill="hold"/>
                                        <p:tgtEl>
                                          <p:spTgt spid="425994"/>
                                        </p:tgtEl>
                                        <p:attrNameLst>
                                          <p:attrName>ppt_w</p:attrName>
                                        </p:attrNameLst>
                                      </p:cBhvr>
                                      <p:tavLst>
                                        <p:tav tm="0">
                                          <p:val>
                                            <p:fltVal val="0"/>
                                          </p:val>
                                        </p:tav>
                                        <p:tav tm="100000">
                                          <p:val>
                                            <p:strVal val="#ppt_w"/>
                                          </p:val>
                                        </p:tav>
                                      </p:tavLst>
                                    </p:anim>
                                    <p:anim calcmode="lin" valueType="num">
                                      <p:cBhvr>
                                        <p:cTn id="126" dur="500" fill="hold"/>
                                        <p:tgtEl>
                                          <p:spTgt spid="425994"/>
                                        </p:tgtEl>
                                        <p:attrNameLst>
                                          <p:attrName>ppt_h</p:attrName>
                                        </p:attrNameLst>
                                      </p:cBhvr>
                                      <p:tavLst>
                                        <p:tav tm="0">
                                          <p:val>
                                            <p:fltVal val="0"/>
                                          </p:val>
                                        </p:tav>
                                        <p:tav tm="100000">
                                          <p:val>
                                            <p:strVal val="#ppt_h"/>
                                          </p:val>
                                        </p:tav>
                                      </p:tavLst>
                                    </p:anim>
                                    <p:animEffect transition="in" filter="fade">
                                      <p:cBhvr>
                                        <p:cTn id="127" dur="500"/>
                                        <p:tgtEl>
                                          <p:spTgt spid="425994"/>
                                        </p:tgtEl>
                                      </p:cBhvr>
                                    </p:animEffect>
                                  </p:childTnLst>
                                </p:cTn>
                              </p:par>
                              <p:par>
                                <p:cTn id="128" presetID="53" presetClass="entr" presetSubtype="16" fill="hold" grpId="0" nodeType="withEffect">
                                  <p:stCondLst>
                                    <p:cond delay="0"/>
                                  </p:stCondLst>
                                  <p:childTnLst>
                                    <p:set>
                                      <p:cBhvr>
                                        <p:cTn id="129" dur="1" fill="hold">
                                          <p:stCondLst>
                                            <p:cond delay="0"/>
                                          </p:stCondLst>
                                        </p:cTn>
                                        <p:tgtEl>
                                          <p:spTgt spid="425995"/>
                                        </p:tgtEl>
                                        <p:attrNameLst>
                                          <p:attrName>style.visibility</p:attrName>
                                        </p:attrNameLst>
                                      </p:cBhvr>
                                      <p:to>
                                        <p:strVal val="visible"/>
                                      </p:to>
                                    </p:set>
                                    <p:anim calcmode="lin" valueType="num">
                                      <p:cBhvr>
                                        <p:cTn id="130" dur="500" fill="hold"/>
                                        <p:tgtEl>
                                          <p:spTgt spid="425995"/>
                                        </p:tgtEl>
                                        <p:attrNameLst>
                                          <p:attrName>ppt_w</p:attrName>
                                        </p:attrNameLst>
                                      </p:cBhvr>
                                      <p:tavLst>
                                        <p:tav tm="0">
                                          <p:val>
                                            <p:fltVal val="0"/>
                                          </p:val>
                                        </p:tav>
                                        <p:tav tm="100000">
                                          <p:val>
                                            <p:strVal val="#ppt_w"/>
                                          </p:val>
                                        </p:tav>
                                      </p:tavLst>
                                    </p:anim>
                                    <p:anim calcmode="lin" valueType="num">
                                      <p:cBhvr>
                                        <p:cTn id="131" dur="500" fill="hold"/>
                                        <p:tgtEl>
                                          <p:spTgt spid="425995"/>
                                        </p:tgtEl>
                                        <p:attrNameLst>
                                          <p:attrName>ppt_h</p:attrName>
                                        </p:attrNameLst>
                                      </p:cBhvr>
                                      <p:tavLst>
                                        <p:tav tm="0">
                                          <p:val>
                                            <p:fltVal val="0"/>
                                          </p:val>
                                        </p:tav>
                                        <p:tav tm="100000">
                                          <p:val>
                                            <p:strVal val="#ppt_h"/>
                                          </p:val>
                                        </p:tav>
                                      </p:tavLst>
                                    </p:anim>
                                    <p:animEffect transition="in" filter="fade">
                                      <p:cBhvr>
                                        <p:cTn id="132" dur="500"/>
                                        <p:tgtEl>
                                          <p:spTgt spid="425995"/>
                                        </p:tgtEl>
                                      </p:cBhvr>
                                    </p:animEffect>
                                  </p:childTnLst>
                                </p:cTn>
                              </p:par>
                            </p:childTnLst>
                          </p:cTn>
                        </p:par>
                        <p:par>
                          <p:cTn id="133" fill="hold">
                            <p:stCondLst>
                              <p:cond delay="500"/>
                            </p:stCondLst>
                            <p:childTnLst>
                              <p:par>
                                <p:cTn id="134" presetID="53" presetClass="entr" presetSubtype="16" fill="hold" nodeType="afterEffect">
                                  <p:stCondLst>
                                    <p:cond delay="0"/>
                                  </p:stCondLst>
                                  <p:childTnLst>
                                    <p:set>
                                      <p:cBhvr>
                                        <p:cTn id="135" dur="1" fill="hold">
                                          <p:stCondLst>
                                            <p:cond delay="0"/>
                                          </p:stCondLst>
                                        </p:cTn>
                                        <p:tgtEl>
                                          <p:spTgt spid="425996">
                                            <p:txEl>
                                              <p:pRg st="0" end="0"/>
                                            </p:txEl>
                                          </p:spTgt>
                                        </p:tgtEl>
                                        <p:attrNameLst>
                                          <p:attrName>style.visibility</p:attrName>
                                        </p:attrNameLst>
                                      </p:cBhvr>
                                      <p:to>
                                        <p:strVal val="visible"/>
                                      </p:to>
                                    </p:set>
                                    <p:anim calcmode="lin" valueType="num">
                                      <p:cBhvr>
                                        <p:cTn id="136" dur="500" fill="hold"/>
                                        <p:tgtEl>
                                          <p:spTgt spid="425996">
                                            <p:txEl>
                                              <p:pRg st="0" end="0"/>
                                            </p:txEl>
                                          </p:spTgt>
                                        </p:tgtEl>
                                        <p:attrNameLst>
                                          <p:attrName>ppt_w</p:attrName>
                                        </p:attrNameLst>
                                      </p:cBhvr>
                                      <p:tavLst>
                                        <p:tav tm="0">
                                          <p:val>
                                            <p:fltVal val="0"/>
                                          </p:val>
                                        </p:tav>
                                        <p:tav tm="100000">
                                          <p:val>
                                            <p:strVal val="#ppt_w"/>
                                          </p:val>
                                        </p:tav>
                                      </p:tavLst>
                                    </p:anim>
                                    <p:anim calcmode="lin" valueType="num">
                                      <p:cBhvr>
                                        <p:cTn id="137" dur="500" fill="hold"/>
                                        <p:tgtEl>
                                          <p:spTgt spid="425996">
                                            <p:txEl>
                                              <p:pRg st="0" end="0"/>
                                            </p:txEl>
                                          </p:spTgt>
                                        </p:tgtEl>
                                        <p:attrNameLst>
                                          <p:attrName>ppt_h</p:attrName>
                                        </p:attrNameLst>
                                      </p:cBhvr>
                                      <p:tavLst>
                                        <p:tav tm="0">
                                          <p:val>
                                            <p:fltVal val="0"/>
                                          </p:val>
                                        </p:tav>
                                        <p:tav tm="100000">
                                          <p:val>
                                            <p:strVal val="#ppt_h"/>
                                          </p:val>
                                        </p:tav>
                                      </p:tavLst>
                                    </p:anim>
                                    <p:animEffect transition="in" filter="fade">
                                      <p:cBhvr>
                                        <p:cTn id="138" dur="500"/>
                                        <p:tgtEl>
                                          <p:spTgt spid="425996">
                                            <p:txEl>
                                              <p:pRg st="0" end="0"/>
                                            </p:txEl>
                                          </p:spTgt>
                                        </p:tgtEl>
                                      </p:cBhvr>
                                    </p:animEffect>
                                  </p:childTnLst>
                                </p:cTn>
                              </p:par>
                              <p:par>
                                <p:cTn id="139" presetID="53" presetClass="entr" presetSubtype="16" fill="hold" nodeType="withEffect">
                                  <p:stCondLst>
                                    <p:cond delay="0"/>
                                  </p:stCondLst>
                                  <p:childTnLst>
                                    <p:set>
                                      <p:cBhvr>
                                        <p:cTn id="140" dur="1" fill="hold">
                                          <p:stCondLst>
                                            <p:cond delay="0"/>
                                          </p:stCondLst>
                                        </p:cTn>
                                        <p:tgtEl>
                                          <p:spTgt spid="425996">
                                            <p:txEl>
                                              <p:pRg st="1" end="1"/>
                                            </p:txEl>
                                          </p:spTgt>
                                        </p:tgtEl>
                                        <p:attrNameLst>
                                          <p:attrName>style.visibility</p:attrName>
                                        </p:attrNameLst>
                                      </p:cBhvr>
                                      <p:to>
                                        <p:strVal val="visible"/>
                                      </p:to>
                                    </p:set>
                                    <p:anim calcmode="lin" valueType="num">
                                      <p:cBhvr>
                                        <p:cTn id="141" dur="500" fill="hold"/>
                                        <p:tgtEl>
                                          <p:spTgt spid="425996">
                                            <p:txEl>
                                              <p:pRg st="1" end="1"/>
                                            </p:txEl>
                                          </p:spTgt>
                                        </p:tgtEl>
                                        <p:attrNameLst>
                                          <p:attrName>ppt_w</p:attrName>
                                        </p:attrNameLst>
                                      </p:cBhvr>
                                      <p:tavLst>
                                        <p:tav tm="0">
                                          <p:val>
                                            <p:fltVal val="0"/>
                                          </p:val>
                                        </p:tav>
                                        <p:tav tm="100000">
                                          <p:val>
                                            <p:strVal val="#ppt_w"/>
                                          </p:val>
                                        </p:tav>
                                      </p:tavLst>
                                    </p:anim>
                                    <p:anim calcmode="lin" valueType="num">
                                      <p:cBhvr>
                                        <p:cTn id="142" dur="500" fill="hold"/>
                                        <p:tgtEl>
                                          <p:spTgt spid="425996">
                                            <p:txEl>
                                              <p:pRg st="1" end="1"/>
                                            </p:txEl>
                                          </p:spTgt>
                                        </p:tgtEl>
                                        <p:attrNameLst>
                                          <p:attrName>ppt_h</p:attrName>
                                        </p:attrNameLst>
                                      </p:cBhvr>
                                      <p:tavLst>
                                        <p:tav tm="0">
                                          <p:val>
                                            <p:fltVal val="0"/>
                                          </p:val>
                                        </p:tav>
                                        <p:tav tm="100000">
                                          <p:val>
                                            <p:strVal val="#ppt_h"/>
                                          </p:val>
                                        </p:tav>
                                      </p:tavLst>
                                    </p:anim>
                                    <p:animEffect transition="in" filter="fade">
                                      <p:cBhvr>
                                        <p:cTn id="143" dur="500"/>
                                        <p:tgtEl>
                                          <p:spTgt spid="425996">
                                            <p:txEl>
                                              <p:pRg st="1" end="1"/>
                                            </p:txEl>
                                          </p:spTgt>
                                        </p:tgtEl>
                                      </p:cBhvr>
                                    </p:animEffect>
                                  </p:childTnLst>
                                </p:cTn>
                              </p:par>
                              <p:par>
                                <p:cTn id="144" presetID="53" presetClass="entr" presetSubtype="16" fill="hold" grpId="0" nodeType="withEffect">
                                  <p:stCondLst>
                                    <p:cond delay="0"/>
                                  </p:stCondLst>
                                  <p:childTnLst>
                                    <p:set>
                                      <p:cBhvr>
                                        <p:cTn id="145" dur="1" fill="hold">
                                          <p:stCondLst>
                                            <p:cond delay="0"/>
                                          </p:stCondLst>
                                        </p:cTn>
                                        <p:tgtEl>
                                          <p:spTgt spid="35"/>
                                        </p:tgtEl>
                                        <p:attrNameLst>
                                          <p:attrName>style.visibility</p:attrName>
                                        </p:attrNameLst>
                                      </p:cBhvr>
                                      <p:to>
                                        <p:strVal val="visible"/>
                                      </p:to>
                                    </p:set>
                                    <p:anim calcmode="lin" valueType="num">
                                      <p:cBhvr>
                                        <p:cTn id="146" dur="500" fill="hold"/>
                                        <p:tgtEl>
                                          <p:spTgt spid="35"/>
                                        </p:tgtEl>
                                        <p:attrNameLst>
                                          <p:attrName>ppt_w</p:attrName>
                                        </p:attrNameLst>
                                      </p:cBhvr>
                                      <p:tavLst>
                                        <p:tav tm="0">
                                          <p:val>
                                            <p:fltVal val="0"/>
                                          </p:val>
                                        </p:tav>
                                        <p:tav tm="100000">
                                          <p:val>
                                            <p:strVal val="#ppt_w"/>
                                          </p:val>
                                        </p:tav>
                                      </p:tavLst>
                                    </p:anim>
                                    <p:anim calcmode="lin" valueType="num">
                                      <p:cBhvr>
                                        <p:cTn id="147" dur="500" fill="hold"/>
                                        <p:tgtEl>
                                          <p:spTgt spid="35"/>
                                        </p:tgtEl>
                                        <p:attrNameLst>
                                          <p:attrName>ppt_h</p:attrName>
                                        </p:attrNameLst>
                                      </p:cBhvr>
                                      <p:tavLst>
                                        <p:tav tm="0">
                                          <p:val>
                                            <p:fltVal val="0"/>
                                          </p:val>
                                        </p:tav>
                                        <p:tav tm="100000">
                                          <p:val>
                                            <p:strVal val="#ppt_h"/>
                                          </p:val>
                                        </p:tav>
                                      </p:tavLst>
                                    </p:anim>
                                    <p:animEffect transition="in" filter="fade">
                                      <p:cBhvr>
                                        <p:cTn id="148" dur="500"/>
                                        <p:tgtEl>
                                          <p:spTgt spid="35"/>
                                        </p:tgtEl>
                                      </p:cBhvr>
                                    </p:animEffect>
                                  </p:childTnLst>
                                </p:cTn>
                              </p:par>
                            </p:childTnLst>
                          </p:cTn>
                        </p:par>
                      </p:childTnLst>
                    </p:cTn>
                  </p:par>
                  <p:par>
                    <p:cTn id="149" fill="hold">
                      <p:stCondLst>
                        <p:cond delay="indefinite"/>
                      </p:stCondLst>
                      <p:childTnLst>
                        <p:par>
                          <p:cTn id="150" fill="hold">
                            <p:stCondLst>
                              <p:cond delay="0"/>
                            </p:stCondLst>
                            <p:childTnLst>
                              <p:par>
                                <p:cTn id="151" presetID="53" presetClass="entr" presetSubtype="16" fill="hold" nodeType="clickEffect">
                                  <p:stCondLst>
                                    <p:cond delay="0"/>
                                  </p:stCondLst>
                                  <p:childTnLst>
                                    <p:set>
                                      <p:cBhvr>
                                        <p:cTn id="152" dur="1" fill="hold">
                                          <p:stCondLst>
                                            <p:cond delay="0"/>
                                          </p:stCondLst>
                                        </p:cTn>
                                        <p:tgtEl>
                                          <p:spTgt spid="425996">
                                            <p:txEl>
                                              <p:pRg st="2" end="2"/>
                                            </p:txEl>
                                          </p:spTgt>
                                        </p:tgtEl>
                                        <p:attrNameLst>
                                          <p:attrName>style.visibility</p:attrName>
                                        </p:attrNameLst>
                                      </p:cBhvr>
                                      <p:to>
                                        <p:strVal val="visible"/>
                                      </p:to>
                                    </p:set>
                                    <p:anim calcmode="lin" valueType="num">
                                      <p:cBhvr>
                                        <p:cTn id="153" dur="500" fill="hold"/>
                                        <p:tgtEl>
                                          <p:spTgt spid="425996">
                                            <p:txEl>
                                              <p:pRg st="2" end="2"/>
                                            </p:txEl>
                                          </p:spTgt>
                                        </p:tgtEl>
                                        <p:attrNameLst>
                                          <p:attrName>ppt_w</p:attrName>
                                        </p:attrNameLst>
                                      </p:cBhvr>
                                      <p:tavLst>
                                        <p:tav tm="0">
                                          <p:val>
                                            <p:fltVal val="0"/>
                                          </p:val>
                                        </p:tav>
                                        <p:tav tm="100000">
                                          <p:val>
                                            <p:strVal val="#ppt_w"/>
                                          </p:val>
                                        </p:tav>
                                      </p:tavLst>
                                    </p:anim>
                                    <p:anim calcmode="lin" valueType="num">
                                      <p:cBhvr>
                                        <p:cTn id="154" dur="500" fill="hold"/>
                                        <p:tgtEl>
                                          <p:spTgt spid="425996">
                                            <p:txEl>
                                              <p:pRg st="2" end="2"/>
                                            </p:txEl>
                                          </p:spTgt>
                                        </p:tgtEl>
                                        <p:attrNameLst>
                                          <p:attrName>ppt_h</p:attrName>
                                        </p:attrNameLst>
                                      </p:cBhvr>
                                      <p:tavLst>
                                        <p:tav tm="0">
                                          <p:val>
                                            <p:fltVal val="0"/>
                                          </p:val>
                                        </p:tav>
                                        <p:tav tm="100000">
                                          <p:val>
                                            <p:strVal val="#ppt_h"/>
                                          </p:val>
                                        </p:tav>
                                      </p:tavLst>
                                    </p:anim>
                                    <p:animEffect transition="in" filter="fade">
                                      <p:cBhvr>
                                        <p:cTn id="155" dur="500"/>
                                        <p:tgtEl>
                                          <p:spTgt spid="425996">
                                            <p:txEl>
                                              <p:pRg st="2" end="2"/>
                                            </p:txEl>
                                          </p:spTgt>
                                        </p:tgtEl>
                                      </p:cBhvr>
                                    </p:animEffect>
                                  </p:childTnLst>
                                </p:cTn>
                              </p:par>
                            </p:childTnLst>
                          </p:cTn>
                        </p:par>
                      </p:childTnLst>
                    </p:cTn>
                  </p:par>
                  <p:par>
                    <p:cTn id="156" fill="hold">
                      <p:stCondLst>
                        <p:cond delay="indefinite"/>
                      </p:stCondLst>
                      <p:childTnLst>
                        <p:par>
                          <p:cTn id="157" fill="hold">
                            <p:stCondLst>
                              <p:cond delay="0"/>
                            </p:stCondLst>
                            <p:childTnLst>
                              <p:par>
                                <p:cTn id="158" presetID="53" presetClass="entr" presetSubtype="16" fill="hold" nodeType="clickEffect">
                                  <p:stCondLst>
                                    <p:cond delay="0"/>
                                  </p:stCondLst>
                                  <p:childTnLst>
                                    <p:set>
                                      <p:cBhvr>
                                        <p:cTn id="159" dur="1" fill="hold">
                                          <p:stCondLst>
                                            <p:cond delay="0"/>
                                          </p:stCondLst>
                                        </p:cTn>
                                        <p:tgtEl>
                                          <p:spTgt spid="425996">
                                            <p:txEl>
                                              <p:pRg st="3" end="3"/>
                                            </p:txEl>
                                          </p:spTgt>
                                        </p:tgtEl>
                                        <p:attrNameLst>
                                          <p:attrName>style.visibility</p:attrName>
                                        </p:attrNameLst>
                                      </p:cBhvr>
                                      <p:to>
                                        <p:strVal val="visible"/>
                                      </p:to>
                                    </p:set>
                                    <p:anim calcmode="lin" valueType="num">
                                      <p:cBhvr>
                                        <p:cTn id="160" dur="500" fill="hold"/>
                                        <p:tgtEl>
                                          <p:spTgt spid="425996">
                                            <p:txEl>
                                              <p:pRg st="3" end="3"/>
                                            </p:txEl>
                                          </p:spTgt>
                                        </p:tgtEl>
                                        <p:attrNameLst>
                                          <p:attrName>ppt_w</p:attrName>
                                        </p:attrNameLst>
                                      </p:cBhvr>
                                      <p:tavLst>
                                        <p:tav tm="0">
                                          <p:val>
                                            <p:fltVal val="0"/>
                                          </p:val>
                                        </p:tav>
                                        <p:tav tm="100000">
                                          <p:val>
                                            <p:strVal val="#ppt_w"/>
                                          </p:val>
                                        </p:tav>
                                      </p:tavLst>
                                    </p:anim>
                                    <p:anim calcmode="lin" valueType="num">
                                      <p:cBhvr>
                                        <p:cTn id="161" dur="500" fill="hold"/>
                                        <p:tgtEl>
                                          <p:spTgt spid="425996">
                                            <p:txEl>
                                              <p:pRg st="3" end="3"/>
                                            </p:txEl>
                                          </p:spTgt>
                                        </p:tgtEl>
                                        <p:attrNameLst>
                                          <p:attrName>ppt_h</p:attrName>
                                        </p:attrNameLst>
                                      </p:cBhvr>
                                      <p:tavLst>
                                        <p:tav tm="0">
                                          <p:val>
                                            <p:fltVal val="0"/>
                                          </p:val>
                                        </p:tav>
                                        <p:tav tm="100000">
                                          <p:val>
                                            <p:strVal val="#ppt_h"/>
                                          </p:val>
                                        </p:tav>
                                      </p:tavLst>
                                    </p:anim>
                                    <p:animEffect transition="in" filter="fade">
                                      <p:cBhvr>
                                        <p:cTn id="162" dur="500"/>
                                        <p:tgtEl>
                                          <p:spTgt spid="425996">
                                            <p:txEl>
                                              <p:pRg st="3" end="3"/>
                                            </p:txEl>
                                          </p:spTgt>
                                        </p:tgtEl>
                                      </p:cBhvr>
                                    </p:animEffect>
                                  </p:childTnLst>
                                </p:cTn>
                              </p:par>
                            </p:childTnLst>
                          </p:cTn>
                        </p:par>
                      </p:childTnLst>
                    </p:cTn>
                  </p:par>
                  <p:par>
                    <p:cTn id="163" fill="hold">
                      <p:stCondLst>
                        <p:cond delay="indefinite"/>
                      </p:stCondLst>
                      <p:childTnLst>
                        <p:par>
                          <p:cTn id="164" fill="hold">
                            <p:stCondLst>
                              <p:cond delay="0"/>
                            </p:stCondLst>
                            <p:childTnLst>
                              <p:par>
                                <p:cTn id="165" presetID="53" presetClass="entr" presetSubtype="16" fill="hold" nodeType="clickEffect">
                                  <p:stCondLst>
                                    <p:cond delay="0"/>
                                  </p:stCondLst>
                                  <p:childTnLst>
                                    <p:set>
                                      <p:cBhvr>
                                        <p:cTn id="166" dur="1" fill="hold">
                                          <p:stCondLst>
                                            <p:cond delay="0"/>
                                          </p:stCondLst>
                                        </p:cTn>
                                        <p:tgtEl>
                                          <p:spTgt spid="426000"/>
                                        </p:tgtEl>
                                        <p:attrNameLst>
                                          <p:attrName>style.visibility</p:attrName>
                                        </p:attrNameLst>
                                      </p:cBhvr>
                                      <p:to>
                                        <p:strVal val="visible"/>
                                      </p:to>
                                    </p:set>
                                    <p:anim calcmode="lin" valueType="num">
                                      <p:cBhvr>
                                        <p:cTn id="167" dur="500" fill="hold"/>
                                        <p:tgtEl>
                                          <p:spTgt spid="426000"/>
                                        </p:tgtEl>
                                        <p:attrNameLst>
                                          <p:attrName>ppt_w</p:attrName>
                                        </p:attrNameLst>
                                      </p:cBhvr>
                                      <p:tavLst>
                                        <p:tav tm="0">
                                          <p:val>
                                            <p:fltVal val="0"/>
                                          </p:val>
                                        </p:tav>
                                        <p:tav tm="100000">
                                          <p:val>
                                            <p:strVal val="#ppt_w"/>
                                          </p:val>
                                        </p:tav>
                                      </p:tavLst>
                                    </p:anim>
                                    <p:anim calcmode="lin" valueType="num">
                                      <p:cBhvr>
                                        <p:cTn id="168" dur="500" fill="hold"/>
                                        <p:tgtEl>
                                          <p:spTgt spid="426000"/>
                                        </p:tgtEl>
                                        <p:attrNameLst>
                                          <p:attrName>ppt_h</p:attrName>
                                        </p:attrNameLst>
                                      </p:cBhvr>
                                      <p:tavLst>
                                        <p:tav tm="0">
                                          <p:val>
                                            <p:fltVal val="0"/>
                                          </p:val>
                                        </p:tav>
                                        <p:tav tm="100000">
                                          <p:val>
                                            <p:strVal val="#ppt_h"/>
                                          </p:val>
                                        </p:tav>
                                      </p:tavLst>
                                    </p:anim>
                                    <p:animEffect transition="in" filter="fade">
                                      <p:cBhvr>
                                        <p:cTn id="169" dur="500"/>
                                        <p:tgtEl>
                                          <p:spTgt spid="426000"/>
                                        </p:tgtEl>
                                      </p:cBhvr>
                                    </p:animEffect>
                                  </p:childTnLst>
                                </p:cTn>
                              </p:par>
                              <p:par>
                                <p:cTn id="170" presetID="53" presetClass="entr" presetSubtype="16" fill="hold" grpId="0" nodeType="withEffect">
                                  <p:stCondLst>
                                    <p:cond delay="0"/>
                                  </p:stCondLst>
                                  <p:childTnLst>
                                    <p:set>
                                      <p:cBhvr>
                                        <p:cTn id="171" dur="1" fill="hold">
                                          <p:stCondLst>
                                            <p:cond delay="0"/>
                                          </p:stCondLst>
                                        </p:cTn>
                                        <p:tgtEl>
                                          <p:spTgt spid="426001"/>
                                        </p:tgtEl>
                                        <p:attrNameLst>
                                          <p:attrName>style.visibility</p:attrName>
                                        </p:attrNameLst>
                                      </p:cBhvr>
                                      <p:to>
                                        <p:strVal val="visible"/>
                                      </p:to>
                                    </p:set>
                                    <p:anim calcmode="lin" valueType="num">
                                      <p:cBhvr>
                                        <p:cTn id="172" dur="500" fill="hold"/>
                                        <p:tgtEl>
                                          <p:spTgt spid="426001"/>
                                        </p:tgtEl>
                                        <p:attrNameLst>
                                          <p:attrName>ppt_w</p:attrName>
                                        </p:attrNameLst>
                                      </p:cBhvr>
                                      <p:tavLst>
                                        <p:tav tm="0">
                                          <p:val>
                                            <p:fltVal val="0"/>
                                          </p:val>
                                        </p:tav>
                                        <p:tav tm="100000">
                                          <p:val>
                                            <p:strVal val="#ppt_w"/>
                                          </p:val>
                                        </p:tav>
                                      </p:tavLst>
                                    </p:anim>
                                    <p:anim calcmode="lin" valueType="num">
                                      <p:cBhvr>
                                        <p:cTn id="173" dur="500" fill="hold"/>
                                        <p:tgtEl>
                                          <p:spTgt spid="426001"/>
                                        </p:tgtEl>
                                        <p:attrNameLst>
                                          <p:attrName>ppt_h</p:attrName>
                                        </p:attrNameLst>
                                      </p:cBhvr>
                                      <p:tavLst>
                                        <p:tav tm="0">
                                          <p:val>
                                            <p:fltVal val="0"/>
                                          </p:val>
                                        </p:tav>
                                        <p:tav tm="100000">
                                          <p:val>
                                            <p:strVal val="#ppt_h"/>
                                          </p:val>
                                        </p:tav>
                                      </p:tavLst>
                                    </p:anim>
                                    <p:animEffect transition="in" filter="fade">
                                      <p:cBhvr>
                                        <p:cTn id="174" dur="500"/>
                                        <p:tgtEl>
                                          <p:spTgt spid="426001"/>
                                        </p:tgtEl>
                                      </p:cBhvr>
                                    </p:animEffect>
                                  </p:childTnLst>
                                </p:cTn>
                              </p:par>
                            </p:childTnLst>
                          </p:cTn>
                        </p:par>
                        <p:par>
                          <p:cTn id="175" fill="hold">
                            <p:stCondLst>
                              <p:cond delay="500"/>
                            </p:stCondLst>
                            <p:childTnLst>
                              <p:par>
                                <p:cTn id="176" presetID="53" presetClass="entr" presetSubtype="16" fill="hold" grpId="0" nodeType="afterEffect">
                                  <p:stCondLst>
                                    <p:cond delay="0"/>
                                  </p:stCondLst>
                                  <p:childTnLst>
                                    <p:set>
                                      <p:cBhvr>
                                        <p:cTn id="177" dur="1" fill="hold">
                                          <p:stCondLst>
                                            <p:cond delay="0"/>
                                          </p:stCondLst>
                                        </p:cTn>
                                        <p:tgtEl>
                                          <p:spTgt spid="426002"/>
                                        </p:tgtEl>
                                        <p:attrNameLst>
                                          <p:attrName>style.visibility</p:attrName>
                                        </p:attrNameLst>
                                      </p:cBhvr>
                                      <p:to>
                                        <p:strVal val="visible"/>
                                      </p:to>
                                    </p:set>
                                    <p:anim calcmode="lin" valueType="num">
                                      <p:cBhvr>
                                        <p:cTn id="178" dur="500" fill="hold"/>
                                        <p:tgtEl>
                                          <p:spTgt spid="426002"/>
                                        </p:tgtEl>
                                        <p:attrNameLst>
                                          <p:attrName>ppt_w</p:attrName>
                                        </p:attrNameLst>
                                      </p:cBhvr>
                                      <p:tavLst>
                                        <p:tav tm="0">
                                          <p:val>
                                            <p:fltVal val="0"/>
                                          </p:val>
                                        </p:tav>
                                        <p:tav tm="100000">
                                          <p:val>
                                            <p:strVal val="#ppt_w"/>
                                          </p:val>
                                        </p:tav>
                                      </p:tavLst>
                                    </p:anim>
                                    <p:anim calcmode="lin" valueType="num">
                                      <p:cBhvr>
                                        <p:cTn id="179" dur="500" fill="hold"/>
                                        <p:tgtEl>
                                          <p:spTgt spid="426002"/>
                                        </p:tgtEl>
                                        <p:attrNameLst>
                                          <p:attrName>ppt_h</p:attrName>
                                        </p:attrNameLst>
                                      </p:cBhvr>
                                      <p:tavLst>
                                        <p:tav tm="0">
                                          <p:val>
                                            <p:fltVal val="0"/>
                                          </p:val>
                                        </p:tav>
                                        <p:tav tm="100000">
                                          <p:val>
                                            <p:strVal val="#ppt_h"/>
                                          </p:val>
                                        </p:tav>
                                      </p:tavLst>
                                    </p:anim>
                                    <p:animEffect transition="in" filter="fade">
                                      <p:cBhvr>
                                        <p:cTn id="180" dur="500"/>
                                        <p:tgtEl>
                                          <p:spTgt spid="426002"/>
                                        </p:tgtEl>
                                      </p:cBhvr>
                                    </p:animEffect>
                                  </p:childTnLst>
                                </p:cTn>
                              </p:par>
                            </p:childTnLst>
                          </p:cTn>
                        </p:par>
                      </p:childTnLst>
                    </p:cTn>
                  </p:par>
                  <p:par>
                    <p:cTn id="181" fill="hold">
                      <p:stCondLst>
                        <p:cond delay="indefinite"/>
                      </p:stCondLst>
                      <p:childTnLst>
                        <p:par>
                          <p:cTn id="182" fill="hold">
                            <p:stCondLst>
                              <p:cond delay="0"/>
                            </p:stCondLst>
                            <p:childTnLst>
                              <p:par>
                                <p:cTn id="183" presetID="53" presetClass="entr" presetSubtype="16" fill="hold" nodeType="clickEffect">
                                  <p:stCondLst>
                                    <p:cond delay="0"/>
                                  </p:stCondLst>
                                  <p:childTnLst>
                                    <p:set>
                                      <p:cBhvr>
                                        <p:cTn id="184" dur="1" fill="hold">
                                          <p:stCondLst>
                                            <p:cond delay="0"/>
                                          </p:stCondLst>
                                        </p:cTn>
                                        <p:tgtEl>
                                          <p:spTgt spid="426003"/>
                                        </p:tgtEl>
                                        <p:attrNameLst>
                                          <p:attrName>style.visibility</p:attrName>
                                        </p:attrNameLst>
                                      </p:cBhvr>
                                      <p:to>
                                        <p:strVal val="visible"/>
                                      </p:to>
                                    </p:set>
                                    <p:anim calcmode="lin" valueType="num">
                                      <p:cBhvr>
                                        <p:cTn id="185" dur="500" fill="hold"/>
                                        <p:tgtEl>
                                          <p:spTgt spid="426003"/>
                                        </p:tgtEl>
                                        <p:attrNameLst>
                                          <p:attrName>ppt_w</p:attrName>
                                        </p:attrNameLst>
                                      </p:cBhvr>
                                      <p:tavLst>
                                        <p:tav tm="0">
                                          <p:val>
                                            <p:fltVal val="0"/>
                                          </p:val>
                                        </p:tav>
                                        <p:tav tm="100000">
                                          <p:val>
                                            <p:strVal val="#ppt_w"/>
                                          </p:val>
                                        </p:tav>
                                      </p:tavLst>
                                    </p:anim>
                                    <p:anim calcmode="lin" valueType="num">
                                      <p:cBhvr>
                                        <p:cTn id="186" dur="500" fill="hold"/>
                                        <p:tgtEl>
                                          <p:spTgt spid="426003"/>
                                        </p:tgtEl>
                                        <p:attrNameLst>
                                          <p:attrName>ppt_h</p:attrName>
                                        </p:attrNameLst>
                                      </p:cBhvr>
                                      <p:tavLst>
                                        <p:tav tm="0">
                                          <p:val>
                                            <p:fltVal val="0"/>
                                          </p:val>
                                        </p:tav>
                                        <p:tav tm="100000">
                                          <p:val>
                                            <p:strVal val="#ppt_h"/>
                                          </p:val>
                                        </p:tav>
                                      </p:tavLst>
                                    </p:anim>
                                    <p:animEffect transition="in" filter="fade">
                                      <p:cBhvr>
                                        <p:cTn id="187" dur="500"/>
                                        <p:tgtEl>
                                          <p:spTgt spid="426003"/>
                                        </p:tgtEl>
                                      </p:cBhvr>
                                    </p:animEffect>
                                  </p:childTnLst>
                                </p:cTn>
                              </p:par>
                              <p:par>
                                <p:cTn id="188" presetID="53" presetClass="entr" presetSubtype="16" fill="hold" grpId="0" nodeType="withEffect">
                                  <p:stCondLst>
                                    <p:cond delay="0"/>
                                  </p:stCondLst>
                                  <p:childTnLst>
                                    <p:set>
                                      <p:cBhvr>
                                        <p:cTn id="189" dur="1" fill="hold">
                                          <p:stCondLst>
                                            <p:cond delay="0"/>
                                          </p:stCondLst>
                                        </p:cTn>
                                        <p:tgtEl>
                                          <p:spTgt spid="426004"/>
                                        </p:tgtEl>
                                        <p:attrNameLst>
                                          <p:attrName>style.visibility</p:attrName>
                                        </p:attrNameLst>
                                      </p:cBhvr>
                                      <p:to>
                                        <p:strVal val="visible"/>
                                      </p:to>
                                    </p:set>
                                    <p:anim calcmode="lin" valueType="num">
                                      <p:cBhvr>
                                        <p:cTn id="190" dur="500" fill="hold"/>
                                        <p:tgtEl>
                                          <p:spTgt spid="426004"/>
                                        </p:tgtEl>
                                        <p:attrNameLst>
                                          <p:attrName>ppt_w</p:attrName>
                                        </p:attrNameLst>
                                      </p:cBhvr>
                                      <p:tavLst>
                                        <p:tav tm="0">
                                          <p:val>
                                            <p:fltVal val="0"/>
                                          </p:val>
                                        </p:tav>
                                        <p:tav tm="100000">
                                          <p:val>
                                            <p:strVal val="#ppt_w"/>
                                          </p:val>
                                        </p:tav>
                                      </p:tavLst>
                                    </p:anim>
                                    <p:anim calcmode="lin" valueType="num">
                                      <p:cBhvr>
                                        <p:cTn id="191" dur="500" fill="hold"/>
                                        <p:tgtEl>
                                          <p:spTgt spid="426004"/>
                                        </p:tgtEl>
                                        <p:attrNameLst>
                                          <p:attrName>ppt_h</p:attrName>
                                        </p:attrNameLst>
                                      </p:cBhvr>
                                      <p:tavLst>
                                        <p:tav tm="0">
                                          <p:val>
                                            <p:fltVal val="0"/>
                                          </p:val>
                                        </p:tav>
                                        <p:tav tm="100000">
                                          <p:val>
                                            <p:strVal val="#ppt_h"/>
                                          </p:val>
                                        </p:tav>
                                      </p:tavLst>
                                    </p:anim>
                                    <p:animEffect transition="in" filter="fade">
                                      <p:cBhvr>
                                        <p:cTn id="192" dur="500"/>
                                        <p:tgtEl>
                                          <p:spTgt spid="426004"/>
                                        </p:tgtEl>
                                      </p:cBhvr>
                                    </p:animEffect>
                                  </p:childTnLst>
                                </p:cTn>
                              </p:par>
                            </p:childTnLst>
                          </p:cTn>
                        </p:par>
                      </p:childTnLst>
                    </p:cTn>
                  </p:par>
                  <p:par>
                    <p:cTn id="193" fill="hold">
                      <p:stCondLst>
                        <p:cond delay="indefinite"/>
                      </p:stCondLst>
                      <p:childTnLst>
                        <p:par>
                          <p:cTn id="194" fill="hold">
                            <p:stCondLst>
                              <p:cond delay="0"/>
                            </p:stCondLst>
                            <p:childTnLst>
                              <p:par>
                                <p:cTn id="195" presetID="53" presetClass="entr" presetSubtype="16" fill="hold" nodeType="clickEffect">
                                  <p:stCondLst>
                                    <p:cond delay="0"/>
                                  </p:stCondLst>
                                  <p:childTnLst>
                                    <p:set>
                                      <p:cBhvr>
                                        <p:cTn id="196" dur="1" fill="hold">
                                          <p:stCondLst>
                                            <p:cond delay="0"/>
                                          </p:stCondLst>
                                        </p:cTn>
                                        <p:tgtEl>
                                          <p:spTgt spid="426005"/>
                                        </p:tgtEl>
                                        <p:attrNameLst>
                                          <p:attrName>style.visibility</p:attrName>
                                        </p:attrNameLst>
                                      </p:cBhvr>
                                      <p:to>
                                        <p:strVal val="visible"/>
                                      </p:to>
                                    </p:set>
                                    <p:anim calcmode="lin" valueType="num">
                                      <p:cBhvr>
                                        <p:cTn id="197" dur="500" fill="hold"/>
                                        <p:tgtEl>
                                          <p:spTgt spid="426005"/>
                                        </p:tgtEl>
                                        <p:attrNameLst>
                                          <p:attrName>ppt_w</p:attrName>
                                        </p:attrNameLst>
                                      </p:cBhvr>
                                      <p:tavLst>
                                        <p:tav tm="0">
                                          <p:val>
                                            <p:fltVal val="0"/>
                                          </p:val>
                                        </p:tav>
                                        <p:tav tm="100000">
                                          <p:val>
                                            <p:strVal val="#ppt_w"/>
                                          </p:val>
                                        </p:tav>
                                      </p:tavLst>
                                    </p:anim>
                                    <p:anim calcmode="lin" valueType="num">
                                      <p:cBhvr>
                                        <p:cTn id="198" dur="500" fill="hold"/>
                                        <p:tgtEl>
                                          <p:spTgt spid="426005"/>
                                        </p:tgtEl>
                                        <p:attrNameLst>
                                          <p:attrName>ppt_h</p:attrName>
                                        </p:attrNameLst>
                                      </p:cBhvr>
                                      <p:tavLst>
                                        <p:tav tm="0">
                                          <p:val>
                                            <p:fltVal val="0"/>
                                          </p:val>
                                        </p:tav>
                                        <p:tav tm="100000">
                                          <p:val>
                                            <p:strVal val="#ppt_h"/>
                                          </p:val>
                                        </p:tav>
                                      </p:tavLst>
                                    </p:anim>
                                    <p:animEffect transition="in" filter="fade">
                                      <p:cBhvr>
                                        <p:cTn id="199" dur="500"/>
                                        <p:tgtEl>
                                          <p:spTgt spid="426005"/>
                                        </p:tgtEl>
                                      </p:cBhvr>
                                    </p:animEffect>
                                  </p:childTnLst>
                                </p:cTn>
                              </p:par>
                              <p:par>
                                <p:cTn id="200" presetID="53" presetClass="entr" presetSubtype="16" fill="hold" grpId="0" nodeType="withEffect">
                                  <p:stCondLst>
                                    <p:cond delay="0"/>
                                  </p:stCondLst>
                                  <p:childTnLst>
                                    <p:set>
                                      <p:cBhvr>
                                        <p:cTn id="201" dur="1" fill="hold">
                                          <p:stCondLst>
                                            <p:cond delay="0"/>
                                          </p:stCondLst>
                                        </p:cTn>
                                        <p:tgtEl>
                                          <p:spTgt spid="426006"/>
                                        </p:tgtEl>
                                        <p:attrNameLst>
                                          <p:attrName>style.visibility</p:attrName>
                                        </p:attrNameLst>
                                      </p:cBhvr>
                                      <p:to>
                                        <p:strVal val="visible"/>
                                      </p:to>
                                    </p:set>
                                    <p:anim calcmode="lin" valueType="num">
                                      <p:cBhvr>
                                        <p:cTn id="202" dur="500" fill="hold"/>
                                        <p:tgtEl>
                                          <p:spTgt spid="426006"/>
                                        </p:tgtEl>
                                        <p:attrNameLst>
                                          <p:attrName>ppt_w</p:attrName>
                                        </p:attrNameLst>
                                      </p:cBhvr>
                                      <p:tavLst>
                                        <p:tav tm="0">
                                          <p:val>
                                            <p:fltVal val="0"/>
                                          </p:val>
                                        </p:tav>
                                        <p:tav tm="100000">
                                          <p:val>
                                            <p:strVal val="#ppt_w"/>
                                          </p:val>
                                        </p:tav>
                                      </p:tavLst>
                                    </p:anim>
                                    <p:anim calcmode="lin" valueType="num">
                                      <p:cBhvr>
                                        <p:cTn id="203" dur="500" fill="hold"/>
                                        <p:tgtEl>
                                          <p:spTgt spid="426006"/>
                                        </p:tgtEl>
                                        <p:attrNameLst>
                                          <p:attrName>ppt_h</p:attrName>
                                        </p:attrNameLst>
                                      </p:cBhvr>
                                      <p:tavLst>
                                        <p:tav tm="0">
                                          <p:val>
                                            <p:fltVal val="0"/>
                                          </p:val>
                                        </p:tav>
                                        <p:tav tm="100000">
                                          <p:val>
                                            <p:strVal val="#ppt_h"/>
                                          </p:val>
                                        </p:tav>
                                      </p:tavLst>
                                    </p:anim>
                                    <p:animEffect transition="in" filter="fade">
                                      <p:cBhvr>
                                        <p:cTn id="204" dur="500"/>
                                        <p:tgtEl>
                                          <p:spTgt spid="426006"/>
                                        </p:tgtEl>
                                      </p:cBhvr>
                                    </p:animEffect>
                                  </p:childTnLst>
                                </p:cTn>
                              </p:par>
                            </p:childTnLst>
                          </p:cTn>
                        </p:par>
                      </p:childTnLst>
                    </p:cTn>
                  </p:par>
                  <p:par>
                    <p:cTn id="205" fill="hold">
                      <p:stCondLst>
                        <p:cond delay="indefinite"/>
                      </p:stCondLst>
                      <p:childTnLst>
                        <p:par>
                          <p:cTn id="206" fill="hold">
                            <p:stCondLst>
                              <p:cond delay="0"/>
                            </p:stCondLst>
                            <p:childTnLst>
                              <p:par>
                                <p:cTn id="207" presetID="53" presetClass="entr" presetSubtype="16" fill="hold" nodeType="clickEffect">
                                  <p:stCondLst>
                                    <p:cond delay="0"/>
                                  </p:stCondLst>
                                  <p:childTnLst>
                                    <p:set>
                                      <p:cBhvr>
                                        <p:cTn id="208" dur="1" fill="hold">
                                          <p:stCondLst>
                                            <p:cond delay="0"/>
                                          </p:stCondLst>
                                        </p:cTn>
                                        <p:tgtEl>
                                          <p:spTgt spid="426007"/>
                                        </p:tgtEl>
                                        <p:attrNameLst>
                                          <p:attrName>style.visibility</p:attrName>
                                        </p:attrNameLst>
                                      </p:cBhvr>
                                      <p:to>
                                        <p:strVal val="visible"/>
                                      </p:to>
                                    </p:set>
                                    <p:anim calcmode="lin" valueType="num">
                                      <p:cBhvr>
                                        <p:cTn id="209" dur="500" fill="hold"/>
                                        <p:tgtEl>
                                          <p:spTgt spid="426007"/>
                                        </p:tgtEl>
                                        <p:attrNameLst>
                                          <p:attrName>ppt_w</p:attrName>
                                        </p:attrNameLst>
                                      </p:cBhvr>
                                      <p:tavLst>
                                        <p:tav tm="0">
                                          <p:val>
                                            <p:fltVal val="0"/>
                                          </p:val>
                                        </p:tav>
                                        <p:tav tm="100000">
                                          <p:val>
                                            <p:strVal val="#ppt_w"/>
                                          </p:val>
                                        </p:tav>
                                      </p:tavLst>
                                    </p:anim>
                                    <p:anim calcmode="lin" valueType="num">
                                      <p:cBhvr>
                                        <p:cTn id="210" dur="500" fill="hold"/>
                                        <p:tgtEl>
                                          <p:spTgt spid="426007"/>
                                        </p:tgtEl>
                                        <p:attrNameLst>
                                          <p:attrName>ppt_h</p:attrName>
                                        </p:attrNameLst>
                                      </p:cBhvr>
                                      <p:tavLst>
                                        <p:tav tm="0">
                                          <p:val>
                                            <p:fltVal val="0"/>
                                          </p:val>
                                        </p:tav>
                                        <p:tav tm="100000">
                                          <p:val>
                                            <p:strVal val="#ppt_h"/>
                                          </p:val>
                                        </p:tav>
                                      </p:tavLst>
                                    </p:anim>
                                    <p:animEffect transition="in" filter="fade">
                                      <p:cBhvr>
                                        <p:cTn id="211" dur="500"/>
                                        <p:tgtEl>
                                          <p:spTgt spid="426007"/>
                                        </p:tgtEl>
                                      </p:cBhvr>
                                    </p:animEffect>
                                  </p:childTnLst>
                                </p:cTn>
                              </p:par>
                              <p:par>
                                <p:cTn id="212" presetID="53" presetClass="entr" presetSubtype="16" fill="hold" grpId="0" nodeType="withEffect">
                                  <p:stCondLst>
                                    <p:cond delay="0"/>
                                  </p:stCondLst>
                                  <p:childTnLst>
                                    <p:set>
                                      <p:cBhvr>
                                        <p:cTn id="213" dur="1" fill="hold">
                                          <p:stCondLst>
                                            <p:cond delay="0"/>
                                          </p:stCondLst>
                                        </p:cTn>
                                        <p:tgtEl>
                                          <p:spTgt spid="426008"/>
                                        </p:tgtEl>
                                        <p:attrNameLst>
                                          <p:attrName>style.visibility</p:attrName>
                                        </p:attrNameLst>
                                      </p:cBhvr>
                                      <p:to>
                                        <p:strVal val="visible"/>
                                      </p:to>
                                    </p:set>
                                    <p:anim calcmode="lin" valueType="num">
                                      <p:cBhvr>
                                        <p:cTn id="214" dur="500" fill="hold"/>
                                        <p:tgtEl>
                                          <p:spTgt spid="426008"/>
                                        </p:tgtEl>
                                        <p:attrNameLst>
                                          <p:attrName>ppt_w</p:attrName>
                                        </p:attrNameLst>
                                      </p:cBhvr>
                                      <p:tavLst>
                                        <p:tav tm="0">
                                          <p:val>
                                            <p:fltVal val="0"/>
                                          </p:val>
                                        </p:tav>
                                        <p:tav tm="100000">
                                          <p:val>
                                            <p:strVal val="#ppt_w"/>
                                          </p:val>
                                        </p:tav>
                                      </p:tavLst>
                                    </p:anim>
                                    <p:anim calcmode="lin" valueType="num">
                                      <p:cBhvr>
                                        <p:cTn id="215" dur="500" fill="hold"/>
                                        <p:tgtEl>
                                          <p:spTgt spid="426008"/>
                                        </p:tgtEl>
                                        <p:attrNameLst>
                                          <p:attrName>ppt_h</p:attrName>
                                        </p:attrNameLst>
                                      </p:cBhvr>
                                      <p:tavLst>
                                        <p:tav tm="0">
                                          <p:val>
                                            <p:fltVal val="0"/>
                                          </p:val>
                                        </p:tav>
                                        <p:tav tm="100000">
                                          <p:val>
                                            <p:strVal val="#ppt_h"/>
                                          </p:val>
                                        </p:tav>
                                      </p:tavLst>
                                    </p:anim>
                                    <p:animEffect transition="in" filter="fade">
                                      <p:cBhvr>
                                        <p:cTn id="216" dur="500"/>
                                        <p:tgtEl>
                                          <p:spTgt spid="426008"/>
                                        </p:tgtEl>
                                      </p:cBhvr>
                                    </p:animEffect>
                                  </p:childTnLst>
                                </p:cTn>
                              </p:par>
                            </p:childTnLst>
                          </p:cTn>
                        </p:par>
                        <p:par>
                          <p:cTn id="217" fill="hold">
                            <p:stCondLst>
                              <p:cond delay="500"/>
                            </p:stCondLst>
                            <p:childTnLst>
                              <p:par>
                                <p:cTn id="218" presetID="53" presetClass="entr" presetSubtype="16" fill="hold" grpId="0" nodeType="afterEffect">
                                  <p:stCondLst>
                                    <p:cond delay="0"/>
                                  </p:stCondLst>
                                  <p:childTnLst>
                                    <p:set>
                                      <p:cBhvr>
                                        <p:cTn id="219" dur="1" fill="hold">
                                          <p:stCondLst>
                                            <p:cond delay="0"/>
                                          </p:stCondLst>
                                        </p:cTn>
                                        <p:tgtEl>
                                          <p:spTgt spid="426009"/>
                                        </p:tgtEl>
                                        <p:attrNameLst>
                                          <p:attrName>style.visibility</p:attrName>
                                        </p:attrNameLst>
                                      </p:cBhvr>
                                      <p:to>
                                        <p:strVal val="visible"/>
                                      </p:to>
                                    </p:set>
                                    <p:anim calcmode="lin" valueType="num">
                                      <p:cBhvr>
                                        <p:cTn id="220" dur="500" fill="hold"/>
                                        <p:tgtEl>
                                          <p:spTgt spid="426009"/>
                                        </p:tgtEl>
                                        <p:attrNameLst>
                                          <p:attrName>ppt_w</p:attrName>
                                        </p:attrNameLst>
                                      </p:cBhvr>
                                      <p:tavLst>
                                        <p:tav tm="0">
                                          <p:val>
                                            <p:fltVal val="0"/>
                                          </p:val>
                                        </p:tav>
                                        <p:tav tm="100000">
                                          <p:val>
                                            <p:strVal val="#ppt_w"/>
                                          </p:val>
                                        </p:tav>
                                      </p:tavLst>
                                    </p:anim>
                                    <p:anim calcmode="lin" valueType="num">
                                      <p:cBhvr>
                                        <p:cTn id="221" dur="500" fill="hold"/>
                                        <p:tgtEl>
                                          <p:spTgt spid="426009"/>
                                        </p:tgtEl>
                                        <p:attrNameLst>
                                          <p:attrName>ppt_h</p:attrName>
                                        </p:attrNameLst>
                                      </p:cBhvr>
                                      <p:tavLst>
                                        <p:tav tm="0">
                                          <p:val>
                                            <p:fltVal val="0"/>
                                          </p:val>
                                        </p:tav>
                                        <p:tav tm="100000">
                                          <p:val>
                                            <p:strVal val="#ppt_h"/>
                                          </p:val>
                                        </p:tav>
                                      </p:tavLst>
                                    </p:anim>
                                    <p:animEffect transition="in" filter="fade">
                                      <p:cBhvr>
                                        <p:cTn id="222" dur="500"/>
                                        <p:tgtEl>
                                          <p:spTgt spid="426009"/>
                                        </p:tgtEl>
                                      </p:cBhvr>
                                    </p:animEffect>
                                  </p:childTnLst>
                                </p:cTn>
                              </p:par>
                            </p:childTnLst>
                          </p:cTn>
                        </p:par>
                      </p:childTnLst>
                    </p:cTn>
                  </p:par>
                  <p:par>
                    <p:cTn id="223" fill="hold">
                      <p:stCondLst>
                        <p:cond delay="indefinite"/>
                      </p:stCondLst>
                      <p:childTnLst>
                        <p:par>
                          <p:cTn id="224" fill="hold">
                            <p:stCondLst>
                              <p:cond delay="0"/>
                            </p:stCondLst>
                            <p:childTnLst>
                              <p:par>
                                <p:cTn id="225" presetID="53" presetClass="entr" presetSubtype="16" fill="hold" nodeType="clickEffect">
                                  <p:stCondLst>
                                    <p:cond delay="0"/>
                                  </p:stCondLst>
                                  <p:childTnLst>
                                    <p:set>
                                      <p:cBhvr>
                                        <p:cTn id="226" dur="1" fill="hold">
                                          <p:stCondLst>
                                            <p:cond delay="0"/>
                                          </p:stCondLst>
                                        </p:cTn>
                                        <p:tgtEl>
                                          <p:spTgt spid="426010"/>
                                        </p:tgtEl>
                                        <p:attrNameLst>
                                          <p:attrName>style.visibility</p:attrName>
                                        </p:attrNameLst>
                                      </p:cBhvr>
                                      <p:to>
                                        <p:strVal val="visible"/>
                                      </p:to>
                                    </p:set>
                                    <p:anim calcmode="lin" valueType="num">
                                      <p:cBhvr>
                                        <p:cTn id="227" dur="500" fill="hold"/>
                                        <p:tgtEl>
                                          <p:spTgt spid="426010"/>
                                        </p:tgtEl>
                                        <p:attrNameLst>
                                          <p:attrName>ppt_w</p:attrName>
                                        </p:attrNameLst>
                                      </p:cBhvr>
                                      <p:tavLst>
                                        <p:tav tm="0">
                                          <p:val>
                                            <p:fltVal val="0"/>
                                          </p:val>
                                        </p:tav>
                                        <p:tav tm="100000">
                                          <p:val>
                                            <p:strVal val="#ppt_w"/>
                                          </p:val>
                                        </p:tav>
                                      </p:tavLst>
                                    </p:anim>
                                    <p:anim calcmode="lin" valueType="num">
                                      <p:cBhvr>
                                        <p:cTn id="228" dur="500" fill="hold"/>
                                        <p:tgtEl>
                                          <p:spTgt spid="426010"/>
                                        </p:tgtEl>
                                        <p:attrNameLst>
                                          <p:attrName>ppt_h</p:attrName>
                                        </p:attrNameLst>
                                      </p:cBhvr>
                                      <p:tavLst>
                                        <p:tav tm="0">
                                          <p:val>
                                            <p:fltVal val="0"/>
                                          </p:val>
                                        </p:tav>
                                        <p:tav tm="100000">
                                          <p:val>
                                            <p:strVal val="#ppt_h"/>
                                          </p:val>
                                        </p:tav>
                                      </p:tavLst>
                                    </p:anim>
                                    <p:animEffect transition="in" filter="fade">
                                      <p:cBhvr>
                                        <p:cTn id="229" dur="500"/>
                                        <p:tgtEl>
                                          <p:spTgt spid="426010"/>
                                        </p:tgtEl>
                                      </p:cBhvr>
                                    </p:animEffect>
                                  </p:childTnLst>
                                </p:cTn>
                              </p:par>
                              <p:par>
                                <p:cTn id="230" presetID="53" presetClass="entr" presetSubtype="16" fill="hold" grpId="0" nodeType="withEffect">
                                  <p:stCondLst>
                                    <p:cond delay="0"/>
                                  </p:stCondLst>
                                  <p:childTnLst>
                                    <p:set>
                                      <p:cBhvr>
                                        <p:cTn id="231" dur="1" fill="hold">
                                          <p:stCondLst>
                                            <p:cond delay="0"/>
                                          </p:stCondLst>
                                        </p:cTn>
                                        <p:tgtEl>
                                          <p:spTgt spid="426011"/>
                                        </p:tgtEl>
                                        <p:attrNameLst>
                                          <p:attrName>style.visibility</p:attrName>
                                        </p:attrNameLst>
                                      </p:cBhvr>
                                      <p:to>
                                        <p:strVal val="visible"/>
                                      </p:to>
                                    </p:set>
                                    <p:anim calcmode="lin" valueType="num">
                                      <p:cBhvr>
                                        <p:cTn id="232" dur="500" fill="hold"/>
                                        <p:tgtEl>
                                          <p:spTgt spid="426011"/>
                                        </p:tgtEl>
                                        <p:attrNameLst>
                                          <p:attrName>ppt_w</p:attrName>
                                        </p:attrNameLst>
                                      </p:cBhvr>
                                      <p:tavLst>
                                        <p:tav tm="0">
                                          <p:val>
                                            <p:fltVal val="0"/>
                                          </p:val>
                                        </p:tav>
                                        <p:tav tm="100000">
                                          <p:val>
                                            <p:strVal val="#ppt_w"/>
                                          </p:val>
                                        </p:tav>
                                      </p:tavLst>
                                    </p:anim>
                                    <p:anim calcmode="lin" valueType="num">
                                      <p:cBhvr>
                                        <p:cTn id="233" dur="500" fill="hold"/>
                                        <p:tgtEl>
                                          <p:spTgt spid="426011"/>
                                        </p:tgtEl>
                                        <p:attrNameLst>
                                          <p:attrName>ppt_h</p:attrName>
                                        </p:attrNameLst>
                                      </p:cBhvr>
                                      <p:tavLst>
                                        <p:tav tm="0">
                                          <p:val>
                                            <p:fltVal val="0"/>
                                          </p:val>
                                        </p:tav>
                                        <p:tav tm="100000">
                                          <p:val>
                                            <p:strVal val="#ppt_h"/>
                                          </p:val>
                                        </p:tav>
                                      </p:tavLst>
                                    </p:anim>
                                    <p:animEffect transition="in" filter="fade">
                                      <p:cBhvr>
                                        <p:cTn id="234" dur="500"/>
                                        <p:tgtEl>
                                          <p:spTgt spid="426011"/>
                                        </p:tgtEl>
                                      </p:cBhvr>
                                    </p:animEffect>
                                  </p:childTnLst>
                                </p:cTn>
                              </p:par>
                            </p:childTnLst>
                          </p:cTn>
                        </p:par>
                      </p:childTnLst>
                    </p:cTn>
                  </p:par>
                  <p:par>
                    <p:cTn id="235" fill="hold">
                      <p:stCondLst>
                        <p:cond delay="indefinite"/>
                      </p:stCondLst>
                      <p:childTnLst>
                        <p:par>
                          <p:cTn id="236" fill="hold">
                            <p:stCondLst>
                              <p:cond delay="0"/>
                            </p:stCondLst>
                            <p:childTnLst>
                              <p:par>
                                <p:cTn id="237" presetID="53" presetClass="entr" presetSubtype="16" fill="hold" nodeType="clickEffect">
                                  <p:stCondLst>
                                    <p:cond delay="0"/>
                                  </p:stCondLst>
                                  <p:childTnLst>
                                    <p:set>
                                      <p:cBhvr>
                                        <p:cTn id="238" dur="1" fill="hold">
                                          <p:stCondLst>
                                            <p:cond delay="0"/>
                                          </p:stCondLst>
                                        </p:cTn>
                                        <p:tgtEl>
                                          <p:spTgt spid="426012"/>
                                        </p:tgtEl>
                                        <p:attrNameLst>
                                          <p:attrName>style.visibility</p:attrName>
                                        </p:attrNameLst>
                                      </p:cBhvr>
                                      <p:to>
                                        <p:strVal val="visible"/>
                                      </p:to>
                                    </p:set>
                                    <p:anim calcmode="lin" valueType="num">
                                      <p:cBhvr>
                                        <p:cTn id="239" dur="500" fill="hold"/>
                                        <p:tgtEl>
                                          <p:spTgt spid="426012"/>
                                        </p:tgtEl>
                                        <p:attrNameLst>
                                          <p:attrName>ppt_w</p:attrName>
                                        </p:attrNameLst>
                                      </p:cBhvr>
                                      <p:tavLst>
                                        <p:tav tm="0">
                                          <p:val>
                                            <p:fltVal val="0"/>
                                          </p:val>
                                        </p:tav>
                                        <p:tav tm="100000">
                                          <p:val>
                                            <p:strVal val="#ppt_w"/>
                                          </p:val>
                                        </p:tav>
                                      </p:tavLst>
                                    </p:anim>
                                    <p:anim calcmode="lin" valueType="num">
                                      <p:cBhvr>
                                        <p:cTn id="240" dur="500" fill="hold"/>
                                        <p:tgtEl>
                                          <p:spTgt spid="426012"/>
                                        </p:tgtEl>
                                        <p:attrNameLst>
                                          <p:attrName>ppt_h</p:attrName>
                                        </p:attrNameLst>
                                      </p:cBhvr>
                                      <p:tavLst>
                                        <p:tav tm="0">
                                          <p:val>
                                            <p:fltVal val="0"/>
                                          </p:val>
                                        </p:tav>
                                        <p:tav tm="100000">
                                          <p:val>
                                            <p:strVal val="#ppt_h"/>
                                          </p:val>
                                        </p:tav>
                                      </p:tavLst>
                                    </p:anim>
                                    <p:animEffect transition="in" filter="fade">
                                      <p:cBhvr>
                                        <p:cTn id="241" dur="500"/>
                                        <p:tgtEl>
                                          <p:spTgt spid="426012"/>
                                        </p:tgtEl>
                                      </p:cBhvr>
                                    </p:animEffect>
                                  </p:childTnLst>
                                </p:cTn>
                              </p:par>
                              <p:par>
                                <p:cTn id="242" presetID="53" presetClass="entr" presetSubtype="16" fill="hold" grpId="0" nodeType="withEffect">
                                  <p:stCondLst>
                                    <p:cond delay="0"/>
                                  </p:stCondLst>
                                  <p:childTnLst>
                                    <p:set>
                                      <p:cBhvr>
                                        <p:cTn id="243" dur="1" fill="hold">
                                          <p:stCondLst>
                                            <p:cond delay="0"/>
                                          </p:stCondLst>
                                        </p:cTn>
                                        <p:tgtEl>
                                          <p:spTgt spid="426013"/>
                                        </p:tgtEl>
                                        <p:attrNameLst>
                                          <p:attrName>style.visibility</p:attrName>
                                        </p:attrNameLst>
                                      </p:cBhvr>
                                      <p:to>
                                        <p:strVal val="visible"/>
                                      </p:to>
                                    </p:set>
                                    <p:anim calcmode="lin" valueType="num">
                                      <p:cBhvr>
                                        <p:cTn id="244" dur="500" fill="hold"/>
                                        <p:tgtEl>
                                          <p:spTgt spid="426013"/>
                                        </p:tgtEl>
                                        <p:attrNameLst>
                                          <p:attrName>ppt_w</p:attrName>
                                        </p:attrNameLst>
                                      </p:cBhvr>
                                      <p:tavLst>
                                        <p:tav tm="0">
                                          <p:val>
                                            <p:fltVal val="0"/>
                                          </p:val>
                                        </p:tav>
                                        <p:tav tm="100000">
                                          <p:val>
                                            <p:strVal val="#ppt_w"/>
                                          </p:val>
                                        </p:tav>
                                      </p:tavLst>
                                    </p:anim>
                                    <p:anim calcmode="lin" valueType="num">
                                      <p:cBhvr>
                                        <p:cTn id="245" dur="500" fill="hold"/>
                                        <p:tgtEl>
                                          <p:spTgt spid="426013"/>
                                        </p:tgtEl>
                                        <p:attrNameLst>
                                          <p:attrName>ppt_h</p:attrName>
                                        </p:attrNameLst>
                                      </p:cBhvr>
                                      <p:tavLst>
                                        <p:tav tm="0">
                                          <p:val>
                                            <p:fltVal val="0"/>
                                          </p:val>
                                        </p:tav>
                                        <p:tav tm="100000">
                                          <p:val>
                                            <p:strVal val="#ppt_h"/>
                                          </p:val>
                                        </p:tav>
                                      </p:tavLst>
                                    </p:anim>
                                    <p:animEffect transition="in" filter="fade">
                                      <p:cBhvr>
                                        <p:cTn id="246" dur="500"/>
                                        <p:tgtEl>
                                          <p:spTgt spid="426013"/>
                                        </p:tgtEl>
                                      </p:cBhvr>
                                    </p:animEffect>
                                  </p:childTnLst>
                                </p:cTn>
                              </p:par>
                            </p:childTnLst>
                          </p:cTn>
                        </p:par>
                      </p:childTnLst>
                    </p:cTn>
                  </p:par>
                  <p:par>
                    <p:cTn id="247" fill="hold">
                      <p:stCondLst>
                        <p:cond delay="indefinite"/>
                      </p:stCondLst>
                      <p:childTnLst>
                        <p:par>
                          <p:cTn id="248" fill="hold">
                            <p:stCondLst>
                              <p:cond delay="0"/>
                            </p:stCondLst>
                            <p:childTnLst>
                              <p:par>
                                <p:cTn id="249" presetID="53" presetClass="entr" presetSubtype="16" fill="hold" nodeType="clickEffect">
                                  <p:stCondLst>
                                    <p:cond delay="0"/>
                                  </p:stCondLst>
                                  <p:childTnLst>
                                    <p:set>
                                      <p:cBhvr>
                                        <p:cTn id="250" dur="1" fill="hold">
                                          <p:stCondLst>
                                            <p:cond delay="0"/>
                                          </p:stCondLst>
                                        </p:cTn>
                                        <p:tgtEl>
                                          <p:spTgt spid="34"/>
                                        </p:tgtEl>
                                        <p:attrNameLst>
                                          <p:attrName>style.visibility</p:attrName>
                                        </p:attrNameLst>
                                      </p:cBhvr>
                                      <p:to>
                                        <p:strVal val="visible"/>
                                      </p:to>
                                    </p:set>
                                    <p:anim calcmode="lin" valueType="num">
                                      <p:cBhvr>
                                        <p:cTn id="251" dur="500" fill="hold"/>
                                        <p:tgtEl>
                                          <p:spTgt spid="34"/>
                                        </p:tgtEl>
                                        <p:attrNameLst>
                                          <p:attrName>ppt_w</p:attrName>
                                        </p:attrNameLst>
                                      </p:cBhvr>
                                      <p:tavLst>
                                        <p:tav tm="0">
                                          <p:val>
                                            <p:fltVal val="0"/>
                                          </p:val>
                                        </p:tav>
                                        <p:tav tm="100000">
                                          <p:val>
                                            <p:strVal val="#ppt_w"/>
                                          </p:val>
                                        </p:tav>
                                      </p:tavLst>
                                    </p:anim>
                                    <p:anim calcmode="lin" valueType="num">
                                      <p:cBhvr>
                                        <p:cTn id="252" dur="500" fill="hold"/>
                                        <p:tgtEl>
                                          <p:spTgt spid="34"/>
                                        </p:tgtEl>
                                        <p:attrNameLst>
                                          <p:attrName>ppt_h</p:attrName>
                                        </p:attrNameLst>
                                      </p:cBhvr>
                                      <p:tavLst>
                                        <p:tav tm="0">
                                          <p:val>
                                            <p:fltVal val="0"/>
                                          </p:val>
                                        </p:tav>
                                        <p:tav tm="100000">
                                          <p:val>
                                            <p:strVal val="#ppt_h"/>
                                          </p:val>
                                        </p:tav>
                                      </p:tavLst>
                                    </p:anim>
                                    <p:animEffect transition="in" filter="fade">
                                      <p:cBhvr>
                                        <p:cTn id="253" dur="500"/>
                                        <p:tgtEl>
                                          <p:spTgt spid="34"/>
                                        </p:tgtEl>
                                      </p:cBhvr>
                                    </p:animEffect>
                                  </p:childTnLst>
                                </p:cTn>
                              </p:par>
                              <p:par>
                                <p:cTn id="254" presetID="53" presetClass="entr" presetSubtype="16" fill="hold" grpId="0" nodeType="withEffect">
                                  <p:stCondLst>
                                    <p:cond delay="0"/>
                                  </p:stCondLst>
                                  <p:childTnLst>
                                    <p:set>
                                      <p:cBhvr>
                                        <p:cTn id="255" dur="1" fill="hold">
                                          <p:stCondLst>
                                            <p:cond delay="0"/>
                                          </p:stCondLst>
                                        </p:cTn>
                                        <p:tgtEl>
                                          <p:spTgt spid="2"/>
                                        </p:tgtEl>
                                        <p:attrNameLst>
                                          <p:attrName>style.visibility</p:attrName>
                                        </p:attrNameLst>
                                      </p:cBhvr>
                                      <p:to>
                                        <p:strVal val="visible"/>
                                      </p:to>
                                    </p:set>
                                    <p:anim calcmode="lin" valueType="num">
                                      <p:cBhvr>
                                        <p:cTn id="256" dur="500" fill="hold"/>
                                        <p:tgtEl>
                                          <p:spTgt spid="2"/>
                                        </p:tgtEl>
                                        <p:attrNameLst>
                                          <p:attrName>ppt_w</p:attrName>
                                        </p:attrNameLst>
                                      </p:cBhvr>
                                      <p:tavLst>
                                        <p:tav tm="0">
                                          <p:val>
                                            <p:fltVal val="0"/>
                                          </p:val>
                                        </p:tav>
                                        <p:tav tm="100000">
                                          <p:val>
                                            <p:strVal val="#ppt_w"/>
                                          </p:val>
                                        </p:tav>
                                      </p:tavLst>
                                    </p:anim>
                                    <p:anim calcmode="lin" valueType="num">
                                      <p:cBhvr>
                                        <p:cTn id="257" dur="500" fill="hold"/>
                                        <p:tgtEl>
                                          <p:spTgt spid="2"/>
                                        </p:tgtEl>
                                        <p:attrNameLst>
                                          <p:attrName>ppt_h</p:attrName>
                                        </p:attrNameLst>
                                      </p:cBhvr>
                                      <p:tavLst>
                                        <p:tav tm="0">
                                          <p:val>
                                            <p:fltVal val="0"/>
                                          </p:val>
                                        </p:tav>
                                        <p:tav tm="100000">
                                          <p:val>
                                            <p:strVal val="#ppt_h"/>
                                          </p:val>
                                        </p:tav>
                                      </p:tavLst>
                                    </p:anim>
                                    <p:animEffect transition="in" filter="fade">
                                      <p:cBhvr>
                                        <p:cTn id="25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 grpId="0" bldLvl="0" animBg="1"/>
      <p:bldP spid="425987" grpId="0" build="p" animBg="1"/>
      <p:bldP spid="425988" grpId="0" bldLvl="0" animBg="1"/>
      <p:bldP spid="425990" grpId="0"/>
      <p:bldP spid="425992" grpId="0"/>
      <p:bldP spid="425995" grpId="0"/>
      <p:bldP spid="425998" grpId="0"/>
      <p:bldP spid="425999" grpId="0" bldLvl="0" animBg="1"/>
      <p:bldP spid="426001" grpId="0"/>
      <p:bldP spid="426002" grpId="0" bldLvl="0" animBg="1"/>
      <p:bldP spid="426004" grpId="0"/>
      <p:bldP spid="426006" grpId="0"/>
      <p:bldP spid="426008" grpId="0"/>
      <p:bldP spid="426009" grpId="0" bldLvl="0" animBg="1"/>
      <p:bldP spid="426011" grpId="0"/>
      <p:bldP spid="426013" grpId="0"/>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a:xfrm>
            <a:off x="755650" y="268288"/>
            <a:ext cx="7931150" cy="358775"/>
          </a:xfrm>
        </p:spPr>
        <p:txBody>
          <a:bodyPr vert="horz" wrap="square" lIns="91440" tIns="45720" rIns="91440" bIns="45720" anchor="ctr" anchorCtr="0"/>
          <a:lstStyle/>
          <a:p>
            <a:r>
              <a:rPr lang="en-US" altLang="zh-CN" sz="3000" kern="1200" dirty="0">
                <a:solidFill>
                  <a:schemeClr val="tx1"/>
                </a:solidFill>
                <a:latin typeface="Times New Roman" panose="02020603050405020304" pitchFamily="18" charset="0"/>
                <a:ea typeface="黑体" panose="02010609060101010101" pitchFamily="49" charset="-122"/>
                <a:cs typeface="+mj-cs"/>
              </a:rPr>
              <a:t>CLOSURE( )</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函数</a:t>
            </a:r>
          </a:p>
        </p:txBody>
      </p:sp>
      <p:sp>
        <p:nvSpPr>
          <p:cNvPr id="4" name="矩形 3"/>
          <p:cNvSpPr>
            <a:spLocks noChangeArrowheads="1"/>
          </p:cNvSpPr>
          <p:nvPr/>
        </p:nvSpPr>
        <p:spPr bwMode="auto">
          <a:xfrm>
            <a:off x="563563" y="1852613"/>
            <a:ext cx="8315325" cy="431800"/>
          </a:xfrm>
          <a:prstGeom prst="rect">
            <a:avLst/>
          </a:prstGeom>
          <a:solidFill>
            <a:schemeClr val="bg1"/>
          </a:solidFill>
          <a:ln w="12700">
            <a:noFill/>
            <a:miter lim="800000"/>
          </a:ln>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a:cs typeface="Times New Roman" panose="02020603050405020304" pitchFamily="18" charset="0"/>
              </a:rPr>
              <a:t>CLOSURE</a:t>
            </a:r>
            <a:r>
              <a:rPr kumimoji="0" lang="en-US" altLang="zh-CN" sz="2200" b="1" i="0" u="none" strike="noStrike" kern="1200" cap="none" spc="300" normalizeH="0" baseline="0" noProof="0" dirty="0">
                <a:ln>
                  <a:noFill/>
                </a:ln>
                <a:solidFill>
                  <a:srgbClr val="000000"/>
                </a:solidFill>
                <a:effectLst/>
                <a:uLnTx/>
                <a:uFillTx/>
                <a:latin typeface="Times New Roman" panose="02020603050405020304" pitchFamily="18" charset="0"/>
                <a:ea typeface="楷体_GB2312"/>
                <a:cs typeface="Times New Roman" panose="02020603050405020304" pitchFamily="18" charset="0"/>
              </a:rPr>
              <a:t>(</a:t>
            </a:r>
            <a:r>
              <a:rPr kumimoji="0" lang="en-US" altLang="zh-CN" sz="2200" b="1" i="1" u="none" strike="noStrike" kern="1200" cap="none" spc="300" normalizeH="0" baseline="0" noProof="0" dirty="0">
                <a:ln>
                  <a:noFill/>
                </a:ln>
                <a:solidFill>
                  <a:srgbClr val="000000"/>
                </a:solidFill>
                <a:effectLst/>
                <a:uLnTx/>
                <a:uFillTx/>
                <a:latin typeface="Times New Roman" panose="02020603050405020304" pitchFamily="18" charset="0"/>
                <a:ea typeface="楷体_GB2312"/>
                <a:cs typeface="Times New Roman" panose="02020603050405020304" pitchFamily="18" charset="0"/>
              </a:rPr>
              <a:t>I</a:t>
            </a:r>
            <a:r>
              <a:rPr kumimoji="0" lang="en-US" altLang="zh-CN" sz="2200" b="1" i="0" u="none" strike="noStrike" kern="1200" cap="none" spc="300" normalizeH="0" baseline="0" noProof="0" dirty="0">
                <a:ln>
                  <a:noFill/>
                </a:ln>
                <a:solidFill>
                  <a:srgbClr val="000000"/>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2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a:cs typeface="Times New Roman" panose="02020603050405020304" pitchFamily="18" charset="0"/>
              </a:rPr>
              <a:t>I</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a:cs typeface="Times New Roman" panose="02020603050405020304" pitchFamily="18" charset="0"/>
              </a:rPr>
              <a:t>∪{</a:t>
            </a:r>
            <a:r>
              <a:rPr kumimoji="0" lang="en-US" altLang="zh-CN" sz="22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a:cs typeface="Times New Roman" panose="02020603050405020304" pitchFamily="18" charset="0"/>
              </a:rPr>
              <a:t>B</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rPr>
              <a:t>·</a:t>
            </a:r>
            <a:r>
              <a:rPr kumimoji="0" lang="en-US" altLang="zh-CN" sz="2200" b="1" i="1" u="none" strike="noStrike" kern="1200" cap="none" spc="0" normalizeH="0" baseline="0" noProof="0" dirty="0">
                <a:ln>
                  <a:noFill/>
                </a:ln>
                <a:solidFill>
                  <a:srgbClr val="2D83F4"/>
                </a:solidFill>
                <a:effectLst/>
                <a:uLnTx/>
                <a:uFillTx/>
                <a:latin typeface="Tahoma" panose="020B0604030504040204" pitchFamily="34" charset="0"/>
                <a:ea typeface="楷体_GB2312"/>
                <a:cs typeface="楷体_GB2312"/>
              </a:rPr>
              <a:t> </a:t>
            </a:r>
            <a:r>
              <a:rPr kumimoji="0" lang="en-US" altLang="zh-CN" sz="22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a:cs typeface="Times New Roman" panose="02020603050405020304" pitchFamily="18" charset="0"/>
              </a:rPr>
              <a:t>γ </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2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a:cs typeface="Times New Roman" panose="02020603050405020304" pitchFamily="18" charset="0"/>
              </a:rPr>
              <a:t>A</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a:cs typeface="Times New Roman" panose="02020603050405020304" pitchFamily="18" charset="0"/>
              </a:rPr>
              <a:t>→</a:t>
            </a:r>
            <a:r>
              <a:rPr kumimoji="0" lang="en-US" altLang="zh-CN" sz="22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a:cs typeface="Times New Roman" panose="02020603050405020304" pitchFamily="18" charset="0"/>
              </a:rPr>
              <a:t>α</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a:cs typeface="Times New Roman" panose="02020603050405020304" pitchFamily="18" charset="0"/>
              </a:rPr>
              <a:t>·</a:t>
            </a:r>
            <a:r>
              <a:rPr kumimoji="0" lang="en-US" altLang="zh-CN" sz="22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a:cs typeface="Times New Roman" panose="02020603050405020304" pitchFamily="18" charset="0"/>
              </a:rPr>
              <a:t>Bβ</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a:cs typeface="Times New Roman" panose="02020603050405020304" pitchFamily="18" charset="0"/>
              </a:rPr>
              <a:t>∈CLOSURE</a:t>
            </a:r>
            <a:r>
              <a:rPr kumimoji="0" lang="en-US" altLang="zh-CN" sz="2200" b="1" i="0" u="none" strike="noStrike" kern="1200" cap="none" spc="300" normalizeH="0" baseline="0" noProof="0" dirty="0">
                <a:ln>
                  <a:noFill/>
                </a:ln>
                <a:solidFill>
                  <a:srgbClr val="000000"/>
                </a:solidFill>
                <a:effectLst/>
                <a:uLnTx/>
                <a:uFillTx/>
                <a:latin typeface="Times New Roman" panose="02020603050405020304" pitchFamily="18" charset="0"/>
                <a:ea typeface="楷体_GB2312"/>
                <a:cs typeface="Times New Roman" panose="02020603050405020304" pitchFamily="18" charset="0"/>
              </a:rPr>
              <a:t>(</a:t>
            </a:r>
            <a:r>
              <a:rPr kumimoji="0" lang="en-US" altLang="zh-CN" sz="2200" b="1" i="1" u="none" strike="noStrike" kern="1200" cap="none" spc="300" normalizeH="0" baseline="0" noProof="0" dirty="0">
                <a:ln>
                  <a:noFill/>
                </a:ln>
                <a:solidFill>
                  <a:srgbClr val="000000"/>
                </a:solidFill>
                <a:effectLst/>
                <a:uLnTx/>
                <a:uFillTx/>
                <a:latin typeface="Times New Roman" panose="02020603050405020304" pitchFamily="18" charset="0"/>
                <a:ea typeface="楷体_GB2312"/>
                <a:cs typeface="Times New Roman" panose="02020603050405020304" pitchFamily="18" charset="0"/>
              </a:rPr>
              <a:t>I</a:t>
            </a:r>
            <a:r>
              <a:rPr kumimoji="0" lang="en-US" altLang="zh-CN" sz="2200" b="1" i="0" u="none" strike="noStrike" kern="1200" cap="none" spc="300" normalizeH="0" baseline="0" noProof="0" dirty="0">
                <a:ln>
                  <a:noFill/>
                </a:ln>
                <a:solidFill>
                  <a:srgbClr val="000000"/>
                </a:solidFill>
                <a:effectLst/>
                <a:uLnTx/>
                <a:uFillTx/>
                <a:latin typeface="Times New Roman" panose="02020603050405020304" pitchFamily="18" charset="0"/>
                <a:ea typeface="楷体_GB2312"/>
                <a:cs typeface="Times New Roman" panose="02020603050405020304" pitchFamily="18" charset="0"/>
              </a:rPr>
              <a:t>)</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a:cs typeface="Times New Roman" panose="02020603050405020304" pitchFamily="18" charset="0"/>
              </a:rPr>
              <a:t>, </a:t>
            </a:r>
            <a:r>
              <a:rPr kumimoji="0" lang="en-US" altLang="zh-CN" sz="2200" b="1" i="1" u="none" strike="noStrike" kern="1200" cap="none" spc="0" normalizeH="0" baseline="0" noProof="0" dirty="0" err="1">
                <a:ln>
                  <a:noFill/>
                </a:ln>
                <a:solidFill>
                  <a:srgbClr val="000000"/>
                </a:solidFill>
                <a:effectLst/>
                <a:uLnTx/>
                <a:uFillTx/>
                <a:latin typeface="Times New Roman" panose="02020603050405020304" pitchFamily="18" charset="0"/>
                <a:ea typeface="楷体_GB2312"/>
                <a:cs typeface="Times New Roman" panose="02020603050405020304" pitchFamily="18" charset="0"/>
              </a:rPr>
              <a:t>B</a:t>
            </a:r>
            <a:r>
              <a:rPr kumimoji="0" lang="en-US" altLang="zh-CN" sz="2200" b="1" i="0" u="none" strike="noStrike" kern="1200" cap="none" spc="0" normalizeH="0" baseline="0" noProof="0" dirty="0" err="1">
                <a:ln>
                  <a:noFill/>
                </a:ln>
                <a:solidFill>
                  <a:srgbClr val="000000"/>
                </a:solidFill>
                <a:effectLst/>
                <a:uLnTx/>
                <a:uFillTx/>
                <a:latin typeface="Times New Roman" panose="02020603050405020304" pitchFamily="18" charset="0"/>
                <a:ea typeface="楷体_GB2312"/>
                <a:cs typeface="Times New Roman" panose="02020603050405020304" pitchFamily="18" charset="0"/>
              </a:rPr>
              <a:t>→</a:t>
            </a:r>
            <a:r>
              <a:rPr kumimoji="0" lang="en-US" altLang="zh-CN" sz="2200" b="1" i="1" u="none" strike="noStrike" kern="1200" cap="none" spc="0" normalizeH="0" baseline="0" noProof="0" dirty="0" err="1">
                <a:ln>
                  <a:noFill/>
                </a:ln>
                <a:solidFill>
                  <a:srgbClr val="000000"/>
                </a:solidFill>
                <a:effectLst/>
                <a:uLnTx/>
                <a:uFillTx/>
                <a:latin typeface="Times New Roman" panose="02020603050405020304" pitchFamily="18" charset="0"/>
                <a:ea typeface="楷体_GB2312"/>
                <a:cs typeface="Times New Roman" panose="02020603050405020304" pitchFamily="18" charset="0"/>
              </a:rPr>
              <a:t>γ</a:t>
            </a:r>
            <a:r>
              <a:rPr kumimoji="0" lang="en-US" altLang="zh-CN" sz="2200" b="1" i="0" u="none" strike="noStrike" kern="1200" cap="none" spc="0" normalizeH="0" baseline="0" noProof="0" dirty="0" err="1">
                <a:ln>
                  <a:noFill/>
                </a:ln>
                <a:solidFill>
                  <a:srgbClr val="000000"/>
                </a:solidFill>
                <a:effectLst/>
                <a:uLnTx/>
                <a:uFillTx/>
                <a:latin typeface="Times New Roman" panose="02020603050405020304" pitchFamily="18" charset="0"/>
                <a:ea typeface="楷体_GB2312"/>
                <a:cs typeface="Times New Roman" panose="02020603050405020304" pitchFamily="18" charset="0"/>
              </a:rPr>
              <a:t>∈</a:t>
            </a:r>
            <a:r>
              <a:rPr kumimoji="0" lang="en-US" altLang="zh-CN" sz="2200" b="1" i="1" u="none" strike="noStrike" kern="1200" cap="none" spc="0" normalizeH="0" baseline="0" noProof="0" dirty="0" err="1">
                <a:ln>
                  <a:noFill/>
                </a:ln>
                <a:solidFill>
                  <a:srgbClr val="000000"/>
                </a:solidFill>
                <a:effectLst/>
                <a:uLnTx/>
                <a:uFillTx/>
                <a:latin typeface="Times New Roman" panose="02020603050405020304" pitchFamily="18" charset="0"/>
                <a:ea typeface="楷体_GB2312"/>
                <a:cs typeface="Times New Roman" panose="02020603050405020304" pitchFamily="18" charset="0"/>
              </a:rPr>
              <a:t>P</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a:cs typeface="Times New Roman" panose="02020603050405020304" pitchFamily="18" charset="0"/>
              </a:rPr>
              <a:t>}</a:t>
            </a:r>
            <a:endPar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Times New Roman" panose="02020603050405020304" pitchFamily="18" charset="0"/>
            </a:endParaRPr>
          </a:p>
        </p:txBody>
      </p:sp>
      <p:sp>
        <p:nvSpPr>
          <p:cNvPr id="5" name="矩形 4"/>
          <p:cNvSpPr/>
          <p:nvPr/>
        </p:nvSpPr>
        <p:spPr>
          <a:xfrm>
            <a:off x="563563" y="1204913"/>
            <a:ext cx="7032625" cy="515937"/>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273050" lvl="0" indent="-273050" eaLnBrk="1" hangingPunct="1">
              <a:lnSpc>
                <a:spcPts val="3300"/>
              </a:lnSpc>
              <a:buClr>
                <a:srgbClr val="000000"/>
              </a:buClr>
              <a:buFont typeface="Wingdings" panose="05000000000000000000" pitchFamily="2" charset="2"/>
              <a:buChar char="Ø"/>
            </a:pPr>
            <a:r>
              <a:rPr lang="zh-CN" altLang="en-US" sz="3000" b="1" dirty="0">
                <a:solidFill>
                  <a:srgbClr val="000000"/>
                </a:solidFill>
                <a:latin typeface="Times New Roman" panose="02020603050405020304" pitchFamily="18" charset="0"/>
                <a:ea typeface="华文楷体" panose="02010600040101010101" pitchFamily="2" charset="-122"/>
              </a:rPr>
              <a:t>计算给定项目集</a:t>
            </a:r>
            <a:r>
              <a:rPr lang="en-US" altLang="zh-CN" sz="3000" b="1" i="1" dirty="0">
                <a:solidFill>
                  <a:srgbClr val="000000"/>
                </a:solidFill>
                <a:latin typeface="Times New Roman" panose="02020603050405020304" pitchFamily="18" charset="0"/>
                <a:ea typeface="华文楷体" panose="02010600040101010101" pitchFamily="2" charset="-122"/>
              </a:rPr>
              <a:t>I</a:t>
            </a:r>
            <a:r>
              <a:rPr lang="zh-CN" altLang="en-US" sz="3000" b="1" dirty="0">
                <a:solidFill>
                  <a:srgbClr val="000000"/>
                </a:solidFill>
                <a:latin typeface="Times New Roman" panose="02020603050405020304" pitchFamily="18" charset="0"/>
                <a:ea typeface="华文楷体" panose="02010600040101010101" pitchFamily="2" charset="-122"/>
              </a:rPr>
              <a:t>的闭包</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xit" presetSubtype="32" fill="hold" grpId="0" nodeType="clickEffect">
                                  <p:stCondLst>
                                    <p:cond delay="0"/>
                                  </p:stCondLst>
                                  <p:childTnLst>
                                    <p:anim calcmode="lin" valueType="num">
                                      <p:cBhvr>
                                        <p:cTn id="6" dur="500"/>
                                        <p:tgtEl>
                                          <p:spTgt spid="4"/>
                                        </p:tgtEl>
                                        <p:attrNameLst>
                                          <p:attrName>ppt_w</p:attrName>
                                        </p:attrNameLst>
                                      </p:cBhvr>
                                      <p:tavLst>
                                        <p:tav tm="0">
                                          <p:val>
                                            <p:strVal val="ppt_w"/>
                                          </p:val>
                                        </p:tav>
                                        <p:tav tm="100000">
                                          <p:val>
                                            <p:fltVal val="0"/>
                                          </p:val>
                                        </p:tav>
                                      </p:tavLst>
                                    </p:anim>
                                    <p:anim calcmode="lin" valueType="num">
                                      <p:cBhvr>
                                        <p:cTn id="7" dur="500"/>
                                        <p:tgtEl>
                                          <p:spTgt spid="4"/>
                                        </p:tgtEl>
                                        <p:attrNameLst>
                                          <p:attrName>ppt_h</p:attrName>
                                        </p:attrNameLst>
                                      </p:cBhvr>
                                      <p:tavLst>
                                        <p:tav tm="0">
                                          <p:val>
                                            <p:strVal val="ppt_h"/>
                                          </p:val>
                                        </p:tav>
                                        <p:tav tm="100000">
                                          <p:val>
                                            <p:fltVal val="0"/>
                                          </p:val>
                                        </p:tav>
                                      </p:tavLst>
                                    </p:anim>
                                    <p:animEffect transition="out" filter="fade">
                                      <p:cBhvr>
                                        <p:cTn id="8" dur="500"/>
                                        <p:tgtEl>
                                          <p:spTgt spid="4"/>
                                        </p:tgtEl>
                                      </p:cBhvr>
                                    </p:animEffect>
                                    <p:set>
                                      <p:cBhvr>
                                        <p:cTn id="9" dur="1" fill="hold">
                                          <p:stCondLst>
                                            <p:cond delay="499"/>
                                          </p:stCondLst>
                                        </p:cTn>
                                        <p:tgtEl>
                                          <p:spTgt spid="4"/>
                                        </p:tgtEl>
                                        <p:attrNameLst>
                                          <p:attrName>style.visibility</p:attrName>
                                        </p:attrNameLst>
                                      </p:cBhvr>
                                      <p:to>
                                        <p:strVal val="hidden"/>
                                      </p:to>
                                    </p:set>
                                  </p:childTnLst>
                                </p:cTn>
                              </p:par>
                              <p:par>
                                <p:cTn id="10" presetID="53" presetClass="exit" presetSubtype="32" fill="hold" grpId="0" nodeType="withEffect">
                                  <p:stCondLst>
                                    <p:cond delay="0"/>
                                  </p:stCondLst>
                                  <p:childTnLst>
                                    <p:anim calcmode="lin" valueType="num">
                                      <p:cBhvr>
                                        <p:cTn id="11" dur="500"/>
                                        <p:tgtEl>
                                          <p:spTgt spid="5"/>
                                        </p:tgtEl>
                                        <p:attrNameLst>
                                          <p:attrName>ppt_w</p:attrName>
                                        </p:attrNameLst>
                                      </p:cBhvr>
                                      <p:tavLst>
                                        <p:tav tm="0">
                                          <p:val>
                                            <p:strVal val="ppt_w"/>
                                          </p:val>
                                        </p:tav>
                                        <p:tav tm="100000">
                                          <p:val>
                                            <p:fltVal val="0"/>
                                          </p:val>
                                        </p:tav>
                                      </p:tavLst>
                                    </p:anim>
                                    <p:anim calcmode="lin" valueType="num">
                                      <p:cBhvr>
                                        <p:cTn id="12" dur="500"/>
                                        <p:tgtEl>
                                          <p:spTgt spid="5"/>
                                        </p:tgtEl>
                                        <p:attrNameLst>
                                          <p:attrName>ppt_h</p:attrName>
                                        </p:attrNameLst>
                                      </p:cBhvr>
                                      <p:tavLst>
                                        <p:tav tm="0">
                                          <p:val>
                                            <p:strVal val="ppt_h"/>
                                          </p:val>
                                        </p:tav>
                                        <p:tav tm="100000">
                                          <p:val>
                                            <p:fltVal val="0"/>
                                          </p:val>
                                        </p:tav>
                                      </p:tavLst>
                                    </p:anim>
                                    <p:animEffect transition="out" filter="fade">
                                      <p:cBhvr>
                                        <p:cTn id="13" dur="500"/>
                                        <p:tgtEl>
                                          <p:spTgt spid="5"/>
                                        </p:tgtEl>
                                      </p:cBhvr>
                                    </p:animEffect>
                                    <p:set>
                                      <p:cBhvr>
                                        <p:cTn id="14"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p:cNvSpPr>
          <p:nvPr>
            <p:ph type="title"/>
          </p:nvPr>
        </p:nvSpPr>
        <p:spPr>
          <a:xfrm>
            <a:off x="755650" y="268288"/>
            <a:ext cx="7931150" cy="358775"/>
          </a:xfrm>
        </p:spPr>
        <p:txBody>
          <a:bodyPr vert="horz" wrap="square" lIns="91440" tIns="45720" rIns="91440" bIns="45720" anchor="ctr" anchorCtr="0"/>
          <a:lstStyle/>
          <a:p>
            <a:r>
              <a:rPr lang="en-US" altLang="zh-CN" sz="3000" kern="1200" dirty="0">
                <a:solidFill>
                  <a:schemeClr val="tx1"/>
                </a:solidFill>
                <a:latin typeface="Times New Roman" panose="02020603050405020304" pitchFamily="18" charset="0"/>
                <a:ea typeface="黑体" panose="02010609060101010101" pitchFamily="49" charset="-122"/>
                <a:cs typeface="+mj-cs"/>
              </a:rPr>
              <a:t>CLOSURE( )</a:t>
            </a:r>
            <a:r>
              <a:rPr lang="zh-CN" altLang="en-US" sz="3000" kern="1200" dirty="0">
                <a:solidFill>
                  <a:srgbClr val="000000"/>
                </a:solidFill>
                <a:latin typeface="微软雅黑" panose="020B0503020204020204" pitchFamily="34" charset="-122"/>
                <a:ea typeface="微软雅黑" panose="020B0503020204020204" pitchFamily="34" charset="-122"/>
                <a:cs typeface="+mj-cs"/>
              </a:rPr>
              <a:t>函数</a:t>
            </a:r>
            <a:endParaRPr lang="zh-CN" altLang="en-US" sz="3000" kern="1200" dirty="0">
              <a:solidFill>
                <a:schemeClr val="tx1"/>
              </a:solidFill>
              <a:latin typeface="微软雅黑" panose="020B0503020204020204" pitchFamily="34" charset="-122"/>
              <a:ea typeface="微软雅黑" panose="020B0503020204020204" pitchFamily="34" charset="-122"/>
              <a:cs typeface="+mj-cs"/>
            </a:endParaRPr>
          </a:p>
        </p:txBody>
      </p:sp>
      <p:sp>
        <p:nvSpPr>
          <p:cNvPr id="6" name="内容占位符 1"/>
          <p:cNvSpPr txBox="1"/>
          <p:nvPr/>
        </p:nvSpPr>
        <p:spPr bwMode="auto">
          <a:xfrm>
            <a:off x="785813" y="785813"/>
            <a:ext cx="7632700" cy="4103688"/>
          </a:xfrm>
          <a:prstGeom prst="rect">
            <a:avLst/>
          </a:prstGeom>
          <a:solidFill>
            <a:schemeClr val="accent2">
              <a:lumMod val="40000"/>
              <a:lumOff val="60000"/>
            </a:schemeClr>
          </a:solidFill>
          <a:ln w="12700">
            <a:solidFill>
              <a:schemeClr val="tx1"/>
            </a:solidFill>
            <a:miter lim="800000"/>
          </a:ln>
        </p:spPr>
        <p:txBody>
          <a:bodyPr anchor="ctr"/>
          <a:lstStyle/>
          <a:p>
            <a:pPr marL="273050" marR="0" indent="-273050" defTabSz="914400" eaLnBrk="1" hangingPunct="1">
              <a:lnSpc>
                <a:spcPts val="2500"/>
              </a:lnSpc>
              <a:spcBef>
                <a:spcPct val="20000"/>
              </a:spcBef>
              <a:buClrTx/>
              <a:buSzPct val="100000"/>
              <a:buFont typeface="Symbol" panose="05050102010706020507" pitchFamily="18" charset="2"/>
              <a:buNone/>
              <a:defRPr/>
            </a:pPr>
            <a:r>
              <a:rPr kumimoji="0" lang="en-US" altLang="zh-CN" sz="2500" b="1" kern="1200" cap="none" spc="0" normalizeH="0" baseline="0" noProof="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SetOfltems</a:t>
            </a:r>
            <a:r>
              <a:rPr kumimoji="0" lang="zh-CN" altLang="en-US" sz="2500" b="1" kern="1200" cap="none" spc="0" normalizeH="0" baseline="0" noProof="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0" lang="en-US" altLang="zh-CN" sz="2500" b="1" kern="1200" cap="none" spc="0" normalizeH="0" baseline="0" noProof="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CLOSURE</a:t>
            </a:r>
            <a:r>
              <a:rPr kumimoji="0" lang="en-US" altLang="zh-CN" sz="2500" b="1" kern="1200" cap="none" spc="0" normalizeH="0" baseline="0" noProof="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500" b="1" i="1" kern="1200" cap="none" spc="0" normalizeH="0" baseline="0" noProof="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I </a:t>
            </a:r>
            <a:r>
              <a:rPr kumimoji="0" lang="en-US" altLang="zh-CN" sz="2500" b="1" kern="1200" cap="none" spc="0" normalizeH="0" baseline="0" noProof="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endParaRPr kumimoji="1" lang="en-US" altLang="zh-CN" sz="2500" b="1" kern="1200" cap="none" spc="0" normalizeH="0" baseline="0" noProof="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273050" marR="0" indent="-273050" defTabSz="914400" eaLnBrk="1" hangingPunct="1">
              <a:lnSpc>
                <a:spcPts val="2500"/>
              </a:lnSpc>
              <a:spcBef>
                <a:spcPct val="20000"/>
              </a:spcBef>
              <a:buClrTx/>
              <a:buSzPct val="100000"/>
              <a:buFont typeface="Symbol" panose="05050102010706020507" pitchFamily="18" charset="2"/>
              <a:buNone/>
              <a:defRPr/>
            </a:pPr>
            <a:r>
              <a:rPr kumimoji="0" lang="zh-CN" altLang="en-US" sz="2500" b="1" i="1" kern="1200" cap="none" spc="0" normalizeH="0" baseline="0" noProof="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500" b="1" i="1" kern="1200" cap="none" spc="0" normalizeH="0" baseline="0" noProof="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J</a:t>
            </a:r>
            <a:r>
              <a:rPr kumimoji="0" lang="zh-CN" altLang="en-US" sz="2500" b="1" i="1" kern="1200" cap="none" spc="0" normalizeH="0" baseline="0" noProof="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500" b="1" kern="1200" cap="none" spc="0" normalizeH="0" baseline="0" noProof="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500" b="1" kern="1200" cap="none" spc="0" normalizeH="0" baseline="0" noProof="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500" b="1" i="1" kern="1200" cap="none" spc="0" normalizeH="0" baseline="0" noProof="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a:t>
            </a:r>
            <a:r>
              <a:rPr kumimoji="0" lang="zh-CN" altLang="en-US" sz="2500" b="1" kern="1200" cap="none" spc="0" normalizeH="0" baseline="0" noProof="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kumimoji="0" lang="en-US" altLang="zh-CN" sz="2500" b="1" kern="1200" cap="none" spc="0" normalizeH="0" baseline="0" noProof="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273050" marR="0" indent="-273050" defTabSz="914400" eaLnBrk="1" hangingPunct="1">
              <a:lnSpc>
                <a:spcPts val="2500"/>
              </a:lnSpc>
              <a:spcBef>
                <a:spcPct val="20000"/>
              </a:spcBef>
              <a:buClrTx/>
              <a:buSzPct val="100000"/>
              <a:buFont typeface="Symbol" panose="05050102010706020507" pitchFamily="18" charset="2"/>
              <a:buNone/>
              <a:defRPr/>
            </a:pPr>
            <a:r>
              <a:rPr kumimoji="0" lang="en-US" altLang="zh-CN" sz="2500" b="1" kern="1200" cap="none" spc="0" normalizeH="0" baseline="0" noProof="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repeat</a:t>
            </a:r>
            <a:endParaRPr kumimoji="0" lang="zh-CN" altLang="en-US" sz="2500" b="1" kern="1200" cap="none" spc="0" normalizeH="0" baseline="0" noProof="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273050" marR="0" indent="-273050" defTabSz="914400" eaLnBrk="1" hangingPunct="1">
              <a:lnSpc>
                <a:spcPts val="2500"/>
              </a:lnSpc>
              <a:spcBef>
                <a:spcPct val="20000"/>
              </a:spcBef>
              <a:buClrTx/>
              <a:buSzPct val="100000"/>
              <a:buFontTx/>
              <a:buNone/>
              <a:defRPr/>
            </a:pPr>
            <a:r>
              <a:rPr kumimoji="0" lang="zh-CN" altLang="en-US" sz="2500" b="1" kern="1200" cap="none" spc="0" normalizeH="0" baseline="0" noProof="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500" b="1" kern="1200" cap="none" spc="0" normalizeH="0" baseline="0" noProof="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for ( </a:t>
            </a:r>
            <a:r>
              <a:rPr kumimoji="0" lang="en-US" altLang="zh-CN" sz="2500" b="1" i="1" kern="1200" cap="none" spc="0" normalizeH="0" baseline="0" noProof="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J</a:t>
            </a:r>
            <a:r>
              <a:rPr kumimoji="0" lang="zh-CN" altLang="en-US" sz="2500" b="1" kern="1200" cap="none" spc="0" normalizeH="0" baseline="0" noProof="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中的每个项</a:t>
            </a:r>
            <a:r>
              <a:rPr kumimoji="0" lang="en-US" altLang="zh-CN" sz="2500" b="1" i="1" kern="1200" cap="none" spc="0" normalizeH="0" baseline="0" noProof="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 →</a:t>
            </a:r>
            <a:r>
              <a:rPr kumimoji="0" lang="el-GR" altLang="zh-CN" sz="2500" b="1" i="1" kern="1200" cap="none" spc="0" normalizeH="0" baseline="0" noProof="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500" b="1" i="1" kern="1200" cap="none" spc="0" normalizeH="0" baseline="0" noProof="0">
                <a:solidFill>
                  <a:srgbClr val="000000"/>
                </a:solidFill>
                <a:latin typeface="Times New Roman" panose="02020603050405020304" pitchFamily="18" charset="0"/>
                <a:ea typeface="楷体_GB2312"/>
                <a:cs typeface="Times New Roman" panose="02020603050405020304" pitchFamily="18" charset="0"/>
              </a:rPr>
              <a:t>α</a:t>
            </a:r>
            <a:r>
              <a:rPr kumimoji="0" lang="zh-CN" altLang="en-US" sz="2500" b="1" i="1" kern="1200" cap="none" spc="0" normalizeH="0" baseline="0" noProof="0">
                <a:solidFill>
                  <a:srgbClr val="000000"/>
                </a:solidFill>
                <a:latin typeface="Times New Roman" panose="02020603050405020304" pitchFamily="18" charset="0"/>
                <a:ea typeface="楷体" panose="02010609060101010101" pitchFamily="49" charset="-122"/>
                <a:cs typeface="+mn-cs"/>
              </a:rPr>
              <a:t>∙</a:t>
            </a:r>
            <a:r>
              <a:rPr kumimoji="0" lang="en-US" altLang="zh-CN" sz="2500" b="1" i="1" kern="1200" cap="none" spc="0" normalizeH="0" baseline="0" noProof="0">
                <a:solidFill>
                  <a:srgbClr val="000000"/>
                </a:solidFill>
                <a:latin typeface="Times New Roman" panose="02020603050405020304" pitchFamily="18" charset="0"/>
                <a:ea typeface="楷体" panose="02010609060101010101" pitchFamily="49" charset="-122"/>
                <a:cs typeface="+mn-cs"/>
              </a:rPr>
              <a:t>B</a:t>
            </a:r>
            <a:r>
              <a:rPr kumimoji="0" lang="el-GR" altLang="zh-CN" sz="2500" b="1" i="1" kern="1200" cap="none" spc="0" normalizeH="0" baseline="0" noProof="0">
                <a:solidFill>
                  <a:srgbClr val="000000"/>
                </a:solidFill>
                <a:latin typeface="Times New Roman" panose="02020603050405020304" pitchFamily="18" charset="0"/>
                <a:ea typeface="宋体" panose="02010600030101010101" pitchFamily="2" charset="-122"/>
                <a:cs typeface="+mn-cs"/>
              </a:rPr>
              <a:t>β</a:t>
            </a:r>
            <a:r>
              <a:rPr kumimoji="0" lang="en-US" altLang="zh-CN" sz="2500" b="1" kern="1200" cap="none" spc="0" normalizeH="0" baseline="0" noProof="0">
                <a:solidFill>
                  <a:srgbClr val="000000"/>
                </a:solidFill>
                <a:latin typeface="Times New Roman" panose="02020603050405020304" pitchFamily="18" charset="0"/>
                <a:ea typeface="楷体" panose="02010609060101010101" pitchFamily="49" charset="-122"/>
                <a:cs typeface="+mn-cs"/>
              </a:rPr>
              <a:t> ) </a:t>
            </a:r>
          </a:p>
          <a:p>
            <a:pPr marL="273050" marR="0" indent="-273050" defTabSz="914400" eaLnBrk="1" hangingPunct="1">
              <a:lnSpc>
                <a:spcPts val="2500"/>
              </a:lnSpc>
              <a:spcBef>
                <a:spcPct val="20000"/>
              </a:spcBef>
              <a:buClrTx/>
              <a:buSzPct val="100000"/>
              <a:buFont typeface="Symbol" panose="05050102010706020507" pitchFamily="18" charset="2"/>
              <a:buNone/>
              <a:defRPr/>
            </a:pPr>
            <a:r>
              <a:rPr kumimoji="0" lang="zh-CN" altLang="en-US" sz="2500" b="1" kern="1200" cap="none" spc="0" normalizeH="0" baseline="0" noProof="0">
                <a:solidFill>
                  <a:srgbClr val="000000"/>
                </a:solidFill>
                <a:latin typeface="Times New Roman" panose="02020603050405020304" pitchFamily="18" charset="0"/>
                <a:ea typeface="楷体" panose="02010609060101010101" pitchFamily="49" charset="-122"/>
                <a:cs typeface="+mn-cs"/>
              </a:rPr>
              <a:t>                            </a:t>
            </a:r>
            <a:r>
              <a:rPr kumimoji="0" lang="en-US" altLang="zh-CN" sz="2500" b="1" kern="1200" cap="none" spc="0" normalizeH="0" baseline="0" noProof="0">
                <a:solidFill>
                  <a:srgbClr val="000000"/>
                </a:solidFill>
                <a:latin typeface="Times New Roman" panose="02020603050405020304" pitchFamily="18" charset="0"/>
                <a:ea typeface="楷体" panose="02010609060101010101" pitchFamily="49" charset="-122"/>
                <a:cs typeface="+mn-cs"/>
              </a:rPr>
              <a:t>for ( </a:t>
            </a:r>
            <a:r>
              <a:rPr kumimoji="0" lang="en-US" altLang="zh-CN" sz="2500" b="1" i="1" kern="1200" cap="none" spc="0" normalizeH="0" baseline="0" noProof="0">
                <a:solidFill>
                  <a:srgbClr val="000000"/>
                </a:solidFill>
                <a:latin typeface="Times New Roman" panose="02020603050405020304" pitchFamily="18" charset="0"/>
                <a:ea typeface="楷体" panose="02010609060101010101" pitchFamily="49" charset="-122"/>
                <a:cs typeface="+mn-cs"/>
              </a:rPr>
              <a:t>G</a:t>
            </a:r>
            <a:r>
              <a:rPr kumimoji="0" lang="zh-CN" altLang="en-US" sz="2500" b="1" kern="1200" cap="none" spc="0" normalizeH="0" baseline="0" noProof="0">
                <a:solidFill>
                  <a:srgbClr val="000000"/>
                </a:solidFill>
                <a:latin typeface="Times New Roman" panose="02020603050405020304" pitchFamily="18" charset="0"/>
                <a:ea typeface="楷体" panose="02010609060101010101" pitchFamily="49" charset="-122"/>
                <a:cs typeface="+mn-cs"/>
              </a:rPr>
              <a:t>的每个产生式</a:t>
            </a:r>
            <a:r>
              <a:rPr kumimoji="0" lang="en-US" altLang="zh-CN" sz="2500" b="1" i="1" kern="1200" cap="none" spc="0" normalizeH="0" baseline="0" noProof="0">
                <a:solidFill>
                  <a:srgbClr val="000000"/>
                </a:solidFill>
                <a:latin typeface="Times New Roman" panose="02020603050405020304" pitchFamily="18" charset="0"/>
                <a:ea typeface="楷体" panose="02010609060101010101" pitchFamily="49" charset="-122"/>
                <a:cs typeface="+mn-cs"/>
              </a:rPr>
              <a:t>B</a:t>
            </a:r>
            <a:r>
              <a:rPr kumimoji="0" lang="en-US" altLang="zh-CN" sz="2500" b="1" i="1" kern="1200" cap="none" spc="0" normalizeH="0" baseline="0" noProof="0">
                <a:solidFill>
                  <a:srgbClr val="000000"/>
                </a:solidFill>
                <a:latin typeface="Times New Roman" panose="02020603050405020304" pitchFamily="18" charset="0"/>
                <a:ea typeface="宋体" panose="02010600030101010101" pitchFamily="2" charset="-122"/>
                <a:cs typeface="+mn-cs"/>
              </a:rPr>
              <a:t> →</a:t>
            </a:r>
            <a:r>
              <a:rPr kumimoji="0" lang="zh-CN" altLang="en-US" sz="2500" b="1" i="1" kern="1200" cap="none" spc="0" normalizeH="0" baseline="0" noProof="0">
                <a:solidFill>
                  <a:srgbClr val="000000"/>
                </a:solidFill>
                <a:latin typeface="Times New Roman" panose="02020603050405020304" pitchFamily="18" charset="0"/>
                <a:ea typeface="宋体" panose="02010600030101010101" pitchFamily="2" charset="-122"/>
                <a:cs typeface="+mn-cs"/>
              </a:rPr>
              <a:t> </a:t>
            </a:r>
            <a:r>
              <a:rPr kumimoji="0" lang="en-US" altLang="zh-CN" sz="2500" b="1" i="1" kern="1200" cap="none" spc="0" normalizeH="0" baseline="0" noProof="0">
                <a:solidFill>
                  <a:srgbClr val="000000"/>
                </a:solidFill>
                <a:latin typeface="Times New Roman" panose="02020603050405020304" pitchFamily="18" charset="0"/>
                <a:ea typeface="楷体_GB2312"/>
                <a:cs typeface="楷体_GB2312"/>
              </a:rPr>
              <a:t>γ</a:t>
            </a:r>
            <a:r>
              <a:rPr kumimoji="0" lang="zh-CN" altLang="en-US" sz="2500" b="1" i="1" kern="1200" cap="none" spc="0" normalizeH="0" baseline="0" noProof="0">
                <a:solidFill>
                  <a:srgbClr val="000000"/>
                </a:solidFill>
                <a:latin typeface="Times New Roman" panose="02020603050405020304" pitchFamily="18" charset="0"/>
                <a:ea typeface="宋体" panose="02010600030101010101" pitchFamily="2" charset="-122"/>
                <a:cs typeface="+mn-cs"/>
              </a:rPr>
              <a:t> </a:t>
            </a:r>
            <a:r>
              <a:rPr kumimoji="0" lang="en-US" altLang="zh-CN" sz="2500" b="1" kern="1200" cap="none" spc="0" normalizeH="0" baseline="0" noProof="0">
                <a:solidFill>
                  <a:srgbClr val="000000"/>
                </a:solidFill>
                <a:latin typeface="Times New Roman" panose="02020603050405020304" pitchFamily="18" charset="0"/>
                <a:ea typeface="楷体" panose="02010609060101010101" pitchFamily="49" charset="-122"/>
                <a:cs typeface="+mn-cs"/>
              </a:rPr>
              <a:t>) </a:t>
            </a:r>
            <a:endParaRPr kumimoji="0" lang="zh-CN" altLang="en-US" sz="2500" b="1" kern="1200" cap="none" spc="0" normalizeH="0" baseline="0" noProof="0">
              <a:solidFill>
                <a:srgbClr val="000000"/>
              </a:solidFill>
              <a:latin typeface="Times New Roman" panose="02020603050405020304" pitchFamily="18" charset="0"/>
              <a:ea typeface="楷体" panose="02010609060101010101" pitchFamily="49" charset="-122"/>
              <a:cs typeface="+mn-cs"/>
            </a:endParaRPr>
          </a:p>
          <a:p>
            <a:pPr marL="273050" marR="0" indent="-273050" defTabSz="914400" eaLnBrk="1" hangingPunct="1">
              <a:lnSpc>
                <a:spcPts val="2500"/>
              </a:lnSpc>
              <a:spcBef>
                <a:spcPct val="20000"/>
              </a:spcBef>
              <a:buClrTx/>
              <a:buSzPct val="100000"/>
              <a:buFont typeface="Symbol" panose="05050102010706020507" pitchFamily="18" charset="2"/>
              <a:buNone/>
              <a:defRPr/>
            </a:pPr>
            <a:r>
              <a:rPr kumimoji="0" lang="zh-CN" altLang="en-US" sz="2500" b="1" kern="1200" cap="none" spc="0" normalizeH="0" baseline="0" noProof="0">
                <a:solidFill>
                  <a:srgbClr val="000000"/>
                </a:solidFill>
                <a:latin typeface="Times New Roman" panose="02020603050405020304" pitchFamily="18" charset="0"/>
                <a:ea typeface="楷体" panose="02010609060101010101" pitchFamily="49" charset="-122"/>
                <a:cs typeface="+mn-cs"/>
              </a:rPr>
              <a:t>                                      </a:t>
            </a:r>
            <a:r>
              <a:rPr kumimoji="0" lang="en-US" altLang="zh-CN" sz="2500" b="1" kern="1200" cap="none" spc="0" normalizeH="0" baseline="0" noProof="0">
                <a:solidFill>
                  <a:srgbClr val="000000"/>
                </a:solidFill>
                <a:latin typeface="Times New Roman" panose="02020603050405020304" pitchFamily="18" charset="0"/>
                <a:ea typeface="楷体" panose="02010609060101010101" pitchFamily="49" charset="-122"/>
                <a:cs typeface="+mn-cs"/>
              </a:rPr>
              <a:t>if (</a:t>
            </a:r>
            <a:r>
              <a:rPr kumimoji="0" lang="zh-CN" altLang="en-US" sz="2500" b="1" kern="1200" cap="none" spc="0" normalizeH="0" baseline="0" noProof="0">
                <a:solidFill>
                  <a:srgbClr val="000000"/>
                </a:solidFill>
                <a:latin typeface="Times New Roman" panose="02020603050405020304" pitchFamily="18" charset="0"/>
                <a:ea typeface="楷体" panose="02010609060101010101" pitchFamily="49" charset="-122"/>
                <a:cs typeface="+mn-cs"/>
              </a:rPr>
              <a:t> 项</a:t>
            </a:r>
            <a:r>
              <a:rPr kumimoji="0" lang="en-US" altLang="zh-CN" sz="2500" b="1" i="1" kern="1200" cap="none" spc="0" normalizeH="0" baseline="0" noProof="0">
                <a:solidFill>
                  <a:srgbClr val="000000"/>
                </a:solidFill>
                <a:latin typeface="Times New Roman" panose="02020603050405020304" pitchFamily="18" charset="0"/>
                <a:ea typeface="楷体" panose="02010609060101010101" pitchFamily="49" charset="-122"/>
                <a:cs typeface="+mn-cs"/>
              </a:rPr>
              <a:t>B</a:t>
            </a:r>
            <a:r>
              <a:rPr kumimoji="0" lang="en-US" altLang="zh-CN" sz="2500" b="1" i="1" kern="1200" cap="none" spc="0" normalizeH="0" baseline="0" noProof="0">
                <a:solidFill>
                  <a:srgbClr val="000000"/>
                </a:solidFill>
                <a:latin typeface="Times New Roman" panose="02020603050405020304" pitchFamily="18" charset="0"/>
                <a:ea typeface="宋体" panose="02010600030101010101" pitchFamily="2" charset="-122"/>
                <a:cs typeface="+mn-cs"/>
              </a:rPr>
              <a:t> →</a:t>
            </a:r>
            <a:r>
              <a:rPr kumimoji="0" lang="zh-CN" altLang="en-US" sz="2500" b="1" i="1" kern="1200" cap="none" spc="0" normalizeH="0" baseline="0" noProof="0">
                <a:solidFill>
                  <a:srgbClr val="000000"/>
                </a:solidFill>
                <a:latin typeface="Times New Roman" panose="02020603050405020304" pitchFamily="18" charset="0"/>
                <a:ea typeface="宋体" panose="02010600030101010101" pitchFamily="2" charset="-122"/>
                <a:cs typeface="+mn-cs"/>
              </a:rPr>
              <a:t> </a:t>
            </a:r>
            <a:r>
              <a:rPr kumimoji="0" lang="zh-CN" altLang="en-US" sz="2500" b="1" i="1" kern="1200" cap="none" spc="0" normalizeH="0" baseline="0" noProof="0">
                <a:solidFill>
                  <a:srgbClr val="000000"/>
                </a:solidFill>
                <a:latin typeface="Times New Roman" panose="02020603050405020304" pitchFamily="18" charset="0"/>
                <a:ea typeface="楷体" panose="02010609060101010101" pitchFamily="49" charset="-122"/>
                <a:cs typeface="+mn-cs"/>
              </a:rPr>
              <a:t>∙ </a:t>
            </a:r>
            <a:r>
              <a:rPr kumimoji="0" lang="en-US" altLang="zh-CN" sz="2500" b="1" i="1" kern="1200" cap="none" spc="0" normalizeH="0" baseline="0" noProof="0">
                <a:solidFill>
                  <a:srgbClr val="000000"/>
                </a:solidFill>
                <a:latin typeface="Times New Roman" panose="02020603050405020304" pitchFamily="18" charset="0"/>
                <a:ea typeface="楷体_GB2312"/>
                <a:cs typeface="楷体_GB2312"/>
              </a:rPr>
              <a:t>γ</a:t>
            </a:r>
            <a:r>
              <a:rPr kumimoji="0" lang="zh-CN" altLang="en-US" sz="2500" b="1" kern="1200" cap="none" spc="0" normalizeH="0" baseline="0" noProof="0">
                <a:solidFill>
                  <a:srgbClr val="000000"/>
                </a:solidFill>
                <a:latin typeface="Times New Roman" panose="02020603050405020304" pitchFamily="18" charset="0"/>
                <a:ea typeface="楷体" panose="02010609060101010101" pitchFamily="49" charset="-122"/>
                <a:cs typeface="+mn-cs"/>
              </a:rPr>
              <a:t>不在</a:t>
            </a:r>
            <a:r>
              <a:rPr kumimoji="0" lang="en-US" altLang="zh-CN" sz="2500" b="1" i="1" kern="1200" cap="none" spc="0" normalizeH="0" baseline="0" noProof="0">
                <a:solidFill>
                  <a:srgbClr val="000000"/>
                </a:solidFill>
                <a:latin typeface="Times New Roman" panose="02020603050405020304" pitchFamily="18" charset="0"/>
                <a:ea typeface="楷体" panose="02010609060101010101" pitchFamily="49" charset="-122"/>
                <a:cs typeface="+mn-cs"/>
              </a:rPr>
              <a:t>J</a:t>
            </a:r>
            <a:r>
              <a:rPr kumimoji="0" lang="zh-CN" altLang="en-US" sz="2500" b="1" kern="1200" cap="none" spc="0" normalizeH="0" baseline="0" noProof="0">
                <a:solidFill>
                  <a:srgbClr val="000000"/>
                </a:solidFill>
                <a:latin typeface="Times New Roman" panose="02020603050405020304" pitchFamily="18" charset="0"/>
                <a:ea typeface="楷体" panose="02010609060101010101" pitchFamily="49" charset="-122"/>
                <a:cs typeface="+mn-cs"/>
              </a:rPr>
              <a:t>中</a:t>
            </a:r>
            <a:r>
              <a:rPr kumimoji="0" lang="zh-CN" altLang="en-US" sz="2500" b="1" i="1" kern="1200" cap="none" spc="0" normalizeH="0" baseline="0" noProof="0">
                <a:solidFill>
                  <a:srgbClr val="000000"/>
                </a:solidFill>
                <a:latin typeface="Times New Roman" panose="02020603050405020304" pitchFamily="18" charset="0"/>
                <a:ea typeface="宋体" panose="02010600030101010101" pitchFamily="2" charset="-122"/>
                <a:cs typeface="+mn-cs"/>
              </a:rPr>
              <a:t> </a:t>
            </a:r>
            <a:r>
              <a:rPr kumimoji="0" lang="en-US" altLang="zh-CN" sz="2500" b="1" kern="1200" cap="none" spc="0" normalizeH="0" baseline="0" noProof="0">
                <a:solidFill>
                  <a:srgbClr val="000000"/>
                </a:solidFill>
                <a:latin typeface="Times New Roman" panose="02020603050405020304" pitchFamily="18" charset="0"/>
                <a:ea typeface="楷体" panose="02010609060101010101" pitchFamily="49" charset="-122"/>
                <a:cs typeface="+mn-cs"/>
              </a:rPr>
              <a:t>) </a:t>
            </a:r>
            <a:endParaRPr kumimoji="0" lang="zh-CN" altLang="en-US" sz="2500" b="1" kern="1200" cap="none" spc="0" normalizeH="0" baseline="0" noProof="0">
              <a:solidFill>
                <a:srgbClr val="000000"/>
              </a:solidFill>
              <a:latin typeface="Times New Roman" panose="02020603050405020304" pitchFamily="18" charset="0"/>
              <a:ea typeface="楷体" panose="02010609060101010101" pitchFamily="49" charset="-122"/>
              <a:cs typeface="+mn-cs"/>
            </a:endParaRPr>
          </a:p>
          <a:p>
            <a:pPr marL="273050" marR="0" indent="-273050" defTabSz="914400" eaLnBrk="1" hangingPunct="1">
              <a:lnSpc>
                <a:spcPts val="2500"/>
              </a:lnSpc>
              <a:spcBef>
                <a:spcPct val="20000"/>
              </a:spcBef>
              <a:buClrTx/>
              <a:buSzPct val="100000"/>
              <a:buFont typeface="Symbol" panose="05050102010706020507" pitchFamily="18" charset="2"/>
              <a:buNone/>
              <a:defRPr/>
            </a:pPr>
            <a:r>
              <a:rPr kumimoji="0" lang="zh-CN" altLang="en-US" sz="2500" b="1" kern="1200" cap="none" spc="0" normalizeH="0" baseline="0" noProof="0">
                <a:solidFill>
                  <a:srgbClr val="000000"/>
                </a:solidFill>
                <a:latin typeface="Times New Roman" panose="02020603050405020304" pitchFamily="18" charset="0"/>
                <a:ea typeface="楷体" panose="02010609060101010101" pitchFamily="49" charset="-122"/>
                <a:cs typeface="+mn-cs"/>
              </a:rPr>
              <a:t>                                             将</a:t>
            </a:r>
            <a:r>
              <a:rPr kumimoji="0" lang="en-US" altLang="zh-CN" sz="2500" b="1" i="1" kern="1200" cap="none" spc="0" normalizeH="0" baseline="0" noProof="0">
                <a:solidFill>
                  <a:srgbClr val="000000"/>
                </a:solidFill>
                <a:latin typeface="Times New Roman" panose="02020603050405020304" pitchFamily="18" charset="0"/>
                <a:ea typeface="楷体" panose="02010609060101010101" pitchFamily="49" charset="-122"/>
                <a:cs typeface="+mn-cs"/>
              </a:rPr>
              <a:t>B</a:t>
            </a:r>
            <a:r>
              <a:rPr kumimoji="0" lang="en-US" altLang="zh-CN" sz="2500" b="1" i="1" kern="1200" cap="none" spc="0" normalizeH="0" baseline="0" noProof="0">
                <a:solidFill>
                  <a:srgbClr val="000000"/>
                </a:solidFill>
                <a:latin typeface="Times New Roman" panose="02020603050405020304" pitchFamily="18" charset="0"/>
                <a:ea typeface="宋体" panose="02010600030101010101" pitchFamily="2" charset="-122"/>
                <a:cs typeface="+mn-cs"/>
              </a:rPr>
              <a:t> →</a:t>
            </a:r>
            <a:r>
              <a:rPr kumimoji="0" lang="zh-CN" altLang="en-US" sz="2500" b="1" i="1" kern="1200" cap="none" spc="0" normalizeH="0" baseline="0" noProof="0">
                <a:solidFill>
                  <a:srgbClr val="000000"/>
                </a:solidFill>
                <a:latin typeface="Times New Roman" panose="02020603050405020304" pitchFamily="18" charset="0"/>
                <a:ea typeface="宋体" panose="02010600030101010101" pitchFamily="2" charset="-122"/>
                <a:cs typeface="+mn-cs"/>
              </a:rPr>
              <a:t> </a:t>
            </a:r>
            <a:r>
              <a:rPr kumimoji="0" lang="zh-CN" altLang="en-US" sz="2500" b="1" i="1" kern="1200" cap="none" spc="0" normalizeH="0" baseline="0" noProof="0">
                <a:solidFill>
                  <a:srgbClr val="000000"/>
                </a:solidFill>
                <a:latin typeface="Times New Roman" panose="02020603050405020304" pitchFamily="18" charset="0"/>
                <a:ea typeface="楷体" panose="02010609060101010101" pitchFamily="49" charset="-122"/>
                <a:cs typeface="+mn-cs"/>
              </a:rPr>
              <a:t>∙ </a:t>
            </a:r>
            <a:r>
              <a:rPr kumimoji="0" lang="en-US" altLang="zh-CN" sz="2500" b="1" i="1" kern="1200" cap="none" spc="0" normalizeH="0" baseline="0" noProof="0">
                <a:solidFill>
                  <a:srgbClr val="000000"/>
                </a:solidFill>
                <a:latin typeface="Times New Roman" panose="02020603050405020304" pitchFamily="18" charset="0"/>
                <a:ea typeface="楷体_GB2312"/>
                <a:cs typeface="楷体_GB2312"/>
              </a:rPr>
              <a:t>γ</a:t>
            </a:r>
            <a:r>
              <a:rPr kumimoji="0" lang="zh-CN" altLang="en-US" sz="2500" b="1" kern="1200" cap="none" spc="0" normalizeH="0" baseline="0" noProof="0">
                <a:solidFill>
                  <a:srgbClr val="000000"/>
                </a:solidFill>
                <a:latin typeface="Times New Roman" panose="02020603050405020304" pitchFamily="18" charset="0"/>
                <a:ea typeface="楷体" panose="02010609060101010101" pitchFamily="49" charset="-122"/>
                <a:cs typeface="+mn-cs"/>
              </a:rPr>
              <a:t>加入</a:t>
            </a:r>
            <a:r>
              <a:rPr kumimoji="0" lang="en-US" altLang="zh-CN" sz="2500" b="1" i="1" kern="1200" cap="none" spc="0" normalizeH="0" baseline="0" noProof="0">
                <a:solidFill>
                  <a:srgbClr val="000000"/>
                </a:solidFill>
                <a:latin typeface="Times New Roman" panose="02020603050405020304" pitchFamily="18" charset="0"/>
                <a:ea typeface="楷体" panose="02010609060101010101" pitchFamily="49" charset="-122"/>
                <a:cs typeface="+mn-cs"/>
              </a:rPr>
              <a:t>J</a:t>
            </a:r>
            <a:r>
              <a:rPr kumimoji="0" lang="zh-CN" altLang="en-US" sz="2500" b="1" kern="1200" cap="none" spc="0" normalizeH="0" baseline="0" noProof="0">
                <a:solidFill>
                  <a:srgbClr val="000000"/>
                </a:solidFill>
                <a:latin typeface="Times New Roman" panose="02020603050405020304" pitchFamily="18" charset="0"/>
                <a:ea typeface="楷体" panose="02010609060101010101" pitchFamily="49" charset="-122"/>
                <a:cs typeface="+mn-cs"/>
              </a:rPr>
              <a:t>中；</a:t>
            </a:r>
          </a:p>
          <a:p>
            <a:pPr marL="273050" marR="0" indent="-273050" defTabSz="914400" eaLnBrk="1" hangingPunct="1">
              <a:lnSpc>
                <a:spcPts val="2500"/>
              </a:lnSpc>
              <a:spcBef>
                <a:spcPct val="20000"/>
              </a:spcBef>
              <a:buClrTx/>
              <a:buSzPct val="100000"/>
              <a:buFont typeface="Symbol" panose="05050102010706020507" pitchFamily="18" charset="2"/>
              <a:buNone/>
              <a:defRPr/>
            </a:pPr>
            <a:r>
              <a:rPr kumimoji="0" lang="zh-CN" altLang="en-US" sz="2500" b="1" kern="1200" cap="none" spc="0" normalizeH="0" baseline="0" noProof="0">
                <a:solidFill>
                  <a:srgbClr val="000000"/>
                </a:solidFill>
                <a:latin typeface="Times New Roman" panose="02020603050405020304" pitchFamily="18" charset="0"/>
                <a:ea typeface="楷体" panose="02010609060101010101" pitchFamily="49" charset="-122"/>
                <a:cs typeface="+mn-cs"/>
              </a:rPr>
              <a:t>          </a:t>
            </a:r>
            <a:r>
              <a:rPr kumimoji="0" lang="en-US" altLang="zh-CN" sz="2500" b="1" kern="1200" cap="none" spc="0" normalizeH="0" baseline="0" noProof="0">
                <a:solidFill>
                  <a:srgbClr val="000000"/>
                </a:solidFill>
                <a:latin typeface="Times New Roman" panose="02020603050405020304" pitchFamily="18" charset="0"/>
                <a:ea typeface="楷体" panose="02010609060101010101" pitchFamily="49" charset="-122"/>
                <a:cs typeface="+mn-cs"/>
              </a:rPr>
              <a:t>until</a:t>
            </a:r>
            <a:r>
              <a:rPr kumimoji="0" lang="zh-CN" altLang="en-US" sz="2500" b="1" kern="1200" cap="none" spc="0" normalizeH="0" baseline="0" noProof="0">
                <a:solidFill>
                  <a:srgbClr val="000000"/>
                </a:solidFill>
                <a:latin typeface="Times New Roman" panose="02020603050405020304" pitchFamily="18" charset="0"/>
                <a:ea typeface="楷体" panose="02010609060101010101" pitchFamily="49" charset="-122"/>
                <a:cs typeface="+mn-cs"/>
              </a:rPr>
              <a:t> 在某一轮中没有新的项被加入到</a:t>
            </a:r>
            <a:r>
              <a:rPr kumimoji="0" lang="en-US" altLang="zh-CN" sz="2500" b="1" i="1" kern="1200" cap="none" spc="0" normalizeH="0" baseline="0" noProof="0">
                <a:solidFill>
                  <a:srgbClr val="000000"/>
                </a:solidFill>
                <a:latin typeface="Times New Roman" panose="02020603050405020304" pitchFamily="18" charset="0"/>
                <a:ea typeface="楷体" panose="02010609060101010101" pitchFamily="49" charset="-122"/>
                <a:cs typeface="+mn-cs"/>
              </a:rPr>
              <a:t>J</a:t>
            </a:r>
            <a:r>
              <a:rPr kumimoji="0" lang="zh-CN" altLang="en-US" sz="2500" b="1" kern="1200" cap="none" spc="0" normalizeH="0" baseline="0" noProof="0">
                <a:solidFill>
                  <a:srgbClr val="000000"/>
                </a:solidFill>
                <a:latin typeface="Times New Roman" panose="02020603050405020304" pitchFamily="18" charset="0"/>
                <a:ea typeface="楷体" panose="02010609060101010101" pitchFamily="49" charset="-122"/>
                <a:cs typeface="+mn-cs"/>
              </a:rPr>
              <a:t>中；</a:t>
            </a:r>
          </a:p>
          <a:p>
            <a:pPr marL="273050" marR="0" indent="-273050" defTabSz="914400" eaLnBrk="1" hangingPunct="1">
              <a:lnSpc>
                <a:spcPts val="2500"/>
              </a:lnSpc>
              <a:spcBef>
                <a:spcPct val="20000"/>
              </a:spcBef>
              <a:buClrTx/>
              <a:buSzPct val="100000"/>
              <a:buFont typeface="Symbol" panose="05050102010706020507" pitchFamily="18" charset="2"/>
              <a:buNone/>
              <a:defRPr/>
            </a:pPr>
            <a:r>
              <a:rPr kumimoji="0" lang="zh-CN" altLang="en-US" sz="2500" b="1" kern="1200" cap="none" spc="0" normalizeH="0" baseline="0" noProof="0">
                <a:solidFill>
                  <a:srgbClr val="000000"/>
                </a:solidFill>
                <a:latin typeface="Times New Roman" panose="02020603050405020304" pitchFamily="18" charset="0"/>
                <a:ea typeface="楷体" panose="02010609060101010101" pitchFamily="49" charset="-122"/>
                <a:cs typeface="+mn-cs"/>
              </a:rPr>
              <a:t>          </a:t>
            </a:r>
            <a:r>
              <a:rPr kumimoji="0" lang="en-US" altLang="zh-CN" sz="2500" b="1" kern="1200" cap="none" spc="0" normalizeH="0" baseline="0" noProof="0">
                <a:solidFill>
                  <a:srgbClr val="000000"/>
                </a:solidFill>
                <a:latin typeface="Times New Roman" panose="02020603050405020304" pitchFamily="18" charset="0"/>
                <a:ea typeface="楷体" panose="02010609060101010101" pitchFamily="49" charset="-122"/>
                <a:cs typeface="+mn-cs"/>
              </a:rPr>
              <a:t>return </a:t>
            </a:r>
            <a:r>
              <a:rPr kumimoji="0" lang="en-US" altLang="zh-CN" sz="2500" b="1" i="1" kern="1200" cap="none" spc="0" normalizeH="0" baseline="0" noProof="0">
                <a:solidFill>
                  <a:srgbClr val="000000"/>
                </a:solidFill>
                <a:latin typeface="Times New Roman" panose="02020603050405020304" pitchFamily="18" charset="0"/>
                <a:ea typeface="楷体" panose="02010609060101010101" pitchFamily="49" charset="-122"/>
                <a:cs typeface="+mn-cs"/>
              </a:rPr>
              <a:t>J</a:t>
            </a:r>
            <a:r>
              <a:rPr kumimoji="0" lang="zh-CN" altLang="en-US" sz="2500" b="1" kern="1200" cap="none" spc="0" normalizeH="0" baseline="0" noProof="0">
                <a:solidFill>
                  <a:srgbClr val="000000"/>
                </a:solidFill>
                <a:latin typeface="Times New Roman" panose="02020603050405020304" pitchFamily="18" charset="0"/>
                <a:ea typeface="楷体" panose="02010609060101010101" pitchFamily="49" charset="-122"/>
                <a:cs typeface="+mn-cs"/>
              </a:rPr>
              <a:t>；</a:t>
            </a:r>
          </a:p>
          <a:p>
            <a:pPr marL="273050" marR="0" indent="-273050" defTabSz="914400" eaLnBrk="1" hangingPunct="1">
              <a:lnSpc>
                <a:spcPts val="2500"/>
              </a:lnSpc>
              <a:spcBef>
                <a:spcPct val="20000"/>
              </a:spcBef>
              <a:buClrTx/>
              <a:buSzPct val="100000"/>
              <a:buFont typeface="Symbol" panose="05050102010706020507" pitchFamily="18" charset="2"/>
              <a:buNone/>
              <a:defRPr/>
            </a:pPr>
            <a:r>
              <a:rPr kumimoji="0" lang="en-US" altLang="zh-CN" sz="2500" b="1" kern="1200" cap="none" spc="0" normalizeH="0" baseline="0" noProof="0">
                <a:solidFill>
                  <a:srgbClr val="000000"/>
                </a:solidFill>
                <a:latin typeface="Times New Roman" panose="02020603050405020304" pitchFamily="18" charset="0"/>
                <a:ea typeface="楷体" panose="02010609060101010101" pitchFamily="49" charset="-122"/>
                <a:cs typeface="+mn-c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2"/>
          <p:cNvSpPr>
            <a:spLocks noGrp="1"/>
          </p:cNvSpPr>
          <p:nvPr>
            <p:ph type="title"/>
          </p:nvPr>
        </p:nvSpPr>
        <p:spPr>
          <a:xfrm>
            <a:off x="755650" y="268288"/>
            <a:ext cx="7931150" cy="358775"/>
          </a:xfrm>
        </p:spPr>
        <p:txBody>
          <a:bodyPr vert="horz" wrap="square" lIns="91440" tIns="45720" rIns="91440" bIns="45720" anchor="ctr" anchorCtr="0"/>
          <a:lstStyle/>
          <a:p>
            <a:r>
              <a:rPr lang="en-US" altLang="zh-CN" sz="3000" kern="1200" dirty="0">
                <a:solidFill>
                  <a:srgbClr val="000000"/>
                </a:solidFill>
                <a:latin typeface="Times New Roman" panose="02020603050405020304" pitchFamily="18" charset="0"/>
                <a:ea typeface="黑体" panose="02010609060101010101" pitchFamily="49" charset="-122"/>
                <a:cs typeface="+mj-cs"/>
              </a:rPr>
              <a:t>GOTO ( )</a:t>
            </a:r>
            <a:r>
              <a:rPr lang="zh-CN" altLang="en-US" sz="3000" kern="1200" dirty="0">
                <a:solidFill>
                  <a:srgbClr val="000000"/>
                </a:solidFill>
                <a:latin typeface="微软雅黑" panose="020B0503020204020204" pitchFamily="34" charset="-122"/>
                <a:ea typeface="微软雅黑" panose="020B0503020204020204" pitchFamily="34" charset="-122"/>
                <a:cs typeface="+mj-cs"/>
              </a:rPr>
              <a:t>函数</a:t>
            </a:r>
            <a:endParaRPr lang="zh-CN" altLang="en-US" kern="1200" dirty="0">
              <a:latin typeface="Times New Roman" panose="02020603050405020304" pitchFamily="18" charset="0"/>
              <a:ea typeface="黑体" panose="02010609060101010101" pitchFamily="49" charset="-122"/>
              <a:cs typeface="+mj-cs"/>
            </a:endParaRPr>
          </a:p>
        </p:txBody>
      </p:sp>
      <p:sp>
        <p:nvSpPr>
          <p:cNvPr id="4" name="内容占位符 1"/>
          <p:cNvSpPr txBox="1"/>
          <p:nvPr/>
        </p:nvSpPr>
        <p:spPr bwMode="auto">
          <a:xfrm>
            <a:off x="1000125" y="2236788"/>
            <a:ext cx="7127875" cy="2449513"/>
          </a:xfrm>
          <a:prstGeom prst="rect">
            <a:avLst/>
          </a:prstGeom>
          <a:solidFill>
            <a:schemeClr val="accent2">
              <a:lumMod val="40000"/>
              <a:lumOff val="60000"/>
            </a:schemeClr>
          </a:solidFill>
          <a:ln w="12700">
            <a:solidFill>
              <a:schemeClr val="tx1"/>
            </a:solidFill>
            <a:miter lim="800000"/>
          </a:ln>
        </p:spPr>
        <p:txBody>
          <a:bodyPr anchor="ctr"/>
          <a:lstStyle/>
          <a:p>
            <a:pPr marL="273050" marR="0" indent="-273050" defTabSz="914400" eaLnBrk="1" hangingPunct="1">
              <a:lnSpc>
                <a:spcPts val="2500"/>
              </a:lnSpc>
              <a:spcBef>
                <a:spcPct val="20000"/>
              </a:spcBef>
              <a:buClrTx/>
              <a:buSzPct val="100000"/>
              <a:buFont typeface="Symbol" panose="05050102010706020507" pitchFamily="18" charset="2"/>
              <a:buNone/>
              <a:defRPr/>
            </a:pPr>
            <a:r>
              <a:rPr kumimoji="0" lang="en-US" altLang="zh-CN" sz="2500" b="1" kern="1200" cap="none" spc="0" normalizeH="0" baseline="0" noProof="0">
                <a:latin typeface="Times New Roman" panose="02020603050405020304" pitchFamily="18" charset="0"/>
                <a:ea typeface="华文楷体" panose="02010600040101010101" pitchFamily="2" charset="-122"/>
                <a:cs typeface="+mn-cs"/>
              </a:rPr>
              <a:t>SetOfltems</a:t>
            </a:r>
            <a:r>
              <a:rPr kumimoji="0" lang="zh-CN" altLang="en-US" sz="2500" b="1" kern="1200" cap="none" spc="0" normalizeH="0" baseline="0" noProof="0">
                <a:latin typeface="Times New Roman" panose="02020603050405020304" pitchFamily="18" charset="0"/>
                <a:ea typeface="华文楷体" panose="02010600040101010101" pitchFamily="2" charset="-122"/>
                <a:cs typeface="+mn-cs"/>
              </a:rPr>
              <a:t> </a:t>
            </a:r>
            <a:r>
              <a:rPr kumimoji="0" lang="en-US" altLang="zh-CN" sz="2500" b="1" kern="1200" cap="none" spc="0" normalizeH="0" baseline="0" noProof="0">
                <a:latin typeface="Times New Roman" panose="02020603050405020304" pitchFamily="18" charset="0"/>
                <a:ea typeface="华文楷体" panose="02010600040101010101" pitchFamily="2" charset="-122"/>
                <a:cs typeface="+mn-cs"/>
              </a:rPr>
              <a:t>GOTO</a:t>
            </a:r>
            <a:r>
              <a:rPr kumimoji="0" lang="en-US" altLang="zh-CN" sz="2500" b="1" kern="1200" cap="none" spc="0" normalizeH="0" baseline="0" noProof="0">
                <a:latin typeface="Times New Roman" panose="02020603050405020304" pitchFamily="18" charset="0"/>
                <a:ea typeface="楷体" panose="02010609060101010101" pitchFamily="49" charset="-122"/>
                <a:cs typeface="+mn-cs"/>
              </a:rPr>
              <a:t> (</a:t>
            </a:r>
            <a:r>
              <a:rPr kumimoji="0" lang="en-US" altLang="zh-CN" sz="2500" b="1" i="1" kern="1200" cap="none" spc="0" normalizeH="0" baseline="0" noProof="0">
                <a:latin typeface="Times New Roman" panose="02020603050405020304" pitchFamily="18" charset="0"/>
                <a:ea typeface="楷体" panose="02010609060101010101" pitchFamily="49" charset="-122"/>
                <a:cs typeface="+mn-cs"/>
              </a:rPr>
              <a:t> I</a:t>
            </a:r>
            <a:r>
              <a:rPr kumimoji="0" lang="zh-CN" altLang="en-US" sz="2500" b="1" kern="1200" cap="none" spc="0" normalizeH="0" baseline="0" noProof="0">
                <a:latin typeface="Times New Roman" panose="02020603050405020304" pitchFamily="18" charset="0"/>
                <a:ea typeface="楷体" panose="02010609060101010101" pitchFamily="49" charset="-122"/>
                <a:cs typeface="+mn-cs"/>
              </a:rPr>
              <a:t>，</a:t>
            </a:r>
            <a:r>
              <a:rPr kumimoji="0" lang="en-US" altLang="zh-CN" sz="2500" b="1" i="1" kern="1200" cap="none" spc="0" normalizeH="0" baseline="0" noProof="0">
                <a:latin typeface="Times New Roman" panose="02020603050405020304" pitchFamily="18" charset="0"/>
                <a:ea typeface="楷体" panose="02010609060101010101" pitchFamily="49" charset="-122"/>
                <a:cs typeface="+mn-cs"/>
              </a:rPr>
              <a:t>X </a:t>
            </a:r>
            <a:r>
              <a:rPr kumimoji="0" lang="en-US" altLang="zh-CN" sz="2500" b="1" kern="1200" cap="none" spc="0" normalizeH="0" baseline="0" noProof="0">
                <a:latin typeface="Times New Roman" panose="02020603050405020304" pitchFamily="18" charset="0"/>
                <a:ea typeface="楷体" panose="02010609060101010101" pitchFamily="49" charset="-122"/>
                <a:cs typeface="+mn-cs"/>
              </a:rPr>
              <a:t>) {</a:t>
            </a:r>
          </a:p>
          <a:p>
            <a:pPr marL="273050" marR="0" indent="-273050" defTabSz="914400" eaLnBrk="1" hangingPunct="1">
              <a:lnSpc>
                <a:spcPts val="2500"/>
              </a:lnSpc>
              <a:spcBef>
                <a:spcPct val="20000"/>
              </a:spcBef>
              <a:buClrTx/>
              <a:buSzPct val="100000"/>
              <a:buFont typeface="Symbol" panose="05050102010706020507" pitchFamily="18" charset="2"/>
              <a:buNone/>
              <a:defRPr/>
            </a:pPr>
            <a:r>
              <a:rPr kumimoji="0" lang="en-US" altLang="zh-CN" sz="2500" b="1" kern="1200" cap="none" spc="0" normalizeH="0" baseline="0" noProof="0">
                <a:latin typeface="Times New Roman" panose="02020603050405020304" pitchFamily="18" charset="0"/>
                <a:ea typeface="楷体" panose="02010609060101010101" pitchFamily="49" charset="-122"/>
                <a:cs typeface="+mn-cs"/>
              </a:rPr>
              <a:t>          </a:t>
            </a:r>
            <a:r>
              <a:rPr kumimoji="0" lang="zh-CN" altLang="en-US" sz="2500" b="1" kern="1200" cap="none" spc="0" normalizeH="0" baseline="0" noProof="0">
                <a:latin typeface="Times New Roman" panose="02020603050405020304" pitchFamily="18" charset="0"/>
                <a:ea typeface="楷体" panose="02010609060101010101" pitchFamily="49" charset="-122"/>
                <a:cs typeface="+mn-cs"/>
              </a:rPr>
              <a:t>将</a:t>
            </a:r>
            <a:r>
              <a:rPr kumimoji="0" lang="en-US" altLang="zh-CN" sz="2500" b="1" i="1" kern="1200" cap="none" spc="0" normalizeH="0" baseline="0" noProof="0">
                <a:latin typeface="Times New Roman" panose="02020603050405020304" pitchFamily="18" charset="0"/>
                <a:ea typeface="楷体" panose="02010609060101010101" pitchFamily="49" charset="-122"/>
                <a:cs typeface="+mn-cs"/>
              </a:rPr>
              <a:t>J</a:t>
            </a:r>
            <a:r>
              <a:rPr kumimoji="0" lang="zh-CN" altLang="en-US" sz="2500" b="1" i="1" kern="1200" cap="none" spc="0" normalizeH="0" baseline="0" noProof="0">
                <a:latin typeface="Times New Roman" panose="02020603050405020304" pitchFamily="18" charset="0"/>
                <a:ea typeface="楷体" panose="02010609060101010101" pitchFamily="49" charset="-122"/>
                <a:cs typeface="+mn-cs"/>
              </a:rPr>
              <a:t> </a:t>
            </a:r>
            <a:r>
              <a:rPr kumimoji="0" lang="zh-CN" altLang="en-US" sz="2500" b="1" kern="1200" cap="none" spc="0" normalizeH="0" baseline="0" noProof="0">
                <a:latin typeface="Times New Roman" panose="02020603050405020304" pitchFamily="18" charset="0"/>
                <a:ea typeface="楷体" panose="02010609060101010101" pitchFamily="49" charset="-122"/>
                <a:cs typeface="+mn-cs"/>
              </a:rPr>
              <a:t>初始化为空集；                   </a:t>
            </a:r>
          </a:p>
          <a:p>
            <a:pPr marL="273050" marR="0" indent="-273050" defTabSz="914400" eaLnBrk="1" hangingPunct="1">
              <a:lnSpc>
                <a:spcPts val="2500"/>
              </a:lnSpc>
              <a:spcBef>
                <a:spcPct val="20000"/>
              </a:spcBef>
              <a:buClrTx/>
              <a:buSzPct val="100000"/>
              <a:buFont typeface="Symbol" panose="05050102010706020507" pitchFamily="18" charset="2"/>
              <a:buNone/>
              <a:defRPr/>
            </a:pPr>
            <a:r>
              <a:rPr kumimoji="0" lang="zh-CN" altLang="en-US" sz="2500" b="1" kern="1200" cap="none" spc="0" normalizeH="0" baseline="0" noProof="0">
                <a:latin typeface="Times New Roman" panose="02020603050405020304" pitchFamily="18" charset="0"/>
                <a:ea typeface="楷体" panose="02010609060101010101" pitchFamily="49" charset="-122"/>
                <a:cs typeface="+mn-cs"/>
              </a:rPr>
              <a:t>          </a:t>
            </a:r>
            <a:r>
              <a:rPr kumimoji="0" lang="en-US" altLang="zh-CN" sz="2500" b="1" kern="1200" cap="none" spc="0" normalizeH="0" baseline="0" noProof="0">
                <a:latin typeface="Times New Roman" panose="02020603050405020304" pitchFamily="18" charset="0"/>
                <a:ea typeface="楷体" panose="02010609060101010101" pitchFamily="49" charset="-122"/>
                <a:cs typeface="+mn-cs"/>
              </a:rPr>
              <a:t> for ( </a:t>
            </a:r>
            <a:r>
              <a:rPr kumimoji="0" lang="en-US" altLang="zh-CN" sz="2500" b="1" i="1" kern="1200" cap="none" spc="0" normalizeH="0" baseline="0" noProof="0">
                <a:latin typeface="Times New Roman" panose="02020603050405020304" pitchFamily="18" charset="0"/>
                <a:ea typeface="楷体" panose="02010609060101010101" pitchFamily="49" charset="-122"/>
                <a:cs typeface="+mn-cs"/>
              </a:rPr>
              <a:t>I</a:t>
            </a:r>
            <a:r>
              <a:rPr kumimoji="0" lang="zh-CN" altLang="en-US" sz="2500" b="1" i="1" kern="1200" cap="none" spc="0" normalizeH="0" baseline="0" noProof="0">
                <a:latin typeface="Times New Roman" panose="02020603050405020304" pitchFamily="18" charset="0"/>
                <a:ea typeface="楷体" panose="02010609060101010101" pitchFamily="49" charset="-122"/>
                <a:cs typeface="+mn-cs"/>
              </a:rPr>
              <a:t> </a:t>
            </a:r>
            <a:r>
              <a:rPr kumimoji="0" lang="zh-CN" altLang="en-US" sz="2500" b="1" kern="1200" cap="none" spc="0" normalizeH="0" baseline="0" noProof="0">
                <a:latin typeface="Times New Roman" panose="02020603050405020304" pitchFamily="18" charset="0"/>
                <a:ea typeface="楷体" panose="02010609060101010101" pitchFamily="49" charset="-122"/>
                <a:cs typeface="+mn-cs"/>
              </a:rPr>
              <a:t>中的每个项</a:t>
            </a:r>
            <a:r>
              <a:rPr kumimoji="0" lang="en-US" altLang="zh-CN" sz="2500" b="1" i="1" kern="1200" cap="none" spc="0" normalizeH="0" baseline="0" noProof="0">
                <a:latin typeface="Times New Roman" panose="02020603050405020304" pitchFamily="18" charset="0"/>
                <a:ea typeface="楷体" panose="02010609060101010101" pitchFamily="49" charset="-122"/>
                <a:cs typeface="+mn-cs"/>
              </a:rPr>
              <a:t>A</a:t>
            </a:r>
            <a:r>
              <a:rPr kumimoji="0" lang="en-US" altLang="zh-CN" sz="2500" b="1" i="1" kern="1200" cap="none" spc="0" normalizeH="0" baseline="0" noProof="0">
                <a:latin typeface="Times New Roman" panose="02020603050405020304" pitchFamily="18" charset="0"/>
                <a:ea typeface="宋体" panose="02010600030101010101" pitchFamily="2" charset="-122"/>
                <a:cs typeface="+mn-cs"/>
              </a:rPr>
              <a:t> →</a:t>
            </a:r>
            <a:r>
              <a:rPr kumimoji="0" lang="el-GR" altLang="zh-CN" sz="2500" b="1" i="1" kern="1200" cap="none" spc="0" normalizeH="0" baseline="0" noProof="0">
                <a:latin typeface="Times New Roman" panose="02020603050405020304" pitchFamily="18" charset="0"/>
                <a:ea typeface="宋体" panose="02010600030101010101" pitchFamily="2" charset="-122"/>
                <a:cs typeface="+mn-cs"/>
              </a:rPr>
              <a:t> </a:t>
            </a:r>
            <a:r>
              <a:rPr kumimoji="0" lang="en-US" altLang="zh-CN" sz="2500" b="1" i="1" kern="1200" cap="none" spc="0" normalizeH="0" baseline="0" noProof="0">
                <a:solidFill>
                  <a:srgbClr val="000000"/>
                </a:solidFill>
                <a:latin typeface="Times New Roman" panose="02020603050405020304" pitchFamily="18" charset="0"/>
                <a:ea typeface="楷体_GB2312"/>
                <a:cs typeface="Times New Roman" panose="02020603050405020304" pitchFamily="18" charset="0"/>
              </a:rPr>
              <a:t>α</a:t>
            </a:r>
            <a:r>
              <a:rPr kumimoji="0" lang="zh-CN" altLang="en-US" sz="2500" b="1" i="1" kern="1200" cap="none" spc="0" normalizeH="0" baseline="0" noProof="0">
                <a:latin typeface="Times New Roman" panose="02020603050405020304" pitchFamily="18" charset="0"/>
                <a:ea typeface="楷体" panose="02010609060101010101" pitchFamily="49" charset="-122"/>
                <a:cs typeface="+mn-cs"/>
              </a:rPr>
              <a:t>∙</a:t>
            </a:r>
            <a:r>
              <a:rPr kumimoji="0" lang="en-US" altLang="zh-CN" sz="2500" b="1" i="1" kern="1200" cap="none" spc="0" normalizeH="0" baseline="0" noProof="0">
                <a:latin typeface="Times New Roman" panose="02020603050405020304" pitchFamily="18" charset="0"/>
                <a:ea typeface="楷体" panose="02010609060101010101" pitchFamily="49" charset="-122"/>
                <a:cs typeface="+mn-cs"/>
              </a:rPr>
              <a:t>X</a:t>
            </a:r>
            <a:r>
              <a:rPr kumimoji="0" lang="el-GR" altLang="zh-CN" sz="2500" b="1" i="1" kern="1200" cap="none" spc="0" normalizeH="0" baseline="0" noProof="0">
                <a:latin typeface="Times New Roman" panose="02020603050405020304" pitchFamily="18" charset="0"/>
                <a:ea typeface="宋体" panose="02010600030101010101" pitchFamily="2" charset="-122"/>
                <a:cs typeface="+mn-cs"/>
              </a:rPr>
              <a:t>β</a:t>
            </a:r>
            <a:r>
              <a:rPr kumimoji="0" lang="en-US" altLang="zh-CN" sz="2500" b="1" i="1" kern="1200" cap="none" spc="0" normalizeH="0" baseline="0" noProof="0">
                <a:latin typeface="Times New Roman" panose="02020603050405020304" pitchFamily="18" charset="0"/>
                <a:ea typeface="宋体" panose="02010600030101010101" pitchFamily="2" charset="-122"/>
                <a:cs typeface="+mn-cs"/>
              </a:rPr>
              <a:t> </a:t>
            </a:r>
            <a:r>
              <a:rPr kumimoji="0" lang="en-US" altLang="zh-CN" sz="2500" b="1" kern="1200" cap="none" spc="0" normalizeH="0" baseline="0" noProof="0">
                <a:latin typeface="Times New Roman" panose="02020603050405020304" pitchFamily="18" charset="0"/>
                <a:ea typeface="楷体" panose="02010609060101010101" pitchFamily="49" charset="-122"/>
                <a:cs typeface="+mn-cs"/>
              </a:rPr>
              <a:t>) </a:t>
            </a:r>
          </a:p>
          <a:p>
            <a:pPr marL="273050" marR="0" indent="-273050" defTabSz="914400" eaLnBrk="1" hangingPunct="1">
              <a:lnSpc>
                <a:spcPts val="2500"/>
              </a:lnSpc>
              <a:spcBef>
                <a:spcPct val="20000"/>
              </a:spcBef>
              <a:buClrTx/>
              <a:buSzPct val="100000"/>
              <a:buFont typeface="Symbol" panose="05050102010706020507" pitchFamily="18" charset="2"/>
              <a:buNone/>
              <a:defRPr/>
            </a:pPr>
            <a:r>
              <a:rPr kumimoji="0" lang="zh-CN" altLang="en-US" sz="2500" b="1" kern="1200" cap="none" spc="0" normalizeH="0" baseline="0" noProof="0">
                <a:latin typeface="Times New Roman" panose="02020603050405020304" pitchFamily="18" charset="0"/>
                <a:ea typeface="楷体" panose="02010609060101010101" pitchFamily="49" charset="-122"/>
                <a:cs typeface="+mn-cs"/>
              </a:rPr>
              <a:t>                      将项</a:t>
            </a:r>
            <a:r>
              <a:rPr kumimoji="0" lang="en-US" altLang="zh-CN" sz="2500" b="1" kern="1200" cap="none" spc="0" normalizeH="0" baseline="0" noProof="0">
                <a:latin typeface="Times New Roman" panose="02020603050405020304" pitchFamily="18" charset="0"/>
                <a:ea typeface="楷体" panose="02010609060101010101" pitchFamily="49" charset="-122"/>
                <a:cs typeface="+mn-cs"/>
              </a:rPr>
              <a:t> </a:t>
            </a:r>
            <a:r>
              <a:rPr kumimoji="0" lang="en-US" altLang="zh-CN" sz="2500" b="1" i="1" kern="1200" cap="none" spc="0" normalizeH="0" baseline="0" noProof="0">
                <a:latin typeface="Times New Roman" panose="02020603050405020304" pitchFamily="18" charset="0"/>
                <a:ea typeface="楷体" panose="02010609060101010101" pitchFamily="49" charset="-122"/>
                <a:cs typeface="+mn-cs"/>
              </a:rPr>
              <a:t>A</a:t>
            </a:r>
            <a:r>
              <a:rPr kumimoji="0" lang="zh-CN" altLang="en-US" sz="2500" b="1" i="1" kern="1200" cap="none" spc="0" normalizeH="0" baseline="0" noProof="0">
                <a:latin typeface="Times New Roman" panose="02020603050405020304" pitchFamily="18" charset="0"/>
                <a:ea typeface="楷体" panose="02010609060101010101" pitchFamily="49" charset="-122"/>
                <a:cs typeface="+mn-cs"/>
              </a:rPr>
              <a:t> </a:t>
            </a:r>
            <a:r>
              <a:rPr kumimoji="0" lang="en-US" altLang="zh-CN" sz="2500" b="1" i="1" kern="1200" cap="none" spc="0" normalizeH="0" baseline="0" noProof="0">
                <a:latin typeface="Times New Roman" panose="02020603050405020304" pitchFamily="18" charset="0"/>
                <a:ea typeface="宋体" panose="02010600030101010101" pitchFamily="2" charset="-122"/>
                <a:cs typeface="+mn-cs"/>
              </a:rPr>
              <a:t>→</a:t>
            </a:r>
            <a:r>
              <a:rPr kumimoji="0" lang="zh-CN" altLang="en-US" sz="2500" b="1" i="1" kern="1200" cap="none" spc="0" normalizeH="0" baseline="0" noProof="0">
                <a:latin typeface="Times New Roman" panose="02020603050405020304" pitchFamily="18" charset="0"/>
                <a:ea typeface="宋体" panose="02010600030101010101" pitchFamily="2" charset="-122"/>
                <a:cs typeface="+mn-cs"/>
              </a:rPr>
              <a:t> </a:t>
            </a:r>
            <a:r>
              <a:rPr kumimoji="0" lang="en-US" altLang="zh-CN" sz="2500" b="1" i="1" kern="1200" cap="none" spc="0" normalizeH="0" baseline="0" noProof="0">
                <a:solidFill>
                  <a:srgbClr val="000000"/>
                </a:solidFill>
                <a:latin typeface="Times New Roman" panose="02020603050405020304" pitchFamily="18" charset="0"/>
                <a:ea typeface="楷体_GB2312"/>
                <a:cs typeface="楷体_GB2312"/>
              </a:rPr>
              <a:t>α</a:t>
            </a:r>
            <a:r>
              <a:rPr kumimoji="0" lang="en-US" altLang="zh-CN" sz="2500" b="1" i="1" kern="1200" cap="none" spc="0" normalizeH="0" baseline="0" noProof="0">
                <a:latin typeface="Times New Roman" panose="02020603050405020304" pitchFamily="18" charset="0"/>
                <a:ea typeface="楷体" panose="02010609060101010101" pitchFamily="49" charset="-122"/>
                <a:cs typeface="+mn-cs"/>
              </a:rPr>
              <a:t>X</a:t>
            </a:r>
            <a:r>
              <a:rPr kumimoji="0" lang="zh-CN" altLang="en-US" sz="2500" b="1" i="1" kern="1200" cap="none" spc="0" normalizeH="0" baseline="0" noProof="0">
                <a:latin typeface="Times New Roman" panose="02020603050405020304" pitchFamily="18" charset="0"/>
                <a:ea typeface="楷体" panose="02010609060101010101" pitchFamily="49" charset="-122"/>
                <a:cs typeface="+mn-cs"/>
              </a:rPr>
              <a:t>∙</a:t>
            </a:r>
            <a:r>
              <a:rPr kumimoji="0" lang="el-GR" altLang="zh-CN" sz="2500" b="1" i="1" kern="1200" cap="none" spc="0" normalizeH="0" baseline="0" noProof="0">
                <a:latin typeface="Times New Roman" panose="02020603050405020304" pitchFamily="18" charset="0"/>
                <a:ea typeface="宋体" panose="02010600030101010101" pitchFamily="2" charset="-122"/>
                <a:cs typeface="+mn-cs"/>
              </a:rPr>
              <a:t>β</a:t>
            </a:r>
            <a:r>
              <a:rPr kumimoji="0" lang="en-US" altLang="zh-CN" sz="2500" b="1" i="1" kern="1200" cap="none" spc="0" normalizeH="0" baseline="0" noProof="0">
                <a:latin typeface="Times New Roman" panose="02020603050405020304" pitchFamily="18" charset="0"/>
                <a:ea typeface="宋体" panose="02010600030101010101" pitchFamily="2" charset="-122"/>
                <a:cs typeface="+mn-cs"/>
              </a:rPr>
              <a:t> </a:t>
            </a:r>
            <a:r>
              <a:rPr kumimoji="0" lang="zh-CN" altLang="en-US" sz="2500" b="1" kern="1200" cap="none" spc="0" normalizeH="0" baseline="0" noProof="0">
                <a:latin typeface="Times New Roman" panose="02020603050405020304" pitchFamily="18" charset="0"/>
                <a:ea typeface="楷体" panose="02010609060101010101" pitchFamily="49" charset="-122"/>
                <a:cs typeface="+mn-cs"/>
              </a:rPr>
              <a:t>加入到集合</a:t>
            </a:r>
            <a:r>
              <a:rPr kumimoji="0" lang="en-US" altLang="zh-CN" sz="2500" b="1" i="1" kern="1200" cap="none" spc="0" normalizeH="0" baseline="0" noProof="0">
                <a:latin typeface="Times New Roman" panose="02020603050405020304" pitchFamily="18" charset="0"/>
                <a:ea typeface="楷体" panose="02010609060101010101" pitchFamily="49" charset="-122"/>
                <a:cs typeface="+mn-cs"/>
              </a:rPr>
              <a:t>J</a:t>
            </a:r>
            <a:r>
              <a:rPr kumimoji="0" lang="zh-CN" altLang="en-US" sz="2500" b="1" i="1" kern="1200" cap="none" spc="0" normalizeH="0" baseline="0" noProof="0">
                <a:latin typeface="Times New Roman" panose="02020603050405020304" pitchFamily="18" charset="0"/>
                <a:ea typeface="楷体" panose="02010609060101010101" pitchFamily="49" charset="-122"/>
                <a:cs typeface="+mn-cs"/>
              </a:rPr>
              <a:t> </a:t>
            </a:r>
            <a:r>
              <a:rPr kumimoji="0" lang="zh-CN" altLang="en-US" sz="2500" b="1" kern="1200" cap="none" spc="0" normalizeH="0" baseline="0" noProof="0">
                <a:latin typeface="Times New Roman" panose="02020603050405020304" pitchFamily="18" charset="0"/>
                <a:ea typeface="楷体" panose="02010609060101010101" pitchFamily="49" charset="-122"/>
                <a:cs typeface="+mn-cs"/>
              </a:rPr>
              <a:t>中；</a:t>
            </a:r>
          </a:p>
          <a:p>
            <a:pPr marL="273050" marR="0" indent="-273050" defTabSz="914400" eaLnBrk="1" hangingPunct="1">
              <a:lnSpc>
                <a:spcPts val="2500"/>
              </a:lnSpc>
              <a:spcBef>
                <a:spcPct val="20000"/>
              </a:spcBef>
              <a:buClrTx/>
              <a:buSzPct val="100000"/>
              <a:buFont typeface="Symbol" panose="05050102010706020507" pitchFamily="18" charset="2"/>
              <a:buNone/>
              <a:defRPr/>
            </a:pPr>
            <a:r>
              <a:rPr kumimoji="0" lang="zh-CN" altLang="en-US" sz="2500" b="1" kern="1200" cap="none" spc="0" normalizeH="0" baseline="0" noProof="0">
                <a:latin typeface="Times New Roman" panose="02020603050405020304" pitchFamily="18" charset="0"/>
                <a:ea typeface="楷体" panose="02010609060101010101" pitchFamily="49" charset="-122"/>
                <a:cs typeface="+mn-cs"/>
              </a:rPr>
              <a:t>          </a:t>
            </a:r>
            <a:r>
              <a:rPr kumimoji="0" lang="en-US" altLang="zh-CN" sz="2500" b="1" kern="1200" cap="none" spc="0" normalizeH="0" baseline="0" noProof="0">
                <a:latin typeface="Times New Roman" panose="02020603050405020304" pitchFamily="18" charset="0"/>
                <a:ea typeface="楷体" panose="02010609060101010101" pitchFamily="49" charset="-122"/>
                <a:cs typeface="+mn-cs"/>
              </a:rPr>
              <a:t>return</a:t>
            </a:r>
            <a:r>
              <a:rPr kumimoji="0" lang="zh-CN" altLang="en-US" sz="2500" b="1" kern="1200" cap="none" spc="0" normalizeH="0" baseline="0" noProof="0">
                <a:latin typeface="Times New Roman" panose="02020603050405020304" pitchFamily="18" charset="0"/>
                <a:ea typeface="楷体" panose="02010609060101010101" pitchFamily="49" charset="-122"/>
                <a:cs typeface="+mn-cs"/>
              </a:rPr>
              <a:t> </a:t>
            </a:r>
            <a:r>
              <a:rPr kumimoji="0" lang="en-US" altLang="zh-CN" sz="2500" b="1" kern="1200" cap="none" spc="0" normalizeH="0" baseline="0" noProof="0">
                <a:latin typeface="Times New Roman" panose="02020603050405020304" pitchFamily="18" charset="0"/>
                <a:ea typeface="楷体" panose="02010609060101010101" pitchFamily="49" charset="-122"/>
                <a:cs typeface="+mn-cs"/>
              </a:rPr>
              <a:t>CLOSURE (</a:t>
            </a:r>
            <a:r>
              <a:rPr kumimoji="0" lang="en-US" altLang="zh-CN" sz="2500" b="1" i="1" kern="1200" cap="none" spc="0" normalizeH="0" baseline="0" noProof="0">
                <a:latin typeface="Times New Roman" panose="02020603050405020304" pitchFamily="18" charset="0"/>
                <a:ea typeface="楷体" panose="02010609060101010101" pitchFamily="49" charset="-122"/>
                <a:cs typeface="+mn-cs"/>
              </a:rPr>
              <a:t> J</a:t>
            </a:r>
            <a:r>
              <a:rPr kumimoji="0" lang="zh-CN" altLang="en-US" sz="2500" b="1" i="1" kern="1200" cap="none" spc="0" normalizeH="0" baseline="0" noProof="0">
                <a:latin typeface="Times New Roman" panose="02020603050405020304" pitchFamily="18" charset="0"/>
                <a:ea typeface="楷体" panose="02010609060101010101" pitchFamily="49" charset="-122"/>
                <a:cs typeface="+mn-cs"/>
              </a:rPr>
              <a:t> </a:t>
            </a:r>
            <a:r>
              <a:rPr kumimoji="0" lang="en-US" altLang="zh-CN" sz="2500" b="1" kern="1200" cap="none" spc="0" normalizeH="0" baseline="0" noProof="0">
                <a:latin typeface="Times New Roman" panose="02020603050405020304" pitchFamily="18" charset="0"/>
                <a:ea typeface="楷体" panose="02010609060101010101" pitchFamily="49" charset="-122"/>
                <a:cs typeface="+mn-cs"/>
              </a:rPr>
              <a:t>)</a:t>
            </a:r>
            <a:r>
              <a:rPr kumimoji="0" lang="zh-CN" altLang="en-US" sz="2500" b="1" kern="1200" cap="none" spc="0" normalizeH="0" baseline="0" noProof="0">
                <a:latin typeface="Times New Roman" panose="02020603050405020304" pitchFamily="18" charset="0"/>
                <a:ea typeface="楷体" panose="02010609060101010101" pitchFamily="49" charset="-122"/>
                <a:cs typeface="+mn-cs"/>
              </a:rPr>
              <a:t>；</a:t>
            </a:r>
          </a:p>
          <a:p>
            <a:pPr marL="273050" marR="0" indent="-273050" defTabSz="914400" eaLnBrk="1" hangingPunct="1">
              <a:lnSpc>
                <a:spcPts val="2500"/>
              </a:lnSpc>
              <a:spcBef>
                <a:spcPct val="20000"/>
              </a:spcBef>
              <a:buClrTx/>
              <a:buSzPct val="100000"/>
              <a:buFont typeface="Symbol" panose="05050102010706020507" pitchFamily="18" charset="2"/>
              <a:buNone/>
              <a:defRPr/>
            </a:pPr>
            <a:r>
              <a:rPr kumimoji="0" lang="en-US" altLang="zh-CN" sz="2500" b="1" kern="1200" cap="none" spc="0" normalizeH="0" baseline="0" noProof="0">
                <a:latin typeface="Times New Roman" panose="02020603050405020304" pitchFamily="18" charset="0"/>
                <a:ea typeface="楷体" panose="02010609060101010101" pitchFamily="49" charset="-122"/>
                <a:cs typeface="+mn-cs"/>
              </a:rPr>
              <a:t> }</a:t>
            </a:r>
          </a:p>
        </p:txBody>
      </p:sp>
      <p:sp>
        <p:nvSpPr>
          <p:cNvPr id="86020" name="矩形 4"/>
          <p:cNvSpPr/>
          <p:nvPr/>
        </p:nvSpPr>
        <p:spPr>
          <a:xfrm>
            <a:off x="568325" y="1498600"/>
            <a:ext cx="8208963" cy="522288"/>
          </a:xfrm>
          <a:prstGeom prst="rect">
            <a:avLst/>
          </a:prstGeom>
          <a:solidFill>
            <a:schemeClr val="bg1"/>
          </a:solidFill>
          <a:ln w="9525">
            <a:noFill/>
          </a:ln>
        </p:spPr>
        <p:txBody>
          <a:bodyPr>
            <a:spAutoFit/>
          </a:bodyPr>
          <a:lstStyle/>
          <a:p>
            <a:r>
              <a:rPr lang="en-US" altLang="zh-CN" sz="2800" b="1" dirty="0">
                <a:solidFill>
                  <a:srgbClr val="000000"/>
                </a:solidFill>
                <a:latin typeface="Times New Roman" panose="02020603050405020304" pitchFamily="18" charset="0"/>
                <a:ea typeface="楷体_GB2312"/>
              </a:rPr>
              <a:t>GOTO(</a:t>
            </a:r>
            <a:r>
              <a:rPr lang="zh-CN" altLang="en-US" sz="2800" b="1" dirty="0">
                <a:solidFill>
                  <a:srgbClr val="000000"/>
                </a:solidFill>
                <a:latin typeface="Times New Roman" panose="02020603050405020304" pitchFamily="18" charset="0"/>
                <a:ea typeface="楷体_GB2312"/>
              </a:rPr>
              <a:t> </a:t>
            </a:r>
            <a:r>
              <a:rPr lang="en-US" altLang="zh-CN" sz="2800" b="1" i="1" dirty="0">
                <a:solidFill>
                  <a:srgbClr val="000000"/>
                </a:solidFill>
                <a:latin typeface="Times New Roman" panose="02020603050405020304" pitchFamily="18" charset="0"/>
                <a:ea typeface="楷体_GB2312"/>
              </a:rPr>
              <a:t>I</a:t>
            </a:r>
            <a:r>
              <a:rPr lang="en-US" altLang="zh-CN" sz="2800" b="1" dirty="0">
                <a:solidFill>
                  <a:srgbClr val="000000"/>
                </a:solidFill>
                <a:latin typeface="Times New Roman" panose="02020603050405020304" pitchFamily="18" charset="0"/>
                <a:ea typeface="楷体_GB2312"/>
              </a:rPr>
              <a:t>,</a:t>
            </a:r>
            <a:r>
              <a:rPr lang="zh-CN" altLang="en-US" sz="2800" b="1" dirty="0">
                <a:solidFill>
                  <a:srgbClr val="000000"/>
                </a:solidFill>
                <a:latin typeface="Times New Roman" panose="02020603050405020304" pitchFamily="18" charset="0"/>
                <a:ea typeface="楷体_GB2312"/>
              </a:rPr>
              <a:t> </a:t>
            </a:r>
            <a:r>
              <a:rPr lang="en-US" altLang="zh-CN" sz="2800" b="1" i="1" dirty="0">
                <a:solidFill>
                  <a:srgbClr val="000000"/>
                </a:solidFill>
                <a:latin typeface="Times New Roman" panose="02020603050405020304" pitchFamily="18" charset="0"/>
                <a:ea typeface="楷体_GB2312"/>
              </a:rPr>
              <a:t>X</a:t>
            </a:r>
            <a:r>
              <a:rPr lang="zh-CN" altLang="en-US" sz="2800" b="1" i="1" dirty="0">
                <a:solidFill>
                  <a:srgbClr val="000000"/>
                </a:solidFill>
                <a:latin typeface="Times New Roman" panose="02020603050405020304" pitchFamily="18" charset="0"/>
                <a:ea typeface="楷体_GB2312"/>
              </a:rPr>
              <a:t> </a:t>
            </a:r>
            <a:r>
              <a:rPr lang="en-US" altLang="zh-CN" sz="2800" b="1" dirty="0">
                <a:solidFill>
                  <a:srgbClr val="000000"/>
                </a:solidFill>
                <a:latin typeface="Times New Roman" panose="02020603050405020304" pitchFamily="18" charset="0"/>
                <a:ea typeface="楷体_GB2312"/>
              </a:rPr>
              <a:t>)=CLOSURE({</a:t>
            </a:r>
            <a:r>
              <a:rPr lang="en-US" altLang="zh-CN" sz="2800" b="1" i="1" dirty="0">
                <a:solidFill>
                  <a:srgbClr val="000000"/>
                </a:solidFill>
                <a:latin typeface="Times New Roman" panose="02020603050405020304" pitchFamily="18" charset="0"/>
                <a:ea typeface="楷体_GB2312"/>
              </a:rPr>
              <a:t>A</a:t>
            </a:r>
            <a:r>
              <a:rPr lang="en-US" altLang="zh-CN" sz="2800" b="1" dirty="0">
                <a:solidFill>
                  <a:srgbClr val="000000"/>
                </a:solidFill>
                <a:latin typeface="Times New Roman" panose="02020603050405020304" pitchFamily="18" charset="0"/>
                <a:ea typeface="楷体_GB2312"/>
              </a:rPr>
              <a:t>→</a:t>
            </a:r>
            <a:r>
              <a:rPr lang="en-US" altLang="zh-CN" sz="2800" b="1" i="1" dirty="0">
                <a:solidFill>
                  <a:srgbClr val="000000"/>
                </a:solidFill>
                <a:latin typeface="Times New Roman" panose="02020603050405020304" pitchFamily="18" charset="0"/>
                <a:ea typeface="楷体_GB2312"/>
              </a:rPr>
              <a:t>αX</a:t>
            </a:r>
            <a:r>
              <a:rPr lang="en-US" altLang="zh-CN" sz="2800" b="1" dirty="0">
                <a:solidFill>
                  <a:srgbClr val="000000"/>
                </a:solidFill>
                <a:latin typeface="Times New Roman" panose="02020603050405020304" pitchFamily="18" charset="0"/>
                <a:ea typeface="楷体_GB2312"/>
              </a:rPr>
              <a:t>·</a:t>
            </a:r>
            <a:r>
              <a:rPr lang="en-US" altLang="zh-CN" sz="2800" b="1" i="1" dirty="0">
                <a:solidFill>
                  <a:srgbClr val="000000"/>
                </a:solidFill>
                <a:latin typeface="Times New Roman" panose="02020603050405020304" pitchFamily="18" charset="0"/>
                <a:ea typeface="楷体_GB2312"/>
              </a:rPr>
              <a:t>β </a:t>
            </a:r>
            <a:r>
              <a:rPr lang="en-US" altLang="zh-CN" sz="2800" b="1" dirty="0">
                <a:solidFill>
                  <a:srgbClr val="000000"/>
                </a:solidFill>
                <a:latin typeface="Times New Roman" panose="02020603050405020304" pitchFamily="18" charset="0"/>
                <a:ea typeface="楷体_GB2312"/>
              </a:rPr>
              <a:t>| </a:t>
            </a:r>
            <a:r>
              <a:rPr lang="en-US" altLang="zh-CN" sz="2800" b="1" i="1" dirty="0">
                <a:solidFill>
                  <a:srgbClr val="000000"/>
                </a:solidFill>
                <a:latin typeface="Times New Roman" panose="02020603050405020304" pitchFamily="18" charset="0"/>
                <a:ea typeface="楷体_GB2312"/>
              </a:rPr>
              <a:t>A</a:t>
            </a:r>
            <a:r>
              <a:rPr lang="en-US" altLang="zh-CN" sz="2800" b="1" dirty="0">
                <a:solidFill>
                  <a:srgbClr val="000000"/>
                </a:solidFill>
                <a:latin typeface="Times New Roman" panose="02020603050405020304" pitchFamily="18" charset="0"/>
                <a:ea typeface="楷体_GB2312"/>
              </a:rPr>
              <a:t>→</a:t>
            </a:r>
            <a:r>
              <a:rPr lang="en-US" altLang="zh-CN" sz="2800" b="1" i="1" dirty="0">
                <a:solidFill>
                  <a:srgbClr val="000000"/>
                </a:solidFill>
                <a:latin typeface="Times New Roman" panose="02020603050405020304" pitchFamily="18" charset="0"/>
                <a:ea typeface="楷体_GB2312"/>
              </a:rPr>
              <a:t>α</a:t>
            </a:r>
            <a:r>
              <a:rPr lang="en-US" altLang="zh-CN" sz="2800" b="1" dirty="0">
                <a:solidFill>
                  <a:srgbClr val="000000"/>
                </a:solidFill>
                <a:latin typeface="Times New Roman" panose="02020603050405020304" pitchFamily="18" charset="0"/>
                <a:ea typeface="楷体_GB2312"/>
              </a:rPr>
              <a:t>·</a:t>
            </a:r>
            <a:r>
              <a:rPr lang="en-US" altLang="zh-CN" sz="2800" b="1" i="1" dirty="0">
                <a:solidFill>
                  <a:srgbClr val="000000"/>
                </a:solidFill>
                <a:latin typeface="Times New Roman" panose="02020603050405020304" pitchFamily="18" charset="0"/>
                <a:ea typeface="楷体_GB2312"/>
              </a:rPr>
              <a:t>Xβ</a:t>
            </a:r>
            <a:r>
              <a:rPr lang="en-US" altLang="zh-CN" sz="2800" b="1" dirty="0">
                <a:solidFill>
                  <a:srgbClr val="000000"/>
                </a:solidFill>
                <a:latin typeface="Times New Roman" panose="02020603050405020304" pitchFamily="18" charset="0"/>
                <a:ea typeface="楷体_GB2312"/>
              </a:rPr>
              <a:t>∈</a:t>
            </a:r>
            <a:r>
              <a:rPr lang="en-US" altLang="zh-CN" sz="2800" b="1" i="1" dirty="0">
                <a:solidFill>
                  <a:srgbClr val="000000"/>
                </a:solidFill>
                <a:latin typeface="Times New Roman" panose="02020603050405020304" pitchFamily="18" charset="0"/>
                <a:ea typeface="楷体_GB2312"/>
              </a:rPr>
              <a:t>I</a:t>
            </a:r>
            <a:r>
              <a:rPr lang="zh-CN" altLang="en-US" sz="2800" b="1" i="1" dirty="0">
                <a:solidFill>
                  <a:srgbClr val="000000"/>
                </a:solidFill>
                <a:latin typeface="Times New Roman" panose="02020603050405020304" pitchFamily="18" charset="0"/>
                <a:ea typeface="楷体_GB2312"/>
              </a:rPr>
              <a:t> </a:t>
            </a:r>
            <a:r>
              <a:rPr lang="en-US" altLang="zh-CN" sz="2800" b="1" dirty="0">
                <a:solidFill>
                  <a:srgbClr val="000000"/>
                </a:solidFill>
                <a:latin typeface="Times New Roman" panose="02020603050405020304" pitchFamily="18" charset="0"/>
                <a:ea typeface="楷体_GB2312"/>
              </a:rPr>
              <a:t>})</a:t>
            </a:r>
            <a:endParaRPr lang="zh-CN" altLang="en-US" dirty="0">
              <a:latin typeface="Tahoma" panose="020B0604030504040204" pitchFamily="34" charset="0"/>
            </a:endParaRPr>
          </a:p>
        </p:txBody>
      </p:sp>
      <p:sp>
        <p:nvSpPr>
          <p:cNvPr id="86021" name="矩形 1"/>
          <p:cNvSpPr/>
          <p:nvPr/>
        </p:nvSpPr>
        <p:spPr>
          <a:xfrm>
            <a:off x="357188" y="928688"/>
            <a:ext cx="8751316" cy="515937"/>
          </a:xfrm>
          <a:prstGeom prst="rect">
            <a:avLst/>
          </a:prstGeom>
          <a:noFill/>
          <a:ln w="9525">
            <a:noFill/>
          </a:ln>
        </p:spPr>
        <p:txBody>
          <a:bodyPr wrap="square">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273050" lvl="0" indent="-273050" eaLnBrk="1" hangingPunct="1">
              <a:lnSpc>
                <a:spcPts val="3300"/>
              </a:lnSpc>
              <a:buClr>
                <a:srgbClr val="000000"/>
              </a:buClr>
              <a:buFont typeface="Wingdings" panose="05000000000000000000" pitchFamily="2" charset="2"/>
              <a:buChar char="Ø"/>
            </a:pPr>
            <a:r>
              <a:rPr lang="zh-CN" altLang="en-US" sz="3000" b="1" dirty="0">
                <a:solidFill>
                  <a:srgbClr val="000000"/>
                </a:solidFill>
                <a:latin typeface="Times New Roman" panose="02020603050405020304" pitchFamily="18" charset="0"/>
                <a:ea typeface="华文楷体" panose="02010600040101010101" pitchFamily="2" charset="-122"/>
              </a:rPr>
              <a:t>返回项目集</a:t>
            </a:r>
            <a:r>
              <a:rPr lang="en-US" altLang="zh-CN" sz="3000" b="1" i="1" dirty="0">
                <a:solidFill>
                  <a:srgbClr val="000000"/>
                </a:solidFill>
                <a:latin typeface="Times New Roman" panose="02020603050405020304" pitchFamily="18" charset="0"/>
                <a:ea typeface="华文楷体" panose="02010600040101010101" pitchFamily="2" charset="-122"/>
              </a:rPr>
              <a:t>I</a:t>
            </a:r>
            <a:r>
              <a:rPr lang="zh-CN" altLang="en-US" sz="3000" b="1" dirty="0">
                <a:solidFill>
                  <a:srgbClr val="000000"/>
                </a:solidFill>
                <a:latin typeface="Times New Roman" panose="02020603050405020304" pitchFamily="18" charset="0"/>
                <a:ea typeface="华文楷体" panose="02010600040101010101" pitchFamily="2" charset="-122"/>
              </a:rPr>
              <a:t>对应于文法符号</a:t>
            </a:r>
            <a:r>
              <a:rPr lang="en-US" altLang="zh-CN" sz="3000" b="1" i="1" dirty="0">
                <a:solidFill>
                  <a:srgbClr val="000000"/>
                </a:solidFill>
                <a:latin typeface="Times New Roman" panose="02020603050405020304" pitchFamily="18" charset="0"/>
                <a:ea typeface="华文楷体" panose="02010600040101010101" pitchFamily="2" charset="-122"/>
              </a:rPr>
              <a:t>X</a:t>
            </a:r>
            <a:r>
              <a:rPr lang="zh-CN" altLang="en-US" sz="3000" b="1" dirty="0">
                <a:solidFill>
                  <a:srgbClr val="000000"/>
                </a:solidFill>
                <a:latin typeface="Times New Roman" panose="02020603050405020304" pitchFamily="18" charset="0"/>
                <a:ea typeface="华文楷体" panose="02010600040101010101" pitchFamily="2" charset="-122"/>
              </a:rPr>
              <a:t>的后继项目集闭包</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内容占位符 2"/>
          <p:cNvSpPr>
            <a:spLocks noGrp="1"/>
          </p:cNvSpPr>
          <p:nvPr>
            <p:ph idx="1"/>
          </p:nvPr>
        </p:nvSpPr>
        <p:spPr>
          <a:xfrm>
            <a:off x="685800" y="928688"/>
            <a:ext cx="8458200" cy="3225800"/>
          </a:xfrm>
        </p:spPr>
        <p:txBody>
          <a:bodyPr vert="horz" wrap="square" lIns="91440" tIns="45720" rIns="91440" bIns="45720" anchor="t" anchorCtr="0"/>
          <a:lstStyle/>
          <a:p>
            <a:pPr eaLnBrk="1" hangingPunct="1">
              <a:lnSpc>
                <a:spcPts val="3000"/>
              </a:lnSpc>
              <a:buClr>
                <a:schemeClr val="tx1"/>
              </a:buClr>
              <a:buSzPct val="100000"/>
              <a:buFont typeface="Wingdings" panose="05000000000000000000" pitchFamily="2" charset="2"/>
              <a:buChar char="Ø"/>
            </a:pPr>
            <a:r>
              <a:rPr lang="zh-CN" altLang="en-US" sz="3000" b="1" kern="1200" dirty="0">
                <a:solidFill>
                  <a:schemeClr val="tx1"/>
                </a:solidFill>
                <a:latin typeface="Times New Roman" panose="02020603050405020304" pitchFamily="18" charset="0"/>
                <a:ea typeface="华文楷体" panose="02010600040101010101" pitchFamily="2" charset="-122"/>
                <a:cs typeface="+mn-cs"/>
              </a:rPr>
              <a:t>规范</a:t>
            </a:r>
            <a:r>
              <a:rPr lang="en-US" altLang="zh-CN" sz="3000" b="1" i="1" kern="1200" dirty="0">
                <a:solidFill>
                  <a:schemeClr val="tx1"/>
                </a:solidFill>
                <a:latin typeface="Times New Roman" panose="02020603050405020304" pitchFamily="18" charset="0"/>
                <a:ea typeface="华文楷体" panose="02010600040101010101" pitchFamily="2" charset="-122"/>
                <a:cs typeface="+mn-cs"/>
              </a:rPr>
              <a:t>LR</a:t>
            </a:r>
            <a:r>
              <a:rPr lang="en-US" altLang="zh-CN" sz="3000" b="1" kern="1200" dirty="0">
                <a:solidFill>
                  <a:schemeClr val="tx1"/>
                </a:solidFill>
                <a:latin typeface="Times New Roman" panose="02020603050405020304" pitchFamily="18" charset="0"/>
                <a:ea typeface="华文楷体" panose="02010600040101010101" pitchFamily="2" charset="-122"/>
                <a:cs typeface="+mn-cs"/>
              </a:rPr>
              <a:t>(0) </a:t>
            </a:r>
            <a:r>
              <a:rPr lang="zh-CN" altLang="en-US" sz="3000" b="1" kern="1200" dirty="0">
                <a:solidFill>
                  <a:schemeClr val="tx1"/>
                </a:solidFill>
                <a:latin typeface="Times New Roman" panose="02020603050405020304" pitchFamily="18" charset="0"/>
                <a:ea typeface="华文楷体" panose="02010600040101010101" pitchFamily="2" charset="-122"/>
                <a:cs typeface="+mn-cs"/>
              </a:rPr>
              <a:t>项集族</a:t>
            </a:r>
            <a:r>
              <a:rPr lang="en-US" altLang="zh-CN" sz="2500" b="1" kern="1200" dirty="0">
                <a:solidFill>
                  <a:srgbClr val="000000"/>
                </a:solidFill>
                <a:latin typeface="Times New Roman" panose="02020603050405020304" pitchFamily="18" charset="0"/>
                <a:ea typeface="黑体" panose="02010609060101010101" pitchFamily="49" charset="-122"/>
                <a:cs typeface="+mn-cs"/>
              </a:rPr>
              <a:t>(</a:t>
            </a:r>
            <a:r>
              <a:rPr lang="en-US" altLang="zh-CN" sz="2500" b="1" i="1" kern="1200" dirty="0">
                <a:solidFill>
                  <a:srgbClr val="000000"/>
                </a:solidFill>
                <a:latin typeface="Times New Roman" panose="02020603050405020304" pitchFamily="18" charset="0"/>
                <a:ea typeface="黑体" panose="02010609060101010101" pitchFamily="49" charset="-122"/>
                <a:cs typeface="+mn-cs"/>
              </a:rPr>
              <a:t>Canonical LR</a:t>
            </a:r>
            <a:r>
              <a:rPr lang="en-US" altLang="zh-CN" sz="2500" b="1" kern="1200" dirty="0">
                <a:solidFill>
                  <a:srgbClr val="000000"/>
                </a:solidFill>
                <a:latin typeface="Times New Roman" panose="02020603050405020304" pitchFamily="18" charset="0"/>
                <a:ea typeface="黑体" panose="02010609060101010101" pitchFamily="49" charset="-122"/>
                <a:cs typeface="+mn-cs"/>
              </a:rPr>
              <a:t>(0) </a:t>
            </a:r>
            <a:r>
              <a:rPr lang="en-US" altLang="zh-CN" sz="2500" b="1" i="1" kern="1200" dirty="0">
                <a:solidFill>
                  <a:srgbClr val="000000"/>
                </a:solidFill>
                <a:latin typeface="Times New Roman" panose="02020603050405020304" pitchFamily="18" charset="0"/>
                <a:ea typeface="黑体" panose="02010609060101010101" pitchFamily="49" charset="-122"/>
                <a:cs typeface="+mn-cs"/>
              </a:rPr>
              <a:t>Collection</a:t>
            </a:r>
            <a:r>
              <a:rPr lang="en-US" altLang="zh-CN" sz="2500" b="1" kern="1200" dirty="0">
                <a:solidFill>
                  <a:srgbClr val="000000"/>
                </a:solidFill>
                <a:latin typeface="Times New Roman" panose="02020603050405020304" pitchFamily="18" charset="0"/>
                <a:ea typeface="黑体" panose="02010609060101010101" pitchFamily="49" charset="-122"/>
                <a:cs typeface="+mn-cs"/>
              </a:rPr>
              <a:t>)</a:t>
            </a:r>
            <a:endParaRPr lang="en-US" altLang="zh-CN" sz="3000" b="1" kern="1200" dirty="0">
              <a:solidFill>
                <a:schemeClr val="tx1"/>
              </a:solidFill>
              <a:latin typeface="Times New Roman" panose="02020603050405020304" pitchFamily="18" charset="0"/>
              <a:ea typeface="华文楷体" panose="02010600040101010101" pitchFamily="2" charset="-122"/>
              <a:cs typeface="+mn-cs"/>
            </a:endParaRPr>
          </a:p>
          <a:p>
            <a:pPr eaLnBrk="1" hangingPunct="1">
              <a:lnSpc>
                <a:spcPts val="3000"/>
              </a:lnSpc>
              <a:buClr>
                <a:schemeClr val="tx1"/>
              </a:buClr>
              <a:buSzPct val="100000"/>
              <a:buFont typeface="Wingdings" panose="05000000000000000000" pitchFamily="2" charset="2"/>
              <a:buChar char="Ø"/>
            </a:pPr>
            <a:endParaRPr lang="en-US" altLang="zh-CN" sz="2200" b="1" kern="1200" dirty="0">
              <a:solidFill>
                <a:schemeClr val="tx1"/>
              </a:solidFill>
              <a:latin typeface="Times New Roman" panose="02020603050405020304" pitchFamily="18" charset="0"/>
              <a:ea typeface="华文楷体" panose="02010600040101010101" pitchFamily="2" charset="-122"/>
              <a:cs typeface="+mn-cs"/>
            </a:endParaRPr>
          </a:p>
          <a:p>
            <a:pPr eaLnBrk="1" hangingPunct="1">
              <a:lnSpc>
                <a:spcPts val="3000"/>
              </a:lnSpc>
              <a:buClr>
                <a:schemeClr val="tx1"/>
              </a:buClr>
              <a:buSzPct val="100000"/>
              <a:buFont typeface="Wingdings" panose="05000000000000000000" pitchFamily="2" charset="2"/>
              <a:buChar char="Ø"/>
            </a:pPr>
            <a:endParaRPr lang="en-US" altLang="zh-CN" sz="2200" b="1" kern="1200" dirty="0">
              <a:solidFill>
                <a:schemeClr val="tx1"/>
              </a:solidFill>
              <a:latin typeface="Times New Roman" panose="02020603050405020304" pitchFamily="18" charset="0"/>
              <a:ea typeface="华文楷体" panose="02010600040101010101" pitchFamily="2" charset="-122"/>
              <a:cs typeface="+mn-cs"/>
            </a:endParaRPr>
          </a:p>
          <a:p>
            <a:pPr eaLnBrk="1" hangingPunct="1">
              <a:lnSpc>
                <a:spcPts val="3000"/>
              </a:lnSpc>
              <a:buClr>
                <a:schemeClr val="tx1"/>
              </a:buClr>
              <a:buSzPct val="100000"/>
              <a:buFont typeface="Wingdings" panose="05000000000000000000" pitchFamily="2" charset="2"/>
              <a:buChar char="Ø"/>
            </a:pPr>
            <a:endParaRPr lang="en-US" altLang="zh-CN" sz="2200" b="1" kern="1200" dirty="0">
              <a:solidFill>
                <a:schemeClr val="tx1"/>
              </a:solidFill>
              <a:latin typeface="Times New Roman" panose="02020603050405020304" pitchFamily="18" charset="0"/>
              <a:ea typeface="华文楷体" panose="02010600040101010101" pitchFamily="2" charset="-122"/>
              <a:cs typeface="+mn-cs"/>
            </a:endParaRPr>
          </a:p>
          <a:p>
            <a:pPr eaLnBrk="1" hangingPunct="1">
              <a:lnSpc>
                <a:spcPts val="3000"/>
              </a:lnSpc>
              <a:buClr>
                <a:schemeClr val="tx1"/>
              </a:buClr>
              <a:buSzPct val="100000"/>
              <a:buFont typeface="Wingdings" panose="05000000000000000000" pitchFamily="2" charset="2"/>
              <a:buChar char="Ø"/>
            </a:pPr>
            <a:endParaRPr lang="en-US" altLang="zh-CN" sz="2200" b="1" kern="1200" dirty="0">
              <a:solidFill>
                <a:schemeClr val="tx1"/>
              </a:solidFill>
              <a:latin typeface="Times New Roman" panose="02020603050405020304" pitchFamily="18" charset="0"/>
              <a:ea typeface="华文楷体" panose="02010600040101010101" pitchFamily="2" charset="-122"/>
              <a:cs typeface="+mn-cs"/>
            </a:endParaRPr>
          </a:p>
          <a:p>
            <a:pPr eaLnBrk="1" hangingPunct="1">
              <a:lnSpc>
                <a:spcPts val="3000"/>
              </a:lnSpc>
              <a:buClr>
                <a:schemeClr val="tx1"/>
              </a:buClr>
              <a:buSzPct val="100000"/>
              <a:buFont typeface="Wingdings" panose="05000000000000000000" pitchFamily="2" charset="2"/>
              <a:buChar char="Ø"/>
            </a:pPr>
            <a:endParaRPr lang="en-US" altLang="zh-CN" sz="2200" b="1" kern="1200" dirty="0">
              <a:solidFill>
                <a:schemeClr val="tx1"/>
              </a:solidFill>
              <a:latin typeface="Times New Roman" panose="02020603050405020304" pitchFamily="18" charset="0"/>
              <a:ea typeface="华文楷体" panose="02010600040101010101" pitchFamily="2" charset="-122"/>
              <a:cs typeface="+mn-cs"/>
            </a:endParaRPr>
          </a:p>
          <a:p>
            <a:pPr eaLnBrk="1" hangingPunct="1">
              <a:lnSpc>
                <a:spcPts val="3000"/>
              </a:lnSpc>
              <a:buClr>
                <a:schemeClr val="tx1"/>
              </a:buClr>
              <a:buSzPct val="100000"/>
              <a:buFont typeface="Wingdings" panose="05000000000000000000" pitchFamily="2" charset="2"/>
              <a:buChar char="Ø"/>
            </a:pPr>
            <a:endParaRPr lang="en-US" altLang="zh-CN" sz="2200" b="1" kern="1200" dirty="0">
              <a:solidFill>
                <a:schemeClr val="tx1"/>
              </a:solidFill>
              <a:latin typeface="Times New Roman" panose="02020603050405020304" pitchFamily="18" charset="0"/>
              <a:ea typeface="华文楷体" panose="02010600040101010101" pitchFamily="2" charset="-122"/>
              <a:cs typeface="+mn-cs"/>
            </a:endParaRPr>
          </a:p>
          <a:p>
            <a:pPr eaLnBrk="1" hangingPunct="1">
              <a:lnSpc>
                <a:spcPts val="3000"/>
              </a:lnSpc>
              <a:buClr>
                <a:schemeClr val="tx1"/>
              </a:buClr>
              <a:buSzPct val="100000"/>
              <a:buFont typeface="Wingdings" panose="05000000000000000000" pitchFamily="2" charset="2"/>
              <a:buChar char="Ø"/>
            </a:pPr>
            <a:endParaRPr lang="zh-CN" altLang="en-US" sz="2200" b="1" kern="1200" dirty="0">
              <a:solidFill>
                <a:schemeClr val="tx1"/>
              </a:solidFill>
              <a:latin typeface="Times New Roman" panose="02020603050405020304" pitchFamily="18" charset="0"/>
              <a:ea typeface="华文楷体" panose="02010600040101010101" pitchFamily="2" charset="-122"/>
              <a:cs typeface="+mn-cs"/>
            </a:endParaRPr>
          </a:p>
        </p:txBody>
      </p:sp>
      <p:sp>
        <p:nvSpPr>
          <p:cNvPr id="88067" name="标题 1"/>
          <p:cNvSpPr>
            <a:spLocks noGrp="1"/>
          </p:cNvSpPr>
          <p:nvPr>
            <p:ph type="title"/>
          </p:nvPr>
        </p:nvSpPr>
        <p:spPr>
          <a:xfrm>
            <a:off x="755650" y="268288"/>
            <a:ext cx="7931150" cy="358775"/>
          </a:xfrm>
        </p:spPr>
        <p:txBody>
          <a:bodyPr vert="horz" wrap="square" lIns="91440" tIns="45720" rIns="91440" bIns="45720" anchor="ctr" anchorCtr="0"/>
          <a:lstStyle/>
          <a:p>
            <a:pPr marL="342900" indent="-342900" eaLnBrk="1" hangingPunct="1">
              <a:spcBef>
                <a:spcPct val="20000"/>
              </a:spcBef>
              <a:buNone/>
            </a:pPr>
            <a:r>
              <a:rPr lang="zh-CN" altLang="en-US" sz="3000" kern="1200" dirty="0">
                <a:solidFill>
                  <a:schemeClr val="tx1"/>
                </a:solidFill>
                <a:latin typeface="微软雅黑" panose="020B0503020204020204" pitchFamily="34" charset="-122"/>
                <a:ea typeface="微软雅黑" panose="020B0503020204020204" pitchFamily="34" charset="-122"/>
                <a:cs typeface="+mj-cs"/>
              </a:rPr>
              <a:t>构造</a:t>
            </a:r>
            <a:r>
              <a:rPr lang="en-US" altLang="zh-CN" sz="3000" i="1" kern="1200" dirty="0">
                <a:solidFill>
                  <a:schemeClr val="tx1"/>
                </a:solidFill>
                <a:latin typeface="Times New Roman" panose="02020603050405020304" pitchFamily="18" charset="0"/>
                <a:ea typeface="微软雅黑" panose="020B0503020204020204" pitchFamily="34" charset="-122"/>
                <a:cs typeface="+mj-cs"/>
              </a:rPr>
              <a:t>LR</a:t>
            </a:r>
            <a:r>
              <a:rPr lang="en-US" altLang="zh-CN" sz="3000" kern="1200" dirty="0">
                <a:solidFill>
                  <a:schemeClr val="tx1"/>
                </a:solidFill>
                <a:latin typeface="Times New Roman" panose="02020603050405020304" pitchFamily="18" charset="0"/>
                <a:ea typeface="微软雅黑" panose="020B0503020204020204" pitchFamily="34" charset="-122"/>
                <a:cs typeface="+mj-cs"/>
              </a:rPr>
              <a:t>(0)</a:t>
            </a:r>
            <a:r>
              <a:rPr lang="zh-CN" altLang="en-US" sz="3000" kern="1200" dirty="0">
                <a:solidFill>
                  <a:schemeClr val="tx1"/>
                </a:solidFill>
                <a:latin typeface="微软雅黑" panose="020B0503020204020204" pitchFamily="34" charset="-122"/>
                <a:ea typeface="微软雅黑" panose="020B0503020204020204" pitchFamily="34" charset="-122"/>
                <a:cs typeface="+mj-cs"/>
              </a:rPr>
              <a:t>自动机的状态集</a:t>
            </a:r>
            <a:endParaRPr lang="en-US" altLang="zh-CN" sz="2500" kern="1200" dirty="0">
              <a:solidFill>
                <a:schemeClr val="tx1"/>
              </a:solidFill>
              <a:latin typeface="Times New Roman" panose="02020603050405020304" pitchFamily="18" charset="0"/>
              <a:ea typeface="黑体" panose="02010609060101010101" pitchFamily="49" charset="-122"/>
              <a:cs typeface="+mj-cs"/>
            </a:endParaRPr>
          </a:p>
        </p:txBody>
      </p:sp>
      <p:sp>
        <p:nvSpPr>
          <p:cNvPr id="7" name="内容占位符 1"/>
          <p:cNvSpPr txBox="1"/>
          <p:nvPr/>
        </p:nvSpPr>
        <p:spPr bwMode="auto">
          <a:xfrm>
            <a:off x="1285875" y="2143125"/>
            <a:ext cx="6481763" cy="2644775"/>
          </a:xfrm>
          <a:prstGeom prst="rect">
            <a:avLst/>
          </a:prstGeom>
          <a:solidFill>
            <a:schemeClr val="accent2">
              <a:lumMod val="40000"/>
              <a:lumOff val="60000"/>
            </a:schemeClr>
          </a:solidFill>
          <a:ln w="12700">
            <a:solidFill>
              <a:schemeClr val="tx1"/>
            </a:solidFill>
            <a:miter lim="800000"/>
          </a:ln>
        </p:spPr>
        <p:txBody>
          <a:bodyPr/>
          <a:lstStyle/>
          <a:p>
            <a:pPr marL="273050" marR="0" indent="-273050" defTabSz="914400" eaLnBrk="1" hangingPunct="1">
              <a:lnSpc>
                <a:spcPts val="1800"/>
              </a:lnSpc>
              <a:spcBef>
                <a:spcPct val="20000"/>
              </a:spcBef>
              <a:buClrTx/>
              <a:buSzPct val="100000"/>
              <a:buFont typeface="Symbol" panose="05050102010706020507" pitchFamily="18" charset="2"/>
              <a:buNone/>
              <a:defRPr/>
            </a:pPr>
            <a:r>
              <a:rPr kumimoji="0" lang="en-US" altLang="zh-CN" sz="2000" b="1" kern="1200" cap="none" spc="0" normalizeH="0" baseline="0" noProof="0">
                <a:latin typeface="Times New Roman" panose="02020603050405020304" pitchFamily="18" charset="0"/>
                <a:ea typeface="华文楷体" panose="02010600040101010101" pitchFamily="2" charset="-122"/>
                <a:cs typeface="+mn-cs"/>
              </a:rPr>
              <a:t>void</a:t>
            </a:r>
            <a:r>
              <a:rPr kumimoji="0" lang="zh-CN" altLang="en-US" sz="2000" b="1" kern="1200" cap="none" spc="0" normalizeH="0" baseline="0" noProof="0">
                <a:latin typeface="Times New Roman" panose="02020603050405020304" pitchFamily="18" charset="0"/>
                <a:ea typeface="华文楷体" panose="02010600040101010101" pitchFamily="2" charset="-122"/>
                <a:cs typeface="+mn-cs"/>
              </a:rPr>
              <a:t> </a:t>
            </a:r>
            <a:r>
              <a:rPr kumimoji="0" lang="en-US" altLang="zh-CN" sz="2000" b="1" i="1" kern="1200" cap="none" spc="0" normalizeH="0" baseline="0" noProof="0">
                <a:latin typeface="Times New Roman" panose="02020603050405020304" pitchFamily="18" charset="0"/>
                <a:ea typeface="华文楷体" panose="02010600040101010101" pitchFamily="2" charset="-122"/>
                <a:cs typeface="+mn-cs"/>
              </a:rPr>
              <a:t>items</a:t>
            </a:r>
            <a:r>
              <a:rPr kumimoji="0" lang="en-US" altLang="zh-CN" sz="2000" b="1" kern="1200" cap="none" spc="0" normalizeH="0" baseline="0" noProof="0">
                <a:latin typeface="Times New Roman" panose="02020603050405020304" pitchFamily="18" charset="0"/>
                <a:ea typeface="楷体" panose="02010609060101010101" pitchFamily="49" charset="-122"/>
                <a:cs typeface="+mn-cs"/>
              </a:rPr>
              <a:t>( </a:t>
            </a:r>
            <a:r>
              <a:rPr kumimoji="0" lang="en-US" altLang="zh-CN" sz="2000" b="1" i="1" kern="1200" cap="none" spc="0" normalizeH="0" baseline="0" noProof="0">
                <a:latin typeface="Times New Roman" panose="02020603050405020304" pitchFamily="18" charset="0"/>
                <a:ea typeface="宋体" panose="02010600030101010101" pitchFamily="2" charset="-122"/>
                <a:cs typeface="+mn-cs"/>
              </a:rPr>
              <a:t>G</a:t>
            </a:r>
            <a:r>
              <a:rPr kumimoji="0" lang="en-US" altLang="zh-CN" sz="2000" b="1" i="1" kern="1200" cap="none" spc="0" normalizeH="0" baseline="0" noProof="0">
                <a:solidFill>
                  <a:srgbClr val="000000"/>
                </a:solidFill>
                <a:latin typeface="Times New Roman" panose="02020603050405020304" pitchFamily="18" charset="0"/>
                <a:ea typeface="楷体_GB2312"/>
                <a:cs typeface="Times New Roman" panose="02020603050405020304" pitchFamily="18" charset="0"/>
              </a:rPr>
              <a:t>' </a:t>
            </a:r>
            <a:r>
              <a:rPr kumimoji="0" lang="en-US" altLang="zh-CN" sz="2000" b="1" kern="1200" cap="none" spc="0" normalizeH="0" baseline="0" noProof="0">
                <a:latin typeface="Times New Roman" panose="02020603050405020304" pitchFamily="18" charset="0"/>
                <a:ea typeface="楷体" panose="02010609060101010101" pitchFamily="49" charset="-122"/>
                <a:cs typeface="+mn-cs"/>
              </a:rPr>
              <a:t>) {</a:t>
            </a:r>
            <a:endParaRPr kumimoji="0" lang="zh-CN" altLang="en-US" sz="2000" b="1" kern="1200" cap="none" spc="0" normalizeH="0" baseline="0" noProof="0">
              <a:latin typeface="Times New Roman" panose="02020603050405020304" pitchFamily="18" charset="0"/>
              <a:ea typeface="楷体" panose="02010609060101010101" pitchFamily="49" charset="-122"/>
              <a:cs typeface="+mn-cs"/>
            </a:endParaRPr>
          </a:p>
          <a:p>
            <a:pPr marL="273050" marR="0" indent="-273050" defTabSz="914400" eaLnBrk="1" hangingPunct="1">
              <a:lnSpc>
                <a:spcPts val="1800"/>
              </a:lnSpc>
              <a:spcBef>
                <a:spcPct val="20000"/>
              </a:spcBef>
              <a:buClrTx/>
              <a:buSzPct val="100000"/>
              <a:buFontTx/>
              <a:buNone/>
              <a:defRPr/>
            </a:pPr>
            <a:r>
              <a:rPr kumimoji="0" lang="zh-CN" altLang="en-US" sz="2000" b="1" i="1" kern="1200" cap="none" spc="0" normalizeH="0" baseline="0" noProof="0">
                <a:latin typeface="Times New Roman" panose="02020603050405020304" pitchFamily="18" charset="0"/>
                <a:ea typeface="华文楷体" panose="02010600040101010101" pitchFamily="2" charset="-122"/>
                <a:cs typeface="+mn-cs"/>
              </a:rPr>
              <a:t>         </a:t>
            </a:r>
            <a:r>
              <a:rPr kumimoji="0" lang="en-US" altLang="zh-CN" sz="2000" b="1" i="1" kern="1200" cap="none" spc="0" normalizeH="0" baseline="0" noProof="0">
                <a:latin typeface="Times New Roman" panose="02020603050405020304" pitchFamily="18" charset="0"/>
                <a:ea typeface="华文楷体" panose="02010600040101010101" pitchFamily="2" charset="-122"/>
                <a:cs typeface="+mn-cs"/>
              </a:rPr>
              <a:t>C</a:t>
            </a:r>
            <a:r>
              <a:rPr kumimoji="0" lang="zh-CN" altLang="en-US" sz="2000" b="1" kern="1200" cap="none" spc="0" normalizeH="0" baseline="0" noProof="0">
                <a:latin typeface="Times New Roman" panose="02020603050405020304" pitchFamily="18" charset="0"/>
                <a:ea typeface="华文楷体" panose="02010600040101010101" pitchFamily="2" charset="-122"/>
                <a:cs typeface="+mn-cs"/>
              </a:rPr>
              <a:t>＝</a:t>
            </a:r>
            <a:r>
              <a:rPr kumimoji="0" lang="en-US" altLang="zh-CN" sz="2000" b="1" kern="1200" cap="none" spc="0" normalizeH="0" baseline="0" noProof="0">
                <a:latin typeface="Times New Roman" panose="02020603050405020304" pitchFamily="18" charset="0"/>
                <a:ea typeface="楷体" panose="02010609060101010101" pitchFamily="49" charset="-122"/>
                <a:cs typeface="+mn-cs"/>
              </a:rPr>
              <a:t>{ CLOSURE ({[</a:t>
            </a:r>
            <a:r>
              <a:rPr kumimoji="0" lang="zh-CN" altLang="en-US" sz="2000" b="1" kern="1200" cap="none" spc="0" normalizeH="0" baseline="0" noProof="0">
                <a:latin typeface="Times New Roman" panose="02020603050405020304" pitchFamily="18" charset="0"/>
                <a:ea typeface="楷体" panose="02010609060101010101" pitchFamily="49" charset="-122"/>
                <a:cs typeface="+mn-cs"/>
              </a:rPr>
              <a:t> </a:t>
            </a:r>
            <a:r>
              <a:rPr kumimoji="0" lang="en-US" altLang="zh-CN" sz="2000" b="1" i="1" kern="1200" cap="none" spc="0" normalizeH="0" baseline="0" noProof="0">
                <a:latin typeface="Times New Roman" panose="02020603050405020304" pitchFamily="18" charset="0"/>
                <a:ea typeface="楷体" panose="02010609060101010101" pitchFamily="49" charset="-122"/>
                <a:cs typeface="+mn-cs"/>
              </a:rPr>
              <a:t>S</a:t>
            </a:r>
            <a:r>
              <a:rPr kumimoji="0" lang="en-US" altLang="zh-CN" sz="2000" b="1" i="1" kern="1200" cap="none" spc="0" normalizeH="0" baseline="0" noProof="0">
                <a:solidFill>
                  <a:srgbClr val="000000"/>
                </a:solidFill>
                <a:latin typeface="Times New Roman" panose="02020603050405020304" pitchFamily="18" charset="0"/>
                <a:ea typeface="楷体_GB2312"/>
                <a:cs typeface="楷体_GB2312"/>
              </a:rPr>
              <a:t>'</a:t>
            </a:r>
            <a:r>
              <a:rPr kumimoji="0" lang="en-US" altLang="zh-CN" sz="2000" b="1" i="1" kern="1200" cap="none" spc="0" normalizeH="0" baseline="0" noProof="0">
                <a:latin typeface="Times New Roman" panose="02020603050405020304" pitchFamily="18" charset="0"/>
                <a:ea typeface="宋体" panose="02010600030101010101" pitchFamily="2" charset="-122"/>
                <a:cs typeface="+mn-cs"/>
              </a:rPr>
              <a:t>→ </a:t>
            </a:r>
            <a:r>
              <a:rPr kumimoji="0" lang="en-US" altLang="zh-CN" sz="2000" b="1" kern="1200" cap="none" spc="0" normalizeH="0" baseline="0" noProof="0">
                <a:solidFill>
                  <a:srgbClr val="000000"/>
                </a:solidFill>
                <a:latin typeface="Times New Roman" panose="02020603050405020304" pitchFamily="18" charset="0"/>
                <a:ea typeface="宋体" panose="02010600030101010101" pitchFamily="2" charset="-122"/>
                <a:cs typeface="+mn-cs"/>
              </a:rPr>
              <a:t>·</a:t>
            </a:r>
            <a:r>
              <a:rPr kumimoji="0" lang="en-US" altLang="zh-CN" sz="2000" b="1" i="1" kern="1200" cap="none" spc="0" normalizeH="0" baseline="0" noProof="0">
                <a:solidFill>
                  <a:srgbClr val="000000"/>
                </a:solidFill>
                <a:latin typeface="Times New Roman" panose="02020603050405020304" pitchFamily="18" charset="0"/>
                <a:ea typeface="宋体" panose="02010600030101010101" pitchFamily="2" charset="-122"/>
                <a:cs typeface="+mn-cs"/>
              </a:rPr>
              <a:t>S</a:t>
            </a:r>
            <a:r>
              <a:rPr kumimoji="0" lang="zh-CN" altLang="en-US" sz="2000" b="1" i="1" kern="1200" cap="none" spc="0" normalizeH="0" baseline="0" noProof="0">
                <a:solidFill>
                  <a:srgbClr val="000000"/>
                </a:solidFill>
                <a:latin typeface="Times New Roman" panose="02020603050405020304" pitchFamily="18" charset="0"/>
                <a:ea typeface="楷体_GB2312"/>
                <a:cs typeface="楷体_GB2312"/>
              </a:rPr>
              <a:t> </a:t>
            </a:r>
            <a:r>
              <a:rPr kumimoji="0" lang="en-US" altLang="zh-CN" sz="2000" b="1" kern="1200" cap="none" spc="0" normalizeH="0" baseline="0" noProof="0">
                <a:latin typeface="Times New Roman" panose="02020603050405020304" pitchFamily="18" charset="0"/>
                <a:ea typeface="楷体" panose="02010609060101010101" pitchFamily="49" charset="-122"/>
                <a:cs typeface="+mn-cs"/>
              </a:rPr>
              <a:t>] } ) }</a:t>
            </a:r>
            <a:r>
              <a:rPr kumimoji="0" lang="zh-CN" altLang="en-US" sz="2000" b="1" kern="1200" cap="none" spc="0" normalizeH="0" baseline="0" noProof="0">
                <a:latin typeface="Times New Roman" panose="02020603050405020304" pitchFamily="18" charset="0"/>
                <a:ea typeface="楷体" panose="02010609060101010101" pitchFamily="49" charset="-122"/>
                <a:cs typeface="+mn-cs"/>
              </a:rPr>
              <a:t>；</a:t>
            </a:r>
            <a:r>
              <a:rPr kumimoji="0" lang="en-US" altLang="zh-CN" sz="2000" b="1" kern="1200" cap="none" spc="0" normalizeH="0" baseline="0" noProof="0">
                <a:latin typeface="Times New Roman" panose="02020603050405020304" pitchFamily="18" charset="0"/>
                <a:ea typeface="楷体" panose="02010609060101010101" pitchFamily="49" charset="-122"/>
                <a:cs typeface="+mn-cs"/>
              </a:rPr>
              <a:t> </a:t>
            </a:r>
          </a:p>
          <a:p>
            <a:pPr marL="273050" marR="0" indent="-273050" defTabSz="914400" eaLnBrk="1" hangingPunct="1">
              <a:lnSpc>
                <a:spcPts val="1800"/>
              </a:lnSpc>
              <a:spcBef>
                <a:spcPct val="20000"/>
              </a:spcBef>
              <a:buClrTx/>
              <a:buSzPct val="100000"/>
              <a:buFont typeface="Symbol" panose="05050102010706020507" pitchFamily="18" charset="2"/>
              <a:buNone/>
              <a:defRPr/>
            </a:pPr>
            <a:r>
              <a:rPr kumimoji="0" lang="zh-CN" altLang="en-US" sz="2000" b="1" kern="1200" cap="none" spc="0" normalizeH="0" baseline="0" noProof="0">
                <a:latin typeface="Times New Roman" panose="02020603050405020304" pitchFamily="18" charset="0"/>
                <a:ea typeface="楷体" panose="02010609060101010101" pitchFamily="49" charset="-122"/>
                <a:cs typeface="+mn-cs"/>
              </a:rPr>
              <a:t>         </a:t>
            </a:r>
            <a:r>
              <a:rPr kumimoji="0" lang="en-US" altLang="zh-CN" sz="2000" b="1" kern="1200" cap="none" spc="0" normalizeH="0" baseline="0" noProof="0">
                <a:latin typeface="Times New Roman" panose="02020603050405020304" pitchFamily="18" charset="0"/>
                <a:ea typeface="楷体" panose="02010609060101010101" pitchFamily="49" charset="-122"/>
                <a:cs typeface="+mn-cs"/>
              </a:rPr>
              <a:t>repeat</a:t>
            </a:r>
            <a:endParaRPr kumimoji="0" lang="zh-CN" altLang="en-US" sz="2000" b="1" kern="1200" cap="none" spc="0" normalizeH="0" baseline="0" noProof="0">
              <a:latin typeface="Times New Roman" panose="02020603050405020304" pitchFamily="18" charset="0"/>
              <a:ea typeface="楷体" panose="02010609060101010101" pitchFamily="49" charset="-122"/>
              <a:cs typeface="+mn-cs"/>
            </a:endParaRPr>
          </a:p>
          <a:p>
            <a:pPr marL="273050" marR="0" indent="-273050" defTabSz="914400" eaLnBrk="1" hangingPunct="1">
              <a:lnSpc>
                <a:spcPts val="1800"/>
              </a:lnSpc>
              <a:spcBef>
                <a:spcPct val="20000"/>
              </a:spcBef>
              <a:buClrTx/>
              <a:buSzPct val="100000"/>
              <a:buFont typeface="Symbol" panose="05050102010706020507" pitchFamily="18" charset="2"/>
              <a:buNone/>
              <a:defRPr/>
            </a:pPr>
            <a:r>
              <a:rPr kumimoji="0" lang="zh-CN" altLang="en-US" sz="2000" b="1" kern="1200" cap="none" spc="0" normalizeH="0" baseline="0" noProof="0">
                <a:latin typeface="Times New Roman" panose="02020603050405020304" pitchFamily="18" charset="0"/>
                <a:ea typeface="楷体" panose="02010609060101010101" pitchFamily="49" charset="-122"/>
                <a:cs typeface="+mn-cs"/>
              </a:rPr>
              <a:t>                   </a:t>
            </a:r>
            <a:r>
              <a:rPr kumimoji="0" lang="en-US" altLang="zh-CN" sz="2000" b="1" kern="1200" cap="none" spc="0" normalizeH="0" baseline="0" noProof="0">
                <a:latin typeface="Times New Roman" panose="02020603050405020304" pitchFamily="18" charset="0"/>
                <a:ea typeface="楷体" panose="02010609060101010101" pitchFamily="49" charset="-122"/>
                <a:cs typeface="+mn-cs"/>
              </a:rPr>
              <a:t>f</a:t>
            </a:r>
            <a:r>
              <a:rPr kumimoji="0" lang="en-US" altLang="zh-CN" sz="2000" b="1" kern="1200" cap="none" spc="0" normalizeH="0" baseline="0" noProof="0">
                <a:latin typeface="Times New Roman" panose="02020603050405020304" pitchFamily="18" charset="0"/>
                <a:ea typeface="宋体" panose="02010600030101010101" pitchFamily="2" charset="-122"/>
                <a:cs typeface="+mn-cs"/>
              </a:rPr>
              <a:t>o</a:t>
            </a:r>
            <a:r>
              <a:rPr kumimoji="0" lang="en-US" altLang="zh-CN" sz="2000" b="1" kern="1200" cap="none" spc="0" normalizeH="0" baseline="0" noProof="0">
                <a:latin typeface="Times New Roman" panose="02020603050405020304" pitchFamily="18" charset="0"/>
                <a:ea typeface="楷体" panose="02010609060101010101" pitchFamily="49" charset="-122"/>
                <a:cs typeface="+mn-cs"/>
              </a:rPr>
              <a:t>r</a:t>
            </a:r>
            <a:r>
              <a:rPr kumimoji="0" lang="zh-CN" altLang="en-US" sz="2000" b="1" kern="1200" cap="none" spc="0" normalizeH="0" baseline="0" noProof="0">
                <a:latin typeface="Times New Roman" panose="02020603050405020304" pitchFamily="18" charset="0"/>
                <a:ea typeface="楷体" panose="02010609060101010101" pitchFamily="49" charset="-122"/>
                <a:cs typeface="+mn-cs"/>
              </a:rPr>
              <a:t> </a:t>
            </a:r>
            <a:r>
              <a:rPr kumimoji="0" lang="en-US" altLang="zh-CN" sz="2000" b="1" kern="1200" cap="none" spc="0" normalizeH="0" baseline="0" noProof="0">
                <a:latin typeface="Times New Roman" panose="02020603050405020304" pitchFamily="18" charset="0"/>
                <a:ea typeface="楷体" panose="02010609060101010101" pitchFamily="49" charset="-122"/>
                <a:cs typeface="+mn-cs"/>
              </a:rPr>
              <a:t>(</a:t>
            </a:r>
            <a:r>
              <a:rPr kumimoji="0" lang="en-US" altLang="zh-CN" sz="2000" b="1" i="1" kern="1200" cap="none" spc="0" normalizeH="0" baseline="0" noProof="0">
                <a:latin typeface="Times New Roman" panose="02020603050405020304" pitchFamily="18" charset="0"/>
                <a:ea typeface="楷体" panose="02010609060101010101" pitchFamily="49" charset="-122"/>
                <a:cs typeface="+mn-cs"/>
              </a:rPr>
              <a:t>C</a:t>
            </a:r>
            <a:r>
              <a:rPr kumimoji="0" lang="zh-CN" altLang="en-US" sz="2000" b="1" kern="1200" cap="none" spc="0" normalizeH="0" baseline="0" noProof="0">
                <a:latin typeface="华文楷体" panose="02010600040101010101" pitchFamily="2" charset="-122"/>
                <a:ea typeface="华文楷体" panose="02010600040101010101" pitchFamily="2" charset="-122"/>
                <a:cs typeface="+mn-cs"/>
              </a:rPr>
              <a:t>中的每个项集 </a:t>
            </a:r>
            <a:r>
              <a:rPr kumimoji="0" lang="en-US" altLang="zh-CN" sz="2000" b="1" i="1" kern="1200" cap="none" spc="0" normalizeH="0" baseline="0" noProof="0">
                <a:latin typeface="Times New Roman" panose="02020603050405020304" pitchFamily="18" charset="0"/>
                <a:ea typeface="楷体" panose="02010609060101010101" pitchFamily="49" charset="-122"/>
                <a:cs typeface="+mn-cs"/>
              </a:rPr>
              <a:t>I</a:t>
            </a:r>
            <a:r>
              <a:rPr kumimoji="0" lang="zh-CN" altLang="en-US" sz="2000" b="1" i="1" kern="1200" cap="none" spc="0" normalizeH="0" baseline="0" noProof="0">
                <a:latin typeface="Times New Roman" panose="02020603050405020304" pitchFamily="18" charset="0"/>
                <a:ea typeface="楷体" panose="02010609060101010101" pitchFamily="49" charset="-122"/>
                <a:cs typeface="+mn-cs"/>
              </a:rPr>
              <a:t> </a:t>
            </a:r>
            <a:r>
              <a:rPr kumimoji="0" lang="en-US" altLang="zh-CN" sz="2000" b="1" kern="1200" cap="none" spc="0" normalizeH="0" baseline="0" noProof="0">
                <a:latin typeface="Times New Roman" panose="02020603050405020304" pitchFamily="18" charset="0"/>
                <a:ea typeface="楷体" panose="02010609060101010101" pitchFamily="49" charset="-122"/>
                <a:cs typeface="+mn-cs"/>
              </a:rPr>
              <a:t>)</a:t>
            </a:r>
            <a:endParaRPr kumimoji="0" lang="zh-CN" altLang="en-US" sz="2000" b="1" kern="1200" cap="none" spc="0" normalizeH="0" baseline="0" noProof="0">
              <a:latin typeface="Times New Roman" panose="02020603050405020304" pitchFamily="18" charset="0"/>
              <a:ea typeface="楷体" panose="02010609060101010101" pitchFamily="49" charset="-122"/>
              <a:cs typeface="+mn-cs"/>
            </a:endParaRPr>
          </a:p>
          <a:p>
            <a:pPr marL="273050" marR="0" indent="-273050" defTabSz="914400" eaLnBrk="1" hangingPunct="1">
              <a:lnSpc>
                <a:spcPts val="1800"/>
              </a:lnSpc>
              <a:spcBef>
                <a:spcPct val="20000"/>
              </a:spcBef>
              <a:buClrTx/>
              <a:buSzPct val="100000"/>
              <a:buFontTx/>
              <a:buNone/>
              <a:defRPr/>
            </a:pPr>
            <a:r>
              <a:rPr kumimoji="0" lang="zh-CN" altLang="en-US" sz="2000" b="1" kern="1200" cap="none" spc="0" normalizeH="0" baseline="0" noProof="0">
                <a:latin typeface="Times New Roman" panose="02020603050405020304" pitchFamily="18" charset="0"/>
                <a:ea typeface="楷体" panose="02010609060101010101" pitchFamily="49" charset="-122"/>
                <a:cs typeface="+mn-cs"/>
              </a:rPr>
              <a:t>                              </a:t>
            </a:r>
            <a:r>
              <a:rPr kumimoji="0" lang="en-US" altLang="zh-CN" sz="2000" b="1" kern="1200" cap="none" spc="0" normalizeH="0" baseline="0" noProof="0">
                <a:latin typeface="Times New Roman" panose="02020603050405020304" pitchFamily="18" charset="0"/>
                <a:ea typeface="楷体" panose="02010609060101010101" pitchFamily="49" charset="-122"/>
                <a:cs typeface="+mn-cs"/>
              </a:rPr>
              <a:t>for(</a:t>
            </a:r>
            <a:r>
              <a:rPr kumimoji="0" lang="zh-CN" altLang="en-US" sz="2000" b="1" kern="1200" cap="none" spc="0" normalizeH="0" baseline="0" noProof="0">
                <a:latin typeface="华文楷体" panose="02010600040101010101" pitchFamily="2" charset="-122"/>
                <a:ea typeface="华文楷体" panose="02010600040101010101" pitchFamily="2" charset="-122"/>
                <a:cs typeface="+mn-cs"/>
              </a:rPr>
              <a:t>每个文法符号</a:t>
            </a:r>
            <a:r>
              <a:rPr kumimoji="0" lang="en-US" altLang="zh-CN" sz="2000" b="1" i="1" kern="1200" cap="none" spc="0" normalizeH="0" baseline="0" noProof="0">
                <a:latin typeface="华文楷体" panose="02010600040101010101" pitchFamily="2" charset="-122"/>
                <a:ea typeface="华文楷体" panose="02010600040101010101" pitchFamily="2" charset="-122"/>
                <a:cs typeface="+mn-cs"/>
              </a:rPr>
              <a:t>X</a:t>
            </a:r>
            <a:r>
              <a:rPr kumimoji="0" lang="zh-CN" altLang="en-US" sz="2000" b="1" i="1" kern="1200" cap="none" spc="0" normalizeH="0" baseline="0" noProof="0">
                <a:latin typeface="华文楷体" panose="02010600040101010101" pitchFamily="2" charset="-122"/>
                <a:ea typeface="华文楷体" panose="02010600040101010101" pitchFamily="2" charset="-122"/>
                <a:cs typeface="+mn-cs"/>
              </a:rPr>
              <a:t> </a:t>
            </a:r>
            <a:r>
              <a:rPr kumimoji="0" lang="en-US" altLang="zh-CN" sz="2000" b="1" kern="1200" cap="none" spc="0" normalizeH="0" baseline="0" noProof="0">
                <a:latin typeface="Times New Roman" panose="02020603050405020304" pitchFamily="18" charset="0"/>
                <a:ea typeface="楷体" panose="02010609060101010101" pitchFamily="49" charset="-122"/>
                <a:cs typeface="+mn-cs"/>
              </a:rPr>
              <a:t>)</a:t>
            </a:r>
            <a:endParaRPr kumimoji="0" lang="zh-CN" altLang="en-US" sz="2000" b="1" kern="1200" cap="none" spc="0" normalizeH="0" baseline="0" noProof="0">
              <a:latin typeface="Times New Roman" panose="02020603050405020304" pitchFamily="18" charset="0"/>
              <a:ea typeface="楷体" panose="02010609060101010101" pitchFamily="49" charset="-122"/>
              <a:cs typeface="+mn-cs"/>
            </a:endParaRPr>
          </a:p>
          <a:p>
            <a:pPr marL="273050" marR="0" indent="-273050" defTabSz="914400" eaLnBrk="1" hangingPunct="1">
              <a:lnSpc>
                <a:spcPts val="1800"/>
              </a:lnSpc>
              <a:spcBef>
                <a:spcPct val="20000"/>
              </a:spcBef>
              <a:buClrTx/>
              <a:buSzPct val="100000"/>
              <a:buFontTx/>
              <a:buNone/>
              <a:defRPr/>
            </a:pPr>
            <a:r>
              <a:rPr kumimoji="0" lang="zh-CN" altLang="en-US" sz="2000" b="1" kern="1200" cap="none" spc="0" normalizeH="0" baseline="0" noProof="0">
                <a:latin typeface="Times New Roman" panose="02020603050405020304" pitchFamily="18" charset="0"/>
                <a:ea typeface="楷体" panose="02010609060101010101" pitchFamily="49" charset="-122"/>
                <a:cs typeface="+mn-cs"/>
              </a:rPr>
              <a:t>                                      </a:t>
            </a:r>
            <a:r>
              <a:rPr kumimoji="0" lang="en-US" altLang="zh-CN" sz="2000" b="1" kern="1200" cap="none" spc="0" normalizeH="0" baseline="0" noProof="0">
                <a:latin typeface="Times New Roman" panose="02020603050405020304" pitchFamily="18" charset="0"/>
                <a:ea typeface="楷体" panose="02010609060101010101" pitchFamily="49" charset="-122"/>
                <a:cs typeface="+mn-cs"/>
              </a:rPr>
              <a:t>if</a:t>
            </a:r>
            <a:r>
              <a:rPr kumimoji="0" lang="en-US" altLang="zh-CN" sz="2000" b="1" kern="1200" cap="none" spc="0" normalizeH="0" baseline="0" noProof="0">
                <a:latin typeface="Times New Roman" panose="02020603050405020304" pitchFamily="18" charset="0"/>
                <a:ea typeface="华文楷体" panose="02010600040101010101" pitchFamily="2" charset="-122"/>
                <a:cs typeface="+mn-cs"/>
              </a:rPr>
              <a:t> </a:t>
            </a:r>
            <a:r>
              <a:rPr kumimoji="0" lang="en-US" altLang="zh-CN" sz="2000" b="1" kern="1200" cap="none" spc="0" normalizeH="0" baseline="0" noProof="0">
                <a:latin typeface="Times New Roman" panose="02020603050405020304" pitchFamily="18" charset="0"/>
                <a:ea typeface="楷体" panose="02010609060101010101" pitchFamily="49" charset="-122"/>
                <a:cs typeface="+mn-cs"/>
              </a:rPr>
              <a:t>( </a:t>
            </a:r>
            <a:r>
              <a:rPr kumimoji="0" lang="en-US" altLang="zh-CN" sz="2000" b="1" kern="1200" cap="none" spc="0" normalizeH="0" baseline="0" noProof="0">
                <a:latin typeface="Times New Roman" panose="02020603050405020304" pitchFamily="18" charset="0"/>
                <a:ea typeface="华文楷体" panose="02010600040101010101" pitchFamily="2" charset="-122"/>
                <a:cs typeface="+mn-cs"/>
              </a:rPr>
              <a:t>GOTO</a:t>
            </a:r>
            <a:r>
              <a:rPr kumimoji="0" lang="en-US" altLang="zh-CN" sz="2000" b="1" kern="1200" cap="none" spc="0" normalizeH="0" baseline="0" noProof="0">
                <a:latin typeface="Times New Roman" panose="02020603050405020304" pitchFamily="18" charset="0"/>
                <a:ea typeface="楷体" panose="02010609060101010101" pitchFamily="49" charset="-122"/>
                <a:cs typeface="+mn-cs"/>
              </a:rPr>
              <a:t> ( </a:t>
            </a:r>
            <a:r>
              <a:rPr kumimoji="0" lang="en-US" altLang="zh-CN" sz="2000" b="1" i="1" kern="1200" cap="none" spc="0" normalizeH="0" baseline="0" noProof="0">
                <a:latin typeface="Times New Roman" panose="02020603050405020304" pitchFamily="18" charset="0"/>
                <a:ea typeface="楷体" panose="02010609060101010101" pitchFamily="49" charset="-122"/>
                <a:cs typeface="+mn-cs"/>
              </a:rPr>
              <a:t>I</a:t>
            </a:r>
            <a:r>
              <a:rPr kumimoji="0" lang="zh-CN" altLang="en-US" sz="2000" b="1" kern="1200" cap="none" spc="0" normalizeH="0" baseline="0" noProof="0">
                <a:latin typeface="Times New Roman" panose="02020603050405020304" pitchFamily="18" charset="0"/>
                <a:ea typeface="楷体" panose="02010609060101010101" pitchFamily="49" charset="-122"/>
                <a:cs typeface="+mn-cs"/>
              </a:rPr>
              <a:t>，</a:t>
            </a:r>
            <a:r>
              <a:rPr kumimoji="0" lang="en-US" altLang="zh-CN" sz="2000" b="1" i="1" kern="1200" cap="none" spc="0" normalizeH="0" baseline="0" noProof="0">
                <a:latin typeface="Times New Roman" panose="02020603050405020304" pitchFamily="18" charset="0"/>
                <a:ea typeface="楷体" panose="02010609060101010101" pitchFamily="49" charset="-122"/>
                <a:cs typeface="+mn-cs"/>
              </a:rPr>
              <a:t>X</a:t>
            </a:r>
            <a:r>
              <a:rPr kumimoji="0" lang="zh-CN" altLang="en-US" sz="2000" b="1" i="1" kern="1200" cap="none" spc="0" normalizeH="0" baseline="0" noProof="0">
                <a:latin typeface="华文楷体" panose="02010600040101010101" pitchFamily="2" charset="-122"/>
                <a:ea typeface="宋体" panose="02010600030101010101" pitchFamily="2" charset="-122"/>
                <a:cs typeface="+mn-cs"/>
              </a:rPr>
              <a:t> </a:t>
            </a:r>
            <a:r>
              <a:rPr kumimoji="0" lang="en-US" altLang="zh-CN" sz="2000" b="1" kern="1200" cap="none" spc="0" normalizeH="0" baseline="0" noProof="0">
                <a:latin typeface="Times New Roman" panose="02020603050405020304" pitchFamily="18" charset="0"/>
                <a:ea typeface="楷体" panose="02010609060101010101" pitchFamily="49" charset="-122"/>
                <a:cs typeface="+mn-cs"/>
              </a:rPr>
              <a:t>)</a:t>
            </a:r>
            <a:r>
              <a:rPr kumimoji="0" lang="zh-CN" altLang="en-US" sz="2000" b="1" kern="1200" cap="none" spc="0" normalizeH="0" baseline="0" noProof="0">
                <a:latin typeface="华文楷体" panose="02010600040101010101" pitchFamily="2" charset="-122"/>
                <a:ea typeface="华文楷体" panose="02010600040101010101" pitchFamily="2" charset="-122"/>
                <a:cs typeface="+mn-cs"/>
              </a:rPr>
              <a:t>非空且不在</a:t>
            </a:r>
            <a:r>
              <a:rPr kumimoji="0" lang="en-US" altLang="zh-CN" sz="2000" b="1" i="1" kern="1200" cap="none" spc="0" normalizeH="0" baseline="0" noProof="0">
                <a:latin typeface="Times New Roman" panose="02020603050405020304" pitchFamily="18" charset="0"/>
                <a:ea typeface="楷体" panose="02010609060101010101" pitchFamily="49" charset="-122"/>
                <a:cs typeface="+mn-cs"/>
              </a:rPr>
              <a:t>C</a:t>
            </a:r>
            <a:r>
              <a:rPr kumimoji="0" lang="zh-CN" altLang="en-US" sz="2000" b="1" kern="1200" cap="none" spc="0" normalizeH="0" baseline="0" noProof="0">
                <a:latin typeface="华文楷体" panose="02010600040101010101" pitchFamily="2" charset="-122"/>
                <a:ea typeface="华文楷体" panose="02010600040101010101" pitchFamily="2" charset="-122"/>
                <a:cs typeface="+mn-cs"/>
              </a:rPr>
              <a:t>中</a:t>
            </a:r>
            <a:r>
              <a:rPr kumimoji="0" lang="en-US" altLang="zh-CN" sz="2000" b="1" kern="1200" cap="none" spc="0" normalizeH="0" baseline="0" noProof="0">
                <a:latin typeface="Times New Roman" panose="02020603050405020304" pitchFamily="18" charset="0"/>
                <a:ea typeface="楷体" panose="02010609060101010101" pitchFamily="49" charset="-122"/>
                <a:cs typeface="+mn-cs"/>
              </a:rPr>
              <a:t>)</a:t>
            </a:r>
            <a:endParaRPr kumimoji="0" lang="zh-CN" altLang="en-US" sz="2000" b="1" kern="1200" cap="none" spc="0" normalizeH="0" baseline="0" noProof="0">
              <a:latin typeface="Times New Roman" panose="02020603050405020304" pitchFamily="18" charset="0"/>
              <a:ea typeface="楷体" panose="02010609060101010101" pitchFamily="49" charset="-122"/>
              <a:cs typeface="+mn-cs"/>
            </a:endParaRPr>
          </a:p>
          <a:p>
            <a:pPr marL="273050" marR="0" indent="-273050" defTabSz="914400" eaLnBrk="1" hangingPunct="1">
              <a:lnSpc>
                <a:spcPts val="1800"/>
              </a:lnSpc>
              <a:spcBef>
                <a:spcPct val="20000"/>
              </a:spcBef>
              <a:buClrTx/>
              <a:buSzPct val="100000"/>
              <a:buFont typeface="Symbol" panose="05050102010706020507" pitchFamily="18" charset="2"/>
              <a:buNone/>
              <a:defRPr/>
            </a:pPr>
            <a:r>
              <a:rPr kumimoji="0" lang="zh-CN" altLang="en-US" sz="2000" b="1" kern="1200" cap="none" spc="0" normalizeH="0" baseline="0" noProof="0">
                <a:latin typeface="华文楷体" panose="02010600040101010101" pitchFamily="2" charset="-122"/>
                <a:ea typeface="华文楷体" panose="02010600040101010101" pitchFamily="2" charset="-122"/>
                <a:cs typeface="+mn-cs"/>
              </a:rPr>
              <a:t>                                             将</a:t>
            </a:r>
            <a:r>
              <a:rPr kumimoji="0" lang="en-US" altLang="zh-CN" sz="2000" b="1" kern="1200" cap="none" spc="0" normalizeH="0" baseline="0" noProof="0">
                <a:latin typeface="Times New Roman" panose="02020603050405020304" pitchFamily="18" charset="0"/>
                <a:ea typeface="华文楷体" panose="02010600040101010101" pitchFamily="2" charset="-122"/>
                <a:cs typeface="+mn-cs"/>
              </a:rPr>
              <a:t>GOTO</a:t>
            </a:r>
            <a:r>
              <a:rPr kumimoji="0" lang="en-US" altLang="zh-CN" sz="2000" b="1" kern="1200" cap="none" spc="0" normalizeH="0" baseline="0" noProof="0">
                <a:latin typeface="Times New Roman" panose="02020603050405020304" pitchFamily="18" charset="0"/>
                <a:ea typeface="楷体" panose="02010609060101010101" pitchFamily="49" charset="-122"/>
                <a:cs typeface="+mn-cs"/>
              </a:rPr>
              <a:t> ( </a:t>
            </a:r>
            <a:r>
              <a:rPr kumimoji="0" lang="en-US" altLang="zh-CN" sz="2000" b="1" i="1" kern="1200" cap="none" spc="0" normalizeH="0" baseline="0" noProof="0">
                <a:latin typeface="Times New Roman" panose="02020603050405020304" pitchFamily="18" charset="0"/>
                <a:ea typeface="楷体" panose="02010609060101010101" pitchFamily="49" charset="-122"/>
                <a:cs typeface="+mn-cs"/>
              </a:rPr>
              <a:t>I</a:t>
            </a:r>
            <a:r>
              <a:rPr kumimoji="0" lang="zh-CN" altLang="en-US" sz="2000" b="1" kern="1200" cap="none" spc="0" normalizeH="0" baseline="0" noProof="0">
                <a:latin typeface="Times New Roman" panose="02020603050405020304" pitchFamily="18" charset="0"/>
                <a:ea typeface="楷体" panose="02010609060101010101" pitchFamily="49" charset="-122"/>
                <a:cs typeface="+mn-cs"/>
              </a:rPr>
              <a:t>，</a:t>
            </a:r>
            <a:r>
              <a:rPr kumimoji="0" lang="en-US" altLang="zh-CN" sz="2000" b="1" i="1" kern="1200" cap="none" spc="0" normalizeH="0" baseline="0" noProof="0">
                <a:latin typeface="Times New Roman" panose="02020603050405020304" pitchFamily="18" charset="0"/>
                <a:ea typeface="楷体" panose="02010609060101010101" pitchFamily="49" charset="-122"/>
                <a:cs typeface="+mn-cs"/>
              </a:rPr>
              <a:t>X</a:t>
            </a:r>
            <a:r>
              <a:rPr kumimoji="0" lang="zh-CN" altLang="en-US" sz="2000" b="1" i="1" kern="1200" cap="none" spc="0" normalizeH="0" baseline="0" noProof="0">
                <a:latin typeface="华文楷体" panose="02010600040101010101" pitchFamily="2" charset="-122"/>
                <a:ea typeface="宋体" panose="02010600030101010101" pitchFamily="2" charset="-122"/>
                <a:cs typeface="+mn-cs"/>
              </a:rPr>
              <a:t> </a:t>
            </a:r>
            <a:r>
              <a:rPr kumimoji="0" lang="en-US" altLang="zh-CN" sz="2000" b="1" kern="1200" cap="none" spc="0" normalizeH="0" baseline="0" noProof="0">
                <a:latin typeface="Times New Roman" panose="02020603050405020304" pitchFamily="18" charset="0"/>
                <a:ea typeface="楷体" panose="02010609060101010101" pitchFamily="49" charset="-122"/>
                <a:cs typeface="+mn-cs"/>
              </a:rPr>
              <a:t>)</a:t>
            </a:r>
            <a:r>
              <a:rPr kumimoji="0" lang="zh-CN" altLang="en-US" sz="2000" b="1" kern="1200" cap="none" spc="0" normalizeH="0" baseline="0" noProof="0">
                <a:latin typeface="华文楷体" panose="02010600040101010101" pitchFamily="2" charset="-122"/>
                <a:ea typeface="华文楷体" panose="02010600040101010101" pitchFamily="2" charset="-122"/>
                <a:cs typeface="+mn-cs"/>
              </a:rPr>
              <a:t>加入</a:t>
            </a:r>
            <a:r>
              <a:rPr kumimoji="0" lang="en-US" altLang="zh-CN" sz="2000" b="1" i="1" kern="1200" cap="none" spc="0" normalizeH="0" baseline="0" noProof="0">
                <a:latin typeface="Times New Roman" panose="02020603050405020304" pitchFamily="18" charset="0"/>
                <a:ea typeface="楷体" panose="02010609060101010101" pitchFamily="49" charset="-122"/>
                <a:cs typeface="+mn-cs"/>
              </a:rPr>
              <a:t>C</a:t>
            </a:r>
            <a:r>
              <a:rPr kumimoji="0" lang="zh-CN" altLang="en-US" sz="2000" b="1" kern="1200" cap="none" spc="0" normalizeH="0" baseline="0" noProof="0">
                <a:latin typeface="华文楷体" panose="02010600040101010101" pitchFamily="2" charset="-122"/>
                <a:ea typeface="华文楷体" panose="02010600040101010101" pitchFamily="2" charset="-122"/>
                <a:cs typeface="+mn-cs"/>
              </a:rPr>
              <a:t>中</a:t>
            </a:r>
            <a:r>
              <a:rPr kumimoji="0" lang="zh-CN" altLang="en-US" sz="2000" b="1" kern="1200" cap="none" spc="0" normalizeH="0" baseline="0" noProof="0">
                <a:latin typeface="Times New Roman" panose="02020603050405020304" pitchFamily="18" charset="0"/>
                <a:ea typeface="楷体" panose="02010609060101010101" pitchFamily="49" charset="-122"/>
                <a:cs typeface="+mn-cs"/>
              </a:rPr>
              <a:t>；</a:t>
            </a:r>
          </a:p>
          <a:p>
            <a:pPr marL="273050" marR="0" indent="-273050" defTabSz="914400" eaLnBrk="1" hangingPunct="1">
              <a:lnSpc>
                <a:spcPts val="1800"/>
              </a:lnSpc>
              <a:spcBef>
                <a:spcPct val="20000"/>
              </a:spcBef>
              <a:buClrTx/>
              <a:buSzPct val="100000"/>
              <a:buFont typeface="Symbol" panose="05050102010706020507" pitchFamily="18" charset="2"/>
              <a:buNone/>
              <a:defRPr/>
            </a:pPr>
            <a:r>
              <a:rPr kumimoji="0" lang="zh-CN" altLang="en-US" sz="2000" b="1" kern="1200" cap="none" spc="0" normalizeH="0" baseline="0" noProof="0">
                <a:latin typeface="Times New Roman" panose="02020603050405020304" pitchFamily="18" charset="0"/>
                <a:ea typeface="宋体" panose="02010600030101010101" pitchFamily="2" charset="-122"/>
                <a:cs typeface="+mn-cs"/>
              </a:rPr>
              <a:t>         </a:t>
            </a:r>
            <a:r>
              <a:rPr kumimoji="0" lang="en-US" altLang="zh-CN" sz="2000" b="1" kern="1200" cap="none" spc="0" normalizeH="0" baseline="0" noProof="0">
                <a:latin typeface="Times New Roman" panose="02020603050405020304" pitchFamily="18" charset="0"/>
                <a:ea typeface="宋体" panose="02010600030101010101" pitchFamily="2" charset="-122"/>
                <a:cs typeface="+mn-cs"/>
              </a:rPr>
              <a:t>until</a:t>
            </a:r>
            <a:r>
              <a:rPr kumimoji="0" lang="zh-CN" altLang="en-US" sz="2000" b="1" kern="1200" cap="none" spc="0" normalizeH="0" baseline="0" noProof="0">
                <a:latin typeface="华文楷体" panose="02010600040101010101" pitchFamily="2" charset="-122"/>
                <a:ea typeface="华文楷体" panose="02010600040101010101" pitchFamily="2" charset="-122"/>
                <a:cs typeface="+mn-cs"/>
              </a:rPr>
              <a:t>在某一轮中没有新的项集被加入到</a:t>
            </a:r>
            <a:r>
              <a:rPr kumimoji="0" lang="en-US" altLang="zh-CN" sz="2000" b="1" i="1" kern="1200" cap="none" spc="0" normalizeH="0" baseline="0" noProof="0">
                <a:latin typeface="Times New Roman" panose="02020603050405020304" pitchFamily="18" charset="0"/>
                <a:ea typeface="楷体" panose="02010609060101010101" pitchFamily="49" charset="-122"/>
                <a:cs typeface="+mn-cs"/>
              </a:rPr>
              <a:t>C</a:t>
            </a:r>
            <a:r>
              <a:rPr kumimoji="0" lang="zh-CN" altLang="en-US" sz="2000" b="1" kern="1200" cap="none" spc="0" normalizeH="0" baseline="0" noProof="0">
                <a:latin typeface="华文楷体" panose="02010600040101010101" pitchFamily="2" charset="-122"/>
                <a:ea typeface="华文楷体" panose="02010600040101010101" pitchFamily="2" charset="-122"/>
                <a:cs typeface="+mn-cs"/>
              </a:rPr>
              <a:t>中；</a:t>
            </a:r>
            <a:endParaRPr kumimoji="0" lang="en-US" altLang="zh-CN" sz="2000" b="1" kern="1200" cap="none" spc="0" normalizeH="0" baseline="0" noProof="0">
              <a:latin typeface="华文楷体" panose="02010600040101010101" pitchFamily="2" charset="-122"/>
              <a:ea typeface="华文楷体" panose="02010600040101010101" pitchFamily="2" charset="-122"/>
              <a:cs typeface="+mn-cs"/>
            </a:endParaRPr>
          </a:p>
          <a:p>
            <a:pPr marL="273050" marR="0" indent="-273050" defTabSz="914400" eaLnBrk="1" hangingPunct="1">
              <a:lnSpc>
                <a:spcPts val="1800"/>
              </a:lnSpc>
              <a:spcBef>
                <a:spcPct val="20000"/>
              </a:spcBef>
              <a:buClrTx/>
              <a:buSzPct val="100000"/>
              <a:buFont typeface="Symbol" panose="05050102010706020507" pitchFamily="18" charset="2"/>
              <a:buNone/>
              <a:defRPr/>
            </a:pPr>
            <a:r>
              <a:rPr kumimoji="0" lang="en-US" altLang="zh-CN" sz="2000" b="1" kern="1200" cap="none" spc="0" normalizeH="0" baseline="0" noProof="0">
                <a:latin typeface="Times New Roman" panose="02020603050405020304" pitchFamily="18" charset="0"/>
                <a:ea typeface="楷体" panose="02010609060101010101" pitchFamily="49" charset="-122"/>
                <a:cs typeface="+mn-cs"/>
              </a:rPr>
              <a:t>}</a:t>
            </a:r>
          </a:p>
        </p:txBody>
      </p:sp>
      <p:sp>
        <p:nvSpPr>
          <p:cNvPr id="88069" name="矩形 1"/>
          <p:cNvSpPr/>
          <p:nvPr/>
        </p:nvSpPr>
        <p:spPr>
          <a:xfrm>
            <a:off x="1244600" y="1519238"/>
            <a:ext cx="6481763" cy="476250"/>
          </a:xfrm>
          <a:prstGeom prst="rect">
            <a:avLst/>
          </a:prstGeom>
          <a:solidFill>
            <a:schemeClr val="bg1"/>
          </a:solidFill>
          <a:ln w="9525">
            <a:noFill/>
          </a:ln>
        </p:spPr>
        <p:txBody>
          <a:bodyPr>
            <a:spAutoFit/>
          </a:bodyPr>
          <a:lstStyle/>
          <a:p>
            <a:pPr marL="303530" lvl="1" indent="0" eaLnBrk="1" hangingPunct="1">
              <a:lnSpc>
                <a:spcPts val="3000"/>
              </a:lnSpc>
              <a:spcBef>
                <a:spcPct val="20000"/>
              </a:spcBef>
              <a:buClr>
                <a:srgbClr val="000000"/>
              </a:buClr>
              <a:buSzPct val="100000"/>
              <a:buNone/>
            </a:pPr>
            <a:r>
              <a:rPr lang="en-US" altLang="zh-CN" sz="2200" b="1" i="1" dirty="0">
                <a:solidFill>
                  <a:srgbClr val="000000"/>
                </a:solidFill>
                <a:latin typeface="Times New Roman" panose="02020603050405020304" pitchFamily="18" charset="0"/>
                <a:ea typeface="楷体_GB2312"/>
              </a:rPr>
              <a:t>C</a:t>
            </a:r>
            <a:r>
              <a:rPr lang="en-US" altLang="zh-CN" sz="2200" b="1" dirty="0">
                <a:solidFill>
                  <a:srgbClr val="000000"/>
                </a:solidFill>
                <a:latin typeface="Times New Roman" panose="02020603050405020304" pitchFamily="18" charset="0"/>
                <a:ea typeface="楷体_GB2312"/>
              </a:rPr>
              <a:t>={</a:t>
            </a:r>
            <a:r>
              <a:rPr lang="en-US" altLang="zh-CN" sz="2200" b="1" i="1" dirty="0">
                <a:solidFill>
                  <a:srgbClr val="000000"/>
                </a:solidFill>
                <a:latin typeface="Times New Roman" panose="02020603050405020304" pitchFamily="18" charset="0"/>
                <a:ea typeface="楷体_GB2312"/>
              </a:rPr>
              <a:t>I</a:t>
            </a:r>
            <a:r>
              <a:rPr lang="en-US" altLang="zh-CN" sz="2200" b="1" i="1" baseline="-25000" dirty="0">
                <a:solidFill>
                  <a:srgbClr val="000000"/>
                </a:solidFill>
                <a:latin typeface="Times New Roman" panose="02020603050405020304" pitchFamily="18" charset="0"/>
                <a:ea typeface="楷体_GB2312"/>
              </a:rPr>
              <a:t>0</a:t>
            </a:r>
            <a:r>
              <a:rPr lang="en-US" altLang="zh-CN" sz="2200" b="1" dirty="0">
                <a:solidFill>
                  <a:srgbClr val="000000"/>
                </a:solidFill>
                <a:latin typeface="Times New Roman" panose="02020603050405020304" pitchFamily="18" charset="0"/>
                <a:ea typeface="楷体_GB2312"/>
              </a:rPr>
              <a:t>}∪{</a:t>
            </a:r>
            <a:r>
              <a:rPr lang="en-US" altLang="zh-CN" sz="2200" b="1" i="1" dirty="0">
                <a:solidFill>
                  <a:srgbClr val="000000"/>
                </a:solidFill>
                <a:latin typeface="Times New Roman" panose="02020603050405020304" pitchFamily="18" charset="0"/>
                <a:ea typeface="楷体_GB2312"/>
              </a:rPr>
              <a:t>I </a:t>
            </a:r>
            <a:r>
              <a:rPr lang="en-US" altLang="zh-CN" sz="2200" b="1" dirty="0">
                <a:solidFill>
                  <a:srgbClr val="000000"/>
                </a:solidFill>
                <a:latin typeface="Times New Roman" panose="02020603050405020304" pitchFamily="18" charset="0"/>
                <a:ea typeface="楷体_GB2312"/>
              </a:rPr>
              <a:t>| </a:t>
            </a:r>
            <a:r>
              <a:rPr lang="en-US" altLang="zh-CN" sz="2200" b="1" dirty="0">
                <a:solidFill>
                  <a:srgbClr val="000000"/>
                </a:solidFill>
                <a:latin typeface="Times New Roman" panose="02020603050405020304" pitchFamily="18" charset="0"/>
                <a:ea typeface="楷体_GB2312"/>
                <a:sym typeface="Symbol" panose="05050102010706020507" pitchFamily="18" charset="2"/>
              </a:rPr>
              <a:t></a:t>
            </a:r>
            <a:r>
              <a:rPr lang="en-US" altLang="zh-CN" sz="2200" b="1" i="1" dirty="0">
                <a:solidFill>
                  <a:srgbClr val="000000"/>
                </a:solidFill>
                <a:latin typeface="Times New Roman" panose="02020603050405020304" pitchFamily="18" charset="0"/>
                <a:ea typeface="楷体_GB2312"/>
              </a:rPr>
              <a:t>J</a:t>
            </a:r>
            <a:r>
              <a:rPr lang="en-US" altLang="zh-CN" sz="2200" b="1" dirty="0">
                <a:solidFill>
                  <a:srgbClr val="000000"/>
                </a:solidFill>
                <a:latin typeface="Times New Roman" panose="02020603050405020304" pitchFamily="18" charset="0"/>
                <a:ea typeface="楷体_GB2312"/>
              </a:rPr>
              <a:t>∈</a:t>
            </a:r>
            <a:r>
              <a:rPr lang="en-US" altLang="zh-CN" sz="2200" b="1" i="1" dirty="0">
                <a:solidFill>
                  <a:srgbClr val="000000"/>
                </a:solidFill>
                <a:latin typeface="Times New Roman" panose="02020603050405020304" pitchFamily="18" charset="0"/>
                <a:ea typeface="楷体_GB2312"/>
              </a:rPr>
              <a:t>C</a:t>
            </a:r>
            <a:r>
              <a:rPr lang="en-US" altLang="zh-CN" sz="2200" b="1" dirty="0">
                <a:solidFill>
                  <a:srgbClr val="000000"/>
                </a:solidFill>
                <a:latin typeface="Times New Roman" panose="02020603050405020304" pitchFamily="18" charset="0"/>
                <a:ea typeface="楷体_GB2312"/>
              </a:rPr>
              <a:t>, </a:t>
            </a:r>
            <a:r>
              <a:rPr lang="en-US" altLang="zh-CN" sz="2200" b="1" i="1" dirty="0">
                <a:solidFill>
                  <a:srgbClr val="000000"/>
                </a:solidFill>
                <a:latin typeface="Times New Roman" panose="02020603050405020304" pitchFamily="18" charset="0"/>
                <a:ea typeface="楷体_GB2312"/>
              </a:rPr>
              <a:t>X</a:t>
            </a:r>
            <a:r>
              <a:rPr lang="en-US" altLang="zh-CN" sz="2200" b="1" dirty="0">
                <a:solidFill>
                  <a:srgbClr val="000000"/>
                </a:solidFill>
                <a:latin typeface="Times New Roman" panose="02020603050405020304" pitchFamily="18" charset="0"/>
                <a:ea typeface="楷体_GB2312"/>
              </a:rPr>
              <a:t>∈</a:t>
            </a:r>
            <a:r>
              <a:rPr lang="en-US" altLang="zh-CN" sz="2200" b="1" i="1" dirty="0">
                <a:solidFill>
                  <a:srgbClr val="000000"/>
                </a:solidFill>
                <a:latin typeface="Times New Roman" panose="02020603050405020304" pitchFamily="18" charset="0"/>
                <a:ea typeface="楷体_GB2312"/>
              </a:rPr>
              <a:t>V</a:t>
            </a:r>
            <a:r>
              <a:rPr lang="en-US" altLang="zh-CN" sz="2200" b="1" i="1" baseline="-25000" dirty="0">
                <a:solidFill>
                  <a:srgbClr val="000000"/>
                </a:solidFill>
                <a:latin typeface="Times New Roman" panose="02020603050405020304" pitchFamily="18" charset="0"/>
                <a:ea typeface="楷体_GB2312"/>
              </a:rPr>
              <a:t>N</a:t>
            </a:r>
            <a:r>
              <a:rPr lang="en-US" altLang="zh-CN" sz="2200" b="1" dirty="0">
                <a:solidFill>
                  <a:srgbClr val="000000"/>
                </a:solidFill>
                <a:latin typeface="Times New Roman" panose="02020603050405020304" pitchFamily="18" charset="0"/>
                <a:ea typeface="楷体_GB2312"/>
              </a:rPr>
              <a:t>∪</a:t>
            </a:r>
            <a:r>
              <a:rPr lang="en-US" altLang="zh-CN" sz="2200" b="1" i="1" dirty="0">
                <a:solidFill>
                  <a:srgbClr val="000000"/>
                </a:solidFill>
                <a:latin typeface="Times New Roman" panose="02020603050405020304" pitchFamily="18" charset="0"/>
                <a:ea typeface="楷体_GB2312"/>
              </a:rPr>
              <a:t>V</a:t>
            </a:r>
            <a:r>
              <a:rPr lang="en-US" altLang="zh-CN" sz="2200" b="1" i="1" baseline="-25000" dirty="0">
                <a:solidFill>
                  <a:srgbClr val="000000"/>
                </a:solidFill>
                <a:latin typeface="Times New Roman" panose="02020603050405020304" pitchFamily="18" charset="0"/>
                <a:ea typeface="楷体_GB2312"/>
              </a:rPr>
              <a:t>T</a:t>
            </a:r>
            <a:r>
              <a:rPr lang="zh-CN" altLang="en-US" sz="2200" b="1" i="1" baseline="-25000" dirty="0">
                <a:solidFill>
                  <a:srgbClr val="000000"/>
                </a:solidFill>
                <a:latin typeface="Times New Roman" panose="02020603050405020304" pitchFamily="18" charset="0"/>
                <a:ea typeface="楷体_GB2312"/>
              </a:rPr>
              <a:t> </a:t>
            </a:r>
            <a:r>
              <a:rPr lang="en-US" altLang="zh-CN" sz="2200" b="1" dirty="0">
                <a:solidFill>
                  <a:srgbClr val="000000"/>
                </a:solidFill>
                <a:latin typeface="Times New Roman" panose="02020603050405020304" pitchFamily="18" charset="0"/>
                <a:ea typeface="楷体_GB2312"/>
              </a:rPr>
              <a:t>, </a:t>
            </a:r>
            <a:r>
              <a:rPr lang="en-US" altLang="zh-CN" sz="2200" b="1" i="1" dirty="0">
                <a:solidFill>
                  <a:srgbClr val="000000"/>
                </a:solidFill>
                <a:latin typeface="Times New Roman" panose="02020603050405020304" pitchFamily="18" charset="0"/>
                <a:ea typeface="楷体_GB2312"/>
              </a:rPr>
              <a:t>I</a:t>
            </a:r>
            <a:r>
              <a:rPr lang="en-US" altLang="zh-CN" sz="2200" b="1" dirty="0">
                <a:solidFill>
                  <a:srgbClr val="000000"/>
                </a:solidFill>
                <a:latin typeface="Times New Roman" panose="02020603050405020304" pitchFamily="18" charset="0"/>
                <a:ea typeface="楷体_GB2312"/>
              </a:rPr>
              <a:t>=</a:t>
            </a:r>
            <a:r>
              <a:rPr lang="en-US" altLang="zh-CN" sz="2200" b="1" i="1" dirty="0">
                <a:solidFill>
                  <a:srgbClr val="000000"/>
                </a:solidFill>
                <a:latin typeface="Times New Roman" panose="02020603050405020304" pitchFamily="18" charset="0"/>
                <a:ea typeface="楷体_GB2312"/>
              </a:rPr>
              <a:t>GOTO</a:t>
            </a:r>
            <a:r>
              <a:rPr lang="en-US" altLang="zh-CN" sz="2200" b="1" dirty="0">
                <a:solidFill>
                  <a:srgbClr val="000000"/>
                </a:solidFill>
                <a:latin typeface="Times New Roman" panose="02020603050405020304" pitchFamily="18" charset="0"/>
                <a:ea typeface="楷体_GB2312"/>
              </a:rPr>
              <a:t>(</a:t>
            </a:r>
            <a:r>
              <a:rPr lang="en-US" altLang="zh-CN" sz="2200" b="1" i="1" dirty="0">
                <a:solidFill>
                  <a:srgbClr val="000000"/>
                </a:solidFill>
                <a:latin typeface="Times New Roman" panose="02020603050405020304" pitchFamily="18" charset="0"/>
                <a:ea typeface="楷体_GB2312"/>
              </a:rPr>
              <a:t>J</a:t>
            </a:r>
            <a:r>
              <a:rPr lang="zh-CN" altLang="en-US" sz="2200" b="1" i="1" dirty="0">
                <a:solidFill>
                  <a:srgbClr val="000000"/>
                </a:solidFill>
                <a:latin typeface="Times New Roman" panose="02020603050405020304" pitchFamily="18" charset="0"/>
                <a:ea typeface="楷体_GB2312"/>
              </a:rPr>
              <a:t> </a:t>
            </a:r>
            <a:r>
              <a:rPr lang="en-US" altLang="zh-CN" sz="2200" b="1" dirty="0">
                <a:solidFill>
                  <a:srgbClr val="000000"/>
                </a:solidFill>
                <a:latin typeface="Times New Roman" panose="02020603050405020304" pitchFamily="18" charset="0"/>
                <a:ea typeface="楷体_GB2312"/>
              </a:rPr>
              <a:t>,</a:t>
            </a:r>
            <a:r>
              <a:rPr lang="zh-CN" altLang="en-US" sz="2200" b="1" dirty="0">
                <a:solidFill>
                  <a:srgbClr val="000000"/>
                </a:solidFill>
                <a:latin typeface="Times New Roman" panose="02020603050405020304" pitchFamily="18" charset="0"/>
                <a:ea typeface="楷体_GB2312"/>
              </a:rPr>
              <a:t> </a:t>
            </a:r>
            <a:r>
              <a:rPr lang="en-US" altLang="zh-CN" sz="2200" b="1" i="1" dirty="0">
                <a:solidFill>
                  <a:srgbClr val="000000"/>
                </a:solidFill>
                <a:latin typeface="Times New Roman" panose="02020603050405020304" pitchFamily="18" charset="0"/>
                <a:ea typeface="楷体_GB2312"/>
              </a:rPr>
              <a:t>X</a:t>
            </a:r>
            <a:r>
              <a:rPr lang="en-US" altLang="zh-CN" sz="2200" b="1" dirty="0">
                <a:solidFill>
                  <a:srgbClr val="000000"/>
                </a:solidFill>
                <a:latin typeface="Times New Roman" panose="02020603050405020304" pitchFamily="18" charset="0"/>
                <a:ea typeface="楷体_GB2312"/>
              </a:rPr>
              <a:t>) }</a:t>
            </a:r>
            <a:endParaRPr lang="en-US" altLang="zh-CN" sz="22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内容占位符 2"/>
          <p:cNvSpPr>
            <a:spLocks noGrp="1"/>
          </p:cNvSpPr>
          <p:nvPr>
            <p:ph idx="1"/>
          </p:nvPr>
        </p:nvSpPr>
        <p:spPr>
          <a:xfrm>
            <a:off x="285750" y="857250"/>
            <a:ext cx="8699500" cy="3225800"/>
          </a:xfrm>
        </p:spPr>
        <p:txBody>
          <a:bodyPr vert="horz" wrap="square" lIns="91440" tIns="45720" rIns="91440" bIns="45720" anchor="t" anchorCtr="0"/>
          <a:lstStyle/>
          <a:p>
            <a:pPr eaLnBrk="1" hangingPunct="1">
              <a:lnSpc>
                <a:spcPts val="3300"/>
              </a:lnSpc>
              <a:buClr>
                <a:schemeClr val="tx1"/>
              </a:buClr>
              <a:buSzPct val="100000"/>
              <a:buFont typeface="Wingdings" panose="05000000000000000000" pitchFamily="2" charset="2"/>
              <a:buChar char="Ø"/>
            </a:pPr>
            <a:r>
              <a:rPr lang="zh-CN" altLang="en-US" sz="2500" b="1" kern="1200" dirty="0">
                <a:solidFill>
                  <a:schemeClr val="tx1"/>
                </a:solidFill>
                <a:latin typeface="Times New Roman" panose="02020603050405020304" pitchFamily="18" charset="0"/>
                <a:ea typeface="华文楷体" panose="02010600040101010101" pitchFamily="2" charset="-122"/>
                <a:cs typeface="+mn-cs"/>
              </a:rPr>
              <a:t>构造</a:t>
            </a:r>
            <a:r>
              <a:rPr lang="en-US" altLang="zh-CN" sz="2500" b="1" i="1" kern="1200" dirty="0">
                <a:solidFill>
                  <a:schemeClr val="tx1"/>
                </a:solidFill>
                <a:latin typeface="Times New Roman" panose="02020603050405020304" pitchFamily="18" charset="0"/>
                <a:ea typeface="楷体_GB2312"/>
                <a:cs typeface="+mn-cs"/>
              </a:rPr>
              <a:t>G'</a:t>
            </a:r>
            <a:r>
              <a:rPr lang="zh-CN" altLang="en-US" sz="2500" b="1" kern="1200" dirty="0">
                <a:solidFill>
                  <a:schemeClr val="tx1"/>
                </a:solidFill>
                <a:latin typeface="Times New Roman" panose="02020603050405020304" pitchFamily="18" charset="0"/>
                <a:ea typeface="华文楷体" panose="02010600040101010101" pitchFamily="2" charset="-122"/>
                <a:cs typeface="+mn-cs"/>
              </a:rPr>
              <a:t>的规范</a:t>
            </a:r>
            <a:r>
              <a:rPr lang="en-US" altLang="zh-CN" sz="2500" b="1" i="1" kern="1200" dirty="0">
                <a:solidFill>
                  <a:srgbClr val="2D83F4"/>
                </a:solidFill>
                <a:latin typeface="Times New Roman" panose="02020603050405020304" pitchFamily="18" charset="0"/>
                <a:ea typeface="华文楷体" panose="02010600040101010101" pitchFamily="2" charset="-122"/>
                <a:cs typeface="+mn-cs"/>
              </a:rPr>
              <a:t>LR</a:t>
            </a:r>
            <a:r>
              <a:rPr lang="en-US" altLang="zh-CN" sz="2500" b="1" kern="1200" dirty="0">
                <a:solidFill>
                  <a:srgbClr val="2D83F4"/>
                </a:solidFill>
                <a:latin typeface="Times New Roman" panose="02020603050405020304" pitchFamily="18" charset="0"/>
                <a:ea typeface="华文楷体" panose="02010600040101010101" pitchFamily="2" charset="-122"/>
                <a:cs typeface="+mn-cs"/>
              </a:rPr>
              <a:t>(0)</a:t>
            </a:r>
            <a:r>
              <a:rPr lang="zh-CN" altLang="en-US" sz="2500" b="1" kern="1200" dirty="0">
                <a:solidFill>
                  <a:schemeClr val="tx1"/>
                </a:solidFill>
                <a:latin typeface="Times New Roman" panose="02020603050405020304" pitchFamily="18" charset="0"/>
                <a:ea typeface="华文楷体" panose="02010600040101010101" pitchFamily="2" charset="-122"/>
                <a:cs typeface="+mn-cs"/>
              </a:rPr>
              <a:t>项集族</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C </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 { </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I</a:t>
            </a:r>
            <a:r>
              <a:rPr lang="en-US" altLang="zh-CN" sz="2500" b="1" kern="1200" baseline="-25000" dirty="0">
                <a:solidFill>
                  <a:schemeClr val="tx1"/>
                </a:solidFill>
                <a:latin typeface="Times New Roman" panose="02020603050405020304" pitchFamily="18" charset="0"/>
                <a:ea typeface="华文楷体" panose="02010600040101010101" pitchFamily="2" charset="-122"/>
                <a:cs typeface="+mn-cs"/>
              </a:rPr>
              <a:t>0</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 </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I</a:t>
            </a:r>
            <a:r>
              <a:rPr lang="en-US" altLang="zh-CN" sz="2500" b="1" kern="1200" baseline="-25000" dirty="0">
                <a:solidFill>
                  <a:schemeClr val="tx1"/>
                </a:solidFill>
                <a:latin typeface="Times New Roman" panose="02020603050405020304" pitchFamily="18" charset="0"/>
                <a:ea typeface="华文楷体" panose="02010600040101010101" pitchFamily="2" charset="-122"/>
                <a:cs typeface="+mn-cs"/>
              </a:rPr>
              <a:t>1</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 … , </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I</a:t>
            </a:r>
            <a:r>
              <a:rPr lang="en-US" altLang="zh-CN" sz="2500" b="1" i="1" kern="1200" baseline="-25000" dirty="0">
                <a:solidFill>
                  <a:schemeClr val="tx1"/>
                </a:solidFill>
                <a:latin typeface="Times New Roman" panose="02020603050405020304" pitchFamily="18" charset="0"/>
                <a:ea typeface="华文楷体" panose="02010600040101010101" pitchFamily="2" charset="-122"/>
                <a:cs typeface="+mn-cs"/>
              </a:rPr>
              <a:t>n</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a:t>
            </a:r>
          </a:p>
          <a:p>
            <a:pPr eaLnBrk="1" hangingPunct="1">
              <a:lnSpc>
                <a:spcPts val="3300"/>
              </a:lnSpc>
              <a:buClr>
                <a:schemeClr val="tx1"/>
              </a:buClr>
              <a:buSzPct val="100000"/>
              <a:buFont typeface="Wingdings" panose="05000000000000000000" pitchFamily="2" charset="2"/>
              <a:buChar char="Ø"/>
            </a:pPr>
            <a:r>
              <a:rPr lang="zh-CN" altLang="en-US" sz="2500" b="1" kern="1200" dirty="0">
                <a:solidFill>
                  <a:schemeClr val="tx1"/>
                </a:solidFill>
                <a:latin typeface="Times New Roman" panose="02020603050405020304" pitchFamily="18" charset="0"/>
                <a:ea typeface="华文楷体" panose="02010600040101010101" pitchFamily="2" charset="-122"/>
                <a:cs typeface="+mn-cs"/>
              </a:rPr>
              <a:t>令</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I</a:t>
            </a:r>
            <a:r>
              <a:rPr lang="en-US" altLang="zh-CN" sz="2500" b="1" i="1" kern="1200" baseline="-25000" dirty="0">
                <a:solidFill>
                  <a:schemeClr val="tx1"/>
                </a:solidFill>
                <a:latin typeface="Times New Roman" panose="02020603050405020304" pitchFamily="18" charset="0"/>
                <a:ea typeface="华文楷体" panose="02010600040101010101" pitchFamily="2" charset="-122"/>
                <a:cs typeface="+mn-cs"/>
              </a:rPr>
              <a:t>i</a:t>
            </a:r>
            <a:r>
              <a:rPr lang="zh-CN" altLang="en-US" sz="2500" b="1" kern="1200" dirty="0">
                <a:solidFill>
                  <a:schemeClr val="tx1"/>
                </a:solidFill>
                <a:latin typeface="Times New Roman" panose="02020603050405020304" pitchFamily="18" charset="0"/>
                <a:ea typeface="华文楷体" panose="02010600040101010101" pitchFamily="2" charset="-122"/>
                <a:cs typeface="+mn-cs"/>
              </a:rPr>
              <a:t>对应状态</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i</a:t>
            </a:r>
            <a:r>
              <a:rPr lang="zh-CN" altLang="en-US" sz="2500" b="1" kern="1200" dirty="0">
                <a:solidFill>
                  <a:schemeClr val="tx1"/>
                </a:solidFill>
                <a:latin typeface="Times New Roman" panose="02020603050405020304" pitchFamily="18" charset="0"/>
                <a:ea typeface="华文楷体" panose="02010600040101010101" pitchFamily="2" charset="-122"/>
                <a:cs typeface="+mn-cs"/>
              </a:rPr>
              <a:t>。状态</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i</a:t>
            </a:r>
            <a:r>
              <a:rPr lang="zh-CN" altLang="en-US" sz="2500" b="1" kern="1200" dirty="0">
                <a:solidFill>
                  <a:schemeClr val="tx1"/>
                </a:solidFill>
                <a:latin typeface="Times New Roman" panose="02020603050405020304" pitchFamily="18" charset="0"/>
                <a:ea typeface="华文楷体" panose="02010600040101010101" pitchFamily="2" charset="-122"/>
                <a:cs typeface="+mn-cs"/>
              </a:rPr>
              <a:t>的句法分析动作按照下面的方法决定：</a:t>
            </a:r>
            <a:endParaRPr lang="en-US" altLang="zh-CN" sz="2500" b="1" kern="1200" dirty="0">
              <a:solidFill>
                <a:schemeClr val="tx1"/>
              </a:solidFill>
              <a:latin typeface="Times New Roman" panose="02020603050405020304" pitchFamily="18" charset="0"/>
              <a:ea typeface="华文楷体" panose="02010600040101010101" pitchFamily="2" charset="-122"/>
              <a:cs typeface="+mn-cs"/>
            </a:endParaRPr>
          </a:p>
          <a:p>
            <a:pPr lvl="1" eaLnBrk="1" hangingPunct="1">
              <a:lnSpc>
                <a:spcPts val="3300"/>
              </a:lnSpc>
              <a:buClr>
                <a:schemeClr val="tx1"/>
              </a:buClr>
              <a:buSzPct val="100000"/>
              <a:buFont typeface="Wingdings" panose="05000000000000000000" pitchFamily="2" charset="2"/>
              <a:buChar char="Ø"/>
            </a:pPr>
            <a:r>
              <a:rPr lang="en-US" altLang="zh-CN" b="1" i="1" kern="1200" dirty="0">
                <a:solidFill>
                  <a:srgbClr val="2D83F4"/>
                </a:solidFill>
                <a:highlight>
                  <a:srgbClr val="FFFF00"/>
                </a:highlight>
                <a:latin typeface="Times New Roman" panose="02020603050405020304" pitchFamily="18" charset="0"/>
                <a:ea typeface="华文楷体" panose="02010600040101010101" pitchFamily="2" charset="-122"/>
                <a:cs typeface="+mn-cs"/>
              </a:rPr>
              <a:t> if </a:t>
            </a:r>
            <a:r>
              <a:rPr lang="en-US" altLang="zh-CN" b="1" i="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A</a:t>
            </a:r>
            <a:r>
              <a:rPr lang="en-US" altLang="zh-CN"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a:t>
            </a:r>
            <a:r>
              <a:rPr lang="en-US" altLang="zh-CN" b="1" i="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α</a:t>
            </a:r>
            <a:r>
              <a:rPr lang="en-US" altLang="zh-CN"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·a</a:t>
            </a:r>
            <a:r>
              <a:rPr lang="en-US" altLang="zh-CN" b="1" i="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β</a:t>
            </a:r>
            <a:r>
              <a:rPr lang="en-US" altLang="zh-CN"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a:t>
            </a:r>
            <a:r>
              <a:rPr lang="en-US" altLang="zh-CN" b="1" i="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I</a:t>
            </a:r>
            <a:r>
              <a:rPr lang="en-US" altLang="zh-CN" b="1" i="1" kern="1200" baseline="-25000" dirty="0">
                <a:solidFill>
                  <a:schemeClr val="tx1"/>
                </a:solidFill>
                <a:highlight>
                  <a:srgbClr val="FFFF00"/>
                </a:highlight>
                <a:latin typeface="Times New Roman" panose="02020603050405020304" pitchFamily="18" charset="0"/>
                <a:ea typeface="华文楷体" panose="02010600040101010101" pitchFamily="2" charset="-122"/>
                <a:cs typeface="+mn-cs"/>
              </a:rPr>
              <a:t>i</a:t>
            </a:r>
            <a:r>
              <a:rPr lang="en-US" altLang="zh-CN" b="1" kern="1200" baseline="-25000" dirty="0">
                <a:solidFill>
                  <a:schemeClr val="tx1"/>
                </a:solidFill>
                <a:highlight>
                  <a:srgbClr val="FFFF00"/>
                </a:highlight>
                <a:latin typeface="Times New Roman" panose="02020603050405020304" pitchFamily="18" charset="0"/>
                <a:ea typeface="华文楷体" panose="02010600040101010101" pitchFamily="2" charset="-122"/>
                <a:cs typeface="+mn-cs"/>
              </a:rPr>
              <a:t> </a:t>
            </a:r>
            <a:r>
              <a:rPr lang="en-US" altLang="zh-CN" b="1" i="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and GOTO</a:t>
            </a:r>
            <a:r>
              <a:rPr lang="en-US" altLang="zh-CN"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 </a:t>
            </a:r>
            <a:r>
              <a:rPr lang="en-US" altLang="zh-CN" b="1" i="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I</a:t>
            </a:r>
            <a:r>
              <a:rPr lang="en-US" altLang="zh-CN" b="1" i="1" kern="1200" baseline="-25000" dirty="0">
                <a:solidFill>
                  <a:schemeClr val="tx1"/>
                </a:solidFill>
                <a:highlight>
                  <a:srgbClr val="FFFF00"/>
                </a:highlight>
                <a:latin typeface="Times New Roman" panose="02020603050405020304" pitchFamily="18" charset="0"/>
                <a:ea typeface="华文楷体" panose="02010600040101010101" pitchFamily="2" charset="-122"/>
                <a:cs typeface="+mn-cs"/>
              </a:rPr>
              <a:t>i</a:t>
            </a:r>
            <a:r>
              <a:rPr lang="zh-CN" altLang="en-US" b="1" i="1" kern="1200" baseline="-25000" dirty="0">
                <a:solidFill>
                  <a:schemeClr val="tx1"/>
                </a:solidFill>
                <a:highlight>
                  <a:srgbClr val="FFFF00"/>
                </a:highlight>
                <a:latin typeface="Times New Roman" panose="02020603050405020304" pitchFamily="18" charset="0"/>
                <a:ea typeface="华文楷体" panose="02010600040101010101" pitchFamily="2" charset="-122"/>
                <a:cs typeface="+mn-cs"/>
              </a:rPr>
              <a:t> </a:t>
            </a:r>
            <a:r>
              <a:rPr lang="en-US" altLang="zh-CN"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 a )=</a:t>
            </a:r>
            <a:r>
              <a:rPr lang="en-US" altLang="zh-CN" b="1" i="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I</a:t>
            </a:r>
            <a:r>
              <a:rPr lang="en-US" altLang="zh-CN" b="1" i="1" kern="1200" baseline="-25000" dirty="0">
                <a:solidFill>
                  <a:schemeClr val="tx1"/>
                </a:solidFill>
                <a:highlight>
                  <a:srgbClr val="FFFF00"/>
                </a:highlight>
                <a:latin typeface="Times New Roman" panose="02020603050405020304" pitchFamily="18" charset="0"/>
                <a:ea typeface="华文楷体" panose="02010600040101010101" pitchFamily="2" charset="-122"/>
                <a:cs typeface="+mn-cs"/>
              </a:rPr>
              <a:t>j</a:t>
            </a:r>
            <a:r>
              <a:rPr lang="en-US" altLang="zh-CN" b="1" kern="1200" baseline="-25000" dirty="0">
                <a:solidFill>
                  <a:schemeClr val="tx1"/>
                </a:solidFill>
                <a:highlight>
                  <a:srgbClr val="FFFF00"/>
                </a:highlight>
                <a:latin typeface="Times New Roman" panose="02020603050405020304" pitchFamily="18" charset="0"/>
                <a:ea typeface="华文楷体" panose="02010600040101010101" pitchFamily="2" charset="-122"/>
                <a:cs typeface="+mn-cs"/>
              </a:rPr>
              <a:t> </a:t>
            </a:r>
            <a:r>
              <a:rPr lang="en-US" altLang="zh-CN" b="1" i="1" kern="1200" dirty="0">
                <a:solidFill>
                  <a:srgbClr val="2D83F4"/>
                </a:solidFill>
                <a:highlight>
                  <a:srgbClr val="FFFF00"/>
                </a:highlight>
                <a:latin typeface="Times New Roman" panose="02020603050405020304" pitchFamily="18" charset="0"/>
                <a:ea typeface="华文楷体" panose="02010600040101010101" pitchFamily="2" charset="-122"/>
                <a:cs typeface="+mn-cs"/>
              </a:rPr>
              <a:t>then </a:t>
            </a:r>
            <a:r>
              <a:rPr lang="en-US" altLang="zh-CN" b="1" i="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ACTION</a:t>
            </a:r>
            <a:r>
              <a:rPr lang="en-US" altLang="zh-CN"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 </a:t>
            </a:r>
            <a:r>
              <a:rPr lang="en-US" altLang="zh-CN" b="1" i="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i</a:t>
            </a:r>
            <a:r>
              <a:rPr lang="en-US" altLang="zh-CN"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 a ]=sj</a:t>
            </a:r>
            <a:r>
              <a:rPr lang="en-US" altLang="zh-CN" b="1" kern="1200" baseline="-25000" dirty="0">
                <a:solidFill>
                  <a:schemeClr val="tx1"/>
                </a:solidFill>
                <a:highlight>
                  <a:srgbClr val="FFFF00"/>
                </a:highlight>
                <a:latin typeface="Times New Roman" panose="02020603050405020304" pitchFamily="18" charset="0"/>
                <a:ea typeface="华文楷体" panose="02010600040101010101" pitchFamily="2" charset="-122"/>
                <a:cs typeface="+mn-cs"/>
              </a:rPr>
              <a:t> </a:t>
            </a:r>
            <a:endParaRPr lang="en-US" altLang="zh-CN" b="1" kern="1200" dirty="0">
              <a:solidFill>
                <a:schemeClr val="tx1"/>
              </a:solidFill>
              <a:highlight>
                <a:srgbClr val="FFFF00"/>
              </a:highlight>
              <a:latin typeface="Times New Roman" panose="02020603050405020304" pitchFamily="18" charset="0"/>
              <a:ea typeface="华文楷体" panose="02010600040101010101" pitchFamily="2" charset="-122"/>
              <a:cs typeface="+mn-cs"/>
            </a:endParaRPr>
          </a:p>
          <a:p>
            <a:pPr lvl="1" eaLnBrk="1" hangingPunct="1">
              <a:lnSpc>
                <a:spcPts val="3300"/>
              </a:lnSpc>
              <a:buClr>
                <a:schemeClr val="tx1"/>
              </a:buClr>
              <a:buSzPct val="100000"/>
              <a:buFont typeface="Wingdings" panose="05000000000000000000" pitchFamily="2" charset="2"/>
              <a:buChar char="Ø"/>
            </a:pPr>
            <a:r>
              <a:rPr lang="en-US" altLang="zh-CN" b="1" i="1" kern="1200" dirty="0">
                <a:solidFill>
                  <a:srgbClr val="2D83F4"/>
                </a:solidFill>
                <a:highlight>
                  <a:srgbClr val="FFFF00"/>
                </a:highlight>
                <a:latin typeface="Times New Roman" panose="02020603050405020304" pitchFamily="18" charset="0"/>
                <a:ea typeface="华文楷体" panose="02010600040101010101" pitchFamily="2" charset="-122"/>
                <a:cs typeface="+mn-cs"/>
              </a:rPr>
              <a:t> </a:t>
            </a:r>
            <a:r>
              <a:rPr lang="en-US" altLang="zh-CN" b="1" i="1" kern="1200" dirty="0">
                <a:solidFill>
                  <a:srgbClr val="2D83F4"/>
                </a:solidFill>
                <a:highlight>
                  <a:srgbClr val="FFFF00"/>
                </a:highlight>
                <a:latin typeface="Times New Roman" panose="02020603050405020304" pitchFamily="18" charset="0"/>
                <a:ea typeface="楷体_GB2312"/>
                <a:cs typeface="+mn-cs"/>
              </a:rPr>
              <a:t>if</a:t>
            </a:r>
            <a:r>
              <a:rPr lang="en-US" altLang="zh-CN" b="1" kern="1200" dirty="0">
                <a:solidFill>
                  <a:schemeClr val="tx1"/>
                </a:solidFill>
                <a:highlight>
                  <a:srgbClr val="FFFF00"/>
                </a:highlight>
                <a:latin typeface="Times New Roman" panose="02020603050405020304" pitchFamily="18" charset="0"/>
                <a:ea typeface="楷体_GB2312"/>
                <a:cs typeface="+mn-cs"/>
              </a:rPr>
              <a:t> </a:t>
            </a:r>
            <a:r>
              <a:rPr lang="en-US" altLang="zh-CN" b="1" i="1" kern="1200" dirty="0">
                <a:solidFill>
                  <a:schemeClr val="tx1"/>
                </a:solidFill>
                <a:highlight>
                  <a:srgbClr val="FFFF00"/>
                </a:highlight>
                <a:latin typeface="Times New Roman" panose="02020603050405020304" pitchFamily="18" charset="0"/>
                <a:ea typeface="楷体_GB2312"/>
                <a:cs typeface="+mn-cs"/>
              </a:rPr>
              <a:t>A</a:t>
            </a:r>
            <a:r>
              <a:rPr lang="en-US" altLang="zh-CN" b="1" kern="1200" dirty="0">
                <a:solidFill>
                  <a:schemeClr val="tx1"/>
                </a:solidFill>
                <a:highlight>
                  <a:srgbClr val="FFFF00"/>
                </a:highlight>
                <a:latin typeface="Times New Roman" panose="02020603050405020304" pitchFamily="18" charset="0"/>
                <a:ea typeface="楷体_GB2312"/>
                <a:cs typeface="+mn-cs"/>
              </a:rPr>
              <a:t>→</a:t>
            </a:r>
            <a:r>
              <a:rPr lang="en-US" altLang="zh-CN" b="1" i="1" kern="1200" dirty="0">
                <a:solidFill>
                  <a:schemeClr val="tx1"/>
                </a:solidFill>
                <a:highlight>
                  <a:srgbClr val="FFFF00"/>
                </a:highlight>
                <a:latin typeface="Times New Roman" panose="02020603050405020304" pitchFamily="18" charset="0"/>
                <a:ea typeface="楷体_GB2312"/>
                <a:cs typeface="+mn-cs"/>
              </a:rPr>
              <a:t>α</a:t>
            </a:r>
            <a:r>
              <a:rPr lang="en-US" altLang="zh-CN" b="1" kern="1200" dirty="0">
                <a:solidFill>
                  <a:schemeClr val="tx1"/>
                </a:solidFill>
                <a:highlight>
                  <a:srgbClr val="FFFF00"/>
                </a:highlight>
                <a:latin typeface="Times New Roman" panose="02020603050405020304" pitchFamily="18" charset="0"/>
                <a:ea typeface="楷体_GB2312"/>
                <a:cs typeface="+mn-cs"/>
              </a:rPr>
              <a:t>.</a:t>
            </a:r>
            <a:r>
              <a:rPr lang="en-US" altLang="zh-CN" b="1" i="1" kern="1200" dirty="0">
                <a:solidFill>
                  <a:schemeClr val="tx1"/>
                </a:solidFill>
                <a:highlight>
                  <a:srgbClr val="FFFF00"/>
                </a:highlight>
                <a:latin typeface="Times New Roman" panose="02020603050405020304" pitchFamily="18" charset="0"/>
                <a:ea typeface="楷体_GB2312"/>
                <a:cs typeface="+mn-cs"/>
              </a:rPr>
              <a:t>Bβ</a:t>
            </a:r>
            <a:r>
              <a:rPr lang="en-US" altLang="zh-CN" b="1" kern="1200" dirty="0">
                <a:solidFill>
                  <a:schemeClr val="tx1"/>
                </a:solidFill>
                <a:highlight>
                  <a:srgbClr val="FFFF00"/>
                </a:highlight>
                <a:latin typeface="Times New Roman" panose="02020603050405020304" pitchFamily="18" charset="0"/>
                <a:ea typeface="楷体_GB2312"/>
                <a:cs typeface="+mn-cs"/>
              </a:rPr>
              <a:t>∈</a:t>
            </a:r>
            <a:r>
              <a:rPr lang="en-US" altLang="zh-CN" b="1" i="1" kern="1200" dirty="0">
                <a:solidFill>
                  <a:schemeClr val="tx1"/>
                </a:solidFill>
                <a:highlight>
                  <a:srgbClr val="FFFF00"/>
                </a:highlight>
                <a:latin typeface="Times New Roman" panose="02020603050405020304" pitchFamily="18" charset="0"/>
                <a:ea typeface="楷体_GB2312"/>
                <a:cs typeface="+mn-cs"/>
              </a:rPr>
              <a:t>I</a:t>
            </a:r>
            <a:r>
              <a:rPr lang="en-US" altLang="zh-CN" b="1" i="1" kern="1200" baseline="-25000" dirty="0">
                <a:solidFill>
                  <a:schemeClr val="tx1"/>
                </a:solidFill>
                <a:highlight>
                  <a:srgbClr val="FFFF00"/>
                </a:highlight>
                <a:latin typeface="Times New Roman" panose="02020603050405020304" pitchFamily="18" charset="0"/>
                <a:ea typeface="楷体_GB2312"/>
                <a:cs typeface="+mn-cs"/>
              </a:rPr>
              <a:t>i</a:t>
            </a:r>
            <a:r>
              <a:rPr lang="en-US" altLang="zh-CN" b="1" kern="1200" baseline="-25000" dirty="0">
                <a:solidFill>
                  <a:schemeClr val="tx1"/>
                </a:solidFill>
                <a:highlight>
                  <a:srgbClr val="FFFF00"/>
                </a:highlight>
                <a:latin typeface="Times New Roman" panose="02020603050405020304" pitchFamily="18" charset="0"/>
                <a:ea typeface="楷体_GB2312"/>
                <a:cs typeface="+mn-cs"/>
              </a:rPr>
              <a:t> </a:t>
            </a:r>
            <a:r>
              <a:rPr lang="en-US" altLang="zh-CN" b="1" i="1" kern="1200" dirty="0">
                <a:solidFill>
                  <a:schemeClr val="tx1"/>
                </a:solidFill>
                <a:highlight>
                  <a:srgbClr val="FFFF00"/>
                </a:highlight>
                <a:latin typeface="Times New Roman" panose="02020603050405020304" pitchFamily="18" charset="0"/>
                <a:ea typeface="楷体_GB2312"/>
                <a:cs typeface="+mn-cs"/>
              </a:rPr>
              <a:t>and GOTO</a:t>
            </a:r>
            <a:r>
              <a:rPr lang="en-US" altLang="zh-CN" b="1" kern="1200" dirty="0">
                <a:solidFill>
                  <a:schemeClr val="tx1"/>
                </a:solidFill>
                <a:highlight>
                  <a:srgbClr val="FFFF00"/>
                </a:highlight>
                <a:latin typeface="Times New Roman" panose="02020603050405020304" pitchFamily="18" charset="0"/>
                <a:ea typeface="楷体_GB2312"/>
                <a:cs typeface="+mn-cs"/>
              </a:rPr>
              <a:t>( </a:t>
            </a:r>
            <a:r>
              <a:rPr lang="en-US" altLang="zh-CN" b="1" i="1" kern="1200" dirty="0">
                <a:solidFill>
                  <a:schemeClr val="tx1"/>
                </a:solidFill>
                <a:highlight>
                  <a:srgbClr val="FFFF00"/>
                </a:highlight>
                <a:latin typeface="Times New Roman" panose="02020603050405020304" pitchFamily="18" charset="0"/>
                <a:ea typeface="楷体_GB2312"/>
                <a:cs typeface="+mn-cs"/>
              </a:rPr>
              <a:t>I</a:t>
            </a:r>
            <a:r>
              <a:rPr lang="en-US" altLang="zh-CN" b="1" i="1" kern="1200" baseline="-25000" dirty="0">
                <a:solidFill>
                  <a:schemeClr val="tx1"/>
                </a:solidFill>
                <a:highlight>
                  <a:srgbClr val="FFFF00"/>
                </a:highlight>
                <a:latin typeface="Times New Roman" panose="02020603050405020304" pitchFamily="18" charset="0"/>
                <a:ea typeface="楷体_GB2312"/>
                <a:cs typeface="+mn-cs"/>
              </a:rPr>
              <a:t>i</a:t>
            </a:r>
            <a:r>
              <a:rPr lang="zh-CN" altLang="en-US" b="1" i="1" kern="1200" baseline="-25000" dirty="0">
                <a:solidFill>
                  <a:schemeClr val="tx1"/>
                </a:solidFill>
                <a:highlight>
                  <a:srgbClr val="FFFF00"/>
                </a:highlight>
                <a:latin typeface="Times New Roman" panose="02020603050405020304" pitchFamily="18" charset="0"/>
                <a:ea typeface="楷体_GB2312"/>
                <a:cs typeface="+mn-cs"/>
              </a:rPr>
              <a:t> </a:t>
            </a:r>
            <a:r>
              <a:rPr lang="en-US" altLang="zh-CN" b="1" kern="1200" dirty="0">
                <a:solidFill>
                  <a:schemeClr val="tx1"/>
                </a:solidFill>
                <a:highlight>
                  <a:srgbClr val="FFFF00"/>
                </a:highlight>
                <a:latin typeface="Times New Roman" panose="02020603050405020304" pitchFamily="18" charset="0"/>
                <a:ea typeface="楷体_GB2312"/>
                <a:cs typeface="+mn-cs"/>
              </a:rPr>
              <a:t>, </a:t>
            </a:r>
            <a:r>
              <a:rPr lang="en-US" altLang="zh-CN" b="1" i="1" kern="1200" dirty="0">
                <a:solidFill>
                  <a:schemeClr val="tx1"/>
                </a:solidFill>
                <a:highlight>
                  <a:srgbClr val="FFFF00"/>
                </a:highlight>
                <a:latin typeface="Times New Roman" panose="02020603050405020304" pitchFamily="18" charset="0"/>
                <a:ea typeface="楷体_GB2312"/>
                <a:cs typeface="+mn-cs"/>
              </a:rPr>
              <a:t>B </a:t>
            </a:r>
            <a:r>
              <a:rPr lang="en-US" altLang="zh-CN" b="1" kern="1200" dirty="0">
                <a:solidFill>
                  <a:schemeClr val="tx1"/>
                </a:solidFill>
                <a:highlight>
                  <a:srgbClr val="FFFF00"/>
                </a:highlight>
                <a:latin typeface="Times New Roman" panose="02020603050405020304" pitchFamily="18" charset="0"/>
                <a:ea typeface="楷体_GB2312"/>
                <a:cs typeface="+mn-cs"/>
              </a:rPr>
              <a:t>)=</a:t>
            </a:r>
            <a:r>
              <a:rPr lang="en-US" altLang="zh-CN" b="1" i="1" kern="1200" dirty="0">
                <a:solidFill>
                  <a:schemeClr val="tx1"/>
                </a:solidFill>
                <a:highlight>
                  <a:srgbClr val="FFFF00"/>
                </a:highlight>
                <a:latin typeface="Times New Roman" panose="02020603050405020304" pitchFamily="18" charset="0"/>
                <a:ea typeface="楷体_GB2312"/>
                <a:cs typeface="+mn-cs"/>
              </a:rPr>
              <a:t>I</a:t>
            </a:r>
            <a:r>
              <a:rPr lang="en-US" altLang="zh-CN" b="1" i="1" kern="1200" baseline="-25000" dirty="0">
                <a:solidFill>
                  <a:schemeClr val="tx1"/>
                </a:solidFill>
                <a:highlight>
                  <a:srgbClr val="FFFF00"/>
                </a:highlight>
                <a:latin typeface="Times New Roman" panose="02020603050405020304" pitchFamily="18" charset="0"/>
                <a:ea typeface="楷体_GB2312"/>
                <a:cs typeface="+mn-cs"/>
              </a:rPr>
              <a:t>j</a:t>
            </a:r>
            <a:r>
              <a:rPr lang="en-US" altLang="zh-CN" b="1" kern="1200" baseline="-25000" dirty="0">
                <a:solidFill>
                  <a:schemeClr val="tx1"/>
                </a:solidFill>
                <a:highlight>
                  <a:srgbClr val="FFFF00"/>
                </a:highlight>
                <a:latin typeface="Times New Roman" panose="02020603050405020304" pitchFamily="18" charset="0"/>
                <a:ea typeface="楷体_GB2312"/>
                <a:cs typeface="+mn-cs"/>
              </a:rPr>
              <a:t> </a:t>
            </a:r>
            <a:r>
              <a:rPr lang="en-US" altLang="zh-CN" b="1" i="1" kern="1200" dirty="0">
                <a:solidFill>
                  <a:srgbClr val="2D83F4"/>
                </a:solidFill>
                <a:highlight>
                  <a:srgbClr val="FFFF00"/>
                </a:highlight>
                <a:latin typeface="Times New Roman" panose="02020603050405020304" pitchFamily="18" charset="0"/>
                <a:ea typeface="楷体_GB2312"/>
                <a:cs typeface="+mn-cs"/>
              </a:rPr>
              <a:t>then</a:t>
            </a:r>
            <a:r>
              <a:rPr lang="en-US" altLang="zh-CN" b="1" i="1" kern="1200" dirty="0">
                <a:solidFill>
                  <a:schemeClr val="tx1"/>
                </a:solidFill>
                <a:highlight>
                  <a:srgbClr val="FFFF00"/>
                </a:highlight>
                <a:latin typeface="Times New Roman" panose="02020603050405020304" pitchFamily="18" charset="0"/>
                <a:ea typeface="楷体_GB2312"/>
                <a:cs typeface="+mn-cs"/>
              </a:rPr>
              <a:t> GOTO</a:t>
            </a:r>
            <a:r>
              <a:rPr lang="en-US" altLang="zh-CN" b="1" kern="1200" dirty="0">
                <a:solidFill>
                  <a:schemeClr val="tx1"/>
                </a:solidFill>
                <a:highlight>
                  <a:srgbClr val="FFFF00"/>
                </a:highlight>
                <a:latin typeface="Times New Roman" panose="02020603050405020304" pitchFamily="18" charset="0"/>
                <a:ea typeface="楷体_GB2312"/>
                <a:cs typeface="+mn-cs"/>
              </a:rPr>
              <a:t>[ </a:t>
            </a:r>
            <a:r>
              <a:rPr lang="en-US" altLang="zh-CN" b="1" i="1" kern="1200" dirty="0">
                <a:solidFill>
                  <a:schemeClr val="tx1"/>
                </a:solidFill>
                <a:highlight>
                  <a:srgbClr val="FFFF00"/>
                </a:highlight>
                <a:latin typeface="Times New Roman" panose="02020603050405020304" pitchFamily="18" charset="0"/>
                <a:ea typeface="楷体_GB2312"/>
                <a:cs typeface="+mn-cs"/>
              </a:rPr>
              <a:t>i</a:t>
            </a:r>
            <a:r>
              <a:rPr lang="en-US" altLang="zh-CN" b="1" kern="1200" dirty="0">
                <a:solidFill>
                  <a:schemeClr val="tx1"/>
                </a:solidFill>
                <a:highlight>
                  <a:srgbClr val="FFFF00"/>
                </a:highlight>
                <a:latin typeface="Times New Roman" panose="02020603050405020304" pitchFamily="18" charset="0"/>
                <a:ea typeface="楷体_GB2312"/>
                <a:cs typeface="+mn-cs"/>
              </a:rPr>
              <a:t>, </a:t>
            </a:r>
            <a:r>
              <a:rPr lang="en-US" altLang="zh-CN" b="1" i="1" kern="1200" dirty="0">
                <a:solidFill>
                  <a:schemeClr val="tx1"/>
                </a:solidFill>
                <a:highlight>
                  <a:srgbClr val="FFFF00"/>
                </a:highlight>
                <a:latin typeface="Times New Roman" panose="02020603050405020304" pitchFamily="18" charset="0"/>
                <a:ea typeface="楷体_GB2312"/>
                <a:cs typeface="+mn-cs"/>
              </a:rPr>
              <a:t>B </a:t>
            </a:r>
            <a:r>
              <a:rPr lang="en-US" altLang="zh-CN" b="1" kern="1200" dirty="0">
                <a:solidFill>
                  <a:schemeClr val="tx1"/>
                </a:solidFill>
                <a:highlight>
                  <a:srgbClr val="FFFF00"/>
                </a:highlight>
                <a:latin typeface="Times New Roman" panose="02020603050405020304" pitchFamily="18" charset="0"/>
                <a:ea typeface="楷体_GB2312"/>
                <a:cs typeface="+mn-cs"/>
              </a:rPr>
              <a:t>]=j</a:t>
            </a:r>
            <a:r>
              <a:rPr lang="en-US" altLang="zh-CN" b="1" kern="1200" baseline="-25000" dirty="0">
                <a:solidFill>
                  <a:schemeClr val="tx1"/>
                </a:solidFill>
                <a:highlight>
                  <a:srgbClr val="FFFF00"/>
                </a:highlight>
                <a:latin typeface="Times New Roman" panose="02020603050405020304" pitchFamily="18" charset="0"/>
                <a:ea typeface="楷体_GB2312"/>
                <a:cs typeface="+mn-cs"/>
              </a:rPr>
              <a:t> </a:t>
            </a:r>
            <a:endParaRPr lang="en-US" altLang="zh-CN" b="1" kern="1200" dirty="0">
              <a:solidFill>
                <a:schemeClr val="tx1"/>
              </a:solidFill>
              <a:highlight>
                <a:srgbClr val="FFFF00"/>
              </a:highlight>
              <a:latin typeface="Times New Roman" panose="02020603050405020304" pitchFamily="18" charset="0"/>
              <a:ea typeface="楷体_GB2312"/>
              <a:cs typeface="+mn-cs"/>
            </a:endParaRPr>
          </a:p>
          <a:p>
            <a:pPr lvl="1" eaLnBrk="1" hangingPunct="1">
              <a:lnSpc>
                <a:spcPts val="3300"/>
              </a:lnSpc>
              <a:buClr>
                <a:schemeClr val="tx1"/>
              </a:buClr>
              <a:buSzPct val="100000"/>
              <a:buFont typeface="Wingdings" panose="05000000000000000000" pitchFamily="2" charset="2"/>
              <a:buChar char="Ø"/>
            </a:pPr>
            <a:r>
              <a:rPr lang="en-US" altLang="zh-CN" b="1" i="1" kern="1200" dirty="0">
                <a:solidFill>
                  <a:srgbClr val="2D83F4"/>
                </a:solidFill>
                <a:highlight>
                  <a:srgbClr val="FFFF00"/>
                </a:highlight>
                <a:latin typeface="Times New Roman" panose="02020603050405020304" pitchFamily="18" charset="0"/>
                <a:ea typeface="华文楷体" panose="02010600040101010101" pitchFamily="2" charset="-122"/>
                <a:cs typeface="+mn-cs"/>
              </a:rPr>
              <a:t> if</a:t>
            </a:r>
            <a:r>
              <a:rPr lang="en-US" altLang="zh-CN" b="1" kern="1200" dirty="0">
                <a:solidFill>
                  <a:srgbClr val="2D83F4"/>
                </a:solidFill>
                <a:highlight>
                  <a:srgbClr val="FFFF00"/>
                </a:highlight>
                <a:latin typeface="Times New Roman" panose="02020603050405020304" pitchFamily="18" charset="0"/>
                <a:ea typeface="华文楷体" panose="02010600040101010101" pitchFamily="2" charset="-122"/>
                <a:cs typeface="+mn-cs"/>
              </a:rPr>
              <a:t> </a:t>
            </a:r>
            <a:r>
              <a:rPr lang="en-US" altLang="zh-CN" b="1" i="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A</a:t>
            </a:r>
            <a:r>
              <a:rPr lang="en-US" altLang="zh-CN"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a:t>
            </a:r>
            <a:r>
              <a:rPr lang="en-US" altLang="zh-CN" b="1" i="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α</a:t>
            </a:r>
            <a:r>
              <a:rPr lang="en-US" altLang="zh-CN"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a:t>
            </a:r>
            <a:r>
              <a:rPr lang="en-US" altLang="zh-CN" b="1" i="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I</a:t>
            </a:r>
            <a:r>
              <a:rPr lang="en-US" altLang="zh-CN" b="1" i="1" kern="1200" baseline="-25000" dirty="0">
                <a:solidFill>
                  <a:schemeClr val="tx1"/>
                </a:solidFill>
                <a:highlight>
                  <a:srgbClr val="FFFF00"/>
                </a:highlight>
                <a:latin typeface="Times New Roman" panose="02020603050405020304" pitchFamily="18" charset="0"/>
                <a:ea typeface="华文楷体" panose="02010600040101010101" pitchFamily="2" charset="-122"/>
                <a:cs typeface="+mn-cs"/>
              </a:rPr>
              <a:t>i</a:t>
            </a:r>
            <a:r>
              <a:rPr lang="en-US" altLang="zh-CN"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 </a:t>
            </a:r>
            <a:r>
              <a:rPr lang="zh-CN" altLang="en-US" sz="2500"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且</a:t>
            </a:r>
            <a:r>
              <a:rPr lang="en-US" altLang="zh-CN" b="1" i="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A </a:t>
            </a:r>
            <a:r>
              <a:rPr lang="en-US" altLang="zh-CN"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 </a:t>
            </a:r>
            <a:r>
              <a:rPr lang="en-US" altLang="zh-CN" b="1" i="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S' </a:t>
            </a:r>
            <a:r>
              <a:rPr lang="en-US" altLang="zh-CN" b="1" i="1" kern="1200" dirty="0">
                <a:solidFill>
                  <a:srgbClr val="2D83F4"/>
                </a:solidFill>
                <a:highlight>
                  <a:srgbClr val="FFFF00"/>
                </a:highlight>
                <a:latin typeface="Times New Roman" panose="02020603050405020304" pitchFamily="18" charset="0"/>
                <a:ea typeface="华文楷体" panose="02010600040101010101" pitchFamily="2" charset="-122"/>
                <a:cs typeface="+mn-cs"/>
              </a:rPr>
              <a:t>then</a:t>
            </a:r>
            <a:r>
              <a:rPr lang="en-US" altLang="zh-CN" b="1" i="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 for </a:t>
            </a:r>
            <a:r>
              <a:rPr lang="en-US" altLang="zh-CN" b="1" kern="1200" dirty="0">
                <a:solidFill>
                  <a:schemeClr val="tx1"/>
                </a:solidFill>
                <a:highlight>
                  <a:srgbClr val="FFFF00"/>
                </a:highlight>
                <a:latin typeface="Times New Roman" panose="02020603050405020304" pitchFamily="18" charset="0"/>
                <a:ea typeface="华文楷体" panose="02010600040101010101" pitchFamily="2" charset="-122"/>
                <a:cs typeface="+mn-cs"/>
                <a:sym typeface="Symbol" panose="05050102010706020507" pitchFamily="18" charset="2"/>
              </a:rPr>
              <a:t></a:t>
            </a:r>
            <a:r>
              <a:rPr lang="en-US" altLang="zh-CN"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a∈</a:t>
            </a:r>
            <a:r>
              <a:rPr lang="en-US" altLang="zh-CN" b="1" i="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V</a:t>
            </a:r>
            <a:r>
              <a:rPr lang="en-US" altLang="zh-CN" b="1" i="1" kern="1200" baseline="-25000" dirty="0">
                <a:solidFill>
                  <a:schemeClr val="tx1"/>
                </a:solidFill>
                <a:highlight>
                  <a:srgbClr val="FFFF00"/>
                </a:highlight>
                <a:latin typeface="Times New Roman" panose="02020603050405020304" pitchFamily="18" charset="0"/>
                <a:ea typeface="华文楷体" panose="02010600040101010101" pitchFamily="2" charset="-122"/>
                <a:cs typeface="+mn-cs"/>
              </a:rPr>
              <a:t>T</a:t>
            </a:r>
            <a:r>
              <a:rPr lang="en-US" altLang="zh-CN" b="1" kern="1200" dirty="0">
                <a:solidFill>
                  <a:schemeClr val="tx1"/>
                </a:solidFill>
                <a:highlight>
                  <a:srgbClr val="FFFF00"/>
                </a:highlight>
                <a:latin typeface="Times New Roman" panose="02020603050405020304" pitchFamily="18" charset="0"/>
                <a:ea typeface="华文楷体" panose="02010600040101010101" pitchFamily="2" charset="-122"/>
                <a:cs typeface="+mn-cs"/>
              </a:rPr>
              <a:t>∪{</a:t>
            </a:r>
            <a:r>
              <a:rPr lang="en-US" altLang="zh-CN" b="1" kern="1200" dirty="0">
                <a:solidFill>
                  <a:schemeClr val="tx1"/>
                </a:solidFill>
                <a:highlight>
                  <a:srgbClr val="FFFF00"/>
                </a:highlight>
                <a:latin typeface="华文楷体" panose="02010600040101010101" pitchFamily="2" charset="-122"/>
                <a:ea typeface="华文楷体" panose="02010600040101010101" pitchFamily="2" charset="-122"/>
                <a:cs typeface="+mn-cs"/>
              </a:rPr>
              <a:t>$</a:t>
            </a:r>
            <a:r>
              <a:rPr lang="en-US" altLang="zh-CN" b="1" kern="1200" dirty="0">
                <a:solidFill>
                  <a:schemeClr val="tx1"/>
                </a:solidFill>
                <a:highlight>
                  <a:srgbClr val="FFFF00"/>
                </a:highlight>
                <a:latin typeface="Times New Roman" panose="02020603050405020304" pitchFamily="18" charset="0"/>
                <a:ea typeface="楷体_GB2312"/>
                <a:cs typeface="+mn-cs"/>
              </a:rPr>
              <a:t>} </a:t>
            </a:r>
            <a:r>
              <a:rPr lang="en-US" altLang="zh-CN" b="1" i="1" kern="1200" dirty="0">
                <a:solidFill>
                  <a:schemeClr val="tx1"/>
                </a:solidFill>
                <a:highlight>
                  <a:srgbClr val="FFFF00"/>
                </a:highlight>
                <a:latin typeface="Times New Roman" panose="02020603050405020304" pitchFamily="18" charset="0"/>
                <a:ea typeface="楷体_GB2312"/>
                <a:cs typeface="+mn-cs"/>
              </a:rPr>
              <a:t>do ACTION</a:t>
            </a:r>
            <a:r>
              <a:rPr lang="en-US" altLang="zh-CN" b="1" kern="1200" dirty="0">
                <a:solidFill>
                  <a:schemeClr val="tx1"/>
                </a:solidFill>
                <a:highlight>
                  <a:srgbClr val="FFFF00"/>
                </a:highlight>
                <a:latin typeface="Times New Roman" panose="02020603050405020304" pitchFamily="18" charset="0"/>
                <a:ea typeface="楷体_GB2312"/>
                <a:cs typeface="+mn-cs"/>
              </a:rPr>
              <a:t>[ </a:t>
            </a:r>
            <a:r>
              <a:rPr lang="en-US" altLang="zh-CN" b="1" i="1" kern="1200" dirty="0">
                <a:solidFill>
                  <a:schemeClr val="tx1"/>
                </a:solidFill>
                <a:highlight>
                  <a:srgbClr val="FFFF00"/>
                </a:highlight>
                <a:latin typeface="Times New Roman" panose="02020603050405020304" pitchFamily="18" charset="0"/>
                <a:ea typeface="楷体_GB2312"/>
                <a:cs typeface="+mn-cs"/>
              </a:rPr>
              <a:t>i</a:t>
            </a:r>
            <a:r>
              <a:rPr lang="en-US" altLang="zh-CN" b="1" kern="1200" dirty="0">
                <a:solidFill>
                  <a:schemeClr val="tx1"/>
                </a:solidFill>
                <a:highlight>
                  <a:srgbClr val="FFFF00"/>
                </a:highlight>
                <a:latin typeface="Times New Roman" panose="02020603050405020304" pitchFamily="18" charset="0"/>
                <a:ea typeface="楷体_GB2312"/>
                <a:cs typeface="+mn-cs"/>
              </a:rPr>
              <a:t>, a ]=rj</a:t>
            </a:r>
            <a:r>
              <a:rPr lang="en-US" altLang="zh-CN" b="1" i="1" kern="1200" dirty="0">
                <a:solidFill>
                  <a:schemeClr val="tx1"/>
                </a:solidFill>
                <a:highlight>
                  <a:srgbClr val="FFFF00"/>
                </a:highlight>
                <a:latin typeface="Times New Roman" panose="02020603050405020304" pitchFamily="18" charset="0"/>
                <a:ea typeface="楷体_GB2312"/>
                <a:cs typeface="+mn-cs"/>
              </a:rPr>
              <a:t> </a:t>
            </a:r>
            <a:r>
              <a:rPr lang="zh-CN" altLang="en-US" b="1" kern="1200" dirty="0">
                <a:solidFill>
                  <a:schemeClr val="tx1"/>
                </a:solidFill>
                <a:highlight>
                  <a:srgbClr val="FFFF00"/>
                </a:highlight>
                <a:latin typeface="Times New Roman" panose="02020603050405020304" pitchFamily="18" charset="0"/>
                <a:ea typeface="楷体_GB2312"/>
                <a:cs typeface="+mn-cs"/>
              </a:rPr>
              <a:t>（</a:t>
            </a:r>
            <a:r>
              <a:rPr lang="en-US" altLang="zh-CN" b="1" kern="1200" dirty="0">
                <a:solidFill>
                  <a:schemeClr val="tx1"/>
                </a:solidFill>
                <a:highlight>
                  <a:srgbClr val="FFFF00"/>
                </a:highlight>
                <a:latin typeface="Times New Roman" panose="02020603050405020304" pitchFamily="18" charset="0"/>
                <a:ea typeface="楷体_GB2312"/>
                <a:cs typeface="+mn-cs"/>
              </a:rPr>
              <a:t>j</a:t>
            </a:r>
            <a:r>
              <a:rPr lang="zh-CN" altLang="en-US" b="1" kern="1200" dirty="0">
                <a:solidFill>
                  <a:schemeClr val="tx1"/>
                </a:solidFill>
                <a:highlight>
                  <a:srgbClr val="FFFF00"/>
                </a:highlight>
                <a:latin typeface="华文楷体" panose="02010600040101010101" pitchFamily="2" charset="-122"/>
                <a:ea typeface="华文楷体" panose="02010600040101010101" pitchFamily="2" charset="-122"/>
                <a:cs typeface="+mn-cs"/>
              </a:rPr>
              <a:t>是产生式</a:t>
            </a:r>
            <a:r>
              <a:rPr lang="en-US" altLang="zh-CN" b="1" i="1" kern="1200" dirty="0">
                <a:solidFill>
                  <a:schemeClr val="tx1"/>
                </a:solidFill>
                <a:highlight>
                  <a:srgbClr val="FFFF00"/>
                </a:highlight>
                <a:latin typeface="Times New Roman" panose="02020603050405020304" pitchFamily="18" charset="0"/>
                <a:ea typeface="楷体_GB2312"/>
                <a:cs typeface="+mn-cs"/>
              </a:rPr>
              <a:t>A</a:t>
            </a:r>
            <a:r>
              <a:rPr lang="en-US" altLang="zh-CN" b="1" kern="1200" dirty="0">
                <a:solidFill>
                  <a:schemeClr val="tx1"/>
                </a:solidFill>
                <a:highlight>
                  <a:srgbClr val="FFFF00"/>
                </a:highlight>
                <a:latin typeface="Times New Roman" panose="02020603050405020304" pitchFamily="18" charset="0"/>
                <a:ea typeface="楷体_GB2312"/>
                <a:cs typeface="+mn-cs"/>
              </a:rPr>
              <a:t>→</a:t>
            </a:r>
            <a:r>
              <a:rPr lang="en-US" altLang="zh-CN" b="1" i="1" kern="1200" dirty="0">
                <a:solidFill>
                  <a:schemeClr val="tx1"/>
                </a:solidFill>
                <a:highlight>
                  <a:srgbClr val="FFFF00"/>
                </a:highlight>
                <a:latin typeface="Times New Roman" panose="02020603050405020304" pitchFamily="18" charset="0"/>
                <a:ea typeface="楷体_GB2312"/>
                <a:cs typeface="+mn-cs"/>
              </a:rPr>
              <a:t>α</a:t>
            </a:r>
            <a:r>
              <a:rPr lang="zh-CN" altLang="en-US" b="1" kern="1200" dirty="0">
                <a:solidFill>
                  <a:schemeClr val="tx1"/>
                </a:solidFill>
                <a:highlight>
                  <a:srgbClr val="FFFF00"/>
                </a:highlight>
                <a:latin typeface="华文楷体" panose="02010600040101010101" pitchFamily="2" charset="-122"/>
                <a:ea typeface="华文楷体" panose="02010600040101010101" pitchFamily="2" charset="-122"/>
                <a:cs typeface="+mn-cs"/>
              </a:rPr>
              <a:t>的编号</a:t>
            </a:r>
            <a:r>
              <a:rPr lang="zh-CN" altLang="en-US" b="1" kern="1200" dirty="0">
                <a:solidFill>
                  <a:schemeClr val="tx1"/>
                </a:solidFill>
                <a:highlight>
                  <a:srgbClr val="FFFF00"/>
                </a:highlight>
                <a:latin typeface="Times New Roman" panose="02020603050405020304" pitchFamily="18" charset="0"/>
                <a:ea typeface="楷体_GB2312"/>
                <a:cs typeface="+mn-cs"/>
              </a:rPr>
              <a:t>）</a:t>
            </a:r>
            <a:endParaRPr lang="en-US" altLang="zh-CN" b="1" i="1" kern="1200" dirty="0">
              <a:solidFill>
                <a:srgbClr val="2D83F4"/>
              </a:solidFill>
              <a:highlight>
                <a:srgbClr val="FFFF00"/>
              </a:highlight>
              <a:latin typeface="Times New Roman" panose="02020603050405020304" pitchFamily="18" charset="0"/>
              <a:ea typeface="楷体_GB2312"/>
              <a:cs typeface="+mn-cs"/>
            </a:endParaRPr>
          </a:p>
          <a:p>
            <a:pPr lvl="1" eaLnBrk="1" hangingPunct="1">
              <a:lnSpc>
                <a:spcPts val="3300"/>
              </a:lnSpc>
              <a:buClr>
                <a:schemeClr val="tx1"/>
              </a:buClr>
              <a:buSzPct val="100000"/>
              <a:buFont typeface="Wingdings" panose="05000000000000000000" pitchFamily="2" charset="2"/>
              <a:buChar char="Ø"/>
            </a:pPr>
            <a:r>
              <a:rPr lang="en-US" altLang="zh-CN" b="1" i="1" kern="1200" dirty="0">
                <a:solidFill>
                  <a:srgbClr val="2D83F4"/>
                </a:solidFill>
                <a:highlight>
                  <a:srgbClr val="FFFF00"/>
                </a:highlight>
                <a:latin typeface="Times New Roman" panose="02020603050405020304" pitchFamily="18" charset="0"/>
                <a:ea typeface="楷体_GB2312"/>
                <a:cs typeface="+mn-cs"/>
              </a:rPr>
              <a:t>if</a:t>
            </a:r>
            <a:r>
              <a:rPr lang="en-US" altLang="zh-CN" b="1" kern="1200" dirty="0">
                <a:solidFill>
                  <a:schemeClr val="tx1"/>
                </a:solidFill>
                <a:highlight>
                  <a:srgbClr val="FFFF00"/>
                </a:highlight>
                <a:latin typeface="Times New Roman" panose="02020603050405020304" pitchFamily="18" charset="0"/>
                <a:ea typeface="楷体_GB2312"/>
                <a:cs typeface="+mn-cs"/>
              </a:rPr>
              <a:t> </a:t>
            </a:r>
            <a:r>
              <a:rPr lang="en-US" altLang="zh-CN" b="1" i="1" kern="1200" dirty="0">
                <a:solidFill>
                  <a:schemeClr val="tx1"/>
                </a:solidFill>
                <a:highlight>
                  <a:srgbClr val="FFFF00"/>
                </a:highlight>
                <a:latin typeface="Times New Roman" panose="02020603050405020304" pitchFamily="18" charset="0"/>
                <a:ea typeface="楷体_GB2312"/>
                <a:cs typeface="+mn-cs"/>
              </a:rPr>
              <a:t>S'</a:t>
            </a:r>
            <a:r>
              <a:rPr lang="en-US" altLang="zh-CN" b="1" kern="1200" dirty="0">
                <a:solidFill>
                  <a:schemeClr val="tx1"/>
                </a:solidFill>
                <a:highlight>
                  <a:srgbClr val="FFFF00"/>
                </a:highlight>
                <a:latin typeface="Times New Roman" panose="02020603050405020304" pitchFamily="18" charset="0"/>
                <a:ea typeface="楷体_GB2312"/>
                <a:cs typeface="+mn-cs"/>
              </a:rPr>
              <a:t>→</a:t>
            </a:r>
            <a:r>
              <a:rPr lang="en-US" altLang="zh-CN" b="1" i="1" kern="1200" dirty="0">
                <a:solidFill>
                  <a:schemeClr val="tx1"/>
                </a:solidFill>
                <a:highlight>
                  <a:srgbClr val="FFFF00"/>
                </a:highlight>
                <a:latin typeface="Times New Roman" panose="02020603050405020304" pitchFamily="18" charset="0"/>
                <a:ea typeface="楷体_GB2312"/>
                <a:cs typeface="+mn-cs"/>
              </a:rPr>
              <a:t>S</a:t>
            </a:r>
            <a:r>
              <a:rPr lang="en-US" altLang="zh-CN" b="1" kern="1200" dirty="0">
                <a:solidFill>
                  <a:schemeClr val="tx1"/>
                </a:solidFill>
                <a:highlight>
                  <a:srgbClr val="FFFF00"/>
                </a:highlight>
                <a:latin typeface="Times New Roman" panose="02020603050405020304" pitchFamily="18" charset="0"/>
                <a:ea typeface="楷体_GB2312"/>
                <a:cs typeface="+mn-cs"/>
              </a:rPr>
              <a:t>· ∈</a:t>
            </a:r>
            <a:r>
              <a:rPr lang="en-US" altLang="zh-CN" b="1" i="1" kern="1200" dirty="0">
                <a:solidFill>
                  <a:schemeClr val="tx1"/>
                </a:solidFill>
                <a:highlight>
                  <a:srgbClr val="FFFF00"/>
                </a:highlight>
                <a:latin typeface="Times New Roman" panose="02020603050405020304" pitchFamily="18" charset="0"/>
                <a:ea typeface="楷体_GB2312"/>
                <a:cs typeface="+mn-cs"/>
              </a:rPr>
              <a:t>I</a:t>
            </a:r>
            <a:r>
              <a:rPr lang="en-US" altLang="zh-CN" b="1" i="1" kern="1200" baseline="-25000" dirty="0">
                <a:solidFill>
                  <a:schemeClr val="tx1"/>
                </a:solidFill>
                <a:highlight>
                  <a:srgbClr val="FFFF00"/>
                </a:highlight>
                <a:latin typeface="Times New Roman" panose="02020603050405020304" pitchFamily="18" charset="0"/>
                <a:ea typeface="楷体_GB2312"/>
                <a:cs typeface="+mn-cs"/>
              </a:rPr>
              <a:t>i</a:t>
            </a:r>
            <a:r>
              <a:rPr lang="en-US" altLang="zh-CN" b="1" kern="1200" dirty="0">
                <a:solidFill>
                  <a:schemeClr val="tx1"/>
                </a:solidFill>
                <a:highlight>
                  <a:srgbClr val="FFFF00"/>
                </a:highlight>
                <a:latin typeface="Times New Roman" panose="02020603050405020304" pitchFamily="18" charset="0"/>
                <a:ea typeface="楷体_GB2312"/>
                <a:cs typeface="+mn-cs"/>
              </a:rPr>
              <a:t> </a:t>
            </a:r>
            <a:r>
              <a:rPr lang="en-US" altLang="zh-CN" b="1" i="1" kern="1200" dirty="0">
                <a:solidFill>
                  <a:srgbClr val="2D83F4"/>
                </a:solidFill>
                <a:highlight>
                  <a:srgbClr val="FFFF00"/>
                </a:highlight>
                <a:latin typeface="Times New Roman" panose="02020603050405020304" pitchFamily="18" charset="0"/>
                <a:ea typeface="楷体_GB2312"/>
                <a:cs typeface="+mn-cs"/>
              </a:rPr>
              <a:t>then </a:t>
            </a:r>
            <a:r>
              <a:rPr lang="en-US" altLang="zh-CN" b="1" i="1" kern="1200" dirty="0">
                <a:solidFill>
                  <a:schemeClr val="tx1"/>
                </a:solidFill>
                <a:highlight>
                  <a:srgbClr val="FFFF00"/>
                </a:highlight>
                <a:latin typeface="Times New Roman" panose="02020603050405020304" pitchFamily="18" charset="0"/>
                <a:ea typeface="楷体_GB2312"/>
                <a:cs typeface="+mn-cs"/>
              </a:rPr>
              <a:t>ACTION </a:t>
            </a:r>
            <a:r>
              <a:rPr lang="en-US" altLang="zh-CN" b="1" kern="1200" dirty="0">
                <a:solidFill>
                  <a:schemeClr val="tx1"/>
                </a:solidFill>
                <a:highlight>
                  <a:srgbClr val="FFFF00"/>
                </a:highlight>
                <a:latin typeface="Times New Roman" panose="02020603050405020304" pitchFamily="18" charset="0"/>
                <a:ea typeface="楷体_GB2312"/>
                <a:cs typeface="+mn-cs"/>
              </a:rPr>
              <a:t>[ </a:t>
            </a:r>
            <a:r>
              <a:rPr lang="en-US" altLang="zh-CN" b="1" i="1" kern="1200" dirty="0">
                <a:solidFill>
                  <a:schemeClr val="tx1"/>
                </a:solidFill>
                <a:highlight>
                  <a:srgbClr val="FFFF00"/>
                </a:highlight>
                <a:latin typeface="Times New Roman" panose="02020603050405020304" pitchFamily="18" charset="0"/>
                <a:ea typeface="楷体_GB2312"/>
                <a:cs typeface="+mn-cs"/>
              </a:rPr>
              <a:t>i</a:t>
            </a:r>
            <a:r>
              <a:rPr lang="en-US" altLang="zh-CN" b="1" kern="1200" dirty="0">
                <a:solidFill>
                  <a:schemeClr val="tx1"/>
                </a:solidFill>
                <a:highlight>
                  <a:srgbClr val="FFFF00"/>
                </a:highlight>
                <a:latin typeface="Times New Roman" panose="02020603050405020304" pitchFamily="18" charset="0"/>
                <a:ea typeface="楷体_GB2312"/>
                <a:cs typeface="+mn-cs"/>
              </a:rPr>
              <a:t>, </a:t>
            </a:r>
            <a:r>
              <a:rPr lang="en-US" altLang="zh-CN" b="1" kern="1200" dirty="0">
                <a:solidFill>
                  <a:schemeClr val="tx1"/>
                </a:solidFill>
                <a:highlight>
                  <a:srgbClr val="FFFF00"/>
                </a:highlight>
                <a:latin typeface="华文楷体" panose="02010600040101010101" pitchFamily="2" charset="-122"/>
                <a:ea typeface="华文楷体" panose="02010600040101010101" pitchFamily="2" charset="-122"/>
                <a:cs typeface="+mn-cs"/>
              </a:rPr>
              <a:t>$</a:t>
            </a:r>
            <a:r>
              <a:rPr lang="en-US" altLang="zh-CN" b="1" kern="1200" dirty="0">
                <a:solidFill>
                  <a:schemeClr val="tx1"/>
                </a:solidFill>
                <a:highlight>
                  <a:srgbClr val="FFFF00"/>
                </a:highlight>
                <a:latin typeface="Times New Roman" panose="02020603050405020304" pitchFamily="18" charset="0"/>
                <a:ea typeface="楷体_GB2312"/>
                <a:cs typeface="+mn-cs"/>
              </a:rPr>
              <a:t> ]=</a:t>
            </a:r>
            <a:r>
              <a:rPr lang="en-US" altLang="zh-CN" b="1" i="1" kern="1200" dirty="0">
                <a:solidFill>
                  <a:schemeClr val="tx1"/>
                </a:solidFill>
                <a:highlight>
                  <a:srgbClr val="FFFF00"/>
                </a:highlight>
                <a:latin typeface="Times New Roman" panose="02020603050405020304" pitchFamily="18" charset="0"/>
                <a:ea typeface="楷体_GB2312"/>
                <a:cs typeface="+mn-cs"/>
              </a:rPr>
              <a:t>acc</a:t>
            </a:r>
            <a:endParaRPr lang="en-US" altLang="zh-CN" b="1" kern="1200" dirty="0">
              <a:solidFill>
                <a:schemeClr val="tx1"/>
              </a:solidFill>
              <a:highlight>
                <a:srgbClr val="FFFF00"/>
              </a:highlight>
              <a:latin typeface="Times New Roman" panose="02020603050405020304" pitchFamily="18" charset="0"/>
              <a:ea typeface="楷体_GB2312"/>
              <a:cs typeface="+mn-cs"/>
            </a:endParaRPr>
          </a:p>
          <a:p>
            <a:pPr eaLnBrk="1" hangingPunct="1">
              <a:lnSpc>
                <a:spcPts val="3300"/>
              </a:lnSpc>
              <a:buClr>
                <a:schemeClr val="tx1"/>
              </a:buClr>
              <a:buSzPct val="100000"/>
              <a:buFont typeface="Wingdings" panose="05000000000000000000" pitchFamily="2" charset="2"/>
              <a:buChar char="Ø"/>
            </a:pPr>
            <a:r>
              <a:rPr lang="zh-CN" altLang="en-US" sz="2500" b="1" kern="1200" dirty="0">
                <a:solidFill>
                  <a:schemeClr val="tx1"/>
                </a:solidFill>
                <a:latin typeface="Times New Roman" panose="02020603050405020304" pitchFamily="18" charset="0"/>
                <a:ea typeface="华文楷体" panose="02010600040101010101" pitchFamily="2" charset="-122"/>
                <a:cs typeface="+mn-cs"/>
              </a:rPr>
              <a:t>没有定义的所有条目都设置为</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500" b="1" i="1" kern="1200" dirty="0">
                <a:solidFill>
                  <a:schemeClr val="tx1"/>
                </a:solidFill>
                <a:latin typeface="Times New Roman" panose="02020603050405020304" pitchFamily="18" charset="0"/>
                <a:ea typeface="华文楷体" panose="02010600040101010101" pitchFamily="2" charset="-122"/>
                <a:cs typeface="+mn-cs"/>
              </a:rPr>
              <a:t>error</a:t>
            </a:r>
            <a:r>
              <a:rPr lang="en-US" altLang="zh-CN" sz="2500" b="1" kern="1200" dirty="0">
                <a:solidFill>
                  <a:schemeClr val="tx1"/>
                </a:solidFill>
                <a:latin typeface="Times New Roman" panose="02020603050405020304" pitchFamily="18" charset="0"/>
                <a:ea typeface="华文楷体" panose="02010600040101010101" pitchFamily="2" charset="-122"/>
                <a:cs typeface="+mn-cs"/>
              </a:rPr>
              <a:t>”</a:t>
            </a:r>
            <a:endParaRPr lang="en-US" altLang="zh-CN" sz="2500" b="1" kern="1200" dirty="0">
              <a:solidFill>
                <a:schemeClr val="tx1"/>
              </a:solidFill>
              <a:latin typeface="Times New Roman" panose="02020603050405020304" pitchFamily="18" charset="0"/>
              <a:ea typeface="楷体_GB2312"/>
              <a:cs typeface="+mn-cs"/>
            </a:endParaRPr>
          </a:p>
          <a:p>
            <a:pPr eaLnBrk="1" hangingPunct="1">
              <a:lnSpc>
                <a:spcPts val="3300"/>
              </a:lnSpc>
              <a:buSzPct val="100000"/>
            </a:pPr>
            <a:endParaRPr lang="zh-CN" altLang="en-US" sz="2000" kern="1200" dirty="0">
              <a:latin typeface="Times New Roman" panose="02020603050405020304" pitchFamily="18" charset="0"/>
              <a:ea typeface="华文楷体" panose="02010600040101010101" pitchFamily="2" charset="-122"/>
              <a:cs typeface="+mn-cs"/>
            </a:endParaRPr>
          </a:p>
        </p:txBody>
      </p:sp>
      <p:sp>
        <p:nvSpPr>
          <p:cNvPr id="90115" name="标题 1"/>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en-US" altLang="zh-CN" sz="3000" i="1" kern="1200" dirty="0">
                <a:solidFill>
                  <a:schemeClr val="tx1"/>
                </a:solidFill>
                <a:latin typeface="Times New Roman" panose="02020603050405020304" pitchFamily="18" charset="0"/>
                <a:ea typeface="黑体" panose="02010609060101010101" pitchFamily="49" charset="-122"/>
                <a:cs typeface="+mj-cs"/>
              </a:rPr>
              <a:t>LR</a:t>
            </a:r>
            <a:r>
              <a:rPr lang="en-US" altLang="zh-CN" sz="3000" kern="1200" dirty="0">
                <a:solidFill>
                  <a:schemeClr val="tx1"/>
                </a:solidFill>
                <a:latin typeface="Times New Roman" panose="02020603050405020304" pitchFamily="18" charset="0"/>
                <a:ea typeface="黑体" panose="02010609060101010101" pitchFamily="49" charset="-122"/>
                <a:cs typeface="+mj-cs"/>
              </a:rPr>
              <a:t>(0)</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分析表构造算法</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内容占位符 2"/>
          <p:cNvSpPr>
            <a:spLocks noGrp="1"/>
          </p:cNvSpPr>
          <p:nvPr>
            <p:ph idx="1"/>
          </p:nvPr>
        </p:nvSpPr>
        <p:spPr>
          <a:xfrm>
            <a:off x="0" y="785813"/>
            <a:ext cx="8807450" cy="3225800"/>
          </a:xfrm>
        </p:spPr>
        <p:txBody>
          <a:bodyPr vert="horz" wrap="square" lIns="91440" tIns="45720" rIns="91440" bIns="45720" anchor="t" anchorCtr="0"/>
          <a:lstStyle/>
          <a:p>
            <a:pPr lvl="1" eaLnBrk="1" hangingPunct="1">
              <a:lnSpc>
                <a:spcPts val="4000"/>
              </a:lnSpc>
              <a:buClr>
                <a:schemeClr val="tx1"/>
              </a:buClr>
              <a:buSzPct val="100000"/>
              <a:buFont typeface="Wingdings" panose="05000000000000000000" pitchFamily="2" charset="2"/>
              <a:buChar char="Ø"/>
            </a:pPr>
            <a:r>
              <a:rPr lang="zh-CN" altLang="en-US" sz="3000" b="1" kern="1200" dirty="0">
                <a:solidFill>
                  <a:schemeClr val="tx1"/>
                </a:solidFill>
                <a:latin typeface="Times New Roman" panose="02020603050405020304" pitchFamily="18" charset="0"/>
                <a:ea typeface="华文楷体" panose="02010600040101010101" pitchFamily="2" charset="-122"/>
                <a:cs typeface="+mn-cs"/>
              </a:rPr>
              <a:t>文法</a:t>
            </a:r>
            <a:endParaRPr lang="en-US" altLang="zh-CN" sz="3000" b="1" kern="1200" dirty="0">
              <a:solidFill>
                <a:schemeClr val="tx1"/>
              </a:solidFill>
              <a:latin typeface="Times New Roman" panose="02020603050405020304" pitchFamily="18" charset="0"/>
              <a:ea typeface="华文楷体" panose="02010600040101010101" pitchFamily="2" charset="-122"/>
              <a:cs typeface="+mn-cs"/>
            </a:endParaRPr>
          </a:p>
          <a:p>
            <a:pPr algn="ctr" eaLnBrk="1" hangingPunct="1">
              <a:lnSpc>
                <a:spcPts val="3500"/>
              </a:lnSpc>
              <a:buSzPct val="100000"/>
              <a:buFont typeface="Wingdings" panose="05000000000000000000" pitchFamily="2" charset="2"/>
              <a:buNone/>
            </a:pPr>
            <a:r>
              <a:rPr lang="en-US" altLang="zh-CN" sz="3000" b="1" i="1" kern="1200" dirty="0">
                <a:solidFill>
                  <a:srgbClr val="2D83F4"/>
                </a:solidFill>
                <a:latin typeface="Times New Roman" panose="02020603050405020304" pitchFamily="18" charset="0"/>
                <a:ea typeface="楷体_GB2312"/>
                <a:cs typeface="+mn-cs"/>
              </a:rPr>
              <a:t>G </a:t>
            </a:r>
            <a:r>
              <a:rPr lang="en-US" altLang="zh-CN" sz="3000" b="1" kern="1200" dirty="0">
                <a:solidFill>
                  <a:srgbClr val="2D83F4"/>
                </a:solidFill>
                <a:latin typeface="Times New Roman" panose="02020603050405020304" pitchFamily="18" charset="0"/>
                <a:ea typeface="楷体_GB2312"/>
                <a:cs typeface="+mn-cs"/>
              </a:rPr>
              <a:t>= ( </a:t>
            </a:r>
            <a:r>
              <a:rPr lang="en-US" altLang="zh-CN" sz="3000" b="1" i="1" kern="1200" dirty="0">
                <a:solidFill>
                  <a:srgbClr val="2D83F4"/>
                </a:solidFill>
                <a:latin typeface="Times New Roman" panose="02020603050405020304" pitchFamily="18" charset="0"/>
                <a:ea typeface="楷体_GB2312"/>
                <a:cs typeface="+mn-cs"/>
              </a:rPr>
              <a:t>V</a:t>
            </a:r>
            <a:r>
              <a:rPr lang="en-US" altLang="zh-CN" sz="3000" b="1" i="1" kern="1200" baseline="-25000" dirty="0">
                <a:solidFill>
                  <a:srgbClr val="2D83F4"/>
                </a:solidFill>
                <a:latin typeface="Times New Roman" panose="02020603050405020304" pitchFamily="18" charset="0"/>
                <a:ea typeface="楷体_GB2312"/>
                <a:cs typeface="+mn-cs"/>
              </a:rPr>
              <a:t>N</a:t>
            </a:r>
            <a:r>
              <a:rPr lang="en-US" altLang="zh-CN" sz="3000" b="1" kern="1200" dirty="0">
                <a:solidFill>
                  <a:srgbClr val="2D83F4"/>
                </a:solidFill>
                <a:latin typeface="Times New Roman" panose="02020603050405020304" pitchFamily="18" charset="0"/>
                <a:ea typeface="楷体_GB2312"/>
                <a:cs typeface="+mn-cs"/>
              </a:rPr>
              <a:t> , </a:t>
            </a:r>
            <a:r>
              <a:rPr lang="en-US" altLang="zh-CN" sz="3000" b="1" i="1" kern="1200" dirty="0">
                <a:solidFill>
                  <a:srgbClr val="2D83F4"/>
                </a:solidFill>
                <a:latin typeface="Times New Roman" panose="02020603050405020304" pitchFamily="18" charset="0"/>
                <a:ea typeface="楷体_GB2312"/>
                <a:cs typeface="+mn-cs"/>
              </a:rPr>
              <a:t>V</a:t>
            </a:r>
            <a:r>
              <a:rPr lang="en-US" altLang="zh-CN" sz="3000" b="1" i="1" kern="1200" baseline="-25000" dirty="0">
                <a:solidFill>
                  <a:srgbClr val="2D83F4"/>
                </a:solidFill>
                <a:latin typeface="Times New Roman" panose="02020603050405020304" pitchFamily="18" charset="0"/>
                <a:ea typeface="楷体_GB2312"/>
                <a:cs typeface="+mn-cs"/>
              </a:rPr>
              <a:t>T</a:t>
            </a:r>
            <a:r>
              <a:rPr lang="en-US" altLang="zh-CN" sz="3000" b="1" kern="1200" dirty="0">
                <a:solidFill>
                  <a:srgbClr val="2D83F4"/>
                </a:solidFill>
                <a:latin typeface="Times New Roman" panose="02020603050405020304" pitchFamily="18" charset="0"/>
                <a:ea typeface="楷体_GB2312"/>
                <a:cs typeface="+mn-cs"/>
              </a:rPr>
              <a:t> , </a:t>
            </a:r>
            <a:r>
              <a:rPr lang="en-US" altLang="zh-CN" sz="3000" b="1" i="1" kern="1200" dirty="0">
                <a:solidFill>
                  <a:srgbClr val="2D83F4"/>
                </a:solidFill>
                <a:latin typeface="Times New Roman" panose="02020603050405020304" pitchFamily="18" charset="0"/>
                <a:ea typeface="楷体_GB2312"/>
                <a:cs typeface="+mn-cs"/>
              </a:rPr>
              <a:t>P</a:t>
            </a:r>
            <a:r>
              <a:rPr lang="en-US" altLang="zh-CN" sz="3000" b="1" kern="1200" dirty="0">
                <a:solidFill>
                  <a:srgbClr val="2D83F4"/>
                </a:solidFill>
                <a:latin typeface="Times New Roman" panose="02020603050405020304" pitchFamily="18" charset="0"/>
                <a:ea typeface="楷体_GB2312"/>
                <a:cs typeface="+mn-cs"/>
              </a:rPr>
              <a:t> , </a:t>
            </a:r>
            <a:r>
              <a:rPr lang="en-US" altLang="zh-CN" sz="3000" b="1" i="1" kern="1200" dirty="0">
                <a:solidFill>
                  <a:srgbClr val="2D83F4"/>
                </a:solidFill>
                <a:latin typeface="Times New Roman" panose="02020603050405020304" pitchFamily="18" charset="0"/>
                <a:ea typeface="楷体_GB2312"/>
                <a:cs typeface="+mn-cs"/>
              </a:rPr>
              <a:t>S</a:t>
            </a:r>
            <a:r>
              <a:rPr lang="en-US" altLang="zh-CN" sz="3000" b="1" kern="1200" dirty="0">
                <a:solidFill>
                  <a:srgbClr val="2D83F4"/>
                </a:solidFill>
                <a:latin typeface="Times New Roman" panose="02020603050405020304" pitchFamily="18" charset="0"/>
                <a:ea typeface="楷体_GB2312"/>
                <a:cs typeface="+mn-cs"/>
              </a:rPr>
              <a:t> )</a:t>
            </a:r>
          </a:p>
          <a:p>
            <a:pPr lvl="1" eaLnBrk="1" hangingPunct="1">
              <a:lnSpc>
                <a:spcPts val="4000"/>
              </a:lnSpc>
              <a:buClr>
                <a:schemeClr val="tx1"/>
              </a:buClr>
              <a:buSzPct val="100000"/>
              <a:buFont typeface="Wingdings" panose="05000000000000000000" pitchFamily="2" charset="2"/>
              <a:buChar char="Ø"/>
            </a:pPr>
            <a:r>
              <a:rPr lang="en-US" altLang="zh-CN" sz="3000" b="1" i="1" kern="1200" dirty="0">
                <a:solidFill>
                  <a:schemeClr val="tx1"/>
                </a:solidFill>
                <a:latin typeface="Times New Roman" panose="02020603050405020304" pitchFamily="18" charset="0"/>
                <a:ea typeface="华文楷体" panose="02010600040101010101" pitchFamily="2" charset="-122"/>
                <a:cs typeface="+mn-cs"/>
              </a:rPr>
              <a:t>LR</a:t>
            </a:r>
            <a:r>
              <a:rPr lang="en-US" altLang="zh-CN" sz="3000" b="1" kern="1200" dirty="0">
                <a:solidFill>
                  <a:schemeClr val="tx1"/>
                </a:solidFill>
                <a:latin typeface="Times New Roman" panose="02020603050405020304" pitchFamily="18" charset="0"/>
                <a:ea typeface="华文楷体" panose="02010600040101010101" pitchFamily="2" charset="-122"/>
                <a:cs typeface="+mn-cs"/>
              </a:rPr>
              <a:t>(0)</a:t>
            </a:r>
            <a:r>
              <a:rPr lang="zh-CN" altLang="en-US" sz="3000" b="1" kern="1200" dirty="0">
                <a:solidFill>
                  <a:schemeClr val="tx1"/>
                </a:solidFill>
                <a:latin typeface="Times New Roman" panose="02020603050405020304" pitchFamily="18" charset="0"/>
                <a:ea typeface="华文楷体" panose="02010600040101010101" pitchFamily="2" charset="-122"/>
                <a:cs typeface="+mn-cs"/>
              </a:rPr>
              <a:t>自动机</a:t>
            </a:r>
            <a:endParaRPr lang="en-US" altLang="zh-CN" sz="3000" b="1" kern="1200" dirty="0">
              <a:solidFill>
                <a:schemeClr val="tx1"/>
              </a:solidFill>
              <a:latin typeface="Times New Roman" panose="02020603050405020304" pitchFamily="18" charset="0"/>
              <a:ea typeface="楷体_GB2312"/>
              <a:cs typeface="+mn-cs"/>
            </a:endParaRPr>
          </a:p>
          <a:p>
            <a:pPr algn="ctr" eaLnBrk="1" hangingPunct="1">
              <a:lnSpc>
                <a:spcPts val="4000"/>
              </a:lnSpc>
              <a:buSzPct val="100000"/>
              <a:buFont typeface="Wingdings" panose="05000000000000000000" pitchFamily="2" charset="2"/>
              <a:buNone/>
            </a:pPr>
            <a:r>
              <a:rPr lang="en-US" altLang="zh-CN" sz="3000" b="1" i="1" kern="1200" dirty="0">
                <a:solidFill>
                  <a:srgbClr val="2D83F4"/>
                </a:solidFill>
                <a:latin typeface="Times New Roman" panose="02020603050405020304" pitchFamily="18" charset="0"/>
                <a:ea typeface="楷体_GB2312"/>
                <a:cs typeface="+mn-cs"/>
              </a:rPr>
              <a:t>M </a:t>
            </a:r>
            <a:r>
              <a:rPr lang="en-US" altLang="zh-CN" sz="3000" b="1" kern="1200" dirty="0">
                <a:solidFill>
                  <a:srgbClr val="2D83F4"/>
                </a:solidFill>
                <a:latin typeface="Times New Roman" panose="02020603050405020304" pitchFamily="18" charset="0"/>
                <a:ea typeface="楷体_GB2312"/>
                <a:cs typeface="+mn-cs"/>
              </a:rPr>
              <a:t>= ( </a:t>
            </a:r>
            <a:r>
              <a:rPr lang="en-US" altLang="zh-CN" sz="3000" b="1" i="1" kern="1200" dirty="0">
                <a:solidFill>
                  <a:srgbClr val="2D83F4"/>
                </a:solidFill>
                <a:latin typeface="Times New Roman" panose="02020603050405020304" pitchFamily="18" charset="0"/>
                <a:ea typeface="楷体_GB2312"/>
                <a:cs typeface="+mn-cs"/>
              </a:rPr>
              <a:t>C</a:t>
            </a:r>
            <a:r>
              <a:rPr lang="en-US" altLang="zh-CN" sz="3000" b="1" kern="1200" dirty="0">
                <a:solidFill>
                  <a:srgbClr val="2D83F4"/>
                </a:solidFill>
                <a:latin typeface="Times New Roman" panose="02020603050405020304" pitchFamily="18" charset="0"/>
                <a:ea typeface="楷体_GB2312"/>
                <a:cs typeface="+mn-cs"/>
              </a:rPr>
              <a:t>, </a:t>
            </a:r>
            <a:r>
              <a:rPr lang="en-US" altLang="zh-CN" sz="3000" b="1" i="1" kern="1200" dirty="0">
                <a:solidFill>
                  <a:srgbClr val="2D83F4"/>
                </a:solidFill>
                <a:latin typeface="Times New Roman" panose="02020603050405020304" pitchFamily="18" charset="0"/>
                <a:ea typeface="楷体_GB2312"/>
                <a:cs typeface="+mn-cs"/>
              </a:rPr>
              <a:t>V</a:t>
            </a:r>
            <a:r>
              <a:rPr lang="en-US" altLang="zh-CN" sz="3000" b="1" i="1" kern="1200" baseline="-25000" dirty="0">
                <a:solidFill>
                  <a:srgbClr val="2D83F4"/>
                </a:solidFill>
                <a:latin typeface="Times New Roman" panose="02020603050405020304" pitchFamily="18" charset="0"/>
                <a:ea typeface="楷体_GB2312"/>
                <a:cs typeface="+mn-cs"/>
              </a:rPr>
              <a:t>N</a:t>
            </a:r>
            <a:r>
              <a:rPr lang="en-US" altLang="zh-CN" sz="3000" b="1" kern="1200" dirty="0">
                <a:solidFill>
                  <a:srgbClr val="2D83F4"/>
                </a:solidFill>
                <a:latin typeface="Times New Roman" panose="02020603050405020304" pitchFamily="18" charset="0"/>
                <a:ea typeface="楷体_GB2312"/>
                <a:cs typeface="+mn-cs"/>
              </a:rPr>
              <a:t>∪</a:t>
            </a:r>
            <a:r>
              <a:rPr lang="en-US" altLang="zh-CN" sz="3000" b="1" i="1" kern="1200" dirty="0">
                <a:solidFill>
                  <a:srgbClr val="2D83F4"/>
                </a:solidFill>
                <a:latin typeface="Times New Roman" panose="02020603050405020304" pitchFamily="18" charset="0"/>
                <a:ea typeface="楷体_GB2312"/>
                <a:cs typeface="+mn-cs"/>
              </a:rPr>
              <a:t>V</a:t>
            </a:r>
            <a:r>
              <a:rPr lang="en-US" altLang="zh-CN" sz="3000" b="1" i="1" kern="1200" baseline="-25000" dirty="0">
                <a:solidFill>
                  <a:srgbClr val="2D83F4"/>
                </a:solidFill>
                <a:latin typeface="Times New Roman" panose="02020603050405020304" pitchFamily="18" charset="0"/>
                <a:ea typeface="楷体_GB2312"/>
                <a:cs typeface="+mn-cs"/>
              </a:rPr>
              <a:t>T </a:t>
            </a:r>
            <a:r>
              <a:rPr lang="en-US" altLang="zh-CN" sz="3000" b="1" kern="1200" dirty="0">
                <a:solidFill>
                  <a:srgbClr val="2D83F4"/>
                </a:solidFill>
                <a:latin typeface="Times New Roman" panose="02020603050405020304" pitchFamily="18" charset="0"/>
                <a:ea typeface="楷体_GB2312"/>
                <a:cs typeface="+mn-cs"/>
              </a:rPr>
              <a:t>, </a:t>
            </a:r>
            <a:r>
              <a:rPr lang="en-US" altLang="zh-CN" sz="3000" b="1" i="1" kern="1200" dirty="0">
                <a:solidFill>
                  <a:srgbClr val="2D83F4"/>
                </a:solidFill>
                <a:latin typeface="Times New Roman" panose="02020603050405020304" pitchFamily="18" charset="0"/>
                <a:ea typeface="楷体_GB2312"/>
                <a:cs typeface="+mn-cs"/>
              </a:rPr>
              <a:t>GOTO</a:t>
            </a:r>
            <a:r>
              <a:rPr lang="en-US" altLang="zh-CN" sz="3000" b="1" kern="1200" dirty="0">
                <a:solidFill>
                  <a:srgbClr val="2D83F4"/>
                </a:solidFill>
                <a:latin typeface="Times New Roman" panose="02020603050405020304" pitchFamily="18" charset="0"/>
                <a:ea typeface="楷体_GB2312"/>
                <a:cs typeface="+mn-cs"/>
              </a:rPr>
              <a:t>, </a:t>
            </a:r>
            <a:r>
              <a:rPr lang="en-US" altLang="zh-CN" sz="3000" b="1" i="1" kern="1200" dirty="0">
                <a:solidFill>
                  <a:srgbClr val="2D83F4"/>
                </a:solidFill>
                <a:latin typeface="Times New Roman" panose="02020603050405020304" pitchFamily="18" charset="0"/>
                <a:ea typeface="楷体_GB2312"/>
                <a:cs typeface="+mn-cs"/>
              </a:rPr>
              <a:t>I</a:t>
            </a:r>
            <a:r>
              <a:rPr lang="en-US" altLang="zh-CN" sz="3000" b="1" i="1" kern="1200" baseline="-25000" dirty="0">
                <a:solidFill>
                  <a:srgbClr val="2D83F4"/>
                </a:solidFill>
                <a:latin typeface="Times New Roman" panose="02020603050405020304" pitchFamily="18" charset="0"/>
                <a:ea typeface="楷体_GB2312"/>
                <a:cs typeface="+mn-cs"/>
              </a:rPr>
              <a:t>0 </a:t>
            </a:r>
            <a:r>
              <a:rPr lang="en-US" altLang="zh-CN" sz="3000" b="1" kern="1200" dirty="0">
                <a:solidFill>
                  <a:srgbClr val="2D83F4"/>
                </a:solidFill>
                <a:latin typeface="Times New Roman" panose="02020603050405020304" pitchFamily="18" charset="0"/>
                <a:ea typeface="楷体_GB2312"/>
                <a:cs typeface="+mn-cs"/>
              </a:rPr>
              <a:t>, </a:t>
            </a:r>
            <a:r>
              <a:rPr lang="en-US" altLang="zh-CN" sz="3000" b="1" i="1" kern="1200" dirty="0">
                <a:solidFill>
                  <a:srgbClr val="2D83F4"/>
                </a:solidFill>
                <a:latin typeface="Times New Roman" panose="02020603050405020304" pitchFamily="18" charset="0"/>
                <a:ea typeface="楷体_GB2312"/>
                <a:cs typeface="+mn-cs"/>
              </a:rPr>
              <a:t>F</a:t>
            </a:r>
            <a:r>
              <a:rPr lang="en-US" altLang="zh-CN" sz="3000" b="1" kern="1200" dirty="0">
                <a:solidFill>
                  <a:srgbClr val="2D83F4"/>
                </a:solidFill>
                <a:latin typeface="Times New Roman" panose="02020603050405020304" pitchFamily="18" charset="0"/>
                <a:ea typeface="楷体_GB2312"/>
                <a:cs typeface="+mn-cs"/>
              </a:rPr>
              <a:t> )</a:t>
            </a:r>
          </a:p>
          <a:p>
            <a:pPr lvl="2" eaLnBrk="1" hangingPunct="1">
              <a:lnSpc>
                <a:spcPts val="4000"/>
              </a:lnSpc>
              <a:buClrTx/>
              <a:buSzPct val="100000"/>
              <a:buFont typeface="Wingdings" panose="05000000000000000000" pitchFamily="2" charset="2"/>
              <a:buChar char="Ø"/>
            </a:pPr>
            <a:r>
              <a:rPr lang="en-US" altLang="zh-CN" sz="2800" b="1" i="1" kern="1200" dirty="0">
                <a:solidFill>
                  <a:schemeClr val="tx1"/>
                </a:solidFill>
                <a:latin typeface="Times New Roman" panose="02020603050405020304" pitchFamily="18" charset="0"/>
                <a:ea typeface="楷体_GB2312"/>
                <a:cs typeface="+mn-cs"/>
              </a:rPr>
              <a:t>C</a:t>
            </a:r>
            <a:r>
              <a:rPr lang="en-US" altLang="zh-CN" sz="2800" b="1" kern="1200" dirty="0">
                <a:solidFill>
                  <a:schemeClr val="tx1"/>
                </a:solidFill>
                <a:latin typeface="Times New Roman" panose="02020603050405020304" pitchFamily="18" charset="0"/>
                <a:ea typeface="楷体_GB2312"/>
                <a:cs typeface="+mn-cs"/>
              </a:rPr>
              <a:t>={</a:t>
            </a:r>
            <a:r>
              <a:rPr lang="en-US" altLang="zh-CN" sz="2800" b="1" i="1" kern="1200" dirty="0">
                <a:solidFill>
                  <a:schemeClr val="tx1"/>
                </a:solidFill>
                <a:latin typeface="Times New Roman" panose="02020603050405020304" pitchFamily="18" charset="0"/>
                <a:ea typeface="楷体_GB2312"/>
                <a:cs typeface="+mn-cs"/>
              </a:rPr>
              <a:t>I</a:t>
            </a:r>
            <a:r>
              <a:rPr lang="en-US" altLang="zh-CN" sz="2800" b="1" i="1" kern="1200" baseline="-25000" dirty="0">
                <a:solidFill>
                  <a:schemeClr val="tx1"/>
                </a:solidFill>
                <a:latin typeface="Times New Roman" panose="02020603050405020304" pitchFamily="18" charset="0"/>
                <a:ea typeface="楷体_GB2312"/>
                <a:cs typeface="+mn-cs"/>
              </a:rPr>
              <a:t>0</a:t>
            </a:r>
            <a:r>
              <a:rPr lang="en-US" altLang="zh-CN" sz="2800" b="1" kern="1200" dirty="0">
                <a:solidFill>
                  <a:schemeClr val="tx1"/>
                </a:solidFill>
                <a:latin typeface="Times New Roman" panose="02020603050405020304" pitchFamily="18" charset="0"/>
                <a:ea typeface="楷体_GB2312"/>
                <a:cs typeface="+mn-cs"/>
              </a:rPr>
              <a:t>}∪{</a:t>
            </a:r>
            <a:r>
              <a:rPr lang="en-US" altLang="zh-CN" sz="2800" b="1" i="1" kern="1200" dirty="0">
                <a:solidFill>
                  <a:schemeClr val="tx1"/>
                </a:solidFill>
                <a:latin typeface="Times New Roman" panose="02020603050405020304" pitchFamily="18" charset="0"/>
                <a:ea typeface="楷体_GB2312"/>
                <a:cs typeface="+mn-cs"/>
              </a:rPr>
              <a:t>I </a:t>
            </a:r>
            <a:r>
              <a:rPr lang="en-US" altLang="zh-CN" sz="2800" b="1" kern="1200" dirty="0">
                <a:solidFill>
                  <a:schemeClr val="tx1"/>
                </a:solidFill>
                <a:latin typeface="Times New Roman" panose="02020603050405020304" pitchFamily="18" charset="0"/>
                <a:ea typeface="楷体_GB2312"/>
                <a:cs typeface="+mn-cs"/>
              </a:rPr>
              <a:t>| </a:t>
            </a:r>
            <a:r>
              <a:rPr lang="en-US" altLang="zh-CN" sz="2800" b="1" kern="1200" dirty="0">
                <a:solidFill>
                  <a:schemeClr val="tx1"/>
                </a:solidFill>
                <a:latin typeface="Times New Roman" panose="02020603050405020304" pitchFamily="18" charset="0"/>
                <a:ea typeface="楷体_GB2312"/>
                <a:cs typeface="+mn-cs"/>
                <a:sym typeface="Symbol" panose="05050102010706020507" pitchFamily="18" charset="2"/>
              </a:rPr>
              <a:t></a:t>
            </a:r>
            <a:r>
              <a:rPr lang="en-US" altLang="zh-CN" sz="2800" b="1" i="1" kern="1200" dirty="0">
                <a:solidFill>
                  <a:schemeClr val="tx1"/>
                </a:solidFill>
                <a:latin typeface="Times New Roman" panose="02020603050405020304" pitchFamily="18" charset="0"/>
                <a:ea typeface="楷体_GB2312"/>
                <a:cs typeface="+mn-cs"/>
              </a:rPr>
              <a:t>J</a:t>
            </a:r>
            <a:r>
              <a:rPr lang="en-US" altLang="zh-CN" sz="2800" b="1" kern="1200" dirty="0">
                <a:solidFill>
                  <a:schemeClr val="tx1"/>
                </a:solidFill>
                <a:latin typeface="Times New Roman" panose="02020603050405020304" pitchFamily="18" charset="0"/>
                <a:ea typeface="楷体_GB2312"/>
                <a:cs typeface="+mn-cs"/>
              </a:rPr>
              <a:t>∈</a:t>
            </a:r>
            <a:r>
              <a:rPr lang="en-US" altLang="zh-CN" sz="2800" b="1" i="1" kern="1200" dirty="0">
                <a:solidFill>
                  <a:schemeClr val="tx1"/>
                </a:solidFill>
                <a:latin typeface="Times New Roman" panose="02020603050405020304" pitchFamily="18" charset="0"/>
                <a:ea typeface="楷体_GB2312"/>
                <a:cs typeface="+mn-cs"/>
              </a:rPr>
              <a:t>C</a:t>
            </a:r>
            <a:r>
              <a:rPr lang="en-US" altLang="zh-CN" sz="2800" b="1" kern="1200" dirty="0">
                <a:solidFill>
                  <a:schemeClr val="tx1"/>
                </a:solidFill>
                <a:latin typeface="Times New Roman" panose="02020603050405020304" pitchFamily="18" charset="0"/>
                <a:ea typeface="楷体_GB2312"/>
                <a:cs typeface="+mn-cs"/>
              </a:rPr>
              <a:t>, </a:t>
            </a:r>
            <a:r>
              <a:rPr lang="en-US" altLang="zh-CN" sz="2800" b="1" i="1" kern="1200" dirty="0">
                <a:solidFill>
                  <a:schemeClr val="tx1"/>
                </a:solidFill>
                <a:latin typeface="Times New Roman" panose="02020603050405020304" pitchFamily="18" charset="0"/>
                <a:ea typeface="楷体_GB2312"/>
                <a:cs typeface="+mn-cs"/>
              </a:rPr>
              <a:t>X</a:t>
            </a:r>
            <a:r>
              <a:rPr lang="en-US" altLang="zh-CN" sz="2800" b="1" kern="1200" dirty="0">
                <a:solidFill>
                  <a:schemeClr val="tx1"/>
                </a:solidFill>
                <a:latin typeface="Times New Roman" panose="02020603050405020304" pitchFamily="18" charset="0"/>
                <a:ea typeface="楷体_GB2312"/>
                <a:cs typeface="+mn-cs"/>
              </a:rPr>
              <a:t>∈</a:t>
            </a:r>
            <a:r>
              <a:rPr lang="en-US" altLang="zh-CN" sz="2800" b="1" i="1" kern="1200" dirty="0">
                <a:solidFill>
                  <a:schemeClr val="tx1"/>
                </a:solidFill>
                <a:latin typeface="Times New Roman" panose="02020603050405020304" pitchFamily="18" charset="0"/>
                <a:ea typeface="楷体_GB2312"/>
                <a:cs typeface="+mn-cs"/>
              </a:rPr>
              <a:t>V</a:t>
            </a:r>
            <a:r>
              <a:rPr lang="en-US" altLang="zh-CN" sz="2800" b="1" i="1" kern="1200" baseline="-25000" dirty="0">
                <a:solidFill>
                  <a:schemeClr val="tx1"/>
                </a:solidFill>
                <a:latin typeface="Times New Roman" panose="02020603050405020304" pitchFamily="18" charset="0"/>
                <a:ea typeface="楷体_GB2312"/>
                <a:cs typeface="+mn-cs"/>
              </a:rPr>
              <a:t>N</a:t>
            </a:r>
            <a:r>
              <a:rPr lang="en-US" altLang="zh-CN" sz="2800" b="1" kern="1200" dirty="0">
                <a:solidFill>
                  <a:schemeClr val="tx1"/>
                </a:solidFill>
                <a:latin typeface="Times New Roman" panose="02020603050405020304" pitchFamily="18" charset="0"/>
                <a:ea typeface="楷体_GB2312"/>
                <a:cs typeface="+mn-cs"/>
              </a:rPr>
              <a:t>∪</a:t>
            </a:r>
            <a:r>
              <a:rPr lang="en-US" altLang="zh-CN" sz="2800" b="1" i="1" kern="1200" dirty="0">
                <a:solidFill>
                  <a:schemeClr val="tx1"/>
                </a:solidFill>
                <a:latin typeface="Times New Roman" panose="02020603050405020304" pitchFamily="18" charset="0"/>
                <a:ea typeface="楷体_GB2312"/>
                <a:cs typeface="+mn-cs"/>
              </a:rPr>
              <a:t>V</a:t>
            </a:r>
            <a:r>
              <a:rPr lang="en-US" altLang="zh-CN" sz="2800" b="1" i="1" kern="1200" baseline="-25000" dirty="0">
                <a:solidFill>
                  <a:schemeClr val="tx1"/>
                </a:solidFill>
                <a:latin typeface="Times New Roman" panose="02020603050405020304" pitchFamily="18" charset="0"/>
                <a:ea typeface="楷体_GB2312"/>
                <a:cs typeface="+mn-cs"/>
              </a:rPr>
              <a:t>T</a:t>
            </a:r>
            <a:r>
              <a:rPr lang="en-US" altLang="zh-CN" sz="2800" b="1" kern="1200" dirty="0">
                <a:solidFill>
                  <a:schemeClr val="tx1"/>
                </a:solidFill>
                <a:latin typeface="Times New Roman" panose="02020603050405020304" pitchFamily="18" charset="0"/>
                <a:ea typeface="楷体_GB2312"/>
                <a:cs typeface="+mn-cs"/>
              </a:rPr>
              <a:t>, </a:t>
            </a:r>
            <a:r>
              <a:rPr lang="en-US" altLang="zh-CN" sz="2800" b="1" i="1" kern="1200" dirty="0">
                <a:solidFill>
                  <a:schemeClr val="tx1"/>
                </a:solidFill>
                <a:latin typeface="Times New Roman" panose="02020603050405020304" pitchFamily="18" charset="0"/>
                <a:ea typeface="楷体_GB2312"/>
                <a:cs typeface="+mn-cs"/>
              </a:rPr>
              <a:t>I</a:t>
            </a:r>
            <a:r>
              <a:rPr lang="en-US" altLang="zh-CN" sz="2800" b="1" kern="1200" dirty="0">
                <a:solidFill>
                  <a:schemeClr val="tx1"/>
                </a:solidFill>
                <a:latin typeface="Times New Roman" panose="02020603050405020304" pitchFamily="18" charset="0"/>
                <a:ea typeface="楷体_GB2312"/>
                <a:cs typeface="+mn-cs"/>
              </a:rPr>
              <a:t>=</a:t>
            </a:r>
            <a:r>
              <a:rPr lang="en-US" altLang="zh-CN" sz="2800" b="1" i="1" kern="1200" dirty="0">
                <a:solidFill>
                  <a:schemeClr val="tx1"/>
                </a:solidFill>
                <a:latin typeface="Times New Roman" panose="02020603050405020304" pitchFamily="18" charset="0"/>
                <a:ea typeface="楷体_GB2312"/>
                <a:cs typeface="+mn-cs"/>
              </a:rPr>
              <a:t>GOTO</a:t>
            </a:r>
            <a:r>
              <a:rPr lang="en-US" altLang="zh-CN" sz="2800" b="1" kern="1200" dirty="0">
                <a:solidFill>
                  <a:schemeClr val="tx1"/>
                </a:solidFill>
                <a:latin typeface="Times New Roman" panose="02020603050405020304" pitchFamily="18" charset="0"/>
                <a:ea typeface="楷体_GB2312"/>
                <a:cs typeface="+mn-cs"/>
              </a:rPr>
              <a:t>(</a:t>
            </a:r>
            <a:r>
              <a:rPr lang="en-US" altLang="zh-CN" sz="2800" b="1" i="1" kern="1200" dirty="0">
                <a:solidFill>
                  <a:schemeClr val="tx1"/>
                </a:solidFill>
                <a:latin typeface="Times New Roman" panose="02020603050405020304" pitchFamily="18" charset="0"/>
                <a:ea typeface="楷体_GB2312"/>
                <a:cs typeface="+mn-cs"/>
              </a:rPr>
              <a:t>J</a:t>
            </a:r>
            <a:r>
              <a:rPr lang="en-US" altLang="zh-CN" sz="2800" b="1" kern="1200" dirty="0">
                <a:solidFill>
                  <a:schemeClr val="tx1"/>
                </a:solidFill>
                <a:latin typeface="Times New Roman" panose="02020603050405020304" pitchFamily="18" charset="0"/>
                <a:ea typeface="楷体_GB2312"/>
                <a:cs typeface="+mn-cs"/>
              </a:rPr>
              <a:t>,</a:t>
            </a:r>
            <a:r>
              <a:rPr lang="en-US" altLang="zh-CN" sz="2800" b="1" i="1" kern="1200" dirty="0">
                <a:solidFill>
                  <a:schemeClr val="tx1"/>
                </a:solidFill>
                <a:latin typeface="Times New Roman" panose="02020603050405020304" pitchFamily="18" charset="0"/>
                <a:ea typeface="楷体_GB2312"/>
                <a:cs typeface="+mn-cs"/>
              </a:rPr>
              <a:t>X </a:t>
            </a:r>
            <a:r>
              <a:rPr lang="en-US" altLang="zh-CN" sz="2800" b="1" kern="1200" dirty="0">
                <a:solidFill>
                  <a:schemeClr val="tx1"/>
                </a:solidFill>
                <a:latin typeface="Times New Roman" panose="02020603050405020304" pitchFamily="18" charset="0"/>
                <a:ea typeface="楷体_GB2312"/>
                <a:cs typeface="+mn-cs"/>
              </a:rPr>
              <a:t>) }</a:t>
            </a:r>
          </a:p>
          <a:p>
            <a:pPr lvl="2" eaLnBrk="1" hangingPunct="1">
              <a:lnSpc>
                <a:spcPts val="4000"/>
              </a:lnSpc>
              <a:buClrTx/>
              <a:buSzPct val="100000"/>
              <a:buFont typeface="Wingdings" panose="05000000000000000000" pitchFamily="2" charset="2"/>
              <a:buChar char="Ø"/>
            </a:pPr>
            <a:r>
              <a:rPr lang="en-US" altLang="zh-CN" sz="2800" b="1" i="1" kern="1200" dirty="0">
                <a:solidFill>
                  <a:schemeClr val="tx1"/>
                </a:solidFill>
                <a:latin typeface="Times New Roman" panose="02020603050405020304" pitchFamily="18" charset="0"/>
                <a:ea typeface="楷体_GB2312"/>
                <a:cs typeface="+mn-cs"/>
              </a:rPr>
              <a:t>I</a:t>
            </a:r>
            <a:r>
              <a:rPr lang="en-US" altLang="zh-CN" sz="2800" b="1" i="1" kern="1200" baseline="-25000" dirty="0">
                <a:solidFill>
                  <a:schemeClr val="tx1"/>
                </a:solidFill>
                <a:latin typeface="Times New Roman" panose="02020603050405020304" pitchFamily="18" charset="0"/>
                <a:ea typeface="楷体_GB2312"/>
                <a:cs typeface="+mn-cs"/>
              </a:rPr>
              <a:t>0</a:t>
            </a:r>
            <a:r>
              <a:rPr lang="en-US" altLang="zh-CN" sz="2800" b="1" kern="1200" dirty="0">
                <a:solidFill>
                  <a:schemeClr val="tx1"/>
                </a:solidFill>
                <a:latin typeface="Times New Roman" panose="02020603050405020304" pitchFamily="18" charset="0"/>
                <a:ea typeface="楷体_GB2312"/>
                <a:cs typeface="+mn-cs"/>
              </a:rPr>
              <a:t>=</a:t>
            </a:r>
            <a:r>
              <a:rPr lang="en-US" altLang="zh-CN" sz="2800" b="1" i="1" kern="1200" dirty="0">
                <a:solidFill>
                  <a:schemeClr val="tx1"/>
                </a:solidFill>
                <a:latin typeface="Times New Roman" panose="02020603050405020304" pitchFamily="18" charset="0"/>
                <a:ea typeface="楷体_GB2312"/>
                <a:cs typeface="+mn-cs"/>
              </a:rPr>
              <a:t>CLOSURE</a:t>
            </a:r>
            <a:r>
              <a:rPr lang="en-US" altLang="zh-CN" sz="2800" b="1" kern="1200" dirty="0">
                <a:solidFill>
                  <a:schemeClr val="tx1"/>
                </a:solidFill>
                <a:latin typeface="Times New Roman" panose="02020603050405020304" pitchFamily="18" charset="0"/>
                <a:ea typeface="楷体_GB2312"/>
                <a:cs typeface="+mn-cs"/>
              </a:rPr>
              <a:t>({</a:t>
            </a:r>
            <a:r>
              <a:rPr lang="en-US" altLang="zh-CN" sz="2800" b="1" i="1" kern="1200" dirty="0">
                <a:solidFill>
                  <a:schemeClr val="tx1"/>
                </a:solidFill>
                <a:latin typeface="Times New Roman" panose="02020603050405020304" pitchFamily="18" charset="0"/>
                <a:ea typeface="楷体_GB2312"/>
                <a:cs typeface="+mn-cs"/>
              </a:rPr>
              <a:t>S</a:t>
            </a:r>
            <a:r>
              <a:rPr lang="en-US" altLang="zh-CN" sz="2800" b="1" i="1" kern="1200" dirty="0">
                <a:solidFill>
                  <a:schemeClr val="tx1"/>
                </a:solidFill>
                <a:latin typeface="Times New Roman" panose="02020603050405020304" pitchFamily="18" charset="0"/>
                <a:ea typeface="楷体" panose="02010609060101010101" pitchFamily="49" charset="-122"/>
                <a:cs typeface="+mn-cs"/>
              </a:rPr>
              <a:t>′</a:t>
            </a:r>
            <a:r>
              <a:rPr lang="en-US" altLang="zh-CN" sz="2800" b="1" kern="1200" dirty="0">
                <a:solidFill>
                  <a:schemeClr val="tx1"/>
                </a:solidFill>
                <a:latin typeface="Times New Roman" panose="02020603050405020304" pitchFamily="18" charset="0"/>
                <a:ea typeface="楷体" panose="02010609060101010101" pitchFamily="49" charset="-122"/>
                <a:cs typeface="+mn-cs"/>
              </a:rPr>
              <a:t> </a:t>
            </a:r>
            <a:r>
              <a:rPr lang="en-US" altLang="zh-CN" sz="2800" b="1" kern="1200" dirty="0">
                <a:solidFill>
                  <a:schemeClr val="tx1"/>
                </a:solidFill>
                <a:latin typeface="Times New Roman" panose="02020603050405020304" pitchFamily="18" charset="0"/>
                <a:ea typeface="楷体_GB2312"/>
                <a:cs typeface="+mn-cs"/>
              </a:rPr>
              <a:t>→.</a:t>
            </a:r>
            <a:r>
              <a:rPr lang="en-US" altLang="zh-CN" sz="2800" b="1" i="1" kern="1200" dirty="0">
                <a:solidFill>
                  <a:schemeClr val="tx1"/>
                </a:solidFill>
                <a:latin typeface="Times New Roman" panose="02020603050405020304" pitchFamily="18" charset="0"/>
                <a:ea typeface="楷体_GB2312"/>
                <a:cs typeface="+mn-cs"/>
              </a:rPr>
              <a:t>S </a:t>
            </a:r>
            <a:r>
              <a:rPr lang="en-US" altLang="zh-CN" sz="2800" b="1" kern="1200" dirty="0">
                <a:solidFill>
                  <a:schemeClr val="tx1"/>
                </a:solidFill>
                <a:latin typeface="Times New Roman" panose="02020603050405020304" pitchFamily="18" charset="0"/>
                <a:ea typeface="楷体_GB2312"/>
                <a:cs typeface="+mn-cs"/>
              </a:rPr>
              <a:t>})</a:t>
            </a:r>
          </a:p>
          <a:p>
            <a:pPr lvl="2" eaLnBrk="1" hangingPunct="1">
              <a:lnSpc>
                <a:spcPts val="4000"/>
              </a:lnSpc>
              <a:buClrTx/>
              <a:buSzPct val="100000"/>
              <a:buFont typeface="Wingdings" panose="05000000000000000000" pitchFamily="2" charset="2"/>
              <a:buChar char="Ø"/>
            </a:pPr>
            <a:r>
              <a:rPr lang="en-US" altLang="zh-CN" sz="2800" b="1" i="1" kern="1200" dirty="0">
                <a:solidFill>
                  <a:schemeClr val="tx1"/>
                </a:solidFill>
                <a:latin typeface="Times New Roman" panose="02020603050405020304" pitchFamily="18" charset="0"/>
                <a:ea typeface="楷体_GB2312"/>
                <a:cs typeface="+mn-cs"/>
              </a:rPr>
              <a:t>F</a:t>
            </a:r>
            <a:r>
              <a:rPr lang="en-US" altLang="zh-CN" sz="2800" b="1" kern="1200" dirty="0">
                <a:solidFill>
                  <a:schemeClr val="tx1"/>
                </a:solidFill>
                <a:latin typeface="Times New Roman" panose="02020603050405020304" pitchFamily="18" charset="0"/>
                <a:ea typeface="楷体_GB2312"/>
                <a:cs typeface="+mn-cs"/>
              </a:rPr>
              <a:t>={ </a:t>
            </a:r>
            <a:r>
              <a:rPr lang="en-US" altLang="zh-CN" sz="2800" b="1" i="1" kern="1200" dirty="0">
                <a:solidFill>
                  <a:schemeClr val="tx1"/>
                </a:solidFill>
                <a:latin typeface="Times New Roman" panose="02020603050405020304" pitchFamily="18" charset="0"/>
                <a:ea typeface="楷体_GB2312"/>
                <a:cs typeface="+mn-cs"/>
              </a:rPr>
              <a:t>CLOSURE</a:t>
            </a:r>
            <a:r>
              <a:rPr lang="en-US" altLang="zh-CN" sz="2800" b="1" kern="1200" dirty="0">
                <a:solidFill>
                  <a:schemeClr val="tx1"/>
                </a:solidFill>
                <a:latin typeface="Times New Roman" panose="02020603050405020304" pitchFamily="18" charset="0"/>
                <a:ea typeface="楷体_GB2312"/>
                <a:cs typeface="+mn-cs"/>
              </a:rPr>
              <a:t>({</a:t>
            </a:r>
            <a:r>
              <a:rPr lang="en-US" altLang="zh-CN" sz="2800" b="1" i="1" kern="1200" dirty="0">
                <a:solidFill>
                  <a:schemeClr val="tx1"/>
                </a:solidFill>
                <a:latin typeface="Times New Roman" panose="02020603050405020304" pitchFamily="18" charset="0"/>
                <a:ea typeface="华文楷体" panose="02010600040101010101" pitchFamily="2" charset="-122"/>
                <a:cs typeface="+mn-cs"/>
              </a:rPr>
              <a:t>S</a:t>
            </a:r>
            <a:r>
              <a:rPr lang="en-US" altLang="zh-CN" sz="2800" b="1" i="1" kern="1200" dirty="0">
                <a:solidFill>
                  <a:schemeClr val="tx1"/>
                </a:solidFill>
                <a:latin typeface="Times New Roman" panose="02020603050405020304" pitchFamily="18" charset="0"/>
                <a:ea typeface="楷体" panose="02010609060101010101" pitchFamily="49" charset="-122"/>
                <a:cs typeface="+mn-cs"/>
              </a:rPr>
              <a:t>′ </a:t>
            </a:r>
            <a:r>
              <a:rPr lang="en-US" altLang="zh-CN" sz="28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800" b="1" i="1" kern="1200" dirty="0">
                <a:solidFill>
                  <a:schemeClr val="tx1"/>
                </a:solidFill>
                <a:latin typeface="Times New Roman" panose="02020603050405020304" pitchFamily="18" charset="0"/>
                <a:ea typeface="华文楷体" panose="02010600040101010101" pitchFamily="2" charset="-122"/>
                <a:cs typeface="+mn-cs"/>
              </a:rPr>
              <a:t>S</a:t>
            </a:r>
            <a:r>
              <a:rPr lang="en-US" altLang="zh-CN" sz="2800" b="1" kern="1200" dirty="0">
                <a:solidFill>
                  <a:schemeClr val="tx1"/>
                </a:solidFill>
                <a:latin typeface="Times New Roman" panose="02020603050405020304" pitchFamily="18" charset="0"/>
                <a:ea typeface="华文楷体" panose="02010600040101010101" pitchFamily="2" charset="-122"/>
                <a:cs typeface="+mn-cs"/>
              </a:rPr>
              <a:t>.</a:t>
            </a:r>
            <a:r>
              <a:rPr lang="en-US" altLang="zh-CN" sz="2800" b="1" kern="1200" dirty="0">
                <a:solidFill>
                  <a:schemeClr val="tx1"/>
                </a:solidFill>
                <a:latin typeface="Times New Roman" panose="02020603050405020304" pitchFamily="18" charset="0"/>
                <a:ea typeface="楷体_GB2312"/>
                <a:cs typeface="+mn-cs"/>
              </a:rPr>
              <a:t>}) }</a:t>
            </a:r>
            <a:endParaRPr lang="en-US" altLang="zh-CN" sz="2800" b="1" kern="1200" dirty="0">
              <a:solidFill>
                <a:schemeClr val="tx1"/>
              </a:solidFill>
              <a:latin typeface="Times New Roman" panose="02020603050405020304" pitchFamily="18" charset="0"/>
              <a:ea typeface="华文楷体" panose="02010600040101010101" pitchFamily="2" charset="-122"/>
              <a:cs typeface="+mn-cs"/>
            </a:endParaRPr>
          </a:p>
        </p:txBody>
      </p:sp>
      <p:sp>
        <p:nvSpPr>
          <p:cNvPr id="92163" name="标题 1"/>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en-US" altLang="zh-CN" sz="3000" i="1" kern="1200" dirty="0">
                <a:solidFill>
                  <a:schemeClr val="tx1"/>
                </a:solidFill>
                <a:latin typeface="Times New Roman" panose="02020603050405020304" pitchFamily="18" charset="0"/>
                <a:ea typeface="黑体" panose="02010609060101010101" pitchFamily="49" charset="-122"/>
                <a:cs typeface="+mj-cs"/>
              </a:rPr>
              <a:t>LR</a:t>
            </a:r>
            <a:r>
              <a:rPr lang="en-US" altLang="zh-CN" sz="3000" kern="1200" dirty="0">
                <a:solidFill>
                  <a:schemeClr val="tx1"/>
                </a:solidFill>
                <a:latin typeface="Times New Roman" panose="02020603050405020304" pitchFamily="18" charset="0"/>
                <a:ea typeface="黑体" panose="02010609060101010101" pitchFamily="49" charset="-122"/>
                <a:cs typeface="+mj-cs"/>
              </a:rPr>
              <a:t>(0) </a:t>
            </a:r>
            <a:r>
              <a:rPr lang="zh-CN" altLang="en-US" sz="3000" kern="1200" dirty="0">
                <a:solidFill>
                  <a:schemeClr val="tx1"/>
                </a:solidFill>
                <a:latin typeface="微软雅黑" panose="020B0503020204020204" pitchFamily="34" charset="-122"/>
                <a:ea typeface="微软雅黑" panose="020B0503020204020204" pitchFamily="34" charset="-122"/>
                <a:cs typeface="+mj-cs"/>
              </a:rPr>
              <a:t>自动机的形式化定义</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内容占位符 2"/>
          <p:cNvSpPr>
            <a:spLocks noGrp="1"/>
          </p:cNvSpPr>
          <p:nvPr>
            <p:ph idx="1"/>
          </p:nvPr>
        </p:nvSpPr>
        <p:spPr>
          <a:xfrm>
            <a:off x="442913" y="849313"/>
            <a:ext cx="1628775" cy="2701925"/>
          </a:xfrm>
          <a:solidFill>
            <a:schemeClr val="accent5">
              <a:lumMod val="60000"/>
              <a:lumOff val="40000"/>
            </a:schemeClr>
          </a:solidFill>
          <a:ln w="12700">
            <a:solidFill>
              <a:schemeClr val="tx1"/>
            </a:solidFill>
          </a:ln>
        </p:spPr>
        <p:txBody>
          <a:bodyPr vert="horz" wrap="square" lIns="91440" tIns="45720" rIns="91440" bIns="45720" numCol="1" anchor="ctr" anchorCtr="0" compatLnSpc="1"/>
          <a:lstStyle/>
          <a:p>
            <a:pPr marL="0" marR="0" lvl="0" indent="0" algn="l" defTabSz="914400" rtl="0" eaLnBrk="1" fontAlgn="base" latinLnBrk="0" hangingPunct="1">
              <a:lnSpc>
                <a:spcPts val="2000"/>
              </a:lnSpc>
              <a:spcBef>
                <a:spcPct val="20000"/>
              </a:spcBef>
              <a:spcAft>
                <a:spcPct val="0"/>
              </a:spcAft>
              <a:buClrTx/>
              <a:buSzPct val="100000"/>
              <a:buFont typeface="Symbol" panose="05050102010706020507" pitchFamily="18" charset="2"/>
              <a:buNone/>
              <a:defRPr/>
            </a:pPr>
            <a:r>
              <a:rPr kumimoji="0" lang="zh-CN" altLang="en-US" sz="25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文法</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ts val="2000"/>
              </a:lnSpc>
              <a:spcBef>
                <a:spcPct val="20000"/>
              </a:spcBef>
              <a:spcAft>
                <a:spcPct val="0"/>
              </a:spcAft>
              <a:buClrTx/>
              <a:buSzPct val="100000"/>
              <a:buFont typeface="Symbol" panose="05050102010706020507" pitchFamily="18" charset="2"/>
              <a:buNone/>
              <a:defRPr/>
            </a:pP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 </a:t>
            </a: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E</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1" i="1" u="none" strike="noStrike" kern="1200" cap="none" spc="0" normalizeH="0" baseline="0" noProof="0" dirty="0">
                <a:ln>
                  <a:noFill/>
                </a:ln>
                <a:solidFill>
                  <a:schemeClr val="tx2"/>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a:t>
            </a: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E</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a:t>
            </a:r>
          </a:p>
          <a:p>
            <a:pPr marL="0" marR="0" lvl="0" indent="0" algn="l" defTabSz="914400" rtl="0" eaLnBrk="1" fontAlgn="base" latinLnBrk="0" hangingPunct="1">
              <a:lnSpc>
                <a:spcPts val="2000"/>
              </a:lnSpc>
              <a:spcBef>
                <a:spcPct val="20000"/>
              </a:spcBef>
              <a:spcAft>
                <a:spcPct val="0"/>
              </a:spcAft>
              <a:buClrTx/>
              <a:buSzPct val="100000"/>
              <a:buFont typeface="Symbol" panose="05050102010706020507" pitchFamily="18" charset="2"/>
              <a:buNone/>
              <a:defRPr/>
            </a:pP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 </a:t>
            </a: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E</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 </a:t>
            </a: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E</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T</a:t>
            </a:r>
          </a:p>
          <a:p>
            <a:pPr marL="0" marR="0" lvl="0" indent="0" algn="l" defTabSz="914400" rtl="0" eaLnBrk="1" fontAlgn="base" latinLnBrk="0" hangingPunct="1">
              <a:lnSpc>
                <a:spcPts val="2000"/>
              </a:lnSpc>
              <a:spcBef>
                <a:spcPct val="20000"/>
              </a:spcBef>
              <a:spcAft>
                <a:spcPct val="0"/>
              </a:spcAft>
              <a:buClrTx/>
              <a:buSzPct val="100000"/>
              <a:buFont typeface="Symbol" panose="05050102010706020507" pitchFamily="18" charset="2"/>
              <a:buNone/>
              <a:defRPr/>
            </a:pP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(2) </a:t>
            </a: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E</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 </a:t>
            </a: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T</a:t>
            </a:r>
          </a:p>
          <a:p>
            <a:pPr marL="0" marR="0" lvl="0" indent="0" algn="l" defTabSz="914400" rtl="0" eaLnBrk="1" fontAlgn="base" latinLnBrk="0" hangingPunct="1">
              <a:lnSpc>
                <a:spcPts val="2000"/>
              </a:lnSpc>
              <a:spcBef>
                <a:spcPct val="20000"/>
              </a:spcBef>
              <a:spcAft>
                <a:spcPct val="0"/>
              </a:spcAft>
              <a:buClrTx/>
              <a:buSzPct val="100000"/>
              <a:buFont typeface="Symbol" panose="05050102010706020507" pitchFamily="18" charset="2"/>
              <a:buNone/>
              <a:defRPr/>
            </a:pP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(3) </a:t>
            </a: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T</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 </a:t>
            </a: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T</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F</a:t>
            </a:r>
          </a:p>
          <a:p>
            <a:pPr marL="0" marR="0" lvl="0" indent="0" algn="l" defTabSz="914400" rtl="0" eaLnBrk="1" fontAlgn="base" latinLnBrk="0" hangingPunct="1">
              <a:lnSpc>
                <a:spcPts val="2000"/>
              </a:lnSpc>
              <a:spcBef>
                <a:spcPct val="20000"/>
              </a:spcBef>
              <a:spcAft>
                <a:spcPct val="0"/>
              </a:spcAft>
              <a:buClrTx/>
              <a:buSzPct val="100000"/>
              <a:buFont typeface="Symbol" panose="05050102010706020507" pitchFamily="18" charset="2"/>
              <a:buNone/>
              <a:defRPr/>
            </a:pP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(4) </a:t>
            </a: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T</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 </a:t>
            </a: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F</a:t>
            </a:r>
          </a:p>
          <a:p>
            <a:pPr marL="0" marR="0" lvl="0" indent="0" algn="l" defTabSz="914400" rtl="0" eaLnBrk="1" fontAlgn="base" latinLnBrk="0" hangingPunct="1">
              <a:lnSpc>
                <a:spcPts val="2000"/>
              </a:lnSpc>
              <a:spcBef>
                <a:spcPct val="20000"/>
              </a:spcBef>
              <a:spcAft>
                <a:spcPct val="0"/>
              </a:spcAft>
              <a:buClrTx/>
              <a:buSzPct val="100000"/>
              <a:buFont typeface="Symbol" panose="05050102010706020507" pitchFamily="18" charset="2"/>
              <a:buNone/>
              <a:defRPr/>
            </a:pP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(5) </a:t>
            </a: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F</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 (</a:t>
            </a: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E</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p>
          <a:p>
            <a:pPr marL="0" marR="0" lvl="0" indent="0" algn="l" defTabSz="914400" rtl="0" eaLnBrk="1" fontAlgn="base" latinLnBrk="0" hangingPunct="1">
              <a:lnSpc>
                <a:spcPts val="2000"/>
              </a:lnSpc>
              <a:spcBef>
                <a:spcPct val="20000"/>
              </a:spcBef>
              <a:spcAft>
                <a:spcPct val="0"/>
              </a:spcAft>
              <a:buClrTx/>
              <a:buSzPct val="100000"/>
              <a:buFont typeface="Symbol" panose="05050102010706020507" pitchFamily="18" charset="2"/>
              <a:buNone/>
              <a:defRPr/>
            </a:pP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(6) </a:t>
            </a:r>
            <a:r>
              <a:rPr kumimoji="1"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F</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 id</a:t>
            </a:r>
          </a:p>
        </p:txBody>
      </p:sp>
      <p:sp>
        <p:nvSpPr>
          <p:cNvPr id="94211" name="标题 1"/>
          <p:cNvSpPr txBox="1"/>
          <p:nvPr/>
        </p:nvSpPr>
        <p:spPr>
          <a:xfrm>
            <a:off x="690563" y="844550"/>
            <a:ext cx="7931150" cy="358775"/>
          </a:xfrm>
          <a:prstGeom prst="rect">
            <a:avLst/>
          </a:prstGeom>
          <a:noFill/>
          <a:ln w="9525">
            <a:noFill/>
          </a:ln>
        </p:spPr>
        <p:txBody>
          <a:bodyPr anchor="ctr" anchorCtr="0"/>
          <a:lstStyle/>
          <a:p>
            <a:pPr eaLnBrk="1" hangingPunct="1"/>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94212" name="标题 1"/>
          <p:cNvSpPr>
            <a:spLocks noGrp="1"/>
          </p:cNvSpPr>
          <p:nvPr>
            <p:ph type="title"/>
          </p:nvPr>
        </p:nvSpPr>
        <p:spPr>
          <a:xfrm>
            <a:off x="755650" y="268288"/>
            <a:ext cx="4673600" cy="358775"/>
          </a:xfrm>
        </p:spPr>
        <p:txBody>
          <a:bodyPr vert="horz" wrap="square" lIns="91440" tIns="45720" rIns="91440" bIns="45720" anchor="ctr" anchorCtr="0"/>
          <a:lstStyle/>
          <a:p>
            <a:pPr eaLnBrk="1" hangingPunct="1"/>
            <a:r>
              <a:rPr lang="en-US" altLang="zh-CN" sz="3000" i="1" kern="1200" dirty="0">
                <a:solidFill>
                  <a:schemeClr val="tx1"/>
                </a:solidFill>
                <a:latin typeface="Times New Roman" panose="02020603050405020304" pitchFamily="18" charset="0"/>
                <a:ea typeface="黑体" panose="02010609060101010101" pitchFamily="49" charset="-122"/>
                <a:cs typeface="+mj-cs"/>
              </a:rPr>
              <a:t>LR</a:t>
            </a:r>
            <a:r>
              <a:rPr lang="en-US" altLang="zh-CN" sz="3000" kern="1200" dirty="0">
                <a:solidFill>
                  <a:schemeClr val="tx1"/>
                </a:solidFill>
                <a:latin typeface="Times New Roman" panose="02020603050405020304" pitchFamily="18" charset="0"/>
                <a:ea typeface="黑体" panose="02010609060101010101" pitchFamily="49" charset="-122"/>
                <a:cs typeface="+mj-cs"/>
              </a:rPr>
              <a:t>(0) </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分析过程中的冲突</a:t>
            </a:r>
          </a:p>
        </p:txBody>
      </p:sp>
      <p:sp>
        <p:nvSpPr>
          <p:cNvPr id="63" name="矩形 62"/>
          <p:cNvSpPr/>
          <p:nvPr/>
        </p:nvSpPr>
        <p:spPr>
          <a:xfrm>
            <a:off x="214313" y="4357688"/>
            <a:ext cx="2357437" cy="461962"/>
          </a:xfrm>
          <a:prstGeom prst="rect">
            <a:avLst/>
          </a:prstGeom>
          <a:solidFill>
            <a:srgbClr val="FFCCCC"/>
          </a:solidFill>
          <a:ln w="12700" cap="flat" cmpd="sng">
            <a:solidFill>
              <a:schemeClr val="tx1"/>
            </a:solidFill>
            <a:prstDash val="solid"/>
            <a:miter/>
            <a:headEnd type="none" w="med" len="med"/>
            <a:tailEnd type="none" w="med" len="med"/>
          </a:ln>
        </p:spPr>
        <p:txBody>
          <a:bodyPr>
            <a:spAutoFit/>
          </a:bodyPr>
          <a:lstStyle/>
          <a:p>
            <a:r>
              <a:rPr lang="zh-CN" altLang="en-US" sz="2300" b="1" dirty="0">
                <a:solidFill>
                  <a:srgbClr val="000000"/>
                </a:solidFill>
                <a:latin typeface="华文楷体" panose="02010600040101010101" pitchFamily="2" charset="-122"/>
                <a:ea typeface="华文楷体" panose="02010600040101010101" pitchFamily="2" charset="-122"/>
              </a:rPr>
              <a:t>移进</a:t>
            </a:r>
            <a:r>
              <a:rPr lang="en-US" altLang="zh-CN" sz="2300" b="1" dirty="0">
                <a:solidFill>
                  <a:srgbClr val="000000"/>
                </a:solidFill>
                <a:latin typeface="华文楷体" panose="02010600040101010101" pitchFamily="2" charset="-122"/>
                <a:ea typeface="华文楷体" panose="02010600040101010101" pitchFamily="2" charset="-122"/>
              </a:rPr>
              <a:t>/</a:t>
            </a:r>
            <a:r>
              <a:rPr lang="zh-CN" altLang="en-US" sz="2300" b="1" dirty="0">
                <a:solidFill>
                  <a:srgbClr val="000000"/>
                </a:solidFill>
                <a:latin typeface="华文楷体" panose="02010600040101010101" pitchFamily="2" charset="-122"/>
                <a:ea typeface="华文楷体" panose="02010600040101010101" pitchFamily="2" charset="-122"/>
              </a:rPr>
              <a:t>归约冲突</a:t>
            </a:r>
          </a:p>
        </p:txBody>
      </p:sp>
      <p:sp>
        <p:nvSpPr>
          <p:cNvPr id="64" name="任意多边形 63"/>
          <p:cNvSpPr/>
          <p:nvPr/>
        </p:nvSpPr>
        <p:spPr>
          <a:xfrm>
            <a:off x="2571750" y="966788"/>
            <a:ext cx="6288088" cy="4117975"/>
          </a:xfrm>
          <a:custGeom>
            <a:avLst/>
            <a:gdLst>
              <a:gd name="connsiteX0" fmla="*/ 5697416 w 8383465"/>
              <a:gd name="connsiteY0" fmla="*/ 2930 h 5489330"/>
              <a:gd name="connsiteX1" fmla="*/ 6770077 w 8383465"/>
              <a:gd name="connsiteY1" fmla="*/ 20515 h 5489330"/>
              <a:gd name="connsiteX2" fmla="*/ 7429500 w 8383465"/>
              <a:gd name="connsiteY2" fmla="*/ 126023 h 5489330"/>
              <a:gd name="connsiteX3" fmla="*/ 8018585 w 8383465"/>
              <a:gd name="connsiteY3" fmla="*/ 574430 h 5489330"/>
              <a:gd name="connsiteX4" fmla="*/ 8326316 w 8383465"/>
              <a:gd name="connsiteY4" fmla="*/ 1471246 h 5489330"/>
              <a:gd name="connsiteX5" fmla="*/ 8317523 w 8383465"/>
              <a:gd name="connsiteY5" fmla="*/ 3968261 h 5489330"/>
              <a:gd name="connsiteX6" fmla="*/ 7930662 w 8383465"/>
              <a:gd name="connsiteY6" fmla="*/ 5146430 h 5489330"/>
              <a:gd name="connsiteX7" fmla="*/ 6761285 w 8383465"/>
              <a:gd name="connsiteY7" fmla="*/ 5427784 h 5489330"/>
              <a:gd name="connsiteX8" fmla="*/ 2233246 w 8383465"/>
              <a:gd name="connsiteY8" fmla="*/ 5462953 h 5489330"/>
              <a:gd name="connsiteX9" fmla="*/ 826477 w 8383465"/>
              <a:gd name="connsiteY9" fmla="*/ 5269523 h 5489330"/>
              <a:gd name="connsiteX10" fmla="*/ 0 w 8383465"/>
              <a:gd name="connsiteY10" fmla="*/ 4205653 h 5489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83465" h="5489330">
                <a:moveTo>
                  <a:pt x="5697416" y="2930"/>
                </a:moveTo>
                <a:cubicBezTo>
                  <a:pt x="6089406" y="1465"/>
                  <a:pt x="6481396" y="0"/>
                  <a:pt x="6770077" y="20515"/>
                </a:cubicBezTo>
                <a:cubicBezTo>
                  <a:pt x="7058758" y="41031"/>
                  <a:pt x="7221415" y="33704"/>
                  <a:pt x="7429500" y="126023"/>
                </a:cubicBezTo>
                <a:cubicBezTo>
                  <a:pt x="7637585" y="218342"/>
                  <a:pt x="7869116" y="350226"/>
                  <a:pt x="8018585" y="574430"/>
                </a:cubicBezTo>
                <a:cubicBezTo>
                  <a:pt x="8168054" y="798634"/>
                  <a:pt x="8276493" y="905607"/>
                  <a:pt x="8326316" y="1471246"/>
                </a:cubicBezTo>
                <a:cubicBezTo>
                  <a:pt x="8376139" y="2036885"/>
                  <a:pt x="8383465" y="3355730"/>
                  <a:pt x="8317523" y="3968261"/>
                </a:cubicBezTo>
                <a:cubicBezTo>
                  <a:pt x="8251581" y="4580792"/>
                  <a:pt x="8190035" y="4903176"/>
                  <a:pt x="7930662" y="5146430"/>
                </a:cubicBezTo>
                <a:cubicBezTo>
                  <a:pt x="7671289" y="5389684"/>
                  <a:pt x="7710854" y="5375030"/>
                  <a:pt x="6761285" y="5427784"/>
                </a:cubicBezTo>
                <a:cubicBezTo>
                  <a:pt x="5811716" y="5480538"/>
                  <a:pt x="3222381" y="5489330"/>
                  <a:pt x="2233246" y="5462953"/>
                </a:cubicBezTo>
                <a:cubicBezTo>
                  <a:pt x="1244111" y="5436576"/>
                  <a:pt x="1198685" y="5479073"/>
                  <a:pt x="826477" y="5269523"/>
                </a:cubicBezTo>
                <a:cubicBezTo>
                  <a:pt x="454269" y="5059973"/>
                  <a:pt x="227134" y="4632813"/>
                  <a:pt x="0" y="4205653"/>
                </a:cubicBezTo>
              </a:path>
            </a:pathLst>
          </a:cu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grpSp>
        <p:nvGrpSpPr>
          <p:cNvPr id="94215" name="组合 1"/>
          <p:cNvGrpSpPr/>
          <p:nvPr/>
        </p:nvGrpSpPr>
        <p:grpSpPr>
          <a:xfrm>
            <a:off x="2205038" y="628650"/>
            <a:ext cx="6470650" cy="4287838"/>
            <a:chOff x="2204642" y="642490"/>
            <a:chExt cx="6471793" cy="4286713"/>
          </a:xfrm>
        </p:grpSpPr>
        <p:sp>
          <p:nvSpPr>
            <p:cNvPr id="94216" name="Freeform 27"/>
            <p:cNvSpPr/>
            <p:nvPr/>
          </p:nvSpPr>
          <p:spPr>
            <a:xfrm>
              <a:off x="4807592" y="2144636"/>
              <a:ext cx="373618" cy="1070076"/>
            </a:xfrm>
            <a:custGeom>
              <a:avLst/>
              <a:gdLst>
                <a:gd name="txL" fmla="*/ 0 w 160"/>
                <a:gd name="txT" fmla="*/ 0 h 1008"/>
                <a:gd name="txR" fmla="*/ 160 w 160"/>
                <a:gd name="txB" fmla="*/ 1008 h 1008"/>
              </a:gdLst>
              <a:ahLst/>
              <a:cxnLst>
                <a:cxn ang="0">
                  <a:pos x="0" y="2147483646"/>
                </a:cxn>
                <a:cxn ang="0">
                  <a:pos x="2147483646" y="2147483646"/>
                </a:cxn>
                <a:cxn ang="0">
                  <a:pos x="2147483646" y="2147483646"/>
                </a:cxn>
                <a:cxn ang="0">
                  <a:pos x="0" y="0"/>
                </a:cxn>
              </a:cxnLst>
              <a:rect l="txL" t="txT" r="txR" b="txB"/>
              <a:pathLst>
                <a:path w="160" h="1008">
                  <a:moveTo>
                    <a:pt x="0" y="1008"/>
                  </a:moveTo>
                  <a:cubicBezTo>
                    <a:pt x="36" y="988"/>
                    <a:pt x="72" y="968"/>
                    <a:pt x="96" y="864"/>
                  </a:cubicBezTo>
                  <a:cubicBezTo>
                    <a:pt x="120" y="760"/>
                    <a:pt x="160" y="528"/>
                    <a:pt x="144" y="384"/>
                  </a:cubicBezTo>
                  <a:cubicBezTo>
                    <a:pt x="128" y="240"/>
                    <a:pt x="64" y="120"/>
                    <a:pt x="0" y="0"/>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94217" name="Line 35"/>
            <p:cNvSpPr/>
            <p:nvPr/>
          </p:nvSpPr>
          <p:spPr>
            <a:xfrm flipV="1">
              <a:off x="6713523" y="1714531"/>
              <a:ext cx="457235" cy="1"/>
            </a:xfrm>
            <a:prstGeom prst="line">
              <a:avLst/>
            </a:prstGeom>
            <a:ln w="38100" cap="flat" cmpd="sng">
              <a:solidFill>
                <a:schemeClr val="tx1"/>
              </a:solidFill>
              <a:prstDash val="solid"/>
              <a:headEnd type="none" w="sm" len="sm"/>
              <a:tailEnd type="triangle" w="med" len="med"/>
            </a:ln>
          </p:spPr>
        </p:sp>
        <p:sp>
          <p:nvSpPr>
            <p:cNvPr id="94218" name="Line 43"/>
            <p:cNvSpPr/>
            <p:nvPr/>
          </p:nvSpPr>
          <p:spPr>
            <a:xfrm>
              <a:off x="6673134" y="2786090"/>
              <a:ext cx="504094" cy="0"/>
            </a:xfrm>
            <a:prstGeom prst="line">
              <a:avLst/>
            </a:prstGeom>
            <a:ln w="38100" cap="flat" cmpd="sng">
              <a:solidFill>
                <a:schemeClr val="tx1"/>
              </a:solidFill>
              <a:prstDash val="solid"/>
              <a:headEnd type="none" w="sm" len="sm"/>
              <a:tailEnd type="triangle" w="med" len="med"/>
            </a:ln>
          </p:spPr>
        </p:sp>
        <p:sp>
          <p:nvSpPr>
            <p:cNvPr id="94219" name="Line 9"/>
            <p:cNvSpPr/>
            <p:nvPr/>
          </p:nvSpPr>
          <p:spPr>
            <a:xfrm flipV="1">
              <a:off x="3242074" y="2500681"/>
              <a:ext cx="528986" cy="0"/>
            </a:xfrm>
            <a:prstGeom prst="line">
              <a:avLst/>
            </a:prstGeom>
            <a:ln w="38100" cap="flat" cmpd="sng">
              <a:solidFill>
                <a:schemeClr val="tx1"/>
              </a:solidFill>
              <a:prstDash val="solid"/>
              <a:headEnd type="none" w="sm" len="sm"/>
              <a:tailEnd type="triangle" w="med" len="med"/>
            </a:ln>
          </p:spPr>
        </p:sp>
        <p:sp>
          <p:nvSpPr>
            <p:cNvPr id="94220" name="Line 3"/>
            <p:cNvSpPr/>
            <p:nvPr/>
          </p:nvSpPr>
          <p:spPr>
            <a:xfrm flipV="1">
              <a:off x="3180236" y="1060348"/>
              <a:ext cx="590825" cy="0"/>
            </a:xfrm>
            <a:prstGeom prst="line">
              <a:avLst/>
            </a:prstGeom>
            <a:ln w="38100" cap="flat" cmpd="sng">
              <a:solidFill>
                <a:schemeClr val="tx1"/>
              </a:solidFill>
              <a:prstDash val="solid"/>
              <a:headEnd type="none" w="sm" len="sm"/>
              <a:tailEnd type="triangle" w="med" len="med"/>
            </a:ln>
          </p:spPr>
        </p:sp>
        <p:sp>
          <p:nvSpPr>
            <p:cNvPr id="94221" name="Freeform 55"/>
            <p:cNvSpPr/>
            <p:nvPr/>
          </p:nvSpPr>
          <p:spPr>
            <a:xfrm>
              <a:off x="2857505" y="3487227"/>
              <a:ext cx="3429023" cy="1441976"/>
            </a:xfrm>
            <a:custGeom>
              <a:avLst/>
              <a:gdLst>
                <a:gd name="txL" fmla="*/ 0 w 2912"/>
                <a:gd name="txT" fmla="*/ 0 h 1760"/>
                <a:gd name="txR" fmla="*/ 2912 w 2912"/>
                <a:gd name="txB" fmla="*/ 1760 h 176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rect l="txL" t="txT" r="txR" b="txB"/>
              <a:pathLst>
                <a:path w="2912" h="1760">
                  <a:moveTo>
                    <a:pt x="2880" y="0"/>
                  </a:moveTo>
                  <a:cubicBezTo>
                    <a:pt x="2896" y="280"/>
                    <a:pt x="2912" y="560"/>
                    <a:pt x="2832" y="816"/>
                  </a:cubicBezTo>
                  <a:cubicBezTo>
                    <a:pt x="2752" y="1072"/>
                    <a:pt x="2544" y="1384"/>
                    <a:pt x="2400" y="1536"/>
                  </a:cubicBezTo>
                  <a:cubicBezTo>
                    <a:pt x="2256" y="1688"/>
                    <a:pt x="2232" y="1696"/>
                    <a:pt x="1968" y="1728"/>
                  </a:cubicBezTo>
                  <a:cubicBezTo>
                    <a:pt x="1704" y="1760"/>
                    <a:pt x="1064" y="1752"/>
                    <a:pt x="816" y="1728"/>
                  </a:cubicBezTo>
                  <a:cubicBezTo>
                    <a:pt x="568" y="1704"/>
                    <a:pt x="592" y="1672"/>
                    <a:pt x="480" y="1584"/>
                  </a:cubicBezTo>
                  <a:cubicBezTo>
                    <a:pt x="368" y="1496"/>
                    <a:pt x="224" y="1336"/>
                    <a:pt x="144" y="1200"/>
                  </a:cubicBezTo>
                  <a:cubicBezTo>
                    <a:pt x="64" y="1064"/>
                    <a:pt x="8" y="856"/>
                    <a:pt x="0" y="768"/>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94222" name="Line 53"/>
            <p:cNvSpPr/>
            <p:nvPr/>
          </p:nvSpPr>
          <p:spPr>
            <a:xfrm>
              <a:off x="7928628" y="3728389"/>
              <a:ext cx="0" cy="571553"/>
            </a:xfrm>
            <a:prstGeom prst="line">
              <a:avLst/>
            </a:prstGeom>
            <a:ln w="38100" cap="flat" cmpd="sng">
              <a:solidFill>
                <a:schemeClr val="tx1"/>
              </a:solidFill>
              <a:prstDash val="solid"/>
              <a:headEnd type="none" w="sm" len="sm"/>
              <a:tailEnd type="triangle" w="med" len="med"/>
            </a:ln>
          </p:spPr>
        </p:sp>
        <p:sp>
          <p:nvSpPr>
            <p:cNvPr id="94223" name="Line 15"/>
            <p:cNvSpPr/>
            <p:nvPr/>
          </p:nvSpPr>
          <p:spPr>
            <a:xfrm flipH="1">
              <a:off x="2518141" y="2888271"/>
              <a:ext cx="0" cy="645169"/>
            </a:xfrm>
            <a:prstGeom prst="line">
              <a:avLst/>
            </a:prstGeom>
            <a:ln w="38100" cap="flat" cmpd="sng">
              <a:solidFill>
                <a:schemeClr val="tx1"/>
              </a:solidFill>
              <a:prstDash val="solid"/>
              <a:headEnd type="none" w="sm" len="sm"/>
              <a:tailEnd type="triangle" w="sm" len="sm"/>
            </a:ln>
          </p:spPr>
        </p:sp>
        <p:sp>
          <p:nvSpPr>
            <p:cNvPr id="94224" name="Line 6"/>
            <p:cNvSpPr/>
            <p:nvPr/>
          </p:nvSpPr>
          <p:spPr>
            <a:xfrm>
              <a:off x="3170645" y="1780514"/>
              <a:ext cx="600418" cy="0"/>
            </a:xfrm>
            <a:prstGeom prst="line">
              <a:avLst/>
            </a:prstGeom>
            <a:ln w="38100" cap="flat" cmpd="sng">
              <a:solidFill>
                <a:schemeClr val="tx1"/>
              </a:solidFill>
              <a:prstDash val="solid"/>
              <a:headEnd type="none" w="sm" len="sm"/>
              <a:tailEnd type="triangle" w="med" len="med"/>
            </a:ln>
          </p:spPr>
        </p:sp>
        <p:sp>
          <p:nvSpPr>
            <p:cNvPr id="79" name="Text Box 2"/>
            <p:cNvSpPr txBox="1">
              <a:spLocks noChangeArrowheads="1"/>
            </p:cNvSpPr>
            <p:nvPr/>
          </p:nvSpPr>
          <p:spPr bwMode="auto">
            <a:xfrm>
              <a:off x="2214169" y="837702"/>
              <a:ext cx="1051111" cy="204257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marR="0" defTabSz="914400">
                <a:lnSpc>
                  <a:spcPts val="1920"/>
                </a:lnSpc>
                <a:buClr>
                  <a:srgbClr val="073E87"/>
                </a:buClr>
                <a:buSzPct val="75000"/>
                <a:buFontTx/>
                <a:buNone/>
                <a:defRPr/>
              </a:pP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I</a:t>
              </a:r>
              <a:r>
                <a:rPr kumimoji="1" lang="en-US" altLang="zh-CN" sz="1600" b="1" kern="1200" cap="none" spc="0" normalizeH="0" baseline="-25000" noProof="0" dirty="0">
                  <a:solidFill>
                    <a:prstClr val="black"/>
                  </a:solidFill>
                  <a:latin typeface="Times New Roman" panose="02020603050405020304" pitchFamily="18" charset="0"/>
                  <a:ea typeface="宋体" panose="02010600030101010101" pitchFamily="2" charset="-122"/>
                  <a:cs typeface="+mn-cs"/>
                </a:rPr>
                <a:t>0</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lnSpc>
                  <a:spcPts val="1920"/>
                </a:lnSpc>
                <a:buClr>
                  <a:srgbClr val="073E87"/>
                </a:buClr>
                <a:buSzPct val="75000"/>
                <a:buFontTx/>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E</a:t>
              </a:r>
              <a:r>
                <a:rPr kumimoji="0" lang="en-US" altLang="zh-CN" sz="1600" b="1" i="1" kern="1200" cap="none" spc="0" normalizeH="0" baseline="0" noProof="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r>
                <a:rPr kumimoji="0" lang="en-US" altLang="zh-CN" sz="1600" b="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E </a:t>
              </a:r>
            </a:p>
            <a:p>
              <a:pPr marR="0" defTabSz="914400">
                <a:lnSpc>
                  <a:spcPts val="1920"/>
                </a:lnSpc>
                <a:buClr>
                  <a:srgbClr val="073E87"/>
                </a:buClr>
                <a:buSzPct val="75000"/>
                <a:buFontTx/>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E→ </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E+T</a:t>
              </a:r>
            </a:p>
            <a:p>
              <a:pPr marR="0" defTabSz="914400">
                <a:lnSpc>
                  <a:spcPts val="1920"/>
                </a:lnSpc>
                <a:buClr>
                  <a:srgbClr val="073E87"/>
                </a:buClr>
                <a:buSzPct val="75000"/>
                <a:buFontTx/>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E→</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a:t>
              </a:r>
            </a:p>
            <a:p>
              <a:pPr marR="0" defTabSz="914400">
                <a:lnSpc>
                  <a:spcPts val="1920"/>
                </a:lnSpc>
                <a:buClr>
                  <a:srgbClr val="073E87"/>
                </a:buClr>
                <a:buSzPct val="75000"/>
                <a:buFontTx/>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T*F</a:t>
              </a:r>
            </a:p>
            <a:p>
              <a:pPr marR="0" defTabSz="914400">
                <a:lnSpc>
                  <a:spcPts val="1920"/>
                </a:lnSpc>
                <a:buClr>
                  <a:srgbClr val="073E87"/>
                </a:buClr>
                <a:buSzPct val="75000"/>
                <a:buFontTx/>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F</a:t>
              </a:r>
            </a:p>
            <a:p>
              <a:pPr marR="0" defTabSz="914400">
                <a:lnSpc>
                  <a:spcPts val="1920"/>
                </a:lnSpc>
                <a:buClr>
                  <a:srgbClr val="073E87"/>
                </a:buClr>
                <a:buSzPct val="75000"/>
                <a:buFontTx/>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F→</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E</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lnSpc>
                  <a:spcPts val="1920"/>
                </a:lnSpc>
                <a:buClr>
                  <a:srgbClr val="073E87"/>
                </a:buClr>
                <a:buSzPct val="75000"/>
                <a:buFontTx/>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F→</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id</a:t>
              </a:r>
            </a:p>
          </p:txBody>
        </p:sp>
        <p:sp>
          <p:nvSpPr>
            <p:cNvPr id="94226" name="Text Box 4"/>
            <p:cNvSpPr txBox="1"/>
            <p:nvPr/>
          </p:nvSpPr>
          <p:spPr>
            <a:xfrm>
              <a:off x="3289631" y="713014"/>
              <a:ext cx="381029" cy="400110"/>
            </a:xfrm>
            <a:prstGeom prst="rect">
              <a:avLst/>
            </a:prstGeom>
            <a:noFill/>
            <a:ln w="12700">
              <a:noFill/>
            </a:ln>
          </p:spPr>
          <p:txBody>
            <a:bodyPr>
              <a:spAutoFit/>
            </a:bodyPr>
            <a:lstStyle/>
            <a:p>
              <a:pPr>
                <a:spcBef>
                  <a:spcPct val="50000"/>
                </a:spcBef>
              </a:pPr>
              <a:r>
                <a:rPr lang="en-US" altLang="zh-CN" sz="2000" b="1" i="1" dirty="0">
                  <a:solidFill>
                    <a:srgbClr val="000000"/>
                  </a:solidFill>
                  <a:latin typeface="Times New Roman" panose="02020603050405020304" pitchFamily="18" charset="0"/>
                </a:rPr>
                <a:t>E</a:t>
              </a:r>
            </a:p>
          </p:txBody>
        </p:sp>
        <p:sp>
          <p:nvSpPr>
            <p:cNvPr id="82" name="Text Box 5"/>
            <p:cNvSpPr txBox="1">
              <a:spLocks noChangeArrowheads="1"/>
            </p:cNvSpPr>
            <p:nvPr/>
          </p:nvSpPr>
          <p:spPr bwMode="auto">
            <a:xfrm>
              <a:off x="3770193" y="817069"/>
              <a:ext cx="1035233" cy="74751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marR="0" defTabSz="914400">
                <a:lnSpc>
                  <a:spcPts val="1700"/>
                </a:lnSpc>
                <a:buClr>
                  <a:srgbClr val="073E87"/>
                </a:buClr>
                <a:buSzPct val="75000"/>
                <a:buFontTx/>
                <a:buNone/>
                <a:defRPr/>
              </a:pP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I</a:t>
              </a:r>
              <a:r>
                <a:rPr kumimoji="1" lang="en-US" altLang="zh-CN" sz="1600" b="1" kern="1200" cap="none" spc="0" normalizeH="0" baseline="-25000" noProof="0" dirty="0">
                  <a:solidFill>
                    <a:prstClr val="black"/>
                  </a:solidFill>
                  <a:latin typeface="Times New Roman" panose="02020603050405020304" pitchFamily="18" charset="0"/>
                  <a:ea typeface="宋体" panose="02010600030101010101" pitchFamily="2" charset="-122"/>
                  <a:cs typeface="+mn-cs"/>
                </a:rPr>
                <a:t>1</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lnSpc>
                  <a:spcPts val="1700"/>
                </a:lnSpc>
                <a:buClr>
                  <a:srgbClr val="073E87"/>
                </a:buClr>
                <a:buSzPct val="75000"/>
                <a:buFontTx/>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E</a:t>
              </a:r>
              <a:r>
                <a:rPr kumimoji="0" lang="en-US" altLang="zh-CN" sz="1600" b="1" i="1" kern="1200" cap="none" spc="0" normalizeH="0" baseline="0" noProof="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→E</a:t>
              </a:r>
              <a:r>
                <a:rPr kumimoji="0"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 </a:t>
              </a:r>
              <a:endPar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endParaRPr>
            </a:p>
            <a:p>
              <a:pPr marR="0" defTabSz="914400">
                <a:lnSpc>
                  <a:spcPts val="1700"/>
                </a:lnSpc>
                <a:buClr>
                  <a:srgbClr val="073E87"/>
                </a:buClr>
                <a:buSzPct val="75000"/>
                <a:buFontTx/>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E→E</a:t>
              </a:r>
              <a:r>
                <a:rPr kumimoji="0"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a:t>
              </a:r>
            </a:p>
          </p:txBody>
        </p:sp>
        <p:sp>
          <p:nvSpPr>
            <p:cNvPr id="94228" name="Text Box 7"/>
            <p:cNvSpPr txBox="1"/>
            <p:nvPr/>
          </p:nvSpPr>
          <p:spPr>
            <a:xfrm>
              <a:off x="3289630" y="1417174"/>
              <a:ext cx="381029" cy="400110"/>
            </a:xfrm>
            <a:prstGeom prst="rect">
              <a:avLst/>
            </a:prstGeom>
            <a:noFill/>
            <a:ln w="12700">
              <a:noFill/>
            </a:ln>
          </p:spPr>
          <p:txBody>
            <a:bodyPr>
              <a:spAutoFit/>
            </a:bodyPr>
            <a:lstStyle/>
            <a:p>
              <a:pPr>
                <a:spcBef>
                  <a:spcPct val="50000"/>
                </a:spcBef>
              </a:pPr>
              <a:r>
                <a:rPr lang="en-US" altLang="zh-CN" sz="2000" b="1" i="1" dirty="0">
                  <a:solidFill>
                    <a:srgbClr val="000000"/>
                  </a:solidFill>
                  <a:latin typeface="Times New Roman" panose="02020603050405020304" pitchFamily="18" charset="0"/>
                </a:rPr>
                <a:t>T</a:t>
              </a:r>
            </a:p>
          </p:txBody>
        </p:sp>
        <p:sp>
          <p:nvSpPr>
            <p:cNvPr id="85" name="Text Box 8"/>
            <p:cNvSpPr txBox="1">
              <a:spLocks noChangeArrowheads="1"/>
            </p:cNvSpPr>
            <p:nvPr/>
          </p:nvSpPr>
          <p:spPr bwMode="auto">
            <a:xfrm>
              <a:off x="3770193" y="1609024"/>
              <a:ext cx="1025706" cy="74751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marR="0" defTabSz="914400">
                <a:lnSpc>
                  <a:spcPts val="1700"/>
                </a:lnSpc>
                <a:buClr>
                  <a:srgbClr val="073E87"/>
                </a:buClr>
                <a:buSzPct val="75000"/>
                <a:buFontTx/>
                <a:buNone/>
                <a:defRPr/>
              </a:pP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I</a:t>
              </a:r>
              <a:r>
                <a:rPr kumimoji="1" lang="en-US" altLang="zh-CN" sz="1600" b="1" kern="1200" cap="none" spc="0" normalizeH="0" baseline="-25000" noProof="0" dirty="0">
                  <a:solidFill>
                    <a:prstClr val="black"/>
                  </a:solidFill>
                  <a:latin typeface="Times New Roman" panose="02020603050405020304" pitchFamily="18" charset="0"/>
                  <a:ea typeface="宋体" panose="02010600030101010101" pitchFamily="2" charset="-122"/>
                  <a:cs typeface="+mn-cs"/>
                </a:rPr>
                <a:t>2</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lnSpc>
                  <a:spcPts val="1700"/>
                </a:lnSpc>
                <a:buClr>
                  <a:srgbClr val="073E87"/>
                </a:buClr>
                <a:buSzPct val="75000"/>
                <a:buFontTx/>
                <a:buNone/>
                <a:defRPr/>
              </a:pPr>
              <a:r>
                <a:rPr kumimoji="1" lang="en-US" altLang="zh-CN" sz="1600" b="1" i="1" kern="1200" cap="none" spc="0" normalizeH="0" baseline="0" noProof="0" dirty="0">
                  <a:solidFill>
                    <a:srgbClr val="FF0000"/>
                  </a:solidFill>
                  <a:latin typeface="Times New Roman" panose="02020603050405020304" pitchFamily="18" charset="0"/>
                  <a:ea typeface="宋体" panose="02010600030101010101" pitchFamily="2" charset="-122"/>
                  <a:cs typeface="+mn-cs"/>
                </a:rPr>
                <a:t>E→T</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600" b="1" i="1" kern="1200" cap="none" spc="0" normalizeH="0" baseline="0" noProof="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1600" b="1" i="1" kern="1200" cap="none" spc="0" normalizeH="0" baseline="0" noProof="0" dirty="0">
                <a:solidFill>
                  <a:srgbClr val="FF0000"/>
                </a:solidFill>
                <a:latin typeface="Times New Roman" panose="02020603050405020304" pitchFamily="18" charset="0"/>
                <a:ea typeface="宋体" panose="02010600030101010101" pitchFamily="2" charset="-122"/>
                <a:cs typeface="+mn-cs"/>
              </a:endParaRPr>
            </a:p>
            <a:p>
              <a:pPr marR="0" defTabSz="914400">
                <a:lnSpc>
                  <a:spcPts val="1700"/>
                </a:lnSpc>
                <a:buClr>
                  <a:srgbClr val="073E87"/>
                </a:buClr>
                <a:buSzPct val="75000"/>
                <a:buFontTx/>
                <a:buNone/>
                <a:defRPr/>
              </a:pPr>
              <a:r>
                <a:rPr kumimoji="1" lang="en-US" altLang="zh-CN" sz="1600" b="1" i="1" kern="1200" cap="none" spc="0" normalizeH="0" baseline="0" noProof="0" dirty="0">
                  <a:solidFill>
                    <a:srgbClr val="FF0000"/>
                  </a:solidFill>
                  <a:latin typeface="Times New Roman" panose="02020603050405020304" pitchFamily="18" charset="0"/>
                  <a:ea typeface="宋体" panose="02010600030101010101" pitchFamily="2" charset="-122"/>
                  <a:cs typeface="+mn-cs"/>
                </a:rPr>
                <a:t>T→T </a:t>
              </a:r>
              <a:r>
                <a:rPr kumimoji="0" lang="en-US" altLang="zh-CN" sz="1600" b="1" i="1" kern="1200" cap="none" spc="0" normalizeH="0" baseline="0" noProof="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600" b="1" kern="1200" cap="none" spc="0" normalizeH="0" baseline="0" noProof="0" dirty="0">
                  <a:solidFill>
                    <a:srgbClr val="FF0000"/>
                  </a:solidFill>
                  <a:latin typeface="Times New Roman" panose="02020603050405020304" pitchFamily="18" charset="0"/>
                  <a:ea typeface="宋体" panose="02010600030101010101" pitchFamily="2" charset="-122"/>
                  <a:cs typeface="+mn-cs"/>
                </a:rPr>
                <a:t>*</a:t>
              </a:r>
              <a:r>
                <a:rPr kumimoji="1" lang="en-US" altLang="zh-CN" sz="1600" b="1" i="1" kern="1200" cap="none" spc="0" normalizeH="0" baseline="0" noProof="0" dirty="0">
                  <a:solidFill>
                    <a:srgbClr val="FF0000"/>
                  </a:solidFill>
                  <a:latin typeface="Times New Roman" panose="02020603050405020304" pitchFamily="18" charset="0"/>
                  <a:ea typeface="宋体" panose="02010600030101010101" pitchFamily="2" charset="-122"/>
                  <a:cs typeface="+mn-cs"/>
                </a:rPr>
                <a:t>F</a:t>
              </a:r>
            </a:p>
          </p:txBody>
        </p:sp>
        <p:sp>
          <p:nvSpPr>
            <p:cNvPr id="94230" name="Text Box 10"/>
            <p:cNvSpPr txBox="1"/>
            <p:nvPr/>
          </p:nvSpPr>
          <p:spPr>
            <a:xfrm>
              <a:off x="3470593" y="2715766"/>
              <a:ext cx="381029" cy="400110"/>
            </a:xfrm>
            <a:prstGeom prst="rect">
              <a:avLst/>
            </a:prstGeom>
            <a:noFill/>
            <a:ln w="12700">
              <a:noFill/>
            </a:ln>
          </p:spPr>
          <p:txBody>
            <a:bodyPr>
              <a:spAutoFit/>
            </a:bodyPr>
            <a:lstStyle/>
            <a:p>
              <a:pPr>
                <a:spcBef>
                  <a:spcPct val="50000"/>
                </a:spcBef>
              </a:pPr>
              <a:r>
                <a:rPr lang="en-US" altLang="zh-CN" sz="2000" b="1" i="1" dirty="0">
                  <a:solidFill>
                    <a:srgbClr val="000000"/>
                  </a:solidFill>
                  <a:latin typeface="Times New Roman" panose="02020603050405020304" pitchFamily="18" charset="0"/>
                </a:rPr>
                <a:t>F</a:t>
              </a:r>
            </a:p>
          </p:txBody>
        </p:sp>
        <p:sp>
          <p:nvSpPr>
            <p:cNvPr id="88" name="Text Box 11"/>
            <p:cNvSpPr txBox="1">
              <a:spLocks noChangeArrowheads="1"/>
            </p:cNvSpPr>
            <p:nvPr/>
          </p:nvSpPr>
          <p:spPr bwMode="auto">
            <a:xfrm>
              <a:off x="3770193" y="2405740"/>
              <a:ext cx="1035233" cy="52691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marR="0" defTabSz="914400">
                <a:lnSpc>
                  <a:spcPts val="1700"/>
                </a:lnSpc>
                <a:buClr>
                  <a:srgbClr val="073E87"/>
                </a:buClr>
                <a:buSzPct val="75000"/>
                <a:buFontTx/>
                <a:buNone/>
                <a:defRPr/>
              </a:pP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I</a:t>
              </a:r>
              <a:r>
                <a:rPr kumimoji="1" lang="en-US" altLang="zh-CN" sz="1600" b="1" kern="1200" cap="none" spc="0" normalizeH="0" baseline="-25000" noProof="0" dirty="0">
                  <a:solidFill>
                    <a:prstClr val="black"/>
                  </a:solidFill>
                  <a:latin typeface="Times New Roman" panose="02020603050405020304" pitchFamily="18" charset="0"/>
                  <a:ea typeface="宋体" panose="02010600030101010101" pitchFamily="2" charset="-122"/>
                  <a:cs typeface="+mn-cs"/>
                </a:rPr>
                <a:t>3</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lnSpc>
                  <a:spcPts val="1700"/>
                </a:lnSpc>
                <a:buClr>
                  <a:srgbClr val="073E87"/>
                </a:buClr>
                <a:buSzPct val="75000"/>
                <a:buFontTx/>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T→F</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endPar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endParaRPr>
            </a:p>
          </p:txBody>
        </p:sp>
        <p:sp>
          <p:nvSpPr>
            <p:cNvPr id="94232" name="Freeform 12"/>
            <p:cNvSpPr/>
            <p:nvPr/>
          </p:nvSpPr>
          <p:spPr>
            <a:xfrm>
              <a:off x="3051271" y="2914464"/>
              <a:ext cx="699242" cy="577250"/>
            </a:xfrm>
            <a:custGeom>
              <a:avLst/>
              <a:gdLst>
                <a:gd name="txL" fmla="*/ 0 w 736"/>
                <a:gd name="txT" fmla="*/ 0 h 768"/>
                <a:gd name="txR" fmla="*/ 736 w 736"/>
                <a:gd name="txB" fmla="*/ 768 h 768"/>
              </a:gdLst>
              <a:ahLst/>
              <a:cxnLst>
                <a:cxn ang="0">
                  <a:pos x="2147483646" y="0"/>
                </a:cxn>
                <a:cxn ang="0">
                  <a:pos x="2147483646" y="2147483646"/>
                </a:cxn>
                <a:cxn ang="0">
                  <a:pos x="2147483646" y="2147483646"/>
                </a:cxn>
                <a:cxn ang="0">
                  <a:pos x="2147483646" y="2147483646"/>
                </a:cxn>
                <a:cxn ang="0">
                  <a:pos x="2147483646" y="2147483646"/>
                </a:cxn>
              </a:cxnLst>
              <a:rect l="txL" t="txT" r="txR" b="txB"/>
              <a:pathLst>
                <a:path w="736" h="768">
                  <a:moveTo>
                    <a:pt x="16" y="0"/>
                  </a:moveTo>
                  <a:cubicBezTo>
                    <a:pt x="8" y="144"/>
                    <a:pt x="0" y="288"/>
                    <a:pt x="16" y="384"/>
                  </a:cubicBezTo>
                  <a:cubicBezTo>
                    <a:pt x="32" y="480"/>
                    <a:pt x="64" y="528"/>
                    <a:pt x="112" y="576"/>
                  </a:cubicBezTo>
                  <a:cubicBezTo>
                    <a:pt x="160" y="624"/>
                    <a:pt x="200" y="640"/>
                    <a:pt x="304" y="672"/>
                  </a:cubicBezTo>
                  <a:cubicBezTo>
                    <a:pt x="408" y="704"/>
                    <a:pt x="572" y="736"/>
                    <a:pt x="736" y="768"/>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94233" name="Text Box 13"/>
            <p:cNvSpPr txBox="1"/>
            <p:nvPr/>
          </p:nvSpPr>
          <p:spPr>
            <a:xfrm>
              <a:off x="3052238" y="2844940"/>
              <a:ext cx="304823" cy="400110"/>
            </a:xfrm>
            <a:prstGeom prst="rect">
              <a:avLst/>
            </a:prstGeom>
            <a:noFill/>
            <a:ln w="12700">
              <a:noFill/>
            </a:ln>
          </p:spPr>
          <p:txBody>
            <a:bodyPr>
              <a:spAutoFit/>
            </a:bodyPr>
            <a:lstStyle/>
            <a:p>
              <a:pPr>
                <a:spcBef>
                  <a:spcPct val="50000"/>
                </a:spcBef>
              </a:pPr>
              <a:r>
                <a:rPr lang="zh-CN" altLang="en-US" sz="2000" b="1" dirty="0">
                  <a:solidFill>
                    <a:srgbClr val="000000"/>
                  </a:solidFill>
                  <a:latin typeface="Times New Roman" panose="02020603050405020304" pitchFamily="18" charset="0"/>
                </a:rPr>
                <a:t>(</a:t>
              </a:r>
            </a:p>
          </p:txBody>
        </p:sp>
        <p:sp>
          <p:nvSpPr>
            <p:cNvPr id="93" name="Text Box 14"/>
            <p:cNvSpPr txBox="1">
              <a:spLocks noChangeArrowheads="1"/>
            </p:cNvSpPr>
            <p:nvPr/>
          </p:nvSpPr>
          <p:spPr bwMode="auto">
            <a:xfrm>
              <a:off x="3770193" y="2999309"/>
              <a:ext cx="1078102" cy="183625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marR="0" defTabSz="914400">
                <a:lnSpc>
                  <a:spcPts val="1700"/>
                </a:lnSpc>
                <a:buClr>
                  <a:srgbClr val="073E87"/>
                </a:buClr>
                <a:buSzPct val="75000"/>
                <a:buFontTx/>
                <a:buNone/>
                <a:defRPr/>
              </a:pP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I</a:t>
              </a:r>
              <a:r>
                <a:rPr kumimoji="1" lang="en-US" altLang="zh-CN" sz="1600" b="1" kern="1200" cap="none" spc="0" normalizeH="0" baseline="-25000" noProof="0" dirty="0">
                  <a:solidFill>
                    <a:prstClr val="black"/>
                  </a:solidFill>
                  <a:latin typeface="Times New Roman" panose="02020603050405020304" pitchFamily="18" charset="0"/>
                  <a:ea typeface="宋体" panose="02010600030101010101" pitchFamily="2" charset="-122"/>
                  <a:cs typeface="+mn-cs"/>
                </a:rPr>
                <a:t>4</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lnSpc>
                  <a:spcPts val="1700"/>
                </a:lnSpc>
                <a:buClr>
                  <a:srgbClr val="073E87"/>
                </a:buClr>
                <a:buSzPct val="75000"/>
                <a:buFontTx/>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F→</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E </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lnSpc>
                  <a:spcPts val="1700"/>
                </a:lnSpc>
                <a:buClr>
                  <a:srgbClr val="073E87"/>
                </a:buClr>
                <a:buSzPct val="75000"/>
                <a:buFontTx/>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E→ </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E+T</a:t>
              </a:r>
            </a:p>
            <a:p>
              <a:pPr marR="0" defTabSz="914400">
                <a:lnSpc>
                  <a:spcPts val="1700"/>
                </a:lnSpc>
                <a:buClr>
                  <a:srgbClr val="073E87"/>
                </a:buClr>
                <a:buSzPct val="75000"/>
                <a:buFontTx/>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E→</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a:t>
              </a:r>
            </a:p>
            <a:p>
              <a:pPr marR="0" defTabSz="914400">
                <a:lnSpc>
                  <a:spcPts val="1700"/>
                </a:lnSpc>
                <a:buClr>
                  <a:srgbClr val="073E87"/>
                </a:buClr>
                <a:buSzPct val="75000"/>
                <a:buFontTx/>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 </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T*F</a:t>
              </a:r>
            </a:p>
            <a:p>
              <a:pPr marR="0" defTabSz="914400">
                <a:lnSpc>
                  <a:spcPts val="1700"/>
                </a:lnSpc>
                <a:buClr>
                  <a:srgbClr val="073E87"/>
                </a:buClr>
                <a:buSzPct val="75000"/>
                <a:buFontTx/>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F</a:t>
              </a:r>
            </a:p>
            <a:p>
              <a:pPr marR="0" defTabSz="914400">
                <a:lnSpc>
                  <a:spcPts val="1700"/>
                </a:lnSpc>
                <a:buClr>
                  <a:srgbClr val="073E87"/>
                </a:buClr>
                <a:buSzPct val="75000"/>
                <a:buFontTx/>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F→</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E</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lnSpc>
                  <a:spcPts val="1700"/>
                </a:lnSpc>
                <a:buClr>
                  <a:srgbClr val="073E87"/>
                </a:buClr>
                <a:buSzPct val="75000"/>
                <a:buFontTx/>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F→</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id</a:t>
              </a:r>
            </a:p>
          </p:txBody>
        </p:sp>
        <p:sp>
          <p:nvSpPr>
            <p:cNvPr id="94235" name="Text Box 16"/>
            <p:cNvSpPr txBox="1"/>
            <p:nvPr/>
          </p:nvSpPr>
          <p:spPr>
            <a:xfrm>
              <a:off x="2504953" y="2964957"/>
              <a:ext cx="533441" cy="400110"/>
            </a:xfrm>
            <a:prstGeom prst="rect">
              <a:avLst/>
            </a:prstGeom>
            <a:noFill/>
            <a:ln w="12700">
              <a:noFill/>
            </a:ln>
          </p:spPr>
          <p:txBody>
            <a:bodyPr>
              <a:spAutoFit/>
            </a:bodyPr>
            <a:lstStyle/>
            <a:p>
              <a:pPr>
                <a:spcBef>
                  <a:spcPct val="50000"/>
                </a:spcBef>
              </a:pPr>
              <a:r>
                <a:rPr lang="en-US" altLang="zh-CN" sz="2000" b="1" dirty="0">
                  <a:solidFill>
                    <a:srgbClr val="000000"/>
                  </a:solidFill>
                  <a:latin typeface="Times New Roman" panose="02020603050405020304" pitchFamily="18" charset="0"/>
                </a:rPr>
                <a:t>id</a:t>
              </a:r>
            </a:p>
          </p:txBody>
        </p:sp>
        <p:sp>
          <p:nvSpPr>
            <p:cNvPr id="95" name="Text Box 17"/>
            <p:cNvSpPr txBox="1">
              <a:spLocks noChangeArrowheads="1"/>
            </p:cNvSpPr>
            <p:nvPr/>
          </p:nvSpPr>
          <p:spPr bwMode="auto">
            <a:xfrm>
              <a:off x="2204642" y="3537330"/>
              <a:ext cx="800241" cy="58563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marR="0" defTabSz="914400">
                <a:buClr>
                  <a:srgbClr val="073E87"/>
                </a:buClr>
                <a:buSzPct val="75000"/>
                <a:buFont typeface="Monotype Sorts"/>
                <a:buNone/>
                <a:defRPr/>
              </a:pP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I</a:t>
              </a:r>
              <a:r>
                <a:rPr kumimoji="1" lang="en-US" altLang="zh-CN" sz="1600" b="1" kern="1200" cap="none" spc="0" normalizeH="0" baseline="-25000" noProof="0" dirty="0">
                  <a:solidFill>
                    <a:prstClr val="black"/>
                  </a:solidFill>
                  <a:latin typeface="Times New Roman" panose="02020603050405020304" pitchFamily="18" charset="0"/>
                  <a:ea typeface="宋体" panose="02010600030101010101" pitchFamily="2" charset="-122"/>
                  <a:cs typeface="+mn-cs"/>
                </a:rPr>
                <a:t>5</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buClr>
                  <a:srgbClr val="073E87"/>
                </a:buClr>
                <a:buSzPct val="75000"/>
                <a:buFont typeface="Monotype Sorts"/>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F→ </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id</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endParaRPr>
            </a:p>
          </p:txBody>
        </p:sp>
        <p:sp>
          <p:nvSpPr>
            <p:cNvPr id="94237" name="Line 18"/>
            <p:cNvSpPr/>
            <p:nvPr/>
          </p:nvSpPr>
          <p:spPr>
            <a:xfrm>
              <a:off x="4813903" y="1071552"/>
              <a:ext cx="838264" cy="0"/>
            </a:xfrm>
            <a:prstGeom prst="line">
              <a:avLst/>
            </a:prstGeom>
            <a:ln w="38100" cap="flat" cmpd="sng">
              <a:solidFill>
                <a:schemeClr val="tx1"/>
              </a:solidFill>
              <a:prstDash val="solid"/>
              <a:headEnd type="none" w="sm" len="sm"/>
              <a:tailEnd type="triangle" w="med" len="med"/>
            </a:ln>
          </p:spPr>
        </p:sp>
        <p:sp>
          <p:nvSpPr>
            <p:cNvPr id="94238" name="Text Box 19"/>
            <p:cNvSpPr txBox="1"/>
            <p:nvPr/>
          </p:nvSpPr>
          <p:spPr>
            <a:xfrm>
              <a:off x="4793132" y="724992"/>
              <a:ext cx="381029" cy="400110"/>
            </a:xfrm>
            <a:prstGeom prst="rect">
              <a:avLst/>
            </a:prstGeom>
            <a:noFill/>
            <a:ln w="12700">
              <a:noFill/>
            </a:ln>
          </p:spPr>
          <p:txBody>
            <a:bodyPr>
              <a:spAutoFit/>
            </a:bodyPr>
            <a:lstStyle/>
            <a:p>
              <a:pPr>
                <a:spcBef>
                  <a:spcPct val="50000"/>
                </a:spcBef>
              </a:pPr>
              <a:r>
                <a:rPr lang="zh-CN" altLang="en-US" sz="2000" b="1" dirty="0">
                  <a:solidFill>
                    <a:srgbClr val="000000"/>
                  </a:solidFill>
                  <a:latin typeface="Times New Roman" panose="02020603050405020304" pitchFamily="18" charset="0"/>
                </a:rPr>
                <a:t>+</a:t>
              </a:r>
            </a:p>
          </p:txBody>
        </p:sp>
        <p:sp>
          <p:nvSpPr>
            <p:cNvPr id="98" name="Text Box 20"/>
            <p:cNvSpPr txBox="1">
              <a:spLocks noChangeArrowheads="1"/>
            </p:cNvSpPr>
            <p:nvPr/>
          </p:nvSpPr>
          <p:spPr bwMode="auto">
            <a:xfrm>
              <a:off x="5651713" y="785328"/>
              <a:ext cx="1200362" cy="156962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marR="0" defTabSz="914400">
                <a:buClr>
                  <a:srgbClr val="073E87"/>
                </a:buClr>
                <a:buSzPct val="75000"/>
                <a:buFont typeface="Monotype Sorts"/>
                <a:buNone/>
                <a:defRPr/>
              </a:pP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I</a:t>
              </a:r>
              <a:r>
                <a:rPr kumimoji="1" lang="en-US" altLang="zh-CN" sz="1600" b="1" kern="1200" cap="none" spc="0" normalizeH="0" baseline="-25000" noProof="0" dirty="0">
                  <a:solidFill>
                    <a:prstClr val="black"/>
                  </a:solidFill>
                  <a:latin typeface="Times New Roman" panose="02020603050405020304" pitchFamily="18" charset="0"/>
                  <a:ea typeface="宋体" panose="02010600030101010101" pitchFamily="2" charset="-122"/>
                  <a:cs typeface="+mn-cs"/>
                </a:rPr>
                <a:t>6</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buClr>
                  <a:srgbClr val="073E87"/>
                </a:buClr>
                <a:buSzPct val="75000"/>
                <a:buFont typeface="Monotype Sorts"/>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E→ E+ </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a:t>
              </a:r>
            </a:p>
            <a:p>
              <a:pPr marR="0" defTabSz="914400">
                <a:buClr>
                  <a:srgbClr val="073E87"/>
                </a:buClr>
                <a:buSzPct val="75000"/>
                <a:buFont typeface="Monotype Sorts"/>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 </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T*F</a:t>
              </a:r>
            </a:p>
            <a:p>
              <a:pPr marR="0" defTabSz="914400">
                <a:buClr>
                  <a:srgbClr val="073E87"/>
                </a:buClr>
                <a:buSzPct val="75000"/>
                <a:buFont typeface="Monotype Sorts"/>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F</a:t>
              </a:r>
            </a:p>
            <a:p>
              <a:pPr marR="0" defTabSz="914400">
                <a:buClr>
                  <a:srgbClr val="073E87"/>
                </a:buClr>
                <a:buSzPct val="75000"/>
                <a:buFont typeface="Monotype Sorts"/>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F→</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E</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buClr>
                  <a:srgbClr val="073E87"/>
                </a:buClr>
                <a:buSzPct val="75000"/>
                <a:buFont typeface="Monotype Sorts"/>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F→</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id</a:t>
              </a:r>
            </a:p>
          </p:txBody>
        </p:sp>
        <p:sp>
          <p:nvSpPr>
            <p:cNvPr id="94240" name="Line 21"/>
            <p:cNvSpPr/>
            <p:nvPr/>
          </p:nvSpPr>
          <p:spPr>
            <a:xfrm>
              <a:off x="4814062" y="1957352"/>
              <a:ext cx="838264" cy="685864"/>
            </a:xfrm>
            <a:prstGeom prst="line">
              <a:avLst/>
            </a:prstGeom>
            <a:ln w="38100" cap="flat" cmpd="sng">
              <a:solidFill>
                <a:schemeClr val="tx1"/>
              </a:solidFill>
              <a:prstDash val="solid"/>
              <a:headEnd type="none" w="sm" len="sm"/>
              <a:tailEnd type="triangle" w="med" len="med"/>
            </a:ln>
          </p:spPr>
        </p:sp>
        <p:sp>
          <p:nvSpPr>
            <p:cNvPr id="94241" name="Text Box 22"/>
            <p:cNvSpPr txBox="1"/>
            <p:nvPr/>
          </p:nvSpPr>
          <p:spPr>
            <a:xfrm>
              <a:off x="4715769" y="1707654"/>
              <a:ext cx="381029" cy="400110"/>
            </a:xfrm>
            <a:prstGeom prst="rect">
              <a:avLst/>
            </a:prstGeom>
            <a:noFill/>
            <a:ln w="12700">
              <a:noFill/>
            </a:ln>
          </p:spPr>
          <p:txBody>
            <a:bodyPr>
              <a:spAutoFit/>
            </a:bodyPr>
            <a:lstStyle/>
            <a:p>
              <a:pPr>
                <a:spcBef>
                  <a:spcPct val="50000"/>
                </a:spcBef>
              </a:pPr>
              <a:r>
                <a:rPr lang="zh-CN" altLang="en-US" sz="2000" b="1" dirty="0">
                  <a:solidFill>
                    <a:srgbClr val="000000"/>
                  </a:solidFill>
                  <a:latin typeface="Times New Roman" panose="02020603050405020304" pitchFamily="18" charset="0"/>
                </a:rPr>
                <a:t>*</a:t>
              </a:r>
            </a:p>
          </p:txBody>
        </p:sp>
        <p:sp>
          <p:nvSpPr>
            <p:cNvPr id="101" name="Text Box 23"/>
            <p:cNvSpPr txBox="1">
              <a:spLocks noChangeArrowheads="1"/>
            </p:cNvSpPr>
            <p:nvPr/>
          </p:nvSpPr>
          <p:spPr bwMode="auto">
            <a:xfrm>
              <a:off x="5651713" y="2483507"/>
              <a:ext cx="1051111" cy="107604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marR="0" defTabSz="914400">
                <a:buClr>
                  <a:srgbClr val="073E87"/>
                </a:buClr>
                <a:buSzPct val="75000"/>
                <a:buFont typeface="Monotype Sorts"/>
                <a:buNone/>
                <a:defRPr/>
              </a:pP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I</a:t>
              </a:r>
              <a:r>
                <a:rPr kumimoji="1" lang="en-US" altLang="zh-CN" sz="1600" b="1" kern="1200" cap="none" spc="0" normalizeH="0" baseline="-25000" noProof="0" dirty="0">
                  <a:solidFill>
                    <a:prstClr val="black"/>
                  </a:solidFill>
                  <a:latin typeface="Times New Roman" panose="02020603050405020304" pitchFamily="18" charset="0"/>
                  <a:ea typeface="宋体" panose="02010600030101010101" pitchFamily="2" charset="-122"/>
                  <a:cs typeface="+mn-cs"/>
                </a:rPr>
                <a:t>7</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buClr>
                  <a:srgbClr val="073E87"/>
                </a:buClr>
                <a:buSzPct val="75000"/>
                <a:buFont typeface="Monotype Sorts"/>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T→T* </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F</a:t>
              </a:r>
            </a:p>
            <a:p>
              <a:pPr marR="0" defTabSz="914400">
                <a:buClr>
                  <a:srgbClr val="073E87"/>
                </a:buClr>
                <a:buSzPct val="75000"/>
                <a:buFont typeface="Monotype Sorts"/>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F→</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E</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buClr>
                  <a:srgbClr val="073E87"/>
                </a:buClr>
                <a:buSzPct val="75000"/>
                <a:buFont typeface="Monotype Sorts"/>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F→</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id</a:t>
              </a:r>
            </a:p>
          </p:txBody>
        </p:sp>
        <p:sp>
          <p:nvSpPr>
            <p:cNvPr id="94243" name="Line 24"/>
            <p:cNvSpPr/>
            <p:nvPr/>
          </p:nvSpPr>
          <p:spPr>
            <a:xfrm flipV="1">
              <a:off x="4860887" y="3929118"/>
              <a:ext cx="2280978" cy="10784"/>
            </a:xfrm>
            <a:prstGeom prst="line">
              <a:avLst/>
            </a:prstGeom>
            <a:ln w="38100" cap="flat" cmpd="sng">
              <a:solidFill>
                <a:schemeClr val="tx1"/>
              </a:solidFill>
              <a:prstDash val="solid"/>
              <a:headEnd type="none" w="sm" len="sm"/>
              <a:tailEnd type="triangle" w="med" len="med"/>
            </a:ln>
          </p:spPr>
        </p:sp>
        <p:sp>
          <p:nvSpPr>
            <p:cNvPr id="94244" name="Text Box 25"/>
            <p:cNvSpPr txBox="1"/>
            <p:nvPr/>
          </p:nvSpPr>
          <p:spPr>
            <a:xfrm>
              <a:off x="4814062" y="3578775"/>
              <a:ext cx="381029" cy="400110"/>
            </a:xfrm>
            <a:prstGeom prst="rect">
              <a:avLst/>
            </a:prstGeom>
            <a:noFill/>
            <a:ln w="12700">
              <a:noFill/>
            </a:ln>
          </p:spPr>
          <p:txBody>
            <a:bodyPr>
              <a:spAutoFit/>
            </a:bodyPr>
            <a:lstStyle/>
            <a:p>
              <a:pPr>
                <a:spcBef>
                  <a:spcPct val="50000"/>
                </a:spcBef>
              </a:pPr>
              <a:r>
                <a:rPr lang="en-US" altLang="zh-CN" sz="2000" b="1" i="1" dirty="0">
                  <a:solidFill>
                    <a:srgbClr val="000000"/>
                  </a:solidFill>
                  <a:latin typeface="Times New Roman" panose="02020603050405020304" pitchFamily="18" charset="0"/>
                </a:rPr>
                <a:t>E</a:t>
              </a:r>
            </a:p>
          </p:txBody>
        </p:sp>
        <p:sp>
          <p:nvSpPr>
            <p:cNvPr id="105" name="Text Box 26"/>
            <p:cNvSpPr txBox="1">
              <a:spLocks noChangeArrowheads="1"/>
            </p:cNvSpPr>
            <p:nvPr/>
          </p:nvSpPr>
          <p:spPr bwMode="auto">
            <a:xfrm>
              <a:off x="7182333" y="3219914"/>
              <a:ext cx="1141615" cy="83163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marR="0" defTabSz="914400">
                <a:buClr>
                  <a:srgbClr val="073E87"/>
                </a:buClr>
                <a:buSzPct val="75000"/>
                <a:buFont typeface="Monotype Sorts"/>
                <a:buNone/>
                <a:defRPr/>
              </a:pP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I</a:t>
              </a:r>
              <a:r>
                <a:rPr kumimoji="1" lang="en-US" altLang="zh-CN" sz="1600" b="1" kern="1200" cap="none" spc="0" normalizeH="0" baseline="-25000" noProof="0" dirty="0">
                  <a:solidFill>
                    <a:prstClr val="black"/>
                  </a:solidFill>
                  <a:latin typeface="Times New Roman" panose="02020603050405020304" pitchFamily="18" charset="0"/>
                  <a:ea typeface="宋体" panose="02010600030101010101" pitchFamily="2" charset="-122"/>
                  <a:cs typeface="+mn-cs"/>
                </a:rPr>
                <a:t>8</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buClr>
                  <a:srgbClr val="073E87"/>
                </a:buClr>
                <a:buSzPct val="75000"/>
                <a:buFont typeface="Monotype Sorts"/>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F→ </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E</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buClr>
                  <a:srgbClr val="073E87"/>
                </a:buClr>
                <a:buSzPct val="75000"/>
                <a:buFont typeface="Monotype Sorts"/>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E→E</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a:t>
              </a:r>
            </a:p>
          </p:txBody>
        </p:sp>
        <p:sp>
          <p:nvSpPr>
            <p:cNvPr id="94246" name="Text Box 28"/>
            <p:cNvSpPr txBox="1"/>
            <p:nvPr/>
          </p:nvSpPr>
          <p:spPr>
            <a:xfrm>
              <a:off x="4766814" y="2819735"/>
              <a:ext cx="381029" cy="400110"/>
            </a:xfrm>
            <a:prstGeom prst="rect">
              <a:avLst/>
            </a:prstGeom>
            <a:noFill/>
            <a:ln w="12700">
              <a:noFill/>
            </a:ln>
          </p:spPr>
          <p:txBody>
            <a:bodyPr>
              <a:spAutoFit/>
            </a:bodyPr>
            <a:lstStyle/>
            <a:p>
              <a:pPr>
                <a:spcBef>
                  <a:spcPct val="50000"/>
                </a:spcBef>
              </a:pPr>
              <a:r>
                <a:rPr lang="en-US" altLang="zh-CN" sz="2000" b="1" i="1" dirty="0">
                  <a:solidFill>
                    <a:srgbClr val="000000"/>
                  </a:solidFill>
                  <a:latin typeface="Times New Roman" panose="02020603050405020304" pitchFamily="18" charset="0"/>
                </a:rPr>
                <a:t>T</a:t>
              </a:r>
            </a:p>
          </p:txBody>
        </p:sp>
        <p:sp>
          <p:nvSpPr>
            <p:cNvPr id="94247" name="Freeform 29"/>
            <p:cNvSpPr/>
            <p:nvPr/>
          </p:nvSpPr>
          <p:spPr>
            <a:xfrm>
              <a:off x="3426747" y="2649294"/>
              <a:ext cx="344314" cy="571553"/>
            </a:xfrm>
            <a:custGeom>
              <a:avLst/>
              <a:gdLst>
                <a:gd name="txL" fmla="*/ 0 w 112"/>
                <a:gd name="txT" fmla="*/ 0 h 480"/>
                <a:gd name="txR" fmla="*/ 112 w 112"/>
                <a:gd name="txB" fmla="*/ 480 h 480"/>
              </a:gdLst>
              <a:ahLst/>
              <a:cxnLst>
                <a:cxn ang="0">
                  <a:pos x="2147483646" y="2147483646"/>
                </a:cxn>
                <a:cxn ang="0">
                  <a:pos x="2147483646" y="2147483646"/>
                </a:cxn>
                <a:cxn ang="0">
                  <a:pos x="2147483646" y="2147483646"/>
                </a:cxn>
                <a:cxn ang="0">
                  <a:pos x="2147483646" y="0"/>
                </a:cxn>
              </a:cxnLst>
              <a:rect l="txL" t="txT" r="txR" b="txB"/>
              <a:pathLst>
                <a:path w="112" h="480">
                  <a:moveTo>
                    <a:pt x="112" y="480"/>
                  </a:moveTo>
                  <a:cubicBezTo>
                    <a:pt x="72" y="436"/>
                    <a:pt x="32" y="392"/>
                    <a:pt x="16" y="336"/>
                  </a:cubicBezTo>
                  <a:cubicBezTo>
                    <a:pt x="0" y="280"/>
                    <a:pt x="0" y="200"/>
                    <a:pt x="16" y="144"/>
                  </a:cubicBezTo>
                  <a:cubicBezTo>
                    <a:pt x="32" y="88"/>
                    <a:pt x="72" y="44"/>
                    <a:pt x="112" y="0"/>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94248" name="Text Box 30"/>
            <p:cNvSpPr txBox="1"/>
            <p:nvPr/>
          </p:nvSpPr>
          <p:spPr>
            <a:xfrm>
              <a:off x="3242074" y="2143157"/>
              <a:ext cx="304823" cy="400110"/>
            </a:xfrm>
            <a:prstGeom prst="rect">
              <a:avLst/>
            </a:prstGeom>
            <a:noFill/>
            <a:ln w="12700">
              <a:noFill/>
            </a:ln>
          </p:spPr>
          <p:txBody>
            <a:bodyPr>
              <a:spAutoFit/>
            </a:bodyPr>
            <a:lstStyle/>
            <a:p>
              <a:pPr>
                <a:spcBef>
                  <a:spcPct val="50000"/>
                </a:spcBef>
              </a:pPr>
              <a:r>
                <a:rPr lang="en-US" altLang="zh-CN" sz="2000" b="1" i="1" dirty="0">
                  <a:solidFill>
                    <a:srgbClr val="000000"/>
                  </a:solidFill>
                  <a:latin typeface="Times New Roman" panose="02020603050405020304" pitchFamily="18" charset="0"/>
                </a:rPr>
                <a:t>F</a:t>
              </a:r>
            </a:p>
          </p:txBody>
        </p:sp>
        <p:sp>
          <p:nvSpPr>
            <p:cNvPr id="94249" name="Freeform 31"/>
            <p:cNvSpPr/>
            <p:nvPr/>
          </p:nvSpPr>
          <p:spPr>
            <a:xfrm>
              <a:off x="3466237" y="4173623"/>
              <a:ext cx="330225" cy="571553"/>
            </a:xfrm>
            <a:custGeom>
              <a:avLst/>
              <a:gdLst>
                <a:gd name="txL" fmla="*/ 0 w 208"/>
                <a:gd name="txT" fmla="*/ 0 h 480"/>
                <a:gd name="txR" fmla="*/ 208 w 208"/>
                <a:gd name="txB" fmla="*/ 480 h 480"/>
              </a:gdLst>
              <a:ahLst/>
              <a:cxnLst>
                <a:cxn ang="0">
                  <a:pos x="2147483646" y="2147483646"/>
                </a:cxn>
                <a:cxn ang="0">
                  <a:pos x="0" y="2147483646"/>
                </a:cxn>
                <a:cxn ang="0">
                  <a:pos x="2147483646" y="0"/>
                </a:cxn>
              </a:cxnLst>
              <a:rect l="txL" t="txT" r="txR" b="txB"/>
              <a:pathLst>
                <a:path w="208" h="480">
                  <a:moveTo>
                    <a:pt x="192" y="480"/>
                  </a:moveTo>
                  <a:cubicBezTo>
                    <a:pt x="96" y="400"/>
                    <a:pt x="0" y="320"/>
                    <a:pt x="0" y="240"/>
                  </a:cubicBezTo>
                  <a:cubicBezTo>
                    <a:pt x="0" y="160"/>
                    <a:pt x="208" y="40"/>
                    <a:pt x="192" y="0"/>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94250" name="Text Box 32"/>
            <p:cNvSpPr txBox="1"/>
            <p:nvPr/>
          </p:nvSpPr>
          <p:spPr>
            <a:xfrm>
              <a:off x="3513111" y="4273058"/>
              <a:ext cx="304823" cy="400110"/>
            </a:xfrm>
            <a:prstGeom prst="rect">
              <a:avLst/>
            </a:prstGeom>
            <a:noFill/>
            <a:ln w="12700">
              <a:noFill/>
            </a:ln>
          </p:spPr>
          <p:txBody>
            <a:bodyPr>
              <a:spAutoFit/>
            </a:bodyPr>
            <a:lstStyle/>
            <a:p>
              <a:pPr>
                <a:spcBef>
                  <a:spcPct val="50000"/>
                </a:spcBef>
              </a:pPr>
              <a:r>
                <a:rPr lang="zh-CN" altLang="en-US" sz="2000" b="1" dirty="0">
                  <a:solidFill>
                    <a:srgbClr val="000000"/>
                  </a:solidFill>
                  <a:latin typeface="Times New Roman" panose="02020603050405020304" pitchFamily="18" charset="0"/>
                </a:rPr>
                <a:t>(</a:t>
              </a:r>
            </a:p>
          </p:txBody>
        </p:sp>
        <p:sp>
          <p:nvSpPr>
            <p:cNvPr id="94251" name="Line 33"/>
            <p:cNvSpPr/>
            <p:nvPr/>
          </p:nvSpPr>
          <p:spPr>
            <a:xfrm flipH="1">
              <a:off x="3015899" y="3953088"/>
              <a:ext cx="755162" cy="0"/>
            </a:xfrm>
            <a:prstGeom prst="line">
              <a:avLst/>
            </a:prstGeom>
            <a:ln w="38100" cap="flat" cmpd="sng">
              <a:solidFill>
                <a:schemeClr val="tx1"/>
              </a:solidFill>
              <a:prstDash val="solid"/>
              <a:headEnd type="none" w="sm" len="sm"/>
              <a:tailEnd type="triangle" w="med" len="med"/>
            </a:ln>
          </p:spPr>
        </p:sp>
        <p:sp>
          <p:nvSpPr>
            <p:cNvPr id="94252" name="Text Box 34"/>
            <p:cNvSpPr txBox="1"/>
            <p:nvPr/>
          </p:nvSpPr>
          <p:spPr>
            <a:xfrm>
              <a:off x="3466399" y="3624986"/>
              <a:ext cx="457235" cy="400110"/>
            </a:xfrm>
            <a:prstGeom prst="rect">
              <a:avLst/>
            </a:prstGeom>
            <a:noFill/>
            <a:ln w="12700">
              <a:noFill/>
            </a:ln>
          </p:spPr>
          <p:txBody>
            <a:bodyPr>
              <a:spAutoFit/>
            </a:bodyPr>
            <a:lstStyle/>
            <a:p>
              <a:pPr>
                <a:spcBef>
                  <a:spcPct val="50000"/>
                </a:spcBef>
              </a:pPr>
              <a:r>
                <a:rPr lang="en-US" altLang="zh-CN" sz="2000" b="1" dirty="0">
                  <a:solidFill>
                    <a:srgbClr val="000000"/>
                  </a:solidFill>
                  <a:latin typeface="Times New Roman" panose="02020603050405020304" pitchFamily="18" charset="0"/>
                </a:rPr>
                <a:t>id</a:t>
              </a:r>
            </a:p>
          </p:txBody>
        </p:sp>
        <p:sp>
          <p:nvSpPr>
            <p:cNvPr id="94253" name="Text Box 36"/>
            <p:cNvSpPr txBox="1"/>
            <p:nvPr/>
          </p:nvSpPr>
          <p:spPr>
            <a:xfrm>
              <a:off x="6834944" y="1367438"/>
              <a:ext cx="457235" cy="400110"/>
            </a:xfrm>
            <a:prstGeom prst="rect">
              <a:avLst/>
            </a:prstGeom>
            <a:noFill/>
            <a:ln w="12700">
              <a:noFill/>
            </a:ln>
          </p:spPr>
          <p:txBody>
            <a:bodyPr>
              <a:spAutoFit/>
            </a:bodyPr>
            <a:lstStyle/>
            <a:p>
              <a:pPr>
                <a:spcBef>
                  <a:spcPct val="50000"/>
                </a:spcBef>
              </a:pPr>
              <a:r>
                <a:rPr lang="en-US" altLang="zh-CN" sz="2000" b="1" i="1" dirty="0">
                  <a:solidFill>
                    <a:srgbClr val="000000"/>
                  </a:solidFill>
                  <a:latin typeface="Times New Roman" panose="02020603050405020304" pitchFamily="18" charset="0"/>
                </a:rPr>
                <a:t>T</a:t>
              </a:r>
            </a:p>
          </p:txBody>
        </p:sp>
        <p:sp>
          <p:nvSpPr>
            <p:cNvPr id="116" name="Text Box 37"/>
            <p:cNvSpPr txBox="1">
              <a:spLocks noChangeArrowheads="1"/>
            </p:cNvSpPr>
            <p:nvPr/>
          </p:nvSpPr>
          <p:spPr bwMode="auto">
            <a:xfrm>
              <a:off x="7166455" y="1404290"/>
              <a:ext cx="1019355" cy="83163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marR="0" defTabSz="914400">
                <a:buClr>
                  <a:srgbClr val="073E87"/>
                </a:buClr>
                <a:buSzPct val="75000"/>
                <a:buFont typeface="Monotype Sorts"/>
                <a:buNone/>
                <a:defRPr/>
              </a:pP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I</a:t>
              </a:r>
              <a:r>
                <a:rPr kumimoji="1" lang="en-US" altLang="zh-CN" sz="1600" b="1" kern="1200" cap="none" spc="0" normalizeH="0" baseline="-25000" noProof="0" dirty="0">
                  <a:solidFill>
                    <a:prstClr val="black"/>
                  </a:solidFill>
                  <a:latin typeface="Times New Roman" panose="02020603050405020304" pitchFamily="18" charset="0"/>
                  <a:ea typeface="宋体" panose="02010600030101010101" pitchFamily="2" charset="-122"/>
                  <a:cs typeface="+mn-cs"/>
                </a:rPr>
                <a:t>9</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buClr>
                  <a:srgbClr val="073E87"/>
                </a:buClr>
                <a:buSzPct val="75000"/>
                <a:buFont typeface="Monotype Sorts"/>
                <a:buNone/>
                <a:defRPr/>
              </a:pPr>
              <a:r>
                <a:rPr kumimoji="1" lang="en-US" altLang="zh-CN" sz="1600" b="1" i="1" kern="1200" cap="none" spc="0" normalizeH="0" baseline="0" noProof="0" dirty="0">
                  <a:solidFill>
                    <a:srgbClr val="FF0000"/>
                  </a:solidFill>
                  <a:latin typeface="Times New Roman" panose="02020603050405020304" pitchFamily="18" charset="0"/>
                  <a:ea typeface="宋体" panose="02010600030101010101" pitchFamily="2" charset="-122"/>
                  <a:cs typeface="+mn-cs"/>
                </a:rPr>
                <a:t>E→E+T</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600" b="1" i="1" kern="1200" cap="none" spc="0" normalizeH="0" baseline="0" noProof="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1600" b="1" i="1" kern="1200" cap="none" spc="0" normalizeH="0" baseline="0" noProof="0" dirty="0">
                <a:solidFill>
                  <a:srgbClr val="FF0000"/>
                </a:solidFill>
                <a:latin typeface="Times New Roman" panose="02020603050405020304" pitchFamily="18" charset="0"/>
                <a:ea typeface="宋体" panose="02010600030101010101" pitchFamily="2" charset="-122"/>
                <a:cs typeface="+mn-cs"/>
              </a:endParaRPr>
            </a:p>
            <a:p>
              <a:pPr marR="0" defTabSz="914400">
                <a:buClr>
                  <a:srgbClr val="073E87"/>
                </a:buClr>
                <a:buSzPct val="75000"/>
                <a:buFont typeface="Monotype Sorts"/>
                <a:buNone/>
                <a:defRPr/>
              </a:pPr>
              <a:r>
                <a:rPr kumimoji="1" lang="en-US" altLang="zh-CN" sz="1600" b="1" i="1" kern="1200" cap="none" spc="0" normalizeH="0" baseline="0" noProof="0" dirty="0">
                  <a:solidFill>
                    <a:srgbClr val="FF0000"/>
                  </a:solidFill>
                  <a:latin typeface="Times New Roman" panose="02020603050405020304" pitchFamily="18" charset="0"/>
                  <a:ea typeface="宋体" panose="02010600030101010101" pitchFamily="2" charset="-122"/>
                  <a:cs typeface="+mn-cs"/>
                </a:rPr>
                <a:t>T→T</a:t>
              </a:r>
              <a:r>
                <a:rPr kumimoji="0" lang="en-US" altLang="zh-CN" sz="1600" b="1" i="1" kern="1200" cap="none" spc="0" normalizeH="0" baseline="0" noProof="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600" b="1" kern="1200" cap="none" spc="0" normalizeH="0" baseline="0" noProof="0" dirty="0">
                  <a:solidFill>
                    <a:srgbClr val="FF0000"/>
                  </a:solidFill>
                  <a:latin typeface="Times New Roman" panose="02020603050405020304" pitchFamily="18" charset="0"/>
                  <a:ea typeface="宋体" panose="02010600030101010101" pitchFamily="2" charset="-122"/>
                  <a:cs typeface="+mn-cs"/>
                </a:rPr>
                <a:t>*</a:t>
              </a:r>
              <a:r>
                <a:rPr kumimoji="1" lang="en-US" altLang="zh-CN" sz="1600" b="1" i="1" kern="1200" cap="none" spc="0" normalizeH="0" baseline="0" noProof="0" dirty="0">
                  <a:solidFill>
                    <a:srgbClr val="FF0000"/>
                  </a:solidFill>
                  <a:latin typeface="Times New Roman" panose="02020603050405020304" pitchFamily="18" charset="0"/>
                  <a:ea typeface="宋体" panose="02010600030101010101" pitchFamily="2" charset="-122"/>
                  <a:cs typeface="+mn-cs"/>
                </a:rPr>
                <a:t>F</a:t>
              </a:r>
            </a:p>
          </p:txBody>
        </p:sp>
        <p:sp>
          <p:nvSpPr>
            <p:cNvPr id="94255" name="Freeform 38"/>
            <p:cNvSpPr/>
            <p:nvPr/>
          </p:nvSpPr>
          <p:spPr>
            <a:xfrm>
              <a:off x="4814062" y="1214473"/>
              <a:ext cx="838264" cy="1543193"/>
            </a:xfrm>
            <a:custGeom>
              <a:avLst/>
              <a:gdLst>
                <a:gd name="txL" fmla="*/ 0 w 528"/>
                <a:gd name="txT" fmla="*/ 0 h 1296"/>
                <a:gd name="txR" fmla="*/ 528 w 528"/>
                <a:gd name="txB" fmla="*/ 1296 h 1296"/>
              </a:gdLst>
              <a:ahLst/>
              <a:cxnLst>
                <a:cxn ang="0">
                  <a:pos x="2147483646" y="0"/>
                </a:cxn>
                <a:cxn ang="0">
                  <a:pos x="2147483646" y="2147483646"/>
                </a:cxn>
                <a:cxn ang="0">
                  <a:pos x="2147483646" y="2147483646"/>
                </a:cxn>
                <a:cxn ang="0">
                  <a:pos x="0" y="2147483646"/>
                </a:cxn>
              </a:cxnLst>
              <a:rect l="txL" t="txT" r="txR" b="txB"/>
              <a:pathLst>
                <a:path w="528" h="1296">
                  <a:moveTo>
                    <a:pt x="528" y="0"/>
                  </a:moveTo>
                  <a:cubicBezTo>
                    <a:pt x="464" y="36"/>
                    <a:pt x="400" y="72"/>
                    <a:pt x="336" y="240"/>
                  </a:cubicBezTo>
                  <a:cubicBezTo>
                    <a:pt x="272" y="408"/>
                    <a:pt x="200" y="832"/>
                    <a:pt x="144" y="1008"/>
                  </a:cubicBezTo>
                  <a:cubicBezTo>
                    <a:pt x="88" y="1184"/>
                    <a:pt x="44" y="1240"/>
                    <a:pt x="0" y="1296"/>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94256" name="Text Box 39"/>
            <p:cNvSpPr txBox="1"/>
            <p:nvPr/>
          </p:nvSpPr>
          <p:spPr>
            <a:xfrm>
              <a:off x="5377818" y="1254578"/>
              <a:ext cx="457235" cy="400110"/>
            </a:xfrm>
            <a:prstGeom prst="rect">
              <a:avLst/>
            </a:prstGeom>
            <a:noFill/>
            <a:ln w="12700">
              <a:noFill/>
            </a:ln>
          </p:spPr>
          <p:txBody>
            <a:bodyPr>
              <a:spAutoFit/>
            </a:bodyPr>
            <a:lstStyle/>
            <a:p>
              <a:pPr>
                <a:spcBef>
                  <a:spcPct val="50000"/>
                </a:spcBef>
              </a:pPr>
              <a:r>
                <a:rPr lang="en-US" altLang="zh-CN" sz="2000" b="1" i="1" dirty="0">
                  <a:solidFill>
                    <a:srgbClr val="000000"/>
                  </a:solidFill>
                  <a:latin typeface="Times New Roman" panose="02020603050405020304" pitchFamily="18" charset="0"/>
                </a:rPr>
                <a:t>F</a:t>
              </a:r>
            </a:p>
          </p:txBody>
        </p:sp>
        <p:sp>
          <p:nvSpPr>
            <p:cNvPr id="94257" name="Freeform 40"/>
            <p:cNvSpPr/>
            <p:nvPr/>
          </p:nvSpPr>
          <p:spPr>
            <a:xfrm>
              <a:off x="4858589" y="1714531"/>
              <a:ext cx="793737" cy="1857367"/>
            </a:xfrm>
            <a:custGeom>
              <a:avLst/>
              <a:gdLst>
                <a:gd name="txL" fmla="*/ 0 w 528"/>
                <a:gd name="txT" fmla="*/ 0 h 1488"/>
                <a:gd name="txR" fmla="*/ 528 w 528"/>
                <a:gd name="txB" fmla="*/ 1488 h 1488"/>
              </a:gdLst>
              <a:ahLst/>
              <a:cxnLst>
                <a:cxn ang="0">
                  <a:pos x="2147483646" y="0"/>
                </a:cxn>
                <a:cxn ang="0">
                  <a:pos x="2147483646" y="2147483646"/>
                </a:cxn>
                <a:cxn ang="0">
                  <a:pos x="2147483646" y="2147483646"/>
                </a:cxn>
                <a:cxn ang="0">
                  <a:pos x="0" y="2147483646"/>
                </a:cxn>
              </a:cxnLst>
              <a:rect l="txL" t="txT" r="txR" b="txB"/>
              <a:pathLst>
                <a:path w="528" h="1488">
                  <a:moveTo>
                    <a:pt x="528" y="0"/>
                  </a:moveTo>
                  <a:cubicBezTo>
                    <a:pt x="504" y="48"/>
                    <a:pt x="480" y="96"/>
                    <a:pt x="432" y="288"/>
                  </a:cubicBezTo>
                  <a:cubicBezTo>
                    <a:pt x="384" y="480"/>
                    <a:pt x="312" y="952"/>
                    <a:pt x="240" y="1152"/>
                  </a:cubicBezTo>
                  <a:cubicBezTo>
                    <a:pt x="168" y="1352"/>
                    <a:pt x="84" y="1420"/>
                    <a:pt x="0" y="1488"/>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94258" name="Text Box 41"/>
            <p:cNvSpPr txBox="1"/>
            <p:nvPr/>
          </p:nvSpPr>
          <p:spPr>
            <a:xfrm>
              <a:off x="5431268" y="1950088"/>
              <a:ext cx="381029" cy="400110"/>
            </a:xfrm>
            <a:prstGeom prst="rect">
              <a:avLst/>
            </a:prstGeom>
            <a:noFill/>
            <a:ln w="12700">
              <a:noFill/>
            </a:ln>
          </p:spPr>
          <p:txBody>
            <a:bodyPr>
              <a:spAutoFit/>
            </a:bodyPr>
            <a:lstStyle/>
            <a:p>
              <a:pPr>
                <a:spcBef>
                  <a:spcPct val="50000"/>
                </a:spcBef>
              </a:pPr>
              <a:r>
                <a:rPr lang="zh-CN" altLang="en-US" sz="2000" b="1" dirty="0">
                  <a:solidFill>
                    <a:srgbClr val="000000"/>
                  </a:solidFill>
                  <a:latin typeface="Times New Roman" panose="02020603050405020304" pitchFamily="18" charset="0"/>
                </a:rPr>
                <a:t>(</a:t>
              </a:r>
            </a:p>
          </p:txBody>
        </p:sp>
        <p:sp>
          <p:nvSpPr>
            <p:cNvPr id="94259" name="Text Box 42"/>
            <p:cNvSpPr txBox="1"/>
            <p:nvPr/>
          </p:nvSpPr>
          <p:spPr>
            <a:xfrm>
              <a:off x="6250830" y="3498857"/>
              <a:ext cx="457235" cy="400110"/>
            </a:xfrm>
            <a:prstGeom prst="rect">
              <a:avLst/>
            </a:prstGeom>
            <a:noFill/>
            <a:ln w="12700">
              <a:noFill/>
            </a:ln>
          </p:spPr>
          <p:txBody>
            <a:bodyPr>
              <a:spAutoFit/>
            </a:bodyPr>
            <a:lstStyle/>
            <a:p>
              <a:pPr>
                <a:spcBef>
                  <a:spcPct val="50000"/>
                </a:spcBef>
              </a:pPr>
              <a:r>
                <a:rPr lang="en-US" altLang="zh-CN" sz="2000" b="1" dirty="0">
                  <a:solidFill>
                    <a:srgbClr val="000000"/>
                  </a:solidFill>
                  <a:latin typeface="Times New Roman" panose="02020603050405020304" pitchFamily="18" charset="0"/>
                </a:rPr>
                <a:t>id</a:t>
              </a:r>
            </a:p>
          </p:txBody>
        </p:sp>
        <p:sp>
          <p:nvSpPr>
            <p:cNvPr id="94260" name="Text Box 44"/>
            <p:cNvSpPr txBox="1"/>
            <p:nvPr/>
          </p:nvSpPr>
          <p:spPr>
            <a:xfrm>
              <a:off x="6749802" y="2418173"/>
              <a:ext cx="381029" cy="400110"/>
            </a:xfrm>
            <a:prstGeom prst="rect">
              <a:avLst/>
            </a:prstGeom>
            <a:noFill/>
            <a:ln w="12700">
              <a:noFill/>
            </a:ln>
          </p:spPr>
          <p:txBody>
            <a:bodyPr>
              <a:spAutoFit/>
            </a:bodyPr>
            <a:lstStyle/>
            <a:p>
              <a:pPr>
                <a:spcBef>
                  <a:spcPct val="50000"/>
                </a:spcBef>
              </a:pPr>
              <a:r>
                <a:rPr lang="en-US" altLang="zh-CN" sz="2000" b="1" i="1" dirty="0">
                  <a:solidFill>
                    <a:srgbClr val="000000"/>
                  </a:solidFill>
                  <a:latin typeface="Times New Roman" panose="02020603050405020304" pitchFamily="18" charset="0"/>
                </a:rPr>
                <a:t>F</a:t>
              </a:r>
            </a:p>
          </p:txBody>
        </p:sp>
        <p:sp>
          <p:nvSpPr>
            <p:cNvPr id="124" name="Text Box 45"/>
            <p:cNvSpPr txBox="1">
              <a:spLocks noChangeArrowheads="1"/>
            </p:cNvSpPr>
            <p:nvPr/>
          </p:nvSpPr>
          <p:spPr bwMode="auto">
            <a:xfrm>
              <a:off x="7166455" y="2345431"/>
              <a:ext cx="1019355" cy="58404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marR="0" defTabSz="914400">
                <a:buClr>
                  <a:srgbClr val="073E87"/>
                </a:buClr>
                <a:buSzPct val="75000"/>
                <a:buFont typeface="Monotype Sorts"/>
                <a:buNone/>
                <a:defRPr/>
              </a:pP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I</a:t>
              </a:r>
              <a:r>
                <a:rPr kumimoji="1" lang="en-US" altLang="zh-CN" sz="1600" b="1" kern="1200" cap="none" spc="0" normalizeH="0" baseline="-25000" noProof="0" dirty="0">
                  <a:solidFill>
                    <a:prstClr val="black"/>
                  </a:solidFill>
                  <a:latin typeface="Times New Roman" panose="02020603050405020304" pitchFamily="18" charset="0"/>
                  <a:ea typeface="宋体" panose="02010600030101010101" pitchFamily="2" charset="-122"/>
                  <a:cs typeface="+mn-cs"/>
                </a:rPr>
                <a:t>10</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buClr>
                  <a:srgbClr val="073E87"/>
                </a:buClr>
                <a:buSzPct val="75000"/>
                <a:buFont typeface="Monotype Sorts"/>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T→T*F</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endPar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endParaRPr>
            </a:p>
          </p:txBody>
        </p:sp>
        <p:sp>
          <p:nvSpPr>
            <p:cNvPr id="94262" name="Text Box 46"/>
            <p:cNvSpPr txBox="1"/>
            <p:nvPr/>
          </p:nvSpPr>
          <p:spPr>
            <a:xfrm>
              <a:off x="5822385" y="3473203"/>
              <a:ext cx="457235" cy="400110"/>
            </a:xfrm>
            <a:prstGeom prst="rect">
              <a:avLst/>
            </a:prstGeom>
            <a:noFill/>
            <a:ln w="12700">
              <a:noFill/>
            </a:ln>
          </p:spPr>
          <p:txBody>
            <a:bodyPr>
              <a:spAutoFit/>
            </a:bodyPr>
            <a:lstStyle/>
            <a:p>
              <a:pPr>
                <a:spcBef>
                  <a:spcPct val="50000"/>
                </a:spcBef>
              </a:pPr>
              <a:r>
                <a:rPr lang="zh-CN" altLang="en-US" sz="2000" b="1" dirty="0">
                  <a:solidFill>
                    <a:srgbClr val="000000"/>
                  </a:solidFill>
                  <a:latin typeface="Times New Roman" panose="02020603050405020304" pitchFamily="18" charset="0"/>
                </a:rPr>
                <a:t>(</a:t>
              </a:r>
            </a:p>
          </p:txBody>
        </p:sp>
        <p:sp>
          <p:nvSpPr>
            <p:cNvPr id="94263" name="Text Box 47"/>
            <p:cNvSpPr txBox="1"/>
            <p:nvPr/>
          </p:nvSpPr>
          <p:spPr>
            <a:xfrm>
              <a:off x="7575292" y="3958397"/>
              <a:ext cx="381029" cy="369332"/>
            </a:xfrm>
            <a:prstGeom prst="rect">
              <a:avLst/>
            </a:prstGeom>
            <a:noFill/>
            <a:ln w="12700">
              <a:noFill/>
            </a:ln>
          </p:spPr>
          <p:txBody>
            <a:bodyPr>
              <a:spAutoFit/>
            </a:bodyPr>
            <a:lstStyle/>
            <a:p>
              <a:pPr>
                <a:spcBef>
                  <a:spcPct val="50000"/>
                </a:spcBef>
              </a:pPr>
              <a:r>
                <a:rPr lang="zh-CN" altLang="en-US" b="1" dirty="0">
                  <a:solidFill>
                    <a:srgbClr val="000000"/>
                  </a:solidFill>
                  <a:latin typeface="Times New Roman" panose="02020603050405020304" pitchFamily="18" charset="0"/>
                </a:rPr>
                <a:t>)</a:t>
              </a:r>
            </a:p>
          </p:txBody>
        </p:sp>
        <p:sp>
          <p:nvSpPr>
            <p:cNvPr id="127" name="Text Box 48"/>
            <p:cNvSpPr txBox="1">
              <a:spLocks noChangeArrowheads="1"/>
            </p:cNvSpPr>
            <p:nvPr/>
          </p:nvSpPr>
          <p:spPr bwMode="auto">
            <a:xfrm>
              <a:off x="7174395" y="4300718"/>
              <a:ext cx="1000302" cy="58404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marR="0" defTabSz="914400">
                <a:buClr>
                  <a:srgbClr val="073E87"/>
                </a:buClr>
                <a:buSzPct val="75000"/>
                <a:buFont typeface="Monotype Sorts"/>
                <a:buNone/>
                <a:defRPr/>
              </a:pP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I</a:t>
              </a:r>
              <a:r>
                <a:rPr kumimoji="1" lang="en-US" altLang="zh-CN" sz="1600" b="1" kern="1200" cap="none" spc="0" normalizeH="0" baseline="-25000" noProof="0" dirty="0">
                  <a:solidFill>
                    <a:prstClr val="black"/>
                  </a:solidFill>
                  <a:latin typeface="Times New Roman" panose="02020603050405020304" pitchFamily="18" charset="0"/>
                  <a:ea typeface="宋体" panose="02010600030101010101" pitchFamily="2" charset="-122"/>
                  <a:cs typeface="+mn-cs"/>
                </a:rPr>
                <a:t>11</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buClr>
                  <a:srgbClr val="073E87"/>
                </a:buClr>
                <a:buSzPct val="75000"/>
                <a:buFont typeface="Monotype Sorts"/>
                <a:buNone/>
                <a:defRPr/>
              </a:pP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F→</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r>
                <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E</a:t>
              </a:r>
              <a:r>
                <a:rPr kumimoji="1" lang="en-US" altLang="zh-CN" sz="16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r>
                <a:rPr kumimoji="0" lang="en-US" altLang="zh-CN" sz="16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endParaRPr kumimoji="1" lang="en-US" altLang="zh-CN" sz="1600" b="1" i="1" kern="1200" cap="none" spc="0" normalizeH="0" baseline="0" noProof="0" dirty="0">
                <a:solidFill>
                  <a:prstClr val="black"/>
                </a:solidFill>
                <a:latin typeface="Times New Roman" panose="02020603050405020304" pitchFamily="18" charset="0"/>
                <a:ea typeface="宋体" panose="02010600030101010101" pitchFamily="2" charset="-122"/>
                <a:cs typeface="+mn-cs"/>
              </a:endParaRPr>
            </a:p>
          </p:txBody>
        </p:sp>
        <p:sp>
          <p:nvSpPr>
            <p:cNvPr id="94265" name="Text Box 49"/>
            <p:cNvSpPr txBox="1"/>
            <p:nvPr/>
          </p:nvSpPr>
          <p:spPr>
            <a:xfrm>
              <a:off x="8295406" y="3291830"/>
              <a:ext cx="381029" cy="461665"/>
            </a:xfrm>
            <a:prstGeom prst="rect">
              <a:avLst/>
            </a:prstGeom>
            <a:noFill/>
            <a:ln w="12700">
              <a:noFill/>
            </a:ln>
          </p:spPr>
          <p:txBody>
            <a:bodyPr>
              <a:spAutoFit/>
            </a:bodyPr>
            <a:lstStyle/>
            <a:p>
              <a:pPr>
                <a:spcBef>
                  <a:spcPct val="50000"/>
                </a:spcBef>
              </a:pPr>
              <a:r>
                <a:rPr lang="zh-CN" altLang="en-US" sz="2400" b="1" dirty="0">
                  <a:solidFill>
                    <a:srgbClr val="000000"/>
                  </a:solidFill>
                  <a:latin typeface="Times New Roman" panose="02020603050405020304" pitchFamily="18" charset="0"/>
                </a:rPr>
                <a:t>+</a:t>
              </a:r>
            </a:p>
          </p:txBody>
        </p:sp>
        <p:sp>
          <p:nvSpPr>
            <p:cNvPr id="94266" name="Line 50"/>
            <p:cNvSpPr/>
            <p:nvPr/>
          </p:nvSpPr>
          <p:spPr>
            <a:xfrm flipH="1">
              <a:off x="6725936" y="2000301"/>
              <a:ext cx="439904" cy="625108"/>
            </a:xfrm>
            <a:prstGeom prst="line">
              <a:avLst/>
            </a:prstGeom>
            <a:ln w="38100" cap="flat" cmpd="sng">
              <a:solidFill>
                <a:schemeClr val="tx1"/>
              </a:solidFill>
              <a:prstDash val="solid"/>
              <a:headEnd type="none" w="sm" len="sm"/>
              <a:tailEnd type="triangle" w="med" len="med"/>
            </a:ln>
          </p:spPr>
        </p:sp>
        <p:sp>
          <p:nvSpPr>
            <p:cNvPr id="94267" name="Text Box 51"/>
            <p:cNvSpPr txBox="1"/>
            <p:nvPr/>
          </p:nvSpPr>
          <p:spPr>
            <a:xfrm>
              <a:off x="6902213" y="1773195"/>
              <a:ext cx="457235" cy="461665"/>
            </a:xfrm>
            <a:prstGeom prst="rect">
              <a:avLst/>
            </a:prstGeom>
            <a:noFill/>
            <a:ln w="12700">
              <a:noFill/>
            </a:ln>
          </p:spPr>
          <p:txBody>
            <a:bodyPr>
              <a:spAutoFit/>
            </a:bodyPr>
            <a:lstStyle/>
            <a:p>
              <a:pPr>
                <a:spcBef>
                  <a:spcPct val="50000"/>
                </a:spcBef>
              </a:pPr>
              <a:r>
                <a:rPr lang="zh-CN" altLang="en-US" sz="2400" b="1" dirty="0">
                  <a:solidFill>
                    <a:srgbClr val="000000"/>
                  </a:solidFill>
                  <a:latin typeface="Times New Roman" panose="02020603050405020304" pitchFamily="18" charset="0"/>
                </a:rPr>
                <a:t>*</a:t>
              </a:r>
            </a:p>
          </p:txBody>
        </p:sp>
        <p:sp>
          <p:nvSpPr>
            <p:cNvPr id="94268" name="Freeform 52"/>
            <p:cNvSpPr/>
            <p:nvPr/>
          </p:nvSpPr>
          <p:spPr>
            <a:xfrm>
              <a:off x="6862433" y="1166909"/>
              <a:ext cx="1759255" cy="2285989"/>
            </a:xfrm>
            <a:custGeom>
              <a:avLst/>
              <a:gdLst>
                <a:gd name="txL" fmla="*/ 0 w 1712"/>
                <a:gd name="txT" fmla="*/ 0 h 2352"/>
                <a:gd name="txR" fmla="*/ 1712 w 1712"/>
                <a:gd name="txB" fmla="*/ 2352 h 2352"/>
              </a:gdLst>
              <a:ahLst/>
              <a:cxnLst>
                <a:cxn ang="0">
                  <a:pos x="2147483646" y="2147483646"/>
                </a:cxn>
                <a:cxn ang="0">
                  <a:pos x="2147483646" y="2147483646"/>
                </a:cxn>
                <a:cxn ang="0">
                  <a:pos x="2147483646" y="2147483646"/>
                </a:cxn>
                <a:cxn ang="0">
                  <a:pos x="2147483646" y="2147483646"/>
                </a:cxn>
                <a:cxn ang="0">
                  <a:pos x="2147483646" y="2147483646"/>
                </a:cxn>
                <a:cxn ang="0">
                  <a:pos x="0" y="0"/>
                </a:cxn>
              </a:cxnLst>
              <a:rect l="txL" t="txT" r="txR" b="txB"/>
              <a:pathLst>
                <a:path w="1712" h="2352">
                  <a:moveTo>
                    <a:pt x="1440" y="2352"/>
                  </a:moveTo>
                  <a:cubicBezTo>
                    <a:pt x="1516" y="2060"/>
                    <a:pt x="1592" y="1768"/>
                    <a:pt x="1632" y="1488"/>
                  </a:cubicBezTo>
                  <a:cubicBezTo>
                    <a:pt x="1672" y="1208"/>
                    <a:pt x="1712" y="888"/>
                    <a:pt x="1680" y="672"/>
                  </a:cubicBezTo>
                  <a:cubicBezTo>
                    <a:pt x="1648" y="456"/>
                    <a:pt x="1536" y="296"/>
                    <a:pt x="1440" y="192"/>
                  </a:cubicBezTo>
                  <a:cubicBezTo>
                    <a:pt x="1344" y="88"/>
                    <a:pt x="1344" y="80"/>
                    <a:pt x="1104" y="48"/>
                  </a:cubicBezTo>
                  <a:cubicBezTo>
                    <a:pt x="864" y="16"/>
                    <a:pt x="152" y="0"/>
                    <a:pt x="0" y="0"/>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94269" name="Freeform 54"/>
            <p:cNvSpPr/>
            <p:nvPr/>
          </p:nvSpPr>
          <p:spPr>
            <a:xfrm>
              <a:off x="4878000" y="3546021"/>
              <a:ext cx="971549" cy="844978"/>
            </a:xfrm>
            <a:custGeom>
              <a:avLst/>
              <a:gdLst>
                <a:gd name="txL" fmla="*/ 0 w 640"/>
                <a:gd name="txT" fmla="*/ 0 h 1104"/>
                <a:gd name="txR" fmla="*/ 640 w 640"/>
                <a:gd name="txB" fmla="*/ 1104 h 1104"/>
              </a:gdLst>
              <a:ahLst/>
              <a:cxnLst>
                <a:cxn ang="0">
                  <a:pos x="2147483646" y="0"/>
                </a:cxn>
                <a:cxn ang="0">
                  <a:pos x="2147483646" y="2147483646"/>
                </a:cxn>
                <a:cxn ang="0">
                  <a:pos x="2147483646" y="2147483646"/>
                </a:cxn>
                <a:cxn ang="0">
                  <a:pos x="0" y="2147483646"/>
                </a:cxn>
              </a:cxnLst>
              <a:rect l="txL" t="txT" r="txR" b="txB"/>
              <a:pathLst>
                <a:path w="640" h="1104">
                  <a:moveTo>
                    <a:pt x="624" y="0"/>
                  </a:moveTo>
                  <a:cubicBezTo>
                    <a:pt x="632" y="144"/>
                    <a:pt x="640" y="288"/>
                    <a:pt x="624" y="384"/>
                  </a:cubicBezTo>
                  <a:cubicBezTo>
                    <a:pt x="608" y="480"/>
                    <a:pt x="632" y="456"/>
                    <a:pt x="528" y="576"/>
                  </a:cubicBezTo>
                  <a:cubicBezTo>
                    <a:pt x="424" y="696"/>
                    <a:pt x="212" y="900"/>
                    <a:pt x="0" y="1104"/>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94270" name="Text Box 56"/>
            <p:cNvSpPr txBox="1"/>
            <p:nvPr/>
          </p:nvSpPr>
          <p:spPr>
            <a:xfrm>
              <a:off x="6894170" y="642490"/>
              <a:ext cx="457235" cy="400110"/>
            </a:xfrm>
            <a:prstGeom prst="rect">
              <a:avLst/>
            </a:prstGeom>
            <a:noFill/>
            <a:ln w="12700">
              <a:noFill/>
            </a:ln>
          </p:spPr>
          <p:txBody>
            <a:bodyPr>
              <a:spAutoFit/>
            </a:bodyPr>
            <a:lstStyle/>
            <a:p>
              <a:pPr>
                <a:spcBef>
                  <a:spcPct val="50000"/>
                </a:spcBef>
              </a:pPr>
              <a:r>
                <a:rPr lang="en-US" altLang="zh-CN" sz="2000" b="1" dirty="0">
                  <a:solidFill>
                    <a:srgbClr val="000000"/>
                  </a:solidFill>
                  <a:latin typeface="Times New Roman" panose="02020603050405020304" pitchFamily="18" charset="0"/>
                </a:rPr>
                <a:t>id</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anim calcmode="lin" valueType="num">
                                      <p:cBhvr>
                                        <p:cTn id="7" dur="500" fill="hold"/>
                                        <p:tgtEl>
                                          <p:spTgt spid="63"/>
                                        </p:tgtEl>
                                        <p:attrNameLst>
                                          <p:attrName>ppt_w</p:attrName>
                                        </p:attrNameLst>
                                      </p:cBhvr>
                                      <p:tavLst>
                                        <p:tav tm="0">
                                          <p:val>
                                            <p:fltVal val="0"/>
                                          </p:val>
                                        </p:tav>
                                        <p:tav tm="100000">
                                          <p:val>
                                            <p:strVal val="#ppt_w"/>
                                          </p:val>
                                        </p:tav>
                                      </p:tavLst>
                                    </p:anim>
                                    <p:anim calcmode="lin" valueType="num">
                                      <p:cBhvr>
                                        <p:cTn id="8" dur="500" fill="hold"/>
                                        <p:tgtEl>
                                          <p:spTgt spid="63"/>
                                        </p:tgtEl>
                                        <p:attrNameLst>
                                          <p:attrName>ppt_h</p:attrName>
                                        </p:attrNameLst>
                                      </p:cBhvr>
                                      <p:tavLst>
                                        <p:tav tm="0">
                                          <p:val>
                                            <p:fltVal val="0"/>
                                          </p:val>
                                        </p:tav>
                                        <p:tav tm="100000">
                                          <p:val>
                                            <p:strVal val="#ppt_h"/>
                                          </p:val>
                                        </p:tav>
                                      </p:tavLst>
                                    </p:anim>
                                    <p:animEffect transition="in" filter="fade">
                                      <p:cBhvr>
                                        <p:cTn id="9"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p:cNvSpPr>
          <p:nvPr>
            <p:ph type="title"/>
          </p:nvPr>
        </p:nvSpPr>
        <p:spPr>
          <a:xfrm>
            <a:off x="755650" y="268288"/>
            <a:ext cx="8208963" cy="358775"/>
          </a:xfrm>
        </p:spPr>
        <p:txBody>
          <a:bodyPr vert="horz" wrap="square" lIns="91440" tIns="45720" rIns="91440" bIns="45720" anchor="ctr" anchorCtr="0"/>
          <a:lstStyle/>
          <a:p>
            <a:pPr eaLnBrk="1" hangingPunct="1"/>
            <a:r>
              <a:rPr lang="zh-CN" altLang="en-US" sz="2800" kern="1200" dirty="0">
                <a:solidFill>
                  <a:schemeClr val="tx1"/>
                </a:solidFill>
                <a:latin typeface="微软雅黑" panose="020B0503020204020204" pitchFamily="34" charset="-122"/>
                <a:ea typeface="微软雅黑" panose="020B0503020204020204" pitchFamily="34" charset="-122"/>
                <a:cs typeface="+mj-cs"/>
              </a:rPr>
              <a:t>表达式文法的</a:t>
            </a:r>
            <a:r>
              <a:rPr lang="en-US" altLang="zh-CN" sz="2800" i="1" kern="1200" dirty="0">
                <a:solidFill>
                  <a:schemeClr val="tx1"/>
                </a:solidFill>
                <a:latin typeface="Times New Roman" panose="02020603050405020304" pitchFamily="18" charset="0"/>
                <a:ea typeface="黑体" panose="02010609060101010101" pitchFamily="49" charset="-122"/>
                <a:cs typeface="+mj-cs"/>
              </a:rPr>
              <a:t>LR</a:t>
            </a:r>
            <a:r>
              <a:rPr lang="en-US" altLang="zh-CN" sz="2800" kern="1200" dirty="0">
                <a:solidFill>
                  <a:schemeClr val="tx1"/>
                </a:solidFill>
                <a:latin typeface="Times New Roman" panose="02020603050405020304" pitchFamily="18" charset="0"/>
                <a:ea typeface="黑体" panose="02010609060101010101" pitchFamily="49" charset="-122"/>
                <a:cs typeface="+mj-cs"/>
              </a:rPr>
              <a:t>(0)</a:t>
            </a:r>
            <a:r>
              <a:rPr lang="zh-CN" altLang="en-US" sz="2800" kern="1200" dirty="0">
                <a:solidFill>
                  <a:schemeClr val="tx1"/>
                </a:solidFill>
                <a:latin typeface="微软雅黑" panose="020B0503020204020204" pitchFamily="34" charset="-122"/>
                <a:ea typeface="微软雅黑" panose="020B0503020204020204" pitchFamily="34" charset="-122"/>
                <a:cs typeface="+mj-cs"/>
              </a:rPr>
              <a:t>分析表含有</a:t>
            </a:r>
            <a:r>
              <a:rPr lang="zh-CN" altLang="en-US" sz="2800" kern="1200" dirty="0">
                <a:solidFill>
                  <a:srgbClr val="2D83F4"/>
                </a:solidFill>
                <a:latin typeface="微软雅黑" panose="020B0503020204020204" pitchFamily="34" charset="-122"/>
                <a:ea typeface="微软雅黑" panose="020B0503020204020204" pitchFamily="34" charset="-122"/>
                <a:cs typeface="+mj-cs"/>
              </a:rPr>
              <a:t>移进</a:t>
            </a:r>
            <a:r>
              <a:rPr lang="en-US" altLang="zh-CN" sz="2800" kern="1200" dirty="0">
                <a:solidFill>
                  <a:srgbClr val="2D83F4"/>
                </a:solidFill>
                <a:latin typeface="微软雅黑" panose="020B0503020204020204" pitchFamily="34" charset="-122"/>
                <a:ea typeface="微软雅黑" panose="020B0503020204020204" pitchFamily="34" charset="-122"/>
                <a:cs typeface="+mj-cs"/>
              </a:rPr>
              <a:t>/</a:t>
            </a:r>
            <a:r>
              <a:rPr lang="zh-CN" altLang="en-US" sz="2800" kern="1200" dirty="0">
                <a:solidFill>
                  <a:srgbClr val="2D83F4"/>
                </a:solidFill>
                <a:latin typeface="微软雅黑" panose="020B0503020204020204" pitchFamily="34" charset="-122"/>
                <a:ea typeface="微软雅黑" panose="020B0503020204020204" pitchFamily="34" charset="-122"/>
                <a:cs typeface="+mj-cs"/>
              </a:rPr>
              <a:t>归约</a:t>
            </a:r>
            <a:r>
              <a:rPr lang="zh-CN" altLang="en-US" sz="2800" kern="1200" dirty="0">
                <a:solidFill>
                  <a:schemeClr val="tx1"/>
                </a:solidFill>
                <a:latin typeface="微软雅黑" panose="020B0503020204020204" pitchFamily="34" charset="-122"/>
                <a:ea typeface="微软雅黑" panose="020B0503020204020204" pitchFamily="34" charset="-122"/>
                <a:cs typeface="+mj-cs"/>
              </a:rPr>
              <a:t>冲突</a:t>
            </a:r>
            <a:endParaRPr lang="zh-CN" altLang="zh-CN" sz="2800" kern="1200" dirty="0">
              <a:solidFill>
                <a:schemeClr val="tx1"/>
              </a:solidFill>
              <a:latin typeface="微软雅黑" panose="020B0503020204020204" pitchFamily="34" charset="-122"/>
              <a:ea typeface="微软雅黑" panose="020B0503020204020204" pitchFamily="34" charset="-122"/>
              <a:cs typeface="+mj-cs"/>
            </a:endParaRPr>
          </a:p>
        </p:txBody>
      </p:sp>
      <p:graphicFrame>
        <p:nvGraphicFramePr>
          <p:cNvPr id="5" name="Group 18"/>
          <p:cNvGraphicFramePr>
            <a:graphicFrameLocks noGrp="1"/>
          </p:cNvGraphicFramePr>
          <p:nvPr/>
        </p:nvGraphicFramePr>
        <p:xfrm>
          <a:off x="755650" y="700088"/>
          <a:ext cx="7777163" cy="4408493"/>
        </p:xfrm>
        <a:graphic>
          <a:graphicData uri="http://schemas.openxmlformats.org/drawingml/2006/table">
            <a:tbl>
              <a:tblPr/>
              <a:tblGrid>
                <a:gridCol w="863600">
                  <a:extLst>
                    <a:ext uri="{9D8B030D-6E8A-4147-A177-3AD203B41FA5}">
                      <a16:colId xmlns:a16="http://schemas.microsoft.com/office/drawing/2014/main" val="20000"/>
                    </a:ext>
                  </a:extLst>
                </a:gridCol>
                <a:gridCol w="792163">
                  <a:extLst>
                    <a:ext uri="{9D8B030D-6E8A-4147-A177-3AD203B41FA5}">
                      <a16:colId xmlns:a16="http://schemas.microsoft.com/office/drawing/2014/main" val="20001"/>
                    </a:ext>
                  </a:extLst>
                </a:gridCol>
                <a:gridCol w="792162">
                  <a:extLst>
                    <a:ext uri="{9D8B030D-6E8A-4147-A177-3AD203B41FA5}">
                      <a16:colId xmlns:a16="http://schemas.microsoft.com/office/drawing/2014/main" val="20002"/>
                    </a:ext>
                  </a:extLst>
                </a:gridCol>
                <a:gridCol w="865188">
                  <a:extLst>
                    <a:ext uri="{9D8B030D-6E8A-4147-A177-3AD203B41FA5}">
                      <a16:colId xmlns:a16="http://schemas.microsoft.com/office/drawing/2014/main" val="20003"/>
                    </a:ext>
                  </a:extLst>
                </a:gridCol>
                <a:gridCol w="1008062">
                  <a:extLst>
                    <a:ext uri="{9D8B030D-6E8A-4147-A177-3AD203B41FA5}">
                      <a16:colId xmlns:a16="http://schemas.microsoft.com/office/drawing/2014/main" val="20004"/>
                    </a:ext>
                  </a:extLst>
                </a:gridCol>
                <a:gridCol w="863600">
                  <a:extLst>
                    <a:ext uri="{9D8B030D-6E8A-4147-A177-3AD203B41FA5}">
                      <a16:colId xmlns:a16="http://schemas.microsoft.com/office/drawing/2014/main" val="20005"/>
                    </a:ext>
                  </a:extLst>
                </a:gridCol>
                <a:gridCol w="863600">
                  <a:extLst>
                    <a:ext uri="{9D8B030D-6E8A-4147-A177-3AD203B41FA5}">
                      <a16:colId xmlns:a16="http://schemas.microsoft.com/office/drawing/2014/main" val="20006"/>
                    </a:ext>
                  </a:extLst>
                </a:gridCol>
                <a:gridCol w="576263">
                  <a:extLst>
                    <a:ext uri="{9D8B030D-6E8A-4147-A177-3AD203B41FA5}">
                      <a16:colId xmlns:a16="http://schemas.microsoft.com/office/drawing/2014/main" val="20007"/>
                    </a:ext>
                  </a:extLst>
                </a:gridCol>
                <a:gridCol w="504825">
                  <a:extLst>
                    <a:ext uri="{9D8B030D-6E8A-4147-A177-3AD203B41FA5}">
                      <a16:colId xmlns:a16="http://schemas.microsoft.com/office/drawing/2014/main" val="20008"/>
                    </a:ext>
                  </a:extLst>
                </a:gridCol>
                <a:gridCol w="647700">
                  <a:extLst>
                    <a:ext uri="{9D8B030D-6E8A-4147-A177-3AD203B41FA5}">
                      <a16:colId xmlns:a16="http://schemas.microsoft.com/office/drawing/2014/main" val="20009"/>
                    </a:ext>
                  </a:extLst>
                </a:gridCol>
              </a:tblGrid>
              <a:tr h="312738">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0000"/>
                          </a:solidFill>
                          <a:effectLst/>
                          <a:latin typeface="华文楷体" panose="02010600040101010101" pitchFamily="2" charset="-122"/>
                          <a:ea typeface="华文楷体" panose="02010600040101010101" pitchFamily="2" charset="-122"/>
                          <a:cs typeface="Times New Roman" panose="02020603050405020304" pitchFamily="18" charset="0"/>
                        </a:rPr>
                        <a:t>状态</a:t>
                      </a:r>
                    </a:p>
                  </a:txBody>
                  <a:tcPr marL="91442" marR="91442" marT="34283" marB="3428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6">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rPr>
                        <a:t>ACTION</a:t>
                      </a:r>
                      <a:endParaRPr kumimoji="0" lang="zh-CN" altLang="en-US" sz="16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rPr>
                        <a:t>GOTO</a:t>
                      </a:r>
                      <a:endParaRPr kumimoji="0" lang="zh-CN" altLang="en-US" sz="16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12738">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id</a:t>
                      </a: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en-US"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rPr>
                        <a:t>E</a:t>
                      </a:r>
                      <a:endParaRPr kumimoji="0" lang="zh-CN" altLang="en-US" sz="16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rPr>
                        <a:t>T</a:t>
                      </a:r>
                      <a:endParaRPr kumimoji="0" lang="zh-CN" altLang="en-US" sz="16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rPr>
                        <a:t>F</a:t>
                      </a:r>
                      <a:endParaRPr kumimoji="0" lang="zh-CN" altLang="en-US" sz="16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0</a:t>
                      </a: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s5</a:t>
                      </a:r>
                      <a:r>
                        <a:rPr kumimoji="1" lang="en-US" altLang="zh-CN" sz="1600" b="1" i="0" u="none" strike="noStrike" cap="none" normalizeH="0" baseline="0">
                          <a:ln>
                            <a:noFill/>
                          </a:ln>
                          <a:solidFill>
                            <a:schemeClr val="folHlink"/>
                          </a:solidFill>
                          <a:effectLst/>
                          <a:latin typeface="宋体" panose="02010600030101010101" pitchFamily="2" charset="-122"/>
                          <a:ea typeface="华文楷体" panose="02010600040101010101" pitchFamily="2" charset="-122"/>
                          <a:cs typeface="Times New Roman" panose="02020603050405020304" pitchFamily="18" charset="0"/>
                        </a:rPr>
                        <a:t> </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kumimoji="1" lang="en-US" altLang="zh-CN" sz="1600" b="1" i="0" u="none" strike="noStrike" cap="none" normalizeH="0" baseline="-2500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4</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a:t>
                      </a: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2</a:t>
                      </a: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3</a:t>
                      </a: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289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a:t>
                      </a: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s6</a:t>
                      </a:r>
                      <a:endParaRPr kumimoji="0" lang="zh-CN" altLang="en-US"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acc</a:t>
                      </a: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2</a:t>
                      </a: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r>
                        <a:rPr kumimoji="1" lang="en-US" altLang="zh-CN" sz="1600" b="1" i="0" u="none" strike="noStrike" cap="none" normalizeH="0" baseline="0">
                          <a:ln>
                            <a:noFill/>
                          </a:ln>
                          <a:solidFill>
                            <a:schemeClr val="folHlink"/>
                          </a:solidFill>
                          <a:effectLst/>
                          <a:latin typeface="宋体" panose="02010600030101010101" pitchFamily="2" charset="-122"/>
                          <a:ea typeface="华文楷体" panose="02010600040101010101" pitchFamily="2" charset="-122"/>
                          <a:cs typeface="Times New Roman" panose="02020603050405020304" pitchFamily="18" charset="0"/>
                        </a:rPr>
                        <a:t> </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r2/s7</a:t>
                      </a:r>
                      <a:endParaRPr kumimoji="0" lang="zh-CN" altLang="en-US" sz="1600" b="1" i="0" u="none" strike="noStrike" cap="none" normalizeH="0" baseline="0">
                        <a:ln>
                          <a:noFill/>
                        </a:ln>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r2</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3</a:t>
                      </a: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r4</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r4</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r4</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r4</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r4</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r4</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4</a:t>
                      </a: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s5</a:t>
                      </a:r>
                      <a:r>
                        <a:rPr kumimoji="1" lang="en-US" altLang="zh-CN" sz="1600" b="1" i="0" u="none" strike="noStrike" cap="none" normalizeH="0" baseline="0">
                          <a:ln>
                            <a:noFill/>
                          </a:ln>
                          <a:solidFill>
                            <a:schemeClr val="folHlink"/>
                          </a:solidFill>
                          <a:effectLst/>
                          <a:latin typeface="宋体" panose="02010600030101010101" pitchFamily="2" charset="-122"/>
                          <a:ea typeface="华文楷体" panose="02010600040101010101" pitchFamily="2" charset="-122"/>
                          <a:cs typeface="Times New Roman" panose="02020603050405020304" pitchFamily="18" charset="0"/>
                        </a:rPr>
                        <a:t> </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8</a:t>
                      </a: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2</a:t>
                      </a: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3</a:t>
                      </a: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5</a:t>
                      </a: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r6</a:t>
                      </a:r>
                      <a:r>
                        <a:rPr kumimoji="1" lang="en-US" altLang="zh-CN" sz="1600" b="1" i="0" u="none" strike="noStrike" cap="none" normalizeH="0" baseline="0">
                          <a:ln>
                            <a:noFill/>
                          </a:ln>
                          <a:solidFill>
                            <a:schemeClr val="folHlink"/>
                          </a:solidFill>
                          <a:effectLst/>
                          <a:latin typeface="宋体" panose="02010600030101010101" pitchFamily="2" charset="-122"/>
                          <a:ea typeface="华文楷体" panose="02010600040101010101" pitchFamily="2" charset="-122"/>
                          <a:cs typeface="Times New Roman" panose="02020603050405020304" pitchFamily="18" charset="0"/>
                        </a:rPr>
                        <a:t> </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r6</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r6</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r6</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r6</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r6</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6</a:t>
                      </a: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s5</a:t>
                      </a:r>
                      <a:r>
                        <a:rPr kumimoji="1" lang="en-US" altLang="zh-CN" sz="1600" b="1" i="0" u="none" strike="noStrike" cap="none" normalizeH="0" baseline="0">
                          <a:ln>
                            <a:noFill/>
                          </a:ln>
                          <a:solidFill>
                            <a:schemeClr val="folHlink"/>
                          </a:solidFill>
                          <a:effectLst/>
                          <a:latin typeface="宋体" panose="02010600030101010101" pitchFamily="2" charset="-122"/>
                          <a:ea typeface="华文楷体" panose="02010600040101010101" pitchFamily="2" charset="-122"/>
                          <a:cs typeface="Times New Roman" panose="02020603050405020304" pitchFamily="18" charset="0"/>
                        </a:rPr>
                        <a:t> </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9</a:t>
                      </a: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3</a:t>
                      </a: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7</a:t>
                      </a: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s5</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s4</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10</a:t>
                      </a: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8</a:t>
                      </a: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s6</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s11</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9</a:t>
                      </a: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r1/s7</a:t>
                      </a:r>
                      <a:endParaRPr kumimoji="0" lang="zh-CN" altLang="en-US" sz="1600" b="1" i="0" u="none" strike="noStrike" cap="none" normalizeH="0" baseline="0">
                        <a:ln>
                          <a:noFill/>
                        </a:ln>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r1</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10</a:t>
                      </a: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r3</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11</a:t>
                      </a: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r5</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r5</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r5</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r5</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r5</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r5</a:t>
                      </a:r>
                      <a:endParaRPr kumimoji="0" lang="zh-CN" altLang="en-US" sz="1600" b="1" i="0" u="none" strike="noStrike" cap="none" normalizeH="0" baseline="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zh-CN" altLang="en-US" sz="3000" kern="1200" dirty="0">
                <a:solidFill>
                  <a:schemeClr val="tx1"/>
                </a:solidFill>
                <a:latin typeface="微软雅黑" panose="020B0503020204020204" pitchFamily="34" charset="-122"/>
                <a:ea typeface="微软雅黑" panose="020B0503020204020204" pitchFamily="34" charset="-122"/>
                <a:cs typeface="+mj-cs"/>
              </a:rPr>
              <a:t>例：</a:t>
            </a:r>
            <a:r>
              <a:rPr lang="zh-CN" altLang="en-US" sz="3000" kern="1200" dirty="0">
                <a:solidFill>
                  <a:srgbClr val="2D83F4"/>
                </a:solidFill>
                <a:latin typeface="微软雅黑" panose="020B0503020204020204" pitchFamily="34" charset="-122"/>
                <a:ea typeface="微软雅黑" panose="020B0503020204020204" pitchFamily="34" charset="-122"/>
                <a:cs typeface="+mj-cs"/>
              </a:rPr>
              <a:t>移进</a:t>
            </a:r>
            <a:r>
              <a:rPr lang="en-US" altLang="zh-CN" sz="3000" kern="1200" dirty="0">
                <a:solidFill>
                  <a:srgbClr val="2D83F4"/>
                </a:solidFill>
                <a:latin typeface="微软雅黑" panose="020B0503020204020204" pitchFamily="34" charset="-122"/>
                <a:ea typeface="微软雅黑" panose="020B0503020204020204" pitchFamily="34" charset="-122"/>
                <a:cs typeface="+mj-cs"/>
              </a:rPr>
              <a:t>/</a:t>
            </a:r>
            <a:r>
              <a:rPr lang="zh-CN" altLang="en-US" sz="3000" kern="1200" dirty="0">
                <a:solidFill>
                  <a:srgbClr val="2D83F4"/>
                </a:solidFill>
                <a:latin typeface="微软雅黑" panose="020B0503020204020204" pitchFamily="34" charset="-122"/>
                <a:ea typeface="微软雅黑" panose="020B0503020204020204" pitchFamily="34" charset="-122"/>
                <a:cs typeface="+mj-cs"/>
              </a:rPr>
              <a:t>归约</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冲突和</a:t>
            </a:r>
            <a:r>
              <a:rPr lang="zh-CN" altLang="en-US" sz="3000" kern="1200" dirty="0">
                <a:solidFill>
                  <a:srgbClr val="2D83F4"/>
                </a:solidFill>
                <a:latin typeface="微软雅黑" panose="020B0503020204020204" pitchFamily="34" charset="-122"/>
                <a:ea typeface="微软雅黑" panose="020B0503020204020204" pitchFamily="34" charset="-122"/>
                <a:cs typeface="+mj-cs"/>
              </a:rPr>
              <a:t>归约</a:t>
            </a:r>
            <a:r>
              <a:rPr lang="en-US" altLang="zh-CN" sz="3000" kern="1200" dirty="0">
                <a:solidFill>
                  <a:srgbClr val="2D83F4"/>
                </a:solidFill>
                <a:latin typeface="微软雅黑" panose="020B0503020204020204" pitchFamily="34" charset="-122"/>
                <a:ea typeface="微软雅黑" panose="020B0503020204020204" pitchFamily="34" charset="-122"/>
                <a:cs typeface="+mj-cs"/>
              </a:rPr>
              <a:t>/</a:t>
            </a:r>
            <a:r>
              <a:rPr lang="zh-CN" altLang="en-US" sz="3000" kern="1200" dirty="0">
                <a:solidFill>
                  <a:srgbClr val="2D83F4"/>
                </a:solidFill>
                <a:latin typeface="微软雅黑" panose="020B0503020204020204" pitchFamily="34" charset="-122"/>
                <a:ea typeface="微软雅黑" panose="020B0503020204020204" pitchFamily="34" charset="-122"/>
                <a:cs typeface="+mj-cs"/>
              </a:rPr>
              <a:t>归约</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冲突</a:t>
            </a:r>
          </a:p>
        </p:txBody>
      </p:sp>
      <p:sp>
        <p:nvSpPr>
          <p:cNvPr id="6" name="Text Box 4"/>
          <p:cNvSpPr txBox="1">
            <a:spLocks noChangeArrowheads="1"/>
          </p:cNvSpPr>
          <p:nvPr/>
        </p:nvSpPr>
        <p:spPr bwMode="auto">
          <a:xfrm>
            <a:off x="179513" y="4529138"/>
            <a:ext cx="8750176" cy="400050"/>
          </a:xfrm>
          <a:prstGeom prst="rect">
            <a:avLst/>
          </a:prstGeom>
          <a:solidFill>
            <a:schemeClr val="accent5">
              <a:lumMod val="60000"/>
              <a:lumOff val="40000"/>
            </a:schemeClr>
          </a:solidFill>
          <a:ln w="12700">
            <a:solidFill>
              <a:schemeClr val="tx1"/>
            </a:solidFill>
            <a:miter lim="800000"/>
            <a:headEnd type="none" w="sm" len="sm"/>
            <a:tailEnd type="none" w="sm" len="sm"/>
          </a:ln>
        </p:spPr>
        <p:txBody>
          <a:bodyPr wrap="square">
            <a:spAutoFit/>
          </a:bodyPr>
          <a:lstStyle/>
          <a:p>
            <a:pPr marR="0" defTabSz="914400">
              <a:spcBef>
                <a:spcPct val="50000"/>
              </a:spcBef>
              <a:buClrTx/>
              <a:buSzTx/>
              <a:buFontTx/>
              <a:buNone/>
              <a:defRPr/>
            </a:pPr>
            <a:r>
              <a:rPr kumimoji="1" lang="zh-CN" altLang="en-US" sz="2000" b="1" kern="1200" cap="none" spc="0" normalizeH="0" baseline="0" noProof="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不是所有</a:t>
            </a:r>
            <a:r>
              <a:rPr kumimoji="1" lang="en-US" altLang="zh-CN" sz="2000" b="1" i="1" kern="1200" cap="none" spc="0" normalizeH="0" baseline="0" noProof="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CFG</a:t>
            </a:r>
            <a:r>
              <a:rPr kumimoji="1" lang="zh-CN" altLang="en-US" sz="2000" b="1" kern="1200" cap="none" spc="0" normalizeH="0" baseline="0" noProof="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都能用</a:t>
            </a:r>
            <a:r>
              <a:rPr kumimoji="1" lang="en-US" altLang="zh-CN" sz="2000" b="1" i="1" kern="1200" cap="none" spc="0" normalizeH="0" baseline="0" noProof="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LR</a:t>
            </a:r>
            <a:r>
              <a:rPr kumimoji="1" lang="en-US" altLang="zh-CN" sz="2000" b="1" kern="1200" cap="none" spc="0" normalizeH="0" baseline="0" noProof="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(0)</a:t>
            </a:r>
            <a:r>
              <a:rPr kumimoji="1" lang="zh-CN" altLang="en-US" sz="2000" b="1" kern="1200" cap="none" spc="0" normalizeH="0" baseline="0" noProof="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方法进行分析，也就是说，</a:t>
            </a:r>
            <a:r>
              <a:rPr kumimoji="1" lang="en-US" altLang="zh-CN" sz="2000" b="1" i="1" kern="1200" cap="none" spc="0" normalizeH="0" baseline="0" noProof="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CFG</a:t>
            </a:r>
            <a:r>
              <a:rPr kumimoji="1" lang="zh-CN" altLang="en-US" sz="2000" b="1" kern="1200" cap="none" spc="0" normalizeH="0" baseline="0" noProof="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不总是</a:t>
            </a:r>
            <a:r>
              <a:rPr kumimoji="1" lang="en-US" altLang="zh-CN" sz="2000" b="1" i="1" kern="1200" cap="none" spc="0" normalizeH="0" baseline="0" noProof="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LR</a:t>
            </a:r>
            <a:r>
              <a:rPr kumimoji="1" lang="en-US" altLang="zh-CN" sz="2000" b="1" kern="1200" cap="none" spc="0" normalizeH="0" baseline="0" noProof="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(0)</a:t>
            </a:r>
            <a:r>
              <a:rPr kumimoji="1" lang="zh-CN" altLang="en-US" sz="2000" b="1" kern="1200" cap="none" spc="0" normalizeH="0" baseline="0" noProof="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文法</a:t>
            </a:r>
          </a:p>
        </p:txBody>
      </p:sp>
      <p:sp>
        <p:nvSpPr>
          <p:cNvPr id="7" name="矩形 6"/>
          <p:cNvSpPr/>
          <p:nvPr/>
        </p:nvSpPr>
        <p:spPr>
          <a:xfrm>
            <a:off x="765175" y="3076575"/>
            <a:ext cx="2520950" cy="1322070"/>
          </a:xfrm>
          <a:prstGeom prst="rect">
            <a:avLst/>
          </a:prstGeom>
          <a:solidFill>
            <a:schemeClr val="accent5">
              <a:lumMod val="60000"/>
              <a:lumOff val="40000"/>
            </a:schemeClr>
          </a:solidFill>
          <a:ln w="12700">
            <a:solidFill>
              <a:schemeClr val="tx1"/>
            </a:solid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如果</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LR</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(0)</a:t>
            </a:r>
            <a:r>
              <a:rPr kumimoji="0" lang="zh-CN" altLang="en-US" sz="2000" b="1" i="0" u="none" strike="noStrike" kern="1200" cap="none" spc="0" normalizeH="0" baseline="0" noProof="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分析表中</a:t>
            </a:r>
            <a:r>
              <a:rPr kumimoji="0" lang="zh-CN" altLang="en-US" sz="2000" b="1" i="0" u="none" strike="noStrike" kern="1200" cap="none" spc="0" normalizeH="0" baseline="0" noProof="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没有</a:t>
            </a:r>
            <a:r>
              <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句法分析动作</a:t>
            </a:r>
            <a:r>
              <a:rPr kumimoji="0" lang="zh-CN" altLang="en-US" sz="2000" b="1" i="0" u="none" strike="noStrike" kern="1200" cap="none" spc="0" normalizeH="0" baseline="0" noProof="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冲突</a:t>
            </a:r>
            <a:r>
              <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，那么给定的文法就称为</a:t>
            </a:r>
            <a:r>
              <a:rPr kumimoji="0" lang="en-US" altLang="zh-CN" sz="2000" b="1" i="1" u="none" strike="noStrike" kern="1200" cap="none" spc="0" normalizeH="0" baseline="0" noProof="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LR</a:t>
            </a:r>
            <a:r>
              <a:rPr kumimoji="0" lang="en-US" altLang="zh-CN" sz="2000" b="1" i="0" u="none" strike="noStrike" kern="1200" cap="none" spc="0" normalizeH="0" baseline="0" noProof="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(0)</a:t>
            </a:r>
            <a:r>
              <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文法</a:t>
            </a:r>
          </a:p>
        </p:txBody>
      </p:sp>
      <p:sp>
        <p:nvSpPr>
          <p:cNvPr id="114694" name="矩形 7"/>
          <p:cNvSpPr>
            <a:spLocks noChangeArrowheads="1"/>
          </p:cNvSpPr>
          <p:nvPr/>
        </p:nvSpPr>
        <p:spPr bwMode="auto">
          <a:xfrm>
            <a:off x="785813" y="928688"/>
            <a:ext cx="1530350" cy="2000250"/>
          </a:xfrm>
          <a:prstGeom prst="rect">
            <a:avLst/>
          </a:prstGeom>
          <a:solidFill>
            <a:schemeClr val="accent5">
              <a:lumMod val="60000"/>
              <a:lumOff val="40000"/>
            </a:schemeClr>
          </a:solidFill>
          <a:ln w="12700">
            <a:solidFill>
              <a:schemeClr val="tx1"/>
            </a:solid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文法</a:t>
            </a:r>
            <a:endParaRPr kumimoji="0" lang="en-US"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(0) </a:t>
            </a:r>
            <a:r>
              <a:rPr kumimoji="0" lang="en-US" altLang="zh-CN" sz="2000" b="1"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1"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T</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b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b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(1) </a:t>
            </a:r>
            <a:r>
              <a:rPr kumimoji="0" lang="en-US" altLang="zh-CN" sz="2000" b="1"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T</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sz="2000" b="1" i="1" u="none" strike="noStrike" kern="120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aBd</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(2) </a:t>
            </a:r>
            <a:r>
              <a:rPr kumimoji="0" lang="en-US" altLang="zh-CN" sz="2000" b="1"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T</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sz="2000" b="1"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ε</a:t>
            </a:r>
            <a:b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b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(3) </a:t>
            </a:r>
            <a:r>
              <a:rPr kumimoji="0" lang="en-US" altLang="zh-CN" sz="2000" b="1"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B</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1"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Tb</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(4) </a:t>
            </a:r>
            <a:r>
              <a:rPr kumimoji="0" lang="en-US" altLang="zh-CN" sz="2000" b="1"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B</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sz="2000" b="1"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ε</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2" name="组合 29"/>
          <p:cNvGrpSpPr/>
          <p:nvPr/>
        </p:nvGrpSpPr>
        <p:grpSpPr>
          <a:xfrm>
            <a:off x="3429000" y="928688"/>
            <a:ext cx="5191125" cy="3511550"/>
            <a:chOff x="3586436" y="889635"/>
            <a:chExt cx="5190781" cy="3510628"/>
          </a:xfrm>
        </p:grpSpPr>
        <p:sp>
          <p:nvSpPr>
            <p:cNvPr id="8" name="Text Box 14"/>
            <p:cNvSpPr txBox="1">
              <a:spLocks noChangeArrowheads="1"/>
            </p:cNvSpPr>
            <p:nvPr/>
          </p:nvSpPr>
          <p:spPr bwMode="auto">
            <a:xfrm>
              <a:off x="3586436" y="889635"/>
              <a:ext cx="1285790" cy="132362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marR="0" defTabSz="914400">
                <a:buClr>
                  <a:srgbClr val="073E87"/>
                </a:buClr>
                <a:buSzPct val="75000"/>
                <a:buFont typeface="Monotype Sorts"/>
                <a:buNone/>
                <a:defRPr/>
              </a:pP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I</a:t>
              </a:r>
              <a:r>
                <a:rPr kumimoji="1" lang="en-US" altLang="zh-CN" sz="2000" b="1" i="1" kern="1200" cap="none" spc="0" normalizeH="0" baseline="-25000" noProof="0" dirty="0">
                  <a:solidFill>
                    <a:prstClr val="black"/>
                  </a:solidFill>
                  <a:latin typeface="Times New Roman" panose="02020603050405020304" pitchFamily="18" charset="0"/>
                  <a:ea typeface="宋体" panose="02010600030101010101" pitchFamily="2" charset="-122"/>
                  <a:cs typeface="+mn-cs"/>
                </a:rPr>
                <a:t>0</a:t>
              </a:r>
              <a:r>
                <a:rPr kumimoji="1" lang="en-US" altLang="zh-CN" sz="20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buClr>
                  <a:srgbClr val="073E87"/>
                </a:buClr>
                <a:buSzPct val="75000"/>
                <a:buFont typeface="Monotype Sorts"/>
                <a:buNone/>
                <a:defRPr/>
              </a:pP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S</a:t>
              </a:r>
              <a:r>
                <a:rPr kumimoji="0" lang="en-US" altLang="zh-CN" sz="2000" b="1" i="1" kern="1200" cap="none" spc="0" normalizeH="0" baseline="0" noProof="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a:t>
              </a:r>
              <a:r>
                <a:rPr kumimoji="1" lang="en-US" altLang="zh-CN" sz="2000" b="1" i="1" kern="1200" cap="none" spc="0" normalizeH="0" baseline="0" noProof="0" dirty="0">
                  <a:solidFill>
                    <a:srgbClr val="073E87">
                      <a:lumMod val="60000"/>
                      <a:lumOff val="40000"/>
                    </a:srgbClr>
                  </a:solidFill>
                  <a:latin typeface="Times New Roman" panose="02020603050405020304" pitchFamily="18" charset="0"/>
                  <a:ea typeface="宋体" panose="02010600030101010101" pitchFamily="2" charset="-122"/>
                  <a:cs typeface="+mn-cs"/>
                </a:rPr>
                <a:t>  </a:t>
              </a: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 </a:t>
              </a:r>
              <a:r>
                <a:rPr kumimoji="0" lang="en-US" altLang="zh-CN" sz="20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a:t>
              </a:r>
            </a:p>
            <a:p>
              <a:pPr marR="0" defTabSz="914400">
                <a:buClr>
                  <a:srgbClr val="073E87"/>
                </a:buClr>
                <a:buSzPct val="75000"/>
                <a:buFont typeface="Monotype Sorts"/>
                <a:buNone/>
                <a:defRPr/>
              </a:pP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a:t>
              </a:r>
              <a:r>
                <a:rPr kumimoji="0" lang="en-US" altLang="zh-CN" sz="20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kern="1200" cap="none" spc="0" normalizeH="0" baseline="0" noProof="0" dirty="0" err="1">
                  <a:solidFill>
                    <a:prstClr val="black"/>
                  </a:solidFill>
                  <a:latin typeface="Times New Roman" panose="02020603050405020304" pitchFamily="18" charset="0"/>
                  <a:ea typeface="宋体" panose="02010600030101010101" pitchFamily="2" charset="-122"/>
                  <a:cs typeface="+mn-cs"/>
                </a:rPr>
                <a:t>aBd</a:t>
              </a:r>
              <a:endPar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endParaRPr>
            </a:p>
            <a:p>
              <a:pPr marR="0" defTabSz="914400">
                <a:buClr>
                  <a:srgbClr val="073E87"/>
                </a:buClr>
                <a:buSzPct val="75000"/>
                <a:buFont typeface="Monotype Sorts"/>
                <a:buNone/>
                <a:defRPr/>
              </a:pP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 →</a:t>
              </a:r>
              <a:r>
                <a:rPr kumimoji="0" lang="en-US" altLang="zh-CN" sz="20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endPar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endParaRPr>
            </a:p>
          </p:txBody>
        </p:sp>
        <p:sp>
          <p:nvSpPr>
            <p:cNvPr id="9" name="Text Box 14"/>
            <p:cNvSpPr txBox="1">
              <a:spLocks noChangeArrowheads="1"/>
            </p:cNvSpPr>
            <p:nvPr/>
          </p:nvSpPr>
          <p:spPr bwMode="auto">
            <a:xfrm>
              <a:off x="3586436" y="2460847"/>
              <a:ext cx="1285790" cy="193941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marR="0" defTabSz="914400">
                <a:buClr>
                  <a:srgbClr val="073E87"/>
                </a:buClr>
                <a:buSzPct val="75000"/>
                <a:buFont typeface="Monotype Sorts"/>
                <a:buNone/>
                <a:defRPr/>
              </a:pP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I</a:t>
              </a:r>
              <a:r>
                <a:rPr kumimoji="1" lang="en-US" altLang="zh-CN" sz="2000" b="1" i="1" kern="1200" cap="none" spc="0" normalizeH="0" baseline="-25000" noProof="0" dirty="0">
                  <a:solidFill>
                    <a:prstClr val="black"/>
                  </a:solidFill>
                  <a:latin typeface="Times New Roman" panose="02020603050405020304" pitchFamily="18" charset="0"/>
                  <a:ea typeface="宋体" panose="02010600030101010101" pitchFamily="2" charset="-122"/>
                  <a:cs typeface="+mn-cs"/>
                </a:rPr>
                <a:t>2</a:t>
              </a:r>
              <a:r>
                <a:rPr kumimoji="1" lang="en-US" altLang="zh-CN" sz="20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buClr>
                  <a:srgbClr val="073E87"/>
                </a:buClr>
                <a:buSzPct val="75000"/>
                <a:buFontTx/>
                <a:buNone/>
                <a:defRPr/>
              </a:pPr>
              <a:r>
                <a:rPr kumimoji="1" lang="en-US" altLang="zh-CN" sz="2000" b="1" i="1" kern="1200" cap="none" spc="0" normalizeH="0" baseline="0" noProof="0" dirty="0" err="1">
                  <a:solidFill>
                    <a:prstClr val="black"/>
                  </a:solidFill>
                  <a:latin typeface="Times New Roman" panose="02020603050405020304" pitchFamily="18" charset="0"/>
                  <a:ea typeface="宋体" panose="02010600030101010101" pitchFamily="2" charset="-122"/>
                  <a:cs typeface="+mn-cs"/>
                </a:rPr>
                <a:t>T→a</a:t>
              </a: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 </a:t>
              </a:r>
              <a:r>
                <a:rPr kumimoji="0" lang="en-US" altLang="zh-CN" sz="20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 </a:t>
              </a:r>
              <a:r>
                <a:rPr kumimoji="1" lang="en-US" altLang="zh-CN" sz="2000" b="1" i="1" kern="1200" cap="none" spc="0" normalizeH="0" baseline="0" noProof="0" dirty="0" err="1">
                  <a:solidFill>
                    <a:prstClr val="black"/>
                  </a:solidFill>
                  <a:latin typeface="Times New Roman" panose="02020603050405020304" pitchFamily="18" charset="0"/>
                  <a:ea typeface="宋体" panose="02010600030101010101" pitchFamily="2" charset="-122"/>
                  <a:cs typeface="+mn-cs"/>
                </a:rPr>
                <a:t>Bd</a:t>
              </a:r>
              <a:endPar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endParaRPr>
            </a:p>
            <a:p>
              <a:pPr marR="0" defTabSz="914400">
                <a:buClr>
                  <a:srgbClr val="073E87"/>
                </a:buClr>
                <a:buSzPct val="75000"/>
                <a:buFont typeface="Monotype Sorts"/>
                <a:buNone/>
                <a:defRPr/>
              </a:pP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B → </a:t>
              </a:r>
              <a:r>
                <a:rPr kumimoji="0" lang="en-US" altLang="zh-CN" sz="20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Tb</a:t>
              </a:r>
            </a:p>
            <a:p>
              <a:pPr marR="0" defTabSz="914400">
                <a:buClr>
                  <a:srgbClr val="073E87"/>
                </a:buClr>
                <a:buSzPct val="75000"/>
                <a:buFont typeface="Monotype Sorts"/>
                <a:buNone/>
                <a:defRPr/>
              </a:pP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B → </a:t>
              </a:r>
              <a:r>
                <a:rPr kumimoji="0" lang="en-US" altLang="zh-CN" sz="20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endParaRPr>
            </a:p>
            <a:p>
              <a:pPr marR="0" defTabSz="914400">
                <a:buClr>
                  <a:srgbClr val="073E87"/>
                </a:buClr>
                <a:buSzPct val="75000"/>
                <a:buFont typeface="Monotype Sorts"/>
                <a:buNone/>
                <a:defRPr/>
              </a:pP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a:t>
              </a:r>
              <a:r>
                <a:rPr kumimoji="0" lang="en-US" altLang="zh-CN" sz="20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kern="1200" cap="none" spc="0" normalizeH="0" baseline="0" noProof="0" dirty="0" err="1">
                  <a:solidFill>
                    <a:prstClr val="black"/>
                  </a:solidFill>
                  <a:latin typeface="Times New Roman" panose="02020603050405020304" pitchFamily="18" charset="0"/>
                  <a:ea typeface="宋体" panose="02010600030101010101" pitchFamily="2" charset="-122"/>
                  <a:cs typeface="+mn-cs"/>
                </a:rPr>
                <a:t>aBd</a:t>
              </a:r>
              <a:endPar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endParaRPr>
            </a:p>
            <a:p>
              <a:pPr marR="0" defTabSz="914400">
                <a:buClr>
                  <a:srgbClr val="073E87"/>
                </a:buClr>
                <a:buSzPct val="75000"/>
                <a:buFont typeface="Monotype Sorts"/>
                <a:buNone/>
                <a:defRPr/>
              </a:pP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T →</a:t>
              </a:r>
              <a:r>
                <a:rPr kumimoji="0" lang="en-US" altLang="zh-CN" sz="20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endParaRPr>
            </a:p>
          </p:txBody>
        </p:sp>
        <p:sp>
          <p:nvSpPr>
            <p:cNvPr id="10" name="Text Box 14"/>
            <p:cNvSpPr txBox="1">
              <a:spLocks noChangeArrowheads="1"/>
            </p:cNvSpPr>
            <p:nvPr/>
          </p:nvSpPr>
          <p:spPr bwMode="auto">
            <a:xfrm>
              <a:off x="5657987" y="1324496"/>
              <a:ext cx="1261978" cy="707839"/>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marR="0" defTabSz="914400">
                <a:buClr>
                  <a:srgbClr val="073E87"/>
                </a:buClr>
                <a:buSzPct val="75000"/>
                <a:buFont typeface="Monotype Sorts"/>
                <a:buNone/>
                <a:defRPr/>
              </a:pP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I</a:t>
              </a:r>
              <a:r>
                <a:rPr kumimoji="1" lang="en-US" altLang="zh-CN" sz="2000" b="1" i="1" kern="1200" cap="none" spc="0" normalizeH="0" baseline="-25000" noProof="0" dirty="0">
                  <a:solidFill>
                    <a:prstClr val="black"/>
                  </a:solidFill>
                  <a:latin typeface="Times New Roman" panose="02020603050405020304" pitchFamily="18" charset="0"/>
                  <a:ea typeface="宋体" panose="02010600030101010101" pitchFamily="2" charset="-122"/>
                  <a:cs typeface="+mn-cs"/>
                </a:rPr>
                <a:t>1</a:t>
              </a:r>
              <a:r>
                <a:rPr kumimoji="1" lang="en-US" altLang="zh-CN" sz="20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buClr>
                  <a:srgbClr val="073E87"/>
                </a:buClr>
                <a:buSzPct val="75000"/>
                <a:buFont typeface="Monotype Sorts"/>
                <a:buNone/>
                <a:defRPr/>
              </a:pP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S</a:t>
              </a:r>
              <a:r>
                <a:rPr kumimoji="0" lang="en-US" altLang="zh-CN" sz="2000" b="1" i="1" kern="1200" cap="none" spc="0" normalizeH="0" baseline="0" noProof="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a:t>
              </a:r>
              <a:r>
                <a:rPr kumimoji="1" lang="en-US" altLang="zh-CN" sz="2000" b="1" i="1" kern="1200" cap="none" spc="0" normalizeH="0" baseline="0" noProof="0" dirty="0">
                  <a:solidFill>
                    <a:srgbClr val="073E87">
                      <a:lumMod val="60000"/>
                      <a:lumOff val="40000"/>
                    </a:srgbClr>
                  </a:solidFill>
                  <a:latin typeface="Times New Roman" panose="02020603050405020304" pitchFamily="18" charset="0"/>
                  <a:ea typeface="宋体" panose="02010600030101010101" pitchFamily="2" charset="-122"/>
                  <a:cs typeface="+mn-cs"/>
                </a:rPr>
                <a:t> </a:t>
              </a: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 T </a:t>
              </a:r>
              <a:r>
                <a:rPr kumimoji="0" lang="en-US" altLang="zh-CN" sz="20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endParaRPr>
            </a:p>
          </p:txBody>
        </p:sp>
        <p:sp>
          <p:nvSpPr>
            <p:cNvPr id="11" name="Text Box 14"/>
            <p:cNvSpPr txBox="1">
              <a:spLocks noChangeArrowheads="1"/>
            </p:cNvSpPr>
            <p:nvPr/>
          </p:nvSpPr>
          <p:spPr bwMode="auto">
            <a:xfrm>
              <a:off x="5657987" y="2610033"/>
              <a:ext cx="1285790" cy="707839"/>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marR="0" defTabSz="914400">
                <a:buClr>
                  <a:srgbClr val="073E87"/>
                </a:buClr>
                <a:buSzPct val="75000"/>
                <a:buFont typeface="Monotype Sorts"/>
                <a:buNone/>
                <a:defRPr/>
              </a:pP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I</a:t>
              </a:r>
              <a:r>
                <a:rPr kumimoji="1" lang="en-US" altLang="zh-CN" sz="2000" b="1" i="1" kern="1200" cap="none" spc="0" normalizeH="0" baseline="-25000" noProof="0" dirty="0">
                  <a:solidFill>
                    <a:prstClr val="black"/>
                  </a:solidFill>
                  <a:latin typeface="Times New Roman" panose="02020603050405020304" pitchFamily="18" charset="0"/>
                  <a:ea typeface="宋体" panose="02010600030101010101" pitchFamily="2" charset="-122"/>
                  <a:cs typeface="+mn-cs"/>
                </a:rPr>
                <a:t>3</a:t>
              </a:r>
              <a:r>
                <a:rPr kumimoji="1" lang="en-US" altLang="zh-CN" sz="20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buClr>
                  <a:srgbClr val="073E87"/>
                </a:buClr>
                <a:buSzPct val="75000"/>
                <a:buFontTx/>
                <a:buNone/>
                <a:defRPr/>
              </a:pPr>
              <a:r>
                <a:rPr kumimoji="1" lang="en-US" altLang="zh-CN" sz="2000" b="1" i="1" kern="1200" cap="none" spc="0" normalizeH="0" baseline="0" noProof="0" dirty="0" err="1">
                  <a:solidFill>
                    <a:prstClr val="black"/>
                  </a:solidFill>
                  <a:latin typeface="Times New Roman" panose="02020603050405020304" pitchFamily="18" charset="0"/>
                  <a:ea typeface="宋体" panose="02010600030101010101" pitchFamily="2" charset="-122"/>
                  <a:cs typeface="+mn-cs"/>
                </a:rPr>
                <a:t>T→aB</a:t>
              </a: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 </a:t>
              </a:r>
              <a:r>
                <a:rPr kumimoji="0" lang="en-US" altLang="zh-CN" sz="20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 d</a:t>
              </a:r>
            </a:p>
          </p:txBody>
        </p:sp>
        <p:sp>
          <p:nvSpPr>
            <p:cNvPr id="12" name="Text Box 14"/>
            <p:cNvSpPr txBox="1">
              <a:spLocks noChangeArrowheads="1"/>
            </p:cNvSpPr>
            <p:nvPr/>
          </p:nvSpPr>
          <p:spPr bwMode="auto">
            <a:xfrm>
              <a:off x="5657987" y="3540064"/>
              <a:ext cx="1285790" cy="707839"/>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marR="0" defTabSz="914400">
                <a:buClr>
                  <a:srgbClr val="073E87"/>
                </a:buClr>
                <a:buSzPct val="75000"/>
                <a:buFont typeface="Monotype Sorts"/>
                <a:buNone/>
                <a:defRPr/>
              </a:pP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I</a:t>
              </a:r>
              <a:r>
                <a:rPr kumimoji="1" lang="en-US" altLang="zh-CN" sz="2000" b="1" i="1" kern="1200" cap="none" spc="0" normalizeH="0" baseline="-25000" noProof="0" dirty="0">
                  <a:solidFill>
                    <a:prstClr val="black"/>
                  </a:solidFill>
                  <a:latin typeface="Times New Roman" panose="02020603050405020304" pitchFamily="18" charset="0"/>
                  <a:ea typeface="宋体" panose="02010600030101010101" pitchFamily="2" charset="-122"/>
                  <a:cs typeface="+mn-cs"/>
                </a:rPr>
                <a:t>4</a:t>
              </a:r>
              <a:r>
                <a:rPr kumimoji="1" lang="en-US" altLang="zh-CN" sz="20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buClr>
                  <a:srgbClr val="073E87"/>
                </a:buClr>
                <a:buSzPct val="75000"/>
                <a:buFont typeface="Monotype Sorts"/>
                <a:buNone/>
                <a:defRPr/>
              </a:pP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B→T </a:t>
              </a:r>
              <a:r>
                <a:rPr kumimoji="0" lang="en-US" altLang="zh-CN" sz="20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b</a:t>
              </a:r>
            </a:p>
          </p:txBody>
        </p:sp>
        <p:sp>
          <p:nvSpPr>
            <p:cNvPr id="13" name="Text Box 14"/>
            <p:cNvSpPr txBox="1">
              <a:spLocks noChangeArrowheads="1"/>
            </p:cNvSpPr>
            <p:nvPr/>
          </p:nvSpPr>
          <p:spPr bwMode="auto">
            <a:xfrm>
              <a:off x="7586671" y="2610033"/>
              <a:ext cx="1190546" cy="707839"/>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marR="0" defTabSz="914400">
                <a:buClr>
                  <a:srgbClr val="073E87"/>
                </a:buClr>
                <a:buSzPct val="75000"/>
                <a:buFont typeface="Monotype Sorts"/>
                <a:buNone/>
                <a:defRPr/>
              </a:pP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I</a:t>
              </a:r>
              <a:r>
                <a:rPr kumimoji="1" lang="en-US" altLang="zh-CN" sz="2000" b="1" i="1" kern="1200" cap="none" spc="0" normalizeH="0" baseline="-25000" noProof="0" dirty="0">
                  <a:solidFill>
                    <a:prstClr val="black"/>
                  </a:solidFill>
                  <a:latin typeface="Times New Roman" panose="02020603050405020304" pitchFamily="18" charset="0"/>
                  <a:ea typeface="宋体" panose="02010600030101010101" pitchFamily="2" charset="-122"/>
                  <a:cs typeface="+mn-cs"/>
                </a:rPr>
                <a:t>5</a:t>
              </a:r>
              <a:r>
                <a:rPr kumimoji="1" lang="en-US" altLang="zh-CN" sz="20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buClr>
                  <a:srgbClr val="073E87"/>
                </a:buClr>
                <a:buSzPct val="75000"/>
                <a:buFont typeface="Monotype Sorts"/>
                <a:buNone/>
                <a:defRPr/>
              </a:pPr>
              <a:r>
                <a:rPr kumimoji="1" lang="en-US" altLang="zh-CN" sz="2000" b="1" i="1" kern="1200" cap="none" spc="0" normalizeH="0" baseline="0" noProof="0" dirty="0" err="1">
                  <a:solidFill>
                    <a:prstClr val="black"/>
                  </a:solidFill>
                  <a:latin typeface="Times New Roman" panose="02020603050405020304" pitchFamily="18" charset="0"/>
                  <a:ea typeface="宋体" panose="02010600030101010101" pitchFamily="2" charset="-122"/>
                  <a:cs typeface="+mn-cs"/>
                </a:rPr>
                <a:t>T→aBd</a:t>
              </a: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 </a:t>
              </a:r>
              <a:r>
                <a:rPr kumimoji="0" lang="en-US" altLang="zh-CN" sz="20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endParaRPr>
            </a:p>
          </p:txBody>
        </p:sp>
        <p:sp>
          <p:nvSpPr>
            <p:cNvPr id="14" name="Text Box 14"/>
            <p:cNvSpPr txBox="1">
              <a:spLocks noChangeArrowheads="1"/>
            </p:cNvSpPr>
            <p:nvPr/>
          </p:nvSpPr>
          <p:spPr bwMode="auto">
            <a:xfrm>
              <a:off x="7586671" y="3540064"/>
              <a:ext cx="1190546" cy="707839"/>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marR="0" defTabSz="914400">
                <a:buClr>
                  <a:srgbClr val="073E87"/>
                </a:buClr>
                <a:buSzPct val="75000"/>
                <a:buFont typeface="Monotype Sorts"/>
                <a:buNone/>
                <a:defRPr/>
              </a:pP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I</a:t>
              </a:r>
              <a:r>
                <a:rPr kumimoji="1" lang="en-US" altLang="zh-CN" sz="2000" b="1" i="1" kern="1200" cap="none" spc="0" normalizeH="0" baseline="-25000" noProof="0" dirty="0">
                  <a:solidFill>
                    <a:prstClr val="black"/>
                  </a:solidFill>
                  <a:latin typeface="Times New Roman" panose="02020603050405020304" pitchFamily="18" charset="0"/>
                  <a:ea typeface="宋体" panose="02010600030101010101" pitchFamily="2" charset="-122"/>
                  <a:cs typeface="+mn-cs"/>
                </a:rPr>
                <a:t>6</a:t>
              </a:r>
              <a:r>
                <a:rPr kumimoji="1" lang="en-US" altLang="zh-CN" sz="2000" b="1" kern="1200" cap="none" spc="0" normalizeH="0" baseline="0" noProof="0" dirty="0">
                  <a:solidFill>
                    <a:prstClr val="black"/>
                  </a:solidFill>
                  <a:latin typeface="Times New Roman" panose="02020603050405020304" pitchFamily="18" charset="0"/>
                  <a:ea typeface="宋体" panose="02010600030101010101" pitchFamily="2" charset="-122"/>
                  <a:cs typeface="+mn-cs"/>
                </a:rPr>
                <a:t>:</a:t>
              </a:r>
            </a:p>
            <a:p>
              <a:pPr marR="0" defTabSz="914400">
                <a:buClr>
                  <a:srgbClr val="073E87"/>
                </a:buClr>
                <a:buSzPct val="75000"/>
                <a:buFont typeface="Monotype Sorts"/>
                <a:buNone/>
                <a:defRPr/>
              </a:pPr>
              <a:r>
                <a:rPr kumimoji="1" lang="en-US" altLang="zh-CN" sz="2000" b="1" i="1" kern="1200" cap="none" spc="0" normalizeH="0" baseline="0" noProof="0" dirty="0" err="1">
                  <a:solidFill>
                    <a:prstClr val="black"/>
                  </a:solidFill>
                  <a:latin typeface="Times New Roman" panose="02020603050405020304" pitchFamily="18" charset="0"/>
                  <a:ea typeface="宋体" panose="02010600030101010101" pitchFamily="2" charset="-122"/>
                  <a:cs typeface="+mn-cs"/>
                </a:rPr>
                <a:t>B→Tb</a:t>
              </a:r>
              <a:r>
                <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rPr>
                <a:t> </a:t>
              </a:r>
              <a:r>
                <a:rPr kumimoji="0" lang="en-US" altLang="zh-CN" sz="2000" b="1" i="1" kern="1200" cap="none" spc="0" normalizeH="0" baseline="0" noProof="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1" i="1" kern="1200" cap="none" spc="0" normalizeH="0" baseline="0" noProof="0" dirty="0">
                <a:solidFill>
                  <a:prstClr val="black"/>
                </a:solidFill>
                <a:latin typeface="Times New Roman" panose="02020603050405020304" pitchFamily="18" charset="0"/>
                <a:ea typeface="宋体" panose="02010600030101010101" pitchFamily="2" charset="-122"/>
                <a:cs typeface="+mn-cs"/>
              </a:endParaRPr>
            </a:p>
          </p:txBody>
        </p:sp>
        <p:sp>
          <p:nvSpPr>
            <p:cNvPr id="98319" name="Line 18"/>
            <p:cNvSpPr/>
            <p:nvPr/>
          </p:nvSpPr>
          <p:spPr>
            <a:xfrm>
              <a:off x="4872320" y="1675453"/>
              <a:ext cx="792000" cy="0"/>
            </a:xfrm>
            <a:prstGeom prst="line">
              <a:avLst/>
            </a:prstGeom>
            <a:ln w="38100" cap="flat" cmpd="sng">
              <a:solidFill>
                <a:schemeClr val="tx1"/>
              </a:solidFill>
              <a:prstDash val="solid"/>
              <a:headEnd type="none" w="sm" len="sm"/>
              <a:tailEnd type="triangle" w="med" len="med"/>
            </a:ln>
          </p:spPr>
        </p:sp>
        <p:sp>
          <p:nvSpPr>
            <p:cNvPr id="98320" name="Line 18"/>
            <p:cNvSpPr/>
            <p:nvPr/>
          </p:nvSpPr>
          <p:spPr>
            <a:xfrm>
              <a:off x="4872320" y="2961337"/>
              <a:ext cx="792000" cy="0"/>
            </a:xfrm>
            <a:prstGeom prst="line">
              <a:avLst/>
            </a:prstGeom>
            <a:ln w="38100" cap="flat" cmpd="sng">
              <a:solidFill>
                <a:schemeClr val="tx1"/>
              </a:solidFill>
              <a:prstDash val="solid"/>
              <a:headEnd type="none" w="sm" len="sm"/>
              <a:tailEnd type="triangle" w="med" len="med"/>
            </a:ln>
          </p:spPr>
        </p:sp>
        <p:sp>
          <p:nvSpPr>
            <p:cNvPr id="98321" name="Line 18"/>
            <p:cNvSpPr/>
            <p:nvPr/>
          </p:nvSpPr>
          <p:spPr>
            <a:xfrm>
              <a:off x="4872320" y="3890031"/>
              <a:ext cx="792000" cy="0"/>
            </a:xfrm>
            <a:prstGeom prst="line">
              <a:avLst/>
            </a:prstGeom>
            <a:ln w="38100" cap="flat" cmpd="sng">
              <a:solidFill>
                <a:schemeClr val="tx1"/>
              </a:solidFill>
              <a:prstDash val="solid"/>
              <a:headEnd type="none" w="sm" len="sm"/>
              <a:tailEnd type="triangle" w="med" len="med"/>
            </a:ln>
          </p:spPr>
        </p:sp>
        <p:sp>
          <p:nvSpPr>
            <p:cNvPr id="98322" name="Line 18"/>
            <p:cNvSpPr/>
            <p:nvPr/>
          </p:nvSpPr>
          <p:spPr>
            <a:xfrm>
              <a:off x="6944022" y="3890031"/>
              <a:ext cx="648000" cy="0"/>
            </a:xfrm>
            <a:prstGeom prst="line">
              <a:avLst/>
            </a:prstGeom>
            <a:ln w="38100" cap="flat" cmpd="sng">
              <a:solidFill>
                <a:schemeClr val="tx1"/>
              </a:solidFill>
              <a:prstDash val="solid"/>
              <a:headEnd type="none" w="sm" len="sm"/>
              <a:tailEnd type="triangle" w="med" len="med"/>
            </a:ln>
          </p:spPr>
        </p:sp>
        <p:sp>
          <p:nvSpPr>
            <p:cNvPr id="98323" name="Line 18"/>
            <p:cNvSpPr/>
            <p:nvPr/>
          </p:nvSpPr>
          <p:spPr>
            <a:xfrm>
              <a:off x="6944022" y="2961337"/>
              <a:ext cx="648000" cy="0"/>
            </a:xfrm>
            <a:prstGeom prst="line">
              <a:avLst/>
            </a:prstGeom>
            <a:ln w="38100" cap="flat" cmpd="sng">
              <a:solidFill>
                <a:schemeClr val="tx1"/>
              </a:solidFill>
              <a:prstDash val="solid"/>
              <a:headEnd type="none" w="sm" len="sm"/>
              <a:tailEnd type="triangle" w="med" len="med"/>
            </a:ln>
          </p:spPr>
        </p:sp>
        <p:sp>
          <p:nvSpPr>
            <p:cNvPr id="98324" name="Line 18"/>
            <p:cNvSpPr/>
            <p:nvPr/>
          </p:nvSpPr>
          <p:spPr>
            <a:xfrm flipH="1">
              <a:off x="4229378" y="2227273"/>
              <a:ext cx="0" cy="216000"/>
            </a:xfrm>
            <a:prstGeom prst="line">
              <a:avLst/>
            </a:prstGeom>
            <a:ln w="38100" cap="flat" cmpd="sng">
              <a:solidFill>
                <a:schemeClr val="tx1"/>
              </a:solidFill>
              <a:prstDash val="solid"/>
              <a:headEnd type="none" w="sm" len="sm"/>
              <a:tailEnd type="triangle" w="med" len="med"/>
            </a:ln>
          </p:spPr>
        </p:sp>
        <p:sp>
          <p:nvSpPr>
            <p:cNvPr id="22" name="任意多边形 21"/>
            <p:cNvSpPr/>
            <p:nvPr/>
          </p:nvSpPr>
          <p:spPr>
            <a:xfrm>
              <a:off x="4710312" y="2298965"/>
              <a:ext cx="357164" cy="376138"/>
            </a:xfrm>
            <a:custGeom>
              <a:avLst/>
              <a:gdLst>
                <a:gd name="connsiteX0" fmla="*/ 231006 w 495701"/>
                <a:gd name="connsiteY0" fmla="*/ 519764 h 519764"/>
                <a:gd name="connsiteX1" fmla="*/ 442762 w 495701"/>
                <a:gd name="connsiteY1" fmla="*/ 423511 h 519764"/>
                <a:gd name="connsiteX2" fmla="*/ 490888 w 495701"/>
                <a:gd name="connsiteY2" fmla="*/ 202130 h 519764"/>
                <a:gd name="connsiteX3" fmla="*/ 413886 w 495701"/>
                <a:gd name="connsiteY3" fmla="*/ 48126 h 519764"/>
                <a:gd name="connsiteX4" fmla="*/ 221381 w 495701"/>
                <a:gd name="connsiteY4" fmla="*/ 0 h 519764"/>
                <a:gd name="connsiteX5" fmla="*/ 77002 w 495701"/>
                <a:gd name="connsiteY5" fmla="*/ 48126 h 519764"/>
                <a:gd name="connsiteX6" fmla="*/ 0 w 495701"/>
                <a:gd name="connsiteY6" fmla="*/ 211756 h 519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701" h="519764">
                  <a:moveTo>
                    <a:pt x="231006" y="519764"/>
                  </a:moveTo>
                  <a:cubicBezTo>
                    <a:pt x="315227" y="498107"/>
                    <a:pt x="399448" y="476450"/>
                    <a:pt x="442762" y="423511"/>
                  </a:cubicBezTo>
                  <a:cubicBezTo>
                    <a:pt x="486076" y="370572"/>
                    <a:pt x="495701" y="264694"/>
                    <a:pt x="490888" y="202130"/>
                  </a:cubicBezTo>
                  <a:cubicBezTo>
                    <a:pt x="486075" y="139566"/>
                    <a:pt x="458804" y="81814"/>
                    <a:pt x="413886" y="48126"/>
                  </a:cubicBezTo>
                  <a:cubicBezTo>
                    <a:pt x="368968" y="14438"/>
                    <a:pt x="277528" y="0"/>
                    <a:pt x="221381" y="0"/>
                  </a:cubicBezTo>
                  <a:cubicBezTo>
                    <a:pt x="165234" y="0"/>
                    <a:pt x="113899" y="12833"/>
                    <a:pt x="77002" y="48126"/>
                  </a:cubicBezTo>
                  <a:cubicBezTo>
                    <a:pt x="40105" y="83419"/>
                    <a:pt x="20052" y="147587"/>
                    <a:pt x="0" y="211756"/>
                  </a:cubicBezTo>
                </a:path>
              </a:pathLst>
            </a:cu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8326" name="Text Box 4"/>
            <p:cNvSpPr txBox="1"/>
            <p:nvPr/>
          </p:nvSpPr>
          <p:spPr>
            <a:xfrm>
              <a:off x="5086634" y="1318263"/>
              <a:ext cx="381067" cy="400050"/>
            </a:xfrm>
            <a:prstGeom prst="rect">
              <a:avLst/>
            </a:prstGeom>
            <a:noFill/>
            <a:ln w="12700">
              <a:noFill/>
            </a:ln>
          </p:spPr>
          <p:txBody>
            <a:bodyPr>
              <a:spAutoFit/>
            </a:bodyPr>
            <a:lstStyle/>
            <a:p>
              <a:pPr>
                <a:spcBef>
                  <a:spcPct val="50000"/>
                </a:spcBef>
              </a:pPr>
              <a:r>
                <a:rPr lang="en-US" altLang="zh-CN" sz="2000" b="1" i="1" dirty="0">
                  <a:solidFill>
                    <a:srgbClr val="000000"/>
                  </a:solidFill>
                  <a:latin typeface="Times New Roman" panose="02020603050405020304" pitchFamily="18" charset="0"/>
                </a:rPr>
                <a:t>T</a:t>
              </a:r>
            </a:p>
          </p:txBody>
        </p:sp>
        <p:sp>
          <p:nvSpPr>
            <p:cNvPr id="98327" name="Text Box 4"/>
            <p:cNvSpPr txBox="1"/>
            <p:nvPr/>
          </p:nvSpPr>
          <p:spPr>
            <a:xfrm>
              <a:off x="5086634" y="3532841"/>
              <a:ext cx="381067" cy="400050"/>
            </a:xfrm>
            <a:prstGeom prst="rect">
              <a:avLst/>
            </a:prstGeom>
            <a:noFill/>
            <a:ln w="12700">
              <a:noFill/>
            </a:ln>
          </p:spPr>
          <p:txBody>
            <a:bodyPr>
              <a:spAutoFit/>
            </a:bodyPr>
            <a:lstStyle/>
            <a:p>
              <a:pPr>
                <a:spcBef>
                  <a:spcPct val="50000"/>
                </a:spcBef>
              </a:pPr>
              <a:r>
                <a:rPr lang="en-US" altLang="zh-CN" sz="2000" b="1" i="1" dirty="0">
                  <a:solidFill>
                    <a:srgbClr val="000000"/>
                  </a:solidFill>
                  <a:latin typeface="Times New Roman" panose="02020603050405020304" pitchFamily="18" charset="0"/>
                </a:rPr>
                <a:t>T</a:t>
              </a:r>
            </a:p>
          </p:txBody>
        </p:sp>
        <p:sp>
          <p:nvSpPr>
            <p:cNvPr id="98328" name="Text Box 4"/>
            <p:cNvSpPr txBox="1"/>
            <p:nvPr/>
          </p:nvSpPr>
          <p:spPr>
            <a:xfrm>
              <a:off x="5086634" y="2561287"/>
              <a:ext cx="381067" cy="400050"/>
            </a:xfrm>
            <a:prstGeom prst="rect">
              <a:avLst/>
            </a:prstGeom>
            <a:noFill/>
            <a:ln w="12700">
              <a:noFill/>
            </a:ln>
          </p:spPr>
          <p:txBody>
            <a:bodyPr>
              <a:spAutoFit/>
            </a:bodyPr>
            <a:lstStyle/>
            <a:p>
              <a:pPr>
                <a:spcBef>
                  <a:spcPct val="50000"/>
                </a:spcBef>
              </a:pPr>
              <a:r>
                <a:rPr lang="en-US" altLang="zh-CN" sz="2000" b="1" i="1" dirty="0">
                  <a:solidFill>
                    <a:srgbClr val="000000"/>
                  </a:solidFill>
                  <a:latin typeface="Times New Roman" panose="02020603050405020304" pitchFamily="18" charset="0"/>
                </a:rPr>
                <a:t>B</a:t>
              </a:r>
            </a:p>
          </p:txBody>
        </p:sp>
        <p:sp>
          <p:nvSpPr>
            <p:cNvPr id="98329" name="Text Box 4"/>
            <p:cNvSpPr txBox="1"/>
            <p:nvPr/>
          </p:nvSpPr>
          <p:spPr>
            <a:xfrm>
              <a:off x="5015196" y="2061221"/>
              <a:ext cx="381067" cy="400050"/>
            </a:xfrm>
            <a:prstGeom prst="rect">
              <a:avLst/>
            </a:prstGeom>
            <a:noFill/>
            <a:ln w="12700">
              <a:noFill/>
            </a:ln>
          </p:spPr>
          <p:txBody>
            <a:bodyPr>
              <a:spAutoFit/>
            </a:bodyPr>
            <a:lstStyle/>
            <a:p>
              <a:pPr>
                <a:spcBef>
                  <a:spcPct val="50000"/>
                </a:spcBef>
              </a:pPr>
              <a:r>
                <a:rPr lang="en-US" altLang="zh-CN" sz="2000" b="1" i="1" dirty="0">
                  <a:solidFill>
                    <a:srgbClr val="000000"/>
                  </a:solidFill>
                  <a:latin typeface="Times New Roman" panose="02020603050405020304" pitchFamily="18" charset="0"/>
                </a:rPr>
                <a:t>a</a:t>
              </a:r>
            </a:p>
          </p:txBody>
        </p:sp>
        <p:sp>
          <p:nvSpPr>
            <p:cNvPr id="98330" name="Text Box 4"/>
            <p:cNvSpPr txBox="1"/>
            <p:nvPr/>
          </p:nvSpPr>
          <p:spPr>
            <a:xfrm>
              <a:off x="3903128" y="2120366"/>
              <a:ext cx="381067" cy="400050"/>
            </a:xfrm>
            <a:prstGeom prst="rect">
              <a:avLst/>
            </a:prstGeom>
            <a:noFill/>
            <a:ln w="12700">
              <a:noFill/>
            </a:ln>
          </p:spPr>
          <p:txBody>
            <a:bodyPr>
              <a:spAutoFit/>
            </a:bodyPr>
            <a:lstStyle/>
            <a:p>
              <a:pPr>
                <a:spcBef>
                  <a:spcPct val="50000"/>
                </a:spcBef>
              </a:pPr>
              <a:r>
                <a:rPr lang="en-US" altLang="zh-CN" sz="2000" b="1" i="1" dirty="0">
                  <a:solidFill>
                    <a:srgbClr val="000000"/>
                  </a:solidFill>
                  <a:latin typeface="Times New Roman" panose="02020603050405020304" pitchFamily="18" charset="0"/>
                </a:rPr>
                <a:t>a</a:t>
              </a:r>
            </a:p>
          </p:txBody>
        </p:sp>
        <p:sp>
          <p:nvSpPr>
            <p:cNvPr id="98331" name="Text Box 4"/>
            <p:cNvSpPr txBox="1"/>
            <p:nvPr/>
          </p:nvSpPr>
          <p:spPr>
            <a:xfrm>
              <a:off x="7086898" y="2604147"/>
              <a:ext cx="381067" cy="400050"/>
            </a:xfrm>
            <a:prstGeom prst="rect">
              <a:avLst/>
            </a:prstGeom>
            <a:noFill/>
            <a:ln w="12700">
              <a:noFill/>
            </a:ln>
          </p:spPr>
          <p:txBody>
            <a:bodyPr>
              <a:spAutoFit/>
            </a:bodyPr>
            <a:lstStyle/>
            <a:p>
              <a:pPr>
                <a:spcBef>
                  <a:spcPct val="50000"/>
                </a:spcBef>
              </a:pPr>
              <a:r>
                <a:rPr lang="en-US" altLang="zh-CN" sz="2000" b="1" i="1" dirty="0">
                  <a:solidFill>
                    <a:srgbClr val="000000"/>
                  </a:solidFill>
                  <a:latin typeface="Times New Roman" panose="02020603050405020304" pitchFamily="18" charset="0"/>
                </a:rPr>
                <a:t>d</a:t>
              </a:r>
            </a:p>
          </p:txBody>
        </p:sp>
        <p:sp>
          <p:nvSpPr>
            <p:cNvPr id="98332" name="Text Box 4"/>
            <p:cNvSpPr txBox="1"/>
            <p:nvPr/>
          </p:nvSpPr>
          <p:spPr>
            <a:xfrm>
              <a:off x="7086898" y="3532841"/>
              <a:ext cx="381067" cy="400050"/>
            </a:xfrm>
            <a:prstGeom prst="rect">
              <a:avLst/>
            </a:prstGeom>
            <a:noFill/>
            <a:ln w="12700">
              <a:noFill/>
            </a:ln>
          </p:spPr>
          <p:txBody>
            <a:bodyPr>
              <a:spAutoFit/>
            </a:bodyPr>
            <a:lstStyle/>
            <a:p>
              <a:pPr>
                <a:spcBef>
                  <a:spcPct val="50000"/>
                </a:spcBef>
              </a:pPr>
              <a:r>
                <a:rPr lang="en-US" altLang="zh-CN" sz="2000" b="1" i="1" dirty="0">
                  <a:solidFill>
                    <a:srgbClr val="000000"/>
                  </a:solidFill>
                  <a:latin typeface="Times New Roman" panose="02020603050405020304" pitchFamily="18" charset="0"/>
                </a:rPr>
                <a:t>b</a:t>
              </a:r>
            </a:p>
          </p:txBody>
        </p:sp>
      </p:grpSp>
      <p:sp>
        <p:nvSpPr>
          <p:cNvPr id="28" name="AutoShape 58"/>
          <p:cNvSpPr>
            <a:spLocks noChangeArrowheads="1"/>
          </p:cNvSpPr>
          <p:nvPr/>
        </p:nvSpPr>
        <p:spPr bwMode="auto">
          <a:xfrm>
            <a:off x="6858000" y="857250"/>
            <a:ext cx="2197100" cy="1133475"/>
          </a:xfrm>
          <a:prstGeom prst="cloudCallout">
            <a:avLst>
              <a:gd name="adj1" fmla="val -44381"/>
              <a:gd name="adj2" fmla="val 78759"/>
            </a:avLst>
          </a:prstGeom>
          <a:solidFill>
            <a:schemeClr val="tx2">
              <a:lumMod val="60000"/>
              <a:lumOff val="40000"/>
            </a:schemeClr>
          </a:solidFill>
          <a:ln w="12700">
            <a:solidFill>
              <a:schemeClr val="tx1"/>
            </a:solidFill>
            <a:round/>
          </a:ln>
        </p:spPr>
        <p:txBody>
          <a:bodyPr lIns="46800" rIns="46800"/>
          <a:lstStyle/>
          <a:p>
            <a:pPr marL="0" marR="0" lvl="0" indent="0" algn="ctr" defTabSz="914400" rtl="0" eaLnBrk="0" fontAlgn="base" latinLnBrk="0" hangingPunct="0">
              <a:lnSpc>
                <a:spcPct val="100000"/>
              </a:lnSpc>
              <a:spcBef>
                <a:spcPct val="20000"/>
              </a:spcBef>
              <a:spcAft>
                <a:spcPct val="0"/>
              </a:spcAft>
              <a:buClr>
                <a:srgbClr val="333399"/>
              </a:buClr>
              <a:buSzPct val="75000"/>
              <a:buFont typeface="Monotype Sorts"/>
              <a:buNone/>
              <a:defRPr/>
            </a:pPr>
            <a:r>
              <a:rPr kumimoji="0" lang="zh-CN" altLang="en-US" sz="2500" b="1" i="0" u="none" strike="noStrike" kern="1200" cap="none" spc="0" normalizeH="0" baseline="0" noProof="0" dirty="0">
                <a:ln>
                  <a:noFill/>
                </a:ln>
                <a:solidFill>
                  <a:schemeClr val="bg1"/>
                </a:solidFill>
                <a:effectLst/>
                <a:uLnTx/>
                <a:uFillTx/>
                <a:latin typeface="楷体" panose="02010609060101010101" pitchFamily="49" charset="-122"/>
                <a:ea typeface="楷体" panose="02010609060101010101" pitchFamily="49" charset="-122"/>
                <a:cs typeface="Times New Roman" panose="02020603050405020304" pitchFamily="18" charset="0"/>
              </a:rPr>
              <a:t>如何消解冲突？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animEffect transition="in" filter="fade">
                                      <p:cBhvr>
                                        <p:cTn id="21" dur="500"/>
                                        <p:tgtEl>
                                          <p:spTgt spid="6"/>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 calcmode="lin" valueType="num">
                                      <p:cBhvr>
                                        <p:cTn id="24" dur="500" fill="hold"/>
                                        <p:tgtEl>
                                          <p:spTgt spid="28"/>
                                        </p:tgtEl>
                                        <p:attrNameLst>
                                          <p:attrName>ppt_w</p:attrName>
                                        </p:attrNameLst>
                                      </p:cBhvr>
                                      <p:tavLst>
                                        <p:tav tm="0">
                                          <p:val>
                                            <p:fltVal val="0"/>
                                          </p:val>
                                        </p:tav>
                                        <p:tav tm="100000">
                                          <p:val>
                                            <p:strVal val="#ppt_w"/>
                                          </p:val>
                                        </p:tav>
                                      </p:tavLst>
                                    </p:anim>
                                    <p:anim calcmode="lin" valueType="num">
                                      <p:cBhvr>
                                        <p:cTn id="25" dur="500" fill="hold"/>
                                        <p:tgtEl>
                                          <p:spTgt spid="28"/>
                                        </p:tgtEl>
                                        <p:attrNameLst>
                                          <p:attrName>ppt_h</p:attrName>
                                        </p:attrNameLst>
                                      </p:cBhvr>
                                      <p:tavLst>
                                        <p:tav tm="0">
                                          <p:val>
                                            <p:fltVal val="0"/>
                                          </p:val>
                                        </p:tav>
                                        <p:tav tm="100000">
                                          <p:val>
                                            <p:strVal val="#ppt_h"/>
                                          </p:val>
                                        </p:tav>
                                      </p:tavLst>
                                    </p:anim>
                                    <p:animEffect transition="in" filter="fade">
                                      <p:cBhvr>
                                        <p:cTn id="2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28"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3" descr="G:\QQ截图201607142012副本.jpg"/>
          <p:cNvPicPr>
            <a:picLocks noChangeAspect="1"/>
          </p:cNvPicPr>
          <p:nvPr/>
        </p:nvPicPr>
        <p:blipFill>
          <a:blip r:embed="rId3"/>
          <a:stretch>
            <a:fillRect/>
          </a:stretch>
        </p:blipFill>
        <p:spPr>
          <a:xfrm>
            <a:off x="0" y="0"/>
            <a:ext cx="9144000" cy="5151438"/>
          </a:xfrm>
          <a:prstGeom prst="rect">
            <a:avLst/>
          </a:prstGeom>
          <a:noFill/>
          <a:ln w="9525">
            <a:noFill/>
          </a:ln>
        </p:spPr>
      </p:pic>
      <p:sp>
        <p:nvSpPr>
          <p:cNvPr id="10" name="Rectangle 2"/>
          <p:cNvSpPr txBox="1">
            <a:spLocks noChangeArrowheads="1"/>
          </p:cNvSpPr>
          <p:nvPr/>
        </p:nvSpPr>
        <p:spPr>
          <a:xfrm>
            <a:off x="5143500" y="1774825"/>
            <a:ext cx="4446588" cy="939800"/>
          </a:xfrm>
          <a:prstGeom prst="rect">
            <a:avLst/>
          </a:prstGeom>
        </p:spPr>
        <p:txBody>
          <a:bodyPr anchor="ctr"/>
          <a:lstStyle/>
          <a:p>
            <a:pPr marR="0" defTabSz="914400" eaLnBrk="1" fontAlgn="auto" hangingPunct="1">
              <a:spcAft>
                <a:spcPts val="0"/>
              </a:spcAft>
              <a:buClrTx/>
              <a:buSzTx/>
              <a:buFontTx/>
              <a:buNone/>
              <a:defRPr/>
            </a:pPr>
            <a:r>
              <a:rPr kumimoji="0" lang="en-US" altLang="zh-CN" sz="3500" kern="1200" cap="none" spc="600" normalizeH="0" baseline="0" noProof="0" dirty="0">
                <a:solidFill>
                  <a:prstClr val="white"/>
                </a:solidFill>
                <a:latin typeface="微软雅黑" panose="020B0503020204020204" pitchFamily="34" charset="-122"/>
                <a:ea typeface="微软雅黑" panose="020B0503020204020204" pitchFamily="34" charset="-122"/>
                <a:cs typeface="+mj-cs"/>
              </a:rPr>
              <a:t>SLR</a:t>
            </a:r>
            <a:r>
              <a:rPr kumimoji="0" lang="zh-CN" altLang="en-US" sz="3500" kern="1200" cap="none" spc="600" normalizeH="0" baseline="0" noProof="0" dirty="0">
                <a:solidFill>
                  <a:prstClr val="white"/>
                </a:solidFill>
                <a:latin typeface="微软雅黑" panose="020B0503020204020204" pitchFamily="34" charset="-122"/>
                <a:ea typeface="微软雅黑" panose="020B0503020204020204" pitchFamily="34" charset="-122"/>
                <a:cs typeface="+mj-cs"/>
              </a:rPr>
              <a:t>分析</a:t>
            </a:r>
          </a:p>
        </p:txBody>
      </p:sp>
      <p:sp>
        <p:nvSpPr>
          <p:cNvPr id="13316" name="Rectangle 2"/>
          <p:cNvSpPr txBox="1"/>
          <p:nvPr/>
        </p:nvSpPr>
        <p:spPr>
          <a:xfrm>
            <a:off x="4914900" y="2428875"/>
            <a:ext cx="3443288" cy="939800"/>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stStyle>
          <a:p>
            <a:pPr marL="0" lvl="0" indent="0" eaLnBrk="1" hangingPunct="1">
              <a:spcBef>
                <a:spcPct val="0"/>
              </a:spcBef>
              <a:buClrTx/>
              <a:buSzTx/>
              <a:buNone/>
            </a:pPr>
            <a:r>
              <a:rPr lang="en-US" altLang="zh-CN" sz="2500" b="1" dirty="0">
                <a:solidFill>
                  <a:srgbClr val="FFFFFF"/>
                </a:solidFill>
                <a:latin typeface="Candara" panose="020E0502030303020204" pitchFamily="34" charset="0"/>
                <a:ea typeface="楷体" panose="02010609060101010101" pitchFamily="49" charset="-122"/>
              </a:rPr>
              <a:t> </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3317" name="Rectangle 2"/>
          <p:cNvSpPr txBox="1"/>
          <p:nvPr/>
        </p:nvSpPr>
        <p:spPr>
          <a:xfrm>
            <a:off x="5214938" y="1487488"/>
            <a:ext cx="3143250" cy="441325"/>
          </a:xfrm>
          <a:prstGeom prst="rect">
            <a:avLst/>
          </a:prstGeom>
          <a:noFill/>
          <a:ln w="12700">
            <a:noFill/>
          </a:ln>
        </p:spPr>
        <p:txBody>
          <a:bodyPr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宋体" panose="02010600030101010101" pitchFamily="2" charset="-122"/>
              </a:defRPr>
            </a:lvl5pPr>
          </a:lstStyle>
          <a:p>
            <a:pPr marL="0" lvl="0" indent="0" eaLnBrk="1" hangingPunct="1">
              <a:spcBef>
                <a:spcPct val="0"/>
              </a:spcBef>
              <a:buClrTx/>
              <a:buSzTx/>
              <a:buNone/>
            </a:pPr>
            <a:endParaRPr lang="zh-CN" altLang="en-US" sz="80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内容占位符 2"/>
          <p:cNvSpPr>
            <a:spLocks noGrp="1"/>
          </p:cNvSpPr>
          <p:nvPr>
            <p:ph idx="1"/>
          </p:nvPr>
        </p:nvSpPr>
        <p:spPr>
          <a:xfrm>
            <a:off x="550863" y="714375"/>
            <a:ext cx="1628775" cy="2701925"/>
          </a:xfrm>
          <a:solidFill>
            <a:schemeClr val="accent5">
              <a:lumMod val="60000"/>
              <a:lumOff val="40000"/>
            </a:schemeClr>
          </a:solidFill>
          <a:ln w="12700">
            <a:solidFill>
              <a:schemeClr val="tx1"/>
            </a:solidFill>
          </a:ln>
        </p:spPr>
        <p:txBody>
          <a:bodyPr vert="horz" wrap="square" lIns="91440" tIns="45720" rIns="91440" bIns="45720" numCol="1" anchor="ctr" anchorCtr="0" compatLnSpc="1"/>
          <a:lstStyle/>
          <a:p>
            <a:pPr marL="0" marR="0" lvl="0" indent="0" algn="l" defTabSz="914400" rtl="0" eaLnBrk="1" fontAlgn="base" latinLnBrk="0" hangingPunct="1">
              <a:lnSpc>
                <a:spcPts val="2000"/>
              </a:lnSpc>
              <a:spcBef>
                <a:spcPct val="20000"/>
              </a:spcBef>
              <a:spcAft>
                <a:spcPct val="0"/>
              </a:spcAft>
              <a:buClrTx/>
              <a:buSzPct val="100000"/>
              <a:buFont typeface="Symbol" panose="05050102010706020507" pitchFamily="18" charset="2"/>
              <a:buNone/>
              <a:defRPr/>
            </a:pPr>
            <a:r>
              <a:rPr kumimoji="0" lang="zh-CN" altLang="en-US" sz="25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文法：</a:t>
            </a:r>
            <a:endPar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ts val="2000"/>
              </a:lnSpc>
              <a:spcBef>
                <a:spcPct val="20000"/>
              </a:spcBef>
              <a:spcAft>
                <a:spcPct val="0"/>
              </a:spcAft>
              <a:buClrTx/>
              <a:buSzPct val="100000"/>
              <a:buFont typeface="Symbol" panose="05050102010706020507" pitchFamily="18" charset="2"/>
              <a:buNone/>
              <a:defRPr/>
            </a:pP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(0) </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E</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1" u="none" strike="noStrike" kern="120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E</a:t>
            </a: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p>
          <a:p>
            <a:pPr marL="0" marR="0" lvl="0" indent="0" algn="l" defTabSz="914400" rtl="0" eaLnBrk="1" fontAlgn="base" latinLnBrk="0" hangingPunct="1">
              <a:lnSpc>
                <a:spcPts val="2000"/>
              </a:lnSpc>
              <a:spcBef>
                <a:spcPct val="20000"/>
              </a:spcBef>
              <a:spcAft>
                <a:spcPct val="0"/>
              </a:spcAft>
              <a:buClrTx/>
              <a:buSzPct val="100000"/>
              <a:buFont typeface="Symbol" panose="05050102010706020507" pitchFamily="18" charset="2"/>
              <a:buNone/>
              <a:defRPr/>
            </a:pP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(1) </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E</a:t>
            </a: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E</a:t>
            </a: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t>
            </a:r>
          </a:p>
          <a:p>
            <a:pPr marL="0" marR="0" lvl="0" indent="0" algn="l" defTabSz="914400" rtl="0" eaLnBrk="1" fontAlgn="base" latinLnBrk="0" hangingPunct="1">
              <a:lnSpc>
                <a:spcPts val="2000"/>
              </a:lnSpc>
              <a:spcBef>
                <a:spcPct val="20000"/>
              </a:spcBef>
              <a:spcAft>
                <a:spcPct val="0"/>
              </a:spcAft>
              <a:buClrTx/>
              <a:buSzPct val="100000"/>
              <a:buFont typeface="Symbol" panose="05050102010706020507" pitchFamily="18" charset="2"/>
              <a:buNone/>
              <a:defRPr/>
            </a:pP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(2) </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E</a:t>
            </a: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t>
            </a:r>
          </a:p>
          <a:p>
            <a:pPr marL="0" marR="0" lvl="0" indent="0" algn="l" defTabSz="914400" rtl="0" eaLnBrk="1" fontAlgn="base" latinLnBrk="0" hangingPunct="1">
              <a:lnSpc>
                <a:spcPts val="2000"/>
              </a:lnSpc>
              <a:spcBef>
                <a:spcPct val="20000"/>
              </a:spcBef>
              <a:spcAft>
                <a:spcPct val="0"/>
              </a:spcAft>
              <a:buClrTx/>
              <a:buSzPct val="100000"/>
              <a:buFont typeface="Symbol" panose="05050102010706020507" pitchFamily="18" charset="2"/>
              <a:buNone/>
              <a:defRPr/>
            </a:pP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(3) </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t>
            </a: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t>
            </a: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F</a:t>
            </a:r>
          </a:p>
          <a:p>
            <a:pPr marL="0" marR="0" lvl="0" indent="0" algn="l" defTabSz="914400" rtl="0" eaLnBrk="1" fontAlgn="base" latinLnBrk="0" hangingPunct="1">
              <a:lnSpc>
                <a:spcPts val="2000"/>
              </a:lnSpc>
              <a:spcBef>
                <a:spcPct val="20000"/>
              </a:spcBef>
              <a:spcAft>
                <a:spcPct val="0"/>
              </a:spcAft>
              <a:buClrTx/>
              <a:buSzPct val="100000"/>
              <a:buFont typeface="Symbol" panose="05050102010706020507" pitchFamily="18" charset="2"/>
              <a:buNone/>
              <a:defRPr/>
            </a:pP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(4) </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t>
            </a: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F</a:t>
            </a:r>
          </a:p>
          <a:p>
            <a:pPr marL="0" marR="0" lvl="0" indent="0" algn="l" defTabSz="914400" rtl="0" eaLnBrk="1" fontAlgn="base" latinLnBrk="0" hangingPunct="1">
              <a:lnSpc>
                <a:spcPts val="2000"/>
              </a:lnSpc>
              <a:spcBef>
                <a:spcPct val="20000"/>
              </a:spcBef>
              <a:spcAft>
                <a:spcPct val="0"/>
              </a:spcAft>
              <a:buClrTx/>
              <a:buSzPct val="100000"/>
              <a:buFont typeface="Symbol" panose="05050102010706020507" pitchFamily="18" charset="2"/>
              <a:buNone/>
              <a:defRPr/>
            </a:pP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(5) </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F</a:t>
            </a: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E</a:t>
            </a: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1" fontAlgn="base" latinLnBrk="0" hangingPunct="1">
              <a:lnSpc>
                <a:spcPts val="2000"/>
              </a:lnSpc>
              <a:spcBef>
                <a:spcPct val="20000"/>
              </a:spcBef>
              <a:spcAft>
                <a:spcPct val="0"/>
              </a:spcAft>
              <a:buClrTx/>
              <a:buSzPct val="100000"/>
              <a:buFont typeface="Symbol" panose="05050102010706020507" pitchFamily="18" charset="2"/>
              <a:buNone/>
              <a:defRPr/>
            </a:pP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(6) </a:t>
            </a:r>
            <a:r>
              <a:rPr kumimoji="0"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F</a:t>
            </a:r>
            <a:r>
              <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id</a:t>
            </a:r>
          </a:p>
        </p:txBody>
      </p:sp>
      <p:sp>
        <p:nvSpPr>
          <p:cNvPr id="15363" name="标题 1"/>
          <p:cNvSpPr txBox="1"/>
          <p:nvPr/>
        </p:nvSpPr>
        <p:spPr>
          <a:xfrm>
            <a:off x="798513" y="787400"/>
            <a:ext cx="7931150" cy="358775"/>
          </a:xfrm>
          <a:prstGeom prst="rect">
            <a:avLst/>
          </a:prstGeom>
          <a:noFill/>
          <a:ln w="9525">
            <a:noFill/>
          </a:ln>
        </p:spPr>
        <p:txBody>
          <a:bodyPr anchor="ctr" anchorCtr="0"/>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15364" name="标题 1"/>
          <p:cNvSpPr>
            <a:spLocks noGrp="1"/>
          </p:cNvSpPr>
          <p:nvPr>
            <p:ph type="title"/>
          </p:nvPr>
        </p:nvSpPr>
        <p:spPr>
          <a:xfrm>
            <a:off x="755650" y="268288"/>
            <a:ext cx="6173788" cy="358775"/>
          </a:xfrm>
        </p:spPr>
        <p:txBody>
          <a:bodyPr vert="horz" wrap="square" lIns="91440" tIns="45720" rIns="91440" bIns="45720" anchor="ctr" anchorCtr="0"/>
          <a:lstStyle/>
          <a:p>
            <a:pPr eaLnBrk="1" hangingPunct="1"/>
            <a:r>
              <a:rPr lang="zh-CN" altLang="en-US" sz="3000" kern="1200" dirty="0">
                <a:solidFill>
                  <a:schemeClr val="tx1"/>
                </a:solidFill>
                <a:latin typeface="微软雅黑" panose="020B0503020204020204" pitchFamily="34" charset="-122"/>
                <a:ea typeface="微软雅黑" panose="020B0503020204020204" pitchFamily="34" charset="-122"/>
                <a:cs typeface="+mj-cs"/>
              </a:rPr>
              <a:t>例</a:t>
            </a:r>
            <a:r>
              <a:rPr lang="zh-CN" altLang="en-US" sz="3000" kern="1200" dirty="0">
                <a:solidFill>
                  <a:schemeClr val="tx1"/>
                </a:solidFill>
                <a:latin typeface="Times New Roman" panose="02020603050405020304" pitchFamily="18" charset="0"/>
                <a:ea typeface="黑体" panose="02010609060101010101" pitchFamily="49" charset="-122"/>
                <a:cs typeface="+mj-cs"/>
              </a:rPr>
              <a:t>：</a:t>
            </a:r>
            <a:r>
              <a:rPr lang="en-US" altLang="zh-CN" sz="3000" i="1" kern="1200" dirty="0">
                <a:solidFill>
                  <a:schemeClr val="tx1"/>
                </a:solidFill>
                <a:latin typeface="Times New Roman" panose="02020603050405020304" pitchFamily="18" charset="0"/>
                <a:ea typeface="黑体" panose="02010609060101010101" pitchFamily="49" charset="-122"/>
                <a:cs typeface="+mj-cs"/>
              </a:rPr>
              <a:t>LR</a:t>
            </a:r>
            <a:r>
              <a:rPr lang="en-US" altLang="zh-CN" sz="3000" kern="1200" dirty="0">
                <a:solidFill>
                  <a:schemeClr val="tx1"/>
                </a:solidFill>
                <a:latin typeface="Times New Roman" panose="02020603050405020304" pitchFamily="18" charset="0"/>
                <a:ea typeface="黑体" panose="02010609060101010101" pitchFamily="49" charset="-122"/>
                <a:cs typeface="+mj-cs"/>
              </a:rPr>
              <a:t>(0) </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分析过程中的冲突</a:t>
            </a:r>
          </a:p>
        </p:txBody>
      </p:sp>
      <p:graphicFrame>
        <p:nvGraphicFramePr>
          <p:cNvPr id="64" name="Group 18"/>
          <p:cNvGraphicFramePr>
            <a:graphicFrameLocks noGrp="1"/>
          </p:cNvGraphicFramePr>
          <p:nvPr/>
        </p:nvGraphicFramePr>
        <p:xfrm>
          <a:off x="142875" y="3522663"/>
          <a:ext cx="2089150" cy="1493836"/>
        </p:xfrm>
        <a:graphic>
          <a:graphicData uri="http://schemas.openxmlformats.org/drawingml/2006/table">
            <a:tbl>
              <a:tblPr/>
              <a:tblGrid>
                <a:gridCol w="360363">
                  <a:extLst>
                    <a:ext uri="{9D8B030D-6E8A-4147-A177-3AD203B41FA5}">
                      <a16:colId xmlns:a16="http://schemas.microsoft.com/office/drawing/2014/main" val="20000"/>
                    </a:ext>
                  </a:extLst>
                </a:gridCol>
                <a:gridCol w="1728787">
                  <a:extLst>
                    <a:ext uri="{9D8B030D-6E8A-4147-A177-3AD203B41FA5}">
                      <a16:colId xmlns:a16="http://schemas.microsoft.com/office/drawing/2014/main" val="20001"/>
                    </a:ext>
                  </a:extLst>
                </a:gridCol>
              </a:tblGrid>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X</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1"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FOLLOW</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2000" b="1" i="1"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X</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extLst>
                  <a:ext uri="{0D108BD9-81ED-4DB2-BD59-A6C34878D82A}">
                    <a16:rowId xmlns:a16="http://schemas.microsoft.com/office/drawing/2014/main" val="10000"/>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3" name="任意多边形 62"/>
          <p:cNvSpPr/>
          <p:nvPr/>
        </p:nvSpPr>
        <p:spPr>
          <a:xfrm>
            <a:off x="2679700" y="909638"/>
            <a:ext cx="6288088" cy="4106863"/>
          </a:xfrm>
          <a:custGeom>
            <a:avLst/>
            <a:gdLst>
              <a:gd name="connsiteX0" fmla="*/ 5697416 w 8383465"/>
              <a:gd name="connsiteY0" fmla="*/ 2930 h 5489330"/>
              <a:gd name="connsiteX1" fmla="*/ 6770077 w 8383465"/>
              <a:gd name="connsiteY1" fmla="*/ 20515 h 5489330"/>
              <a:gd name="connsiteX2" fmla="*/ 7429500 w 8383465"/>
              <a:gd name="connsiteY2" fmla="*/ 126023 h 5489330"/>
              <a:gd name="connsiteX3" fmla="*/ 8018585 w 8383465"/>
              <a:gd name="connsiteY3" fmla="*/ 574430 h 5489330"/>
              <a:gd name="connsiteX4" fmla="*/ 8326316 w 8383465"/>
              <a:gd name="connsiteY4" fmla="*/ 1471246 h 5489330"/>
              <a:gd name="connsiteX5" fmla="*/ 8317523 w 8383465"/>
              <a:gd name="connsiteY5" fmla="*/ 3968261 h 5489330"/>
              <a:gd name="connsiteX6" fmla="*/ 7930662 w 8383465"/>
              <a:gd name="connsiteY6" fmla="*/ 5146430 h 5489330"/>
              <a:gd name="connsiteX7" fmla="*/ 6761285 w 8383465"/>
              <a:gd name="connsiteY7" fmla="*/ 5427784 h 5489330"/>
              <a:gd name="connsiteX8" fmla="*/ 2233246 w 8383465"/>
              <a:gd name="connsiteY8" fmla="*/ 5462953 h 5489330"/>
              <a:gd name="connsiteX9" fmla="*/ 826477 w 8383465"/>
              <a:gd name="connsiteY9" fmla="*/ 5269523 h 5489330"/>
              <a:gd name="connsiteX10" fmla="*/ 0 w 8383465"/>
              <a:gd name="connsiteY10" fmla="*/ 4205653 h 5489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83465" h="5489330">
                <a:moveTo>
                  <a:pt x="5697416" y="2930"/>
                </a:moveTo>
                <a:cubicBezTo>
                  <a:pt x="6089406" y="1465"/>
                  <a:pt x="6481396" y="0"/>
                  <a:pt x="6770077" y="20515"/>
                </a:cubicBezTo>
                <a:cubicBezTo>
                  <a:pt x="7058758" y="41031"/>
                  <a:pt x="7221415" y="33704"/>
                  <a:pt x="7429500" y="126023"/>
                </a:cubicBezTo>
                <a:cubicBezTo>
                  <a:pt x="7637585" y="218342"/>
                  <a:pt x="7869116" y="350226"/>
                  <a:pt x="8018585" y="574430"/>
                </a:cubicBezTo>
                <a:cubicBezTo>
                  <a:pt x="8168054" y="798634"/>
                  <a:pt x="8276493" y="905607"/>
                  <a:pt x="8326316" y="1471246"/>
                </a:cubicBezTo>
                <a:cubicBezTo>
                  <a:pt x="8376139" y="2036885"/>
                  <a:pt x="8383465" y="3355730"/>
                  <a:pt x="8317523" y="3968261"/>
                </a:cubicBezTo>
                <a:cubicBezTo>
                  <a:pt x="8251581" y="4580792"/>
                  <a:pt x="8190035" y="4903176"/>
                  <a:pt x="7930662" y="5146430"/>
                </a:cubicBezTo>
                <a:cubicBezTo>
                  <a:pt x="7671289" y="5389684"/>
                  <a:pt x="7710854" y="5375030"/>
                  <a:pt x="6761285" y="5427784"/>
                </a:cubicBezTo>
                <a:cubicBezTo>
                  <a:pt x="5811716" y="5480538"/>
                  <a:pt x="3222381" y="5489330"/>
                  <a:pt x="2233246" y="5462953"/>
                </a:cubicBezTo>
                <a:cubicBezTo>
                  <a:pt x="1244111" y="5436576"/>
                  <a:pt x="1198685" y="5479073"/>
                  <a:pt x="826477" y="5269523"/>
                </a:cubicBezTo>
                <a:cubicBezTo>
                  <a:pt x="454269" y="5059973"/>
                  <a:pt x="227134" y="4632813"/>
                  <a:pt x="0" y="4205653"/>
                </a:cubicBezTo>
              </a:path>
            </a:pathLst>
          </a:cu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grpSp>
        <p:nvGrpSpPr>
          <p:cNvPr id="15383" name="组合 1"/>
          <p:cNvGrpSpPr/>
          <p:nvPr/>
        </p:nvGrpSpPr>
        <p:grpSpPr>
          <a:xfrm>
            <a:off x="2312988" y="571500"/>
            <a:ext cx="6470650" cy="4287838"/>
            <a:chOff x="2204642" y="642490"/>
            <a:chExt cx="6471793" cy="4286713"/>
          </a:xfrm>
        </p:grpSpPr>
        <p:sp>
          <p:nvSpPr>
            <p:cNvPr id="15384" name="Freeform 27"/>
            <p:cNvSpPr/>
            <p:nvPr/>
          </p:nvSpPr>
          <p:spPr>
            <a:xfrm>
              <a:off x="4807592" y="2144636"/>
              <a:ext cx="373618" cy="1070076"/>
            </a:xfrm>
            <a:custGeom>
              <a:avLst/>
              <a:gdLst>
                <a:gd name="txL" fmla="*/ 0 w 160"/>
                <a:gd name="txT" fmla="*/ 0 h 1008"/>
                <a:gd name="txR" fmla="*/ 160 w 160"/>
                <a:gd name="txB" fmla="*/ 1008 h 1008"/>
              </a:gdLst>
              <a:ahLst/>
              <a:cxnLst>
                <a:cxn ang="0">
                  <a:pos x="0" y="2147483646"/>
                </a:cxn>
                <a:cxn ang="0">
                  <a:pos x="2147483646" y="2147483646"/>
                </a:cxn>
                <a:cxn ang="0">
                  <a:pos x="2147483646" y="2147483646"/>
                </a:cxn>
                <a:cxn ang="0">
                  <a:pos x="0" y="0"/>
                </a:cxn>
              </a:cxnLst>
              <a:rect l="txL" t="txT" r="txR" b="txB"/>
              <a:pathLst>
                <a:path w="160" h="1008">
                  <a:moveTo>
                    <a:pt x="0" y="1008"/>
                  </a:moveTo>
                  <a:cubicBezTo>
                    <a:pt x="36" y="988"/>
                    <a:pt x="72" y="968"/>
                    <a:pt x="96" y="864"/>
                  </a:cubicBezTo>
                  <a:cubicBezTo>
                    <a:pt x="120" y="760"/>
                    <a:pt x="160" y="528"/>
                    <a:pt x="144" y="384"/>
                  </a:cubicBezTo>
                  <a:cubicBezTo>
                    <a:pt x="128" y="240"/>
                    <a:pt x="64" y="120"/>
                    <a:pt x="0" y="0"/>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15385" name="Line 35"/>
            <p:cNvSpPr/>
            <p:nvPr/>
          </p:nvSpPr>
          <p:spPr>
            <a:xfrm flipV="1">
              <a:off x="6713523" y="1714531"/>
              <a:ext cx="457235" cy="1"/>
            </a:xfrm>
            <a:prstGeom prst="line">
              <a:avLst/>
            </a:prstGeom>
            <a:ln w="38100" cap="flat" cmpd="sng">
              <a:solidFill>
                <a:schemeClr val="tx1"/>
              </a:solidFill>
              <a:prstDash val="solid"/>
              <a:headEnd type="none" w="sm" len="sm"/>
              <a:tailEnd type="triangle" w="med" len="med"/>
            </a:ln>
          </p:spPr>
        </p:sp>
        <p:sp>
          <p:nvSpPr>
            <p:cNvPr id="15386" name="Line 43"/>
            <p:cNvSpPr/>
            <p:nvPr/>
          </p:nvSpPr>
          <p:spPr>
            <a:xfrm>
              <a:off x="6673134" y="2786090"/>
              <a:ext cx="504094" cy="0"/>
            </a:xfrm>
            <a:prstGeom prst="line">
              <a:avLst/>
            </a:prstGeom>
            <a:ln w="38100" cap="flat" cmpd="sng">
              <a:solidFill>
                <a:schemeClr val="tx1"/>
              </a:solidFill>
              <a:prstDash val="solid"/>
              <a:headEnd type="none" w="sm" len="sm"/>
              <a:tailEnd type="triangle" w="med" len="med"/>
            </a:ln>
          </p:spPr>
        </p:sp>
        <p:sp>
          <p:nvSpPr>
            <p:cNvPr id="15387" name="Line 9"/>
            <p:cNvSpPr/>
            <p:nvPr/>
          </p:nvSpPr>
          <p:spPr>
            <a:xfrm flipV="1">
              <a:off x="3242074" y="2500681"/>
              <a:ext cx="528986" cy="0"/>
            </a:xfrm>
            <a:prstGeom prst="line">
              <a:avLst/>
            </a:prstGeom>
            <a:ln w="38100" cap="flat" cmpd="sng">
              <a:solidFill>
                <a:schemeClr val="tx1"/>
              </a:solidFill>
              <a:prstDash val="solid"/>
              <a:headEnd type="none" w="sm" len="sm"/>
              <a:tailEnd type="triangle" w="med" len="med"/>
            </a:ln>
          </p:spPr>
        </p:sp>
        <p:sp>
          <p:nvSpPr>
            <p:cNvPr id="15388" name="Line 3"/>
            <p:cNvSpPr/>
            <p:nvPr/>
          </p:nvSpPr>
          <p:spPr>
            <a:xfrm flipV="1">
              <a:off x="3180236" y="1060348"/>
              <a:ext cx="590825" cy="0"/>
            </a:xfrm>
            <a:prstGeom prst="line">
              <a:avLst/>
            </a:prstGeom>
            <a:ln w="38100" cap="flat" cmpd="sng">
              <a:solidFill>
                <a:schemeClr val="tx1"/>
              </a:solidFill>
              <a:prstDash val="solid"/>
              <a:headEnd type="none" w="sm" len="sm"/>
              <a:tailEnd type="triangle" w="med" len="med"/>
            </a:ln>
          </p:spPr>
        </p:sp>
        <p:sp>
          <p:nvSpPr>
            <p:cNvPr id="15389" name="Freeform 55"/>
            <p:cNvSpPr/>
            <p:nvPr/>
          </p:nvSpPr>
          <p:spPr>
            <a:xfrm>
              <a:off x="2857505" y="3487227"/>
              <a:ext cx="3429023" cy="1441976"/>
            </a:xfrm>
            <a:custGeom>
              <a:avLst/>
              <a:gdLst>
                <a:gd name="txL" fmla="*/ 0 w 2912"/>
                <a:gd name="txT" fmla="*/ 0 h 1760"/>
                <a:gd name="txR" fmla="*/ 2912 w 2912"/>
                <a:gd name="txB" fmla="*/ 1760 h 176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rect l="txL" t="txT" r="txR" b="txB"/>
              <a:pathLst>
                <a:path w="2912" h="1760">
                  <a:moveTo>
                    <a:pt x="2880" y="0"/>
                  </a:moveTo>
                  <a:cubicBezTo>
                    <a:pt x="2896" y="280"/>
                    <a:pt x="2912" y="560"/>
                    <a:pt x="2832" y="816"/>
                  </a:cubicBezTo>
                  <a:cubicBezTo>
                    <a:pt x="2752" y="1072"/>
                    <a:pt x="2544" y="1384"/>
                    <a:pt x="2400" y="1536"/>
                  </a:cubicBezTo>
                  <a:cubicBezTo>
                    <a:pt x="2256" y="1688"/>
                    <a:pt x="2232" y="1696"/>
                    <a:pt x="1968" y="1728"/>
                  </a:cubicBezTo>
                  <a:cubicBezTo>
                    <a:pt x="1704" y="1760"/>
                    <a:pt x="1064" y="1752"/>
                    <a:pt x="816" y="1728"/>
                  </a:cubicBezTo>
                  <a:cubicBezTo>
                    <a:pt x="568" y="1704"/>
                    <a:pt x="592" y="1672"/>
                    <a:pt x="480" y="1584"/>
                  </a:cubicBezTo>
                  <a:cubicBezTo>
                    <a:pt x="368" y="1496"/>
                    <a:pt x="224" y="1336"/>
                    <a:pt x="144" y="1200"/>
                  </a:cubicBezTo>
                  <a:cubicBezTo>
                    <a:pt x="64" y="1064"/>
                    <a:pt x="8" y="856"/>
                    <a:pt x="0" y="768"/>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15390" name="Line 53"/>
            <p:cNvSpPr/>
            <p:nvPr/>
          </p:nvSpPr>
          <p:spPr>
            <a:xfrm>
              <a:off x="7928628" y="3728389"/>
              <a:ext cx="0" cy="571553"/>
            </a:xfrm>
            <a:prstGeom prst="line">
              <a:avLst/>
            </a:prstGeom>
            <a:ln w="38100" cap="flat" cmpd="sng">
              <a:solidFill>
                <a:schemeClr val="tx1"/>
              </a:solidFill>
              <a:prstDash val="solid"/>
              <a:headEnd type="none" w="sm" len="sm"/>
              <a:tailEnd type="triangle" w="med" len="med"/>
            </a:ln>
          </p:spPr>
        </p:sp>
        <p:sp>
          <p:nvSpPr>
            <p:cNvPr id="15391" name="Line 15"/>
            <p:cNvSpPr/>
            <p:nvPr/>
          </p:nvSpPr>
          <p:spPr>
            <a:xfrm flipH="1">
              <a:off x="2518141" y="2888271"/>
              <a:ext cx="0" cy="645169"/>
            </a:xfrm>
            <a:prstGeom prst="line">
              <a:avLst/>
            </a:prstGeom>
            <a:ln w="38100" cap="flat" cmpd="sng">
              <a:solidFill>
                <a:schemeClr val="tx1"/>
              </a:solidFill>
              <a:prstDash val="solid"/>
              <a:headEnd type="none" w="sm" len="sm"/>
              <a:tailEnd type="triangle" w="sm" len="sm"/>
            </a:ln>
          </p:spPr>
        </p:sp>
        <p:sp>
          <p:nvSpPr>
            <p:cNvPr id="15392" name="Line 6"/>
            <p:cNvSpPr/>
            <p:nvPr/>
          </p:nvSpPr>
          <p:spPr>
            <a:xfrm>
              <a:off x="3170645" y="1780514"/>
              <a:ext cx="600418" cy="0"/>
            </a:xfrm>
            <a:prstGeom prst="line">
              <a:avLst/>
            </a:prstGeom>
            <a:ln w="38100" cap="flat" cmpd="sng">
              <a:solidFill>
                <a:schemeClr val="tx1"/>
              </a:solidFill>
              <a:prstDash val="solid"/>
              <a:headEnd type="none" w="sm" len="sm"/>
              <a:tailEnd type="triangle" w="med" len="med"/>
            </a:ln>
          </p:spPr>
        </p:sp>
        <p:sp>
          <p:nvSpPr>
            <p:cNvPr id="15393" name="Text Box 2"/>
            <p:cNvSpPr txBox="1"/>
            <p:nvPr/>
          </p:nvSpPr>
          <p:spPr>
            <a:xfrm>
              <a:off x="2214169" y="837702"/>
              <a:ext cx="1051111" cy="2042576"/>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lnSpc>
                  <a:spcPts val="1925"/>
                </a:lnSpc>
                <a:spcBef>
                  <a:spcPct val="0"/>
                </a:spcBef>
                <a:buClr>
                  <a:srgbClr val="073E87"/>
                </a:buClr>
                <a:buSzPct val="75000"/>
                <a:buFont typeface="Arial" panose="020B0604020202020204" pitchFamily="34" charset="0"/>
                <a:buNone/>
              </a:pPr>
              <a:r>
                <a:rPr lang="en-US" altLang="zh-CN" sz="1600" b="1" i="1" dirty="0">
                  <a:solidFill>
                    <a:srgbClr val="000000"/>
                  </a:solidFill>
                  <a:latin typeface="Times New Roman" panose="02020603050405020304" pitchFamily="18" charset="0"/>
                  <a:ea typeface="宋体" panose="02010600030101010101" pitchFamily="2" charset="-122"/>
                </a:rPr>
                <a:t>I</a:t>
              </a:r>
              <a:r>
                <a:rPr lang="en-US" altLang="zh-CN" sz="1600" b="1" i="1" baseline="-25000" dirty="0">
                  <a:solidFill>
                    <a:srgbClr val="000000"/>
                  </a:solidFill>
                  <a:latin typeface="Times New Roman" panose="02020603050405020304" pitchFamily="18" charset="0"/>
                  <a:ea typeface="宋体" panose="02010600030101010101" pitchFamily="2" charset="-122"/>
                </a:rPr>
                <a:t>0</a:t>
              </a:r>
              <a:r>
                <a:rPr lang="en-US" altLang="zh-CN" sz="1600" b="1" dirty="0">
                  <a:solidFill>
                    <a:srgbClr val="000000"/>
                  </a:solidFill>
                  <a:latin typeface="Times New Roman" panose="02020603050405020304" pitchFamily="18" charset="0"/>
                  <a:ea typeface="宋体" panose="02010600030101010101" pitchFamily="2" charset="-122"/>
                </a:rPr>
                <a:t>:</a:t>
              </a:r>
            </a:p>
            <a:p>
              <a:pPr marL="0" lvl="0" indent="0">
                <a:lnSpc>
                  <a:spcPts val="1925"/>
                </a:lnSpc>
                <a:spcBef>
                  <a:spcPct val="0"/>
                </a:spcBef>
                <a:buClr>
                  <a:srgbClr val="073E87"/>
                </a:buClr>
                <a:buSzPct val="75000"/>
                <a:buFont typeface="Arial" panose="020B0604020202020204" pitchFamily="34" charset="0"/>
                <a:buNone/>
              </a:pPr>
              <a:r>
                <a:rPr lang="en-US" altLang="zh-CN" sz="1600" b="1" i="1" dirty="0">
                  <a:solidFill>
                    <a:srgbClr val="000000"/>
                  </a:solidFill>
                  <a:latin typeface="Times New Roman" panose="02020603050405020304" pitchFamily="18" charset="0"/>
                  <a:ea typeface="宋体" panose="02010600030101010101" pitchFamily="2" charset="-122"/>
                </a:rPr>
                <a:t>E′ →</a:t>
              </a:r>
              <a:r>
                <a:rPr lang="en-US" altLang="zh-CN" sz="1600" b="1" dirty="0">
                  <a:solidFill>
                    <a:srgbClr val="000000"/>
                  </a:solidFill>
                  <a:latin typeface="Times New Roman" panose="02020603050405020304" pitchFamily="18" charset="0"/>
                  <a:ea typeface="宋体" panose="02010600030101010101" pitchFamily="2" charset="-122"/>
                </a:rPr>
                <a:t> </a:t>
              </a:r>
              <a:r>
                <a:rPr lang="en-US" altLang="zh-CN" sz="1600" b="1" i="1" dirty="0">
                  <a:solidFill>
                    <a:srgbClr val="000000"/>
                  </a:solidFill>
                  <a:latin typeface="Times New Roman" panose="02020603050405020304" pitchFamily="18" charset="0"/>
                  <a:ea typeface="宋体" panose="02010600030101010101" pitchFamily="2" charset="-122"/>
                </a:rPr>
                <a:t>· E </a:t>
              </a:r>
            </a:p>
            <a:p>
              <a:pPr marL="0" lvl="0" indent="0">
                <a:lnSpc>
                  <a:spcPts val="1925"/>
                </a:lnSpc>
                <a:spcBef>
                  <a:spcPct val="0"/>
                </a:spcBef>
                <a:buClr>
                  <a:srgbClr val="073E87"/>
                </a:buClr>
                <a:buSzPct val="75000"/>
                <a:buFont typeface="Arial" panose="020B0604020202020204" pitchFamily="34" charset="0"/>
                <a:buNone/>
              </a:pPr>
              <a:r>
                <a:rPr lang="en-US" altLang="zh-CN" sz="1600" b="1" i="1" dirty="0">
                  <a:solidFill>
                    <a:srgbClr val="000000"/>
                  </a:solidFill>
                  <a:latin typeface="Times New Roman" panose="02020603050405020304" pitchFamily="18" charset="0"/>
                  <a:ea typeface="宋体" panose="02010600030101010101" pitchFamily="2" charset="-122"/>
                </a:rPr>
                <a:t>E→ · E+T</a:t>
              </a:r>
            </a:p>
            <a:p>
              <a:pPr marL="0" lvl="0" indent="0">
                <a:lnSpc>
                  <a:spcPts val="1925"/>
                </a:lnSpc>
                <a:spcBef>
                  <a:spcPct val="0"/>
                </a:spcBef>
                <a:buClr>
                  <a:srgbClr val="073E87"/>
                </a:buClr>
                <a:buSzPct val="75000"/>
                <a:buFont typeface="Arial" panose="020B0604020202020204" pitchFamily="34" charset="0"/>
                <a:buNone/>
              </a:pPr>
              <a:r>
                <a:rPr lang="en-US" altLang="zh-CN" sz="1600" b="1" i="1" dirty="0">
                  <a:solidFill>
                    <a:srgbClr val="000000"/>
                  </a:solidFill>
                  <a:latin typeface="Times New Roman" panose="02020603050405020304" pitchFamily="18" charset="0"/>
                  <a:ea typeface="宋体" panose="02010600030101010101" pitchFamily="2" charset="-122"/>
                </a:rPr>
                <a:t>E→ · T</a:t>
              </a:r>
            </a:p>
            <a:p>
              <a:pPr marL="0" lvl="0" indent="0">
                <a:lnSpc>
                  <a:spcPts val="1925"/>
                </a:lnSpc>
                <a:spcBef>
                  <a:spcPct val="0"/>
                </a:spcBef>
                <a:buClr>
                  <a:srgbClr val="073E87"/>
                </a:buClr>
                <a:buSzPct val="75000"/>
                <a:buFont typeface="Arial" panose="020B0604020202020204" pitchFamily="34" charset="0"/>
                <a:buNone/>
              </a:pPr>
              <a:r>
                <a:rPr lang="en-US" altLang="zh-CN" sz="1600" b="1" i="1" dirty="0">
                  <a:solidFill>
                    <a:srgbClr val="000000"/>
                  </a:solidFill>
                  <a:latin typeface="Times New Roman" panose="02020603050405020304" pitchFamily="18" charset="0"/>
                  <a:ea typeface="宋体" panose="02010600030101010101" pitchFamily="2" charset="-122"/>
                </a:rPr>
                <a:t>T→ · T*F</a:t>
              </a:r>
            </a:p>
            <a:p>
              <a:pPr marL="0" lvl="0" indent="0">
                <a:lnSpc>
                  <a:spcPts val="1925"/>
                </a:lnSpc>
                <a:spcBef>
                  <a:spcPct val="0"/>
                </a:spcBef>
                <a:buClr>
                  <a:srgbClr val="073E87"/>
                </a:buClr>
                <a:buSzPct val="75000"/>
                <a:buFont typeface="Arial" panose="020B0604020202020204" pitchFamily="34" charset="0"/>
                <a:buNone/>
              </a:pPr>
              <a:r>
                <a:rPr lang="en-US" altLang="zh-CN" sz="1600" b="1" i="1" dirty="0">
                  <a:solidFill>
                    <a:srgbClr val="000000"/>
                  </a:solidFill>
                  <a:latin typeface="Times New Roman" panose="02020603050405020304" pitchFamily="18" charset="0"/>
                  <a:ea typeface="宋体" panose="02010600030101010101" pitchFamily="2" charset="-122"/>
                </a:rPr>
                <a:t>T→ · F</a:t>
              </a:r>
            </a:p>
            <a:p>
              <a:pPr marL="0" lvl="0" indent="0">
                <a:lnSpc>
                  <a:spcPts val="1925"/>
                </a:lnSpc>
                <a:spcBef>
                  <a:spcPct val="0"/>
                </a:spcBef>
                <a:buClr>
                  <a:srgbClr val="073E87"/>
                </a:buClr>
                <a:buSzPct val="75000"/>
                <a:buFont typeface="Arial" panose="020B0604020202020204" pitchFamily="34" charset="0"/>
                <a:buNone/>
              </a:pPr>
              <a:r>
                <a:rPr lang="en-US" altLang="zh-CN" sz="1600" b="1" i="1" dirty="0">
                  <a:solidFill>
                    <a:srgbClr val="000000"/>
                  </a:solidFill>
                  <a:latin typeface="Times New Roman" panose="02020603050405020304" pitchFamily="18" charset="0"/>
                  <a:ea typeface="宋体" panose="02010600030101010101" pitchFamily="2" charset="-122"/>
                </a:rPr>
                <a:t>F→ · </a:t>
              </a:r>
              <a:r>
                <a:rPr lang="en-US" altLang="zh-CN" sz="1600" b="1" dirty="0">
                  <a:solidFill>
                    <a:srgbClr val="000000"/>
                  </a:solidFill>
                  <a:latin typeface="Times New Roman" panose="02020603050405020304" pitchFamily="18" charset="0"/>
                  <a:ea typeface="宋体" panose="02010600030101010101" pitchFamily="2" charset="-122"/>
                </a:rPr>
                <a:t>(</a:t>
              </a:r>
              <a:r>
                <a:rPr lang="en-US" altLang="zh-CN" sz="1600" b="1" i="1" dirty="0">
                  <a:solidFill>
                    <a:srgbClr val="000000"/>
                  </a:solidFill>
                  <a:latin typeface="Times New Roman" panose="02020603050405020304" pitchFamily="18" charset="0"/>
                  <a:ea typeface="宋体" panose="02010600030101010101" pitchFamily="2" charset="-122"/>
                </a:rPr>
                <a:t>E</a:t>
              </a:r>
              <a:r>
                <a:rPr lang="en-US" altLang="zh-CN" sz="1600" b="1" dirty="0">
                  <a:solidFill>
                    <a:srgbClr val="000000"/>
                  </a:solidFill>
                  <a:latin typeface="Times New Roman" panose="02020603050405020304" pitchFamily="18" charset="0"/>
                  <a:ea typeface="宋体" panose="02010600030101010101" pitchFamily="2" charset="-122"/>
                </a:rPr>
                <a:t>)</a:t>
              </a:r>
            </a:p>
            <a:p>
              <a:pPr marL="0" lvl="0" indent="0">
                <a:lnSpc>
                  <a:spcPts val="1925"/>
                </a:lnSpc>
                <a:spcBef>
                  <a:spcPct val="0"/>
                </a:spcBef>
                <a:buClr>
                  <a:srgbClr val="073E87"/>
                </a:buClr>
                <a:buSzPct val="75000"/>
                <a:buFont typeface="Arial" panose="020B0604020202020204" pitchFamily="34" charset="0"/>
                <a:buNone/>
              </a:pPr>
              <a:r>
                <a:rPr lang="en-US" altLang="zh-CN" sz="1600" b="1" i="1" dirty="0">
                  <a:solidFill>
                    <a:srgbClr val="000000"/>
                  </a:solidFill>
                  <a:latin typeface="Times New Roman" panose="02020603050405020304" pitchFamily="18" charset="0"/>
                  <a:ea typeface="宋体" panose="02010600030101010101" pitchFamily="2" charset="-122"/>
                </a:rPr>
                <a:t>F→ · </a:t>
              </a:r>
              <a:r>
                <a:rPr lang="en-US" altLang="zh-CN" sz="1600" b="1" dirty="0">
                  <a:solidFill>
                    <a:srgbClr val="000000"/>
                  </a:solidFill>
                  <a:latin typeface="Times New Roman" panose="02020603050405020304" pitchFamily="18" charset="0"/>
                  <a:ea typeface="宋体" panose="02010600030101010101" pitchFamily="2" charset="-122"/>
                </a:rPr>
                <a:t>id</a:t>
              </a:r>
            </a:p>
          </p:txBody>
        </p:sp>
        <p:sp>
          <p:nvSpPr>
            <p:cNvPr id="15394" name="Text Box 4"/>
            <p:cNvSpPr txBox="1"/>
            <p:nvPr/>
          </p:nvSpPr>
          <p:spPr>
            <a:xfrm>
              <a:off x="3289631" y="713014"/>
              <a:ext cx="381029" cy="40011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E</a:t>
              </a:r>
            </a:p>
          </p:txBody>
        </p:sp>
        <p:sp>
          <p:nvSpPr>
            <p:cNvPr id="15395" name="Text Box 5"/>
            <p:cNvSpPr txBox="1"/>
            <p:nvPr/>
          </p:nvSpPr>
          <p:spPr>
            <a:xfrm>
              <a:off x="3770193" y="817069"/>
              <a:ext cx="1035233" cy="747517"/>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lnSpc>
                  <a:spcPts val="1700"/>
                </a:lnSpc>
                <a:spcBef>
                  <a:spcPct val="0"/>
                </a:spcBef>
                <a:buClr>
                  <a:srgbClr val="073E87"/>
                </a:buClr>
                <a:buSzPct val="75000"/>
                <a:buFont typeface="Arial" panose="020B0604020202020204" pitchFamily="34" charset="0"/>
                <a:buNone/>
              </a:pPr>
              <a:r>
                <a:rPr lang="en-US" altLang="zh-CN" sz="1600" b="1" i="1" dirty="0">
                  <a:solidFill>
                    <a:srgbClr val="000000"/>
                  </a:solidFill>
                  <a:latin typeface="Times New Roman" panose="02020603050405020304" pitchFamily="18" charset="0"/>
                  <a:ea typeface="宋体" panose="02010600030101010101" pitchFamily="2" charset="-122"/>
                </a:rPr>
                <a:t>I</a:t>
              </a:r>
              <a:r>
                <a:rPr lang="en-US" altLang="zh-CN" sz="1600" b="1" i="1" baseline="-25000" dirty="0">
                  <a:solidFill>
                    <a:srgbClr val="000000"/>
                  </a:solidFill>
                  <a:latin typeface="Times New Roman" panose="02020603050405020304" pitchFamily="18" charset="0"/>
                  <a:ea typeface="宋体" panose="02010600030101010101" pitchFamily="2" charset="-122"/>
                </a:rPr>
                <a:t>1</a:t>
              </a:r>
              <a:r>
                <a:rPr lang="en-US" altLang="zh-CN" sz="1600" b="1" dirty="0">
                  <a:solidFill>
                    <a:srgbClr val="000000"/>
                  </a:solidFill>
                  <a:latin typeface="Times New Roman" panose="02020603050405020304" pitchFamily="18" charset="0"/>
                  <a:ea typeface="宋体" panose="02010600030101010101" pitchFamily="2" charset="-122"/>
                </a:rPr>
                <a:t>:</a:t>
              </a:r>
            </a:p>
            <a:p>
              <a:pPr marL="0" lvl="0" indent="0">
                <a:lnSpc>
                  <a:spcPts val="1700"/>
                </a:lnSpc>
                <a:spcBef>
                  <a:spcPct val="0"/>
                </a:spcBef>
                <a:buClr>
                  <a:srgbClr val="073E87"/>
                </a:buClr>
                <a:buSzPct val="75000"/>
                <a:buFont typeface="Arial" panose="020B0604020202020204" pitchFamily="34" charset="0"/>
                <a:buNone/>
              </a:pPr>
              <a:r>
                <a:rPr lang="en-US" altLang="zh-CN" sz="1600" b="1" i="1" dirty="0">
                  <a:solidFill>
                    <a:srgbClr val="000000"/>
                  </a:solidFill>
                  <a:latin typeface="Times New Roman" panose="02020603050405020304" pitchFamily="18" charset="0"/>
                  <a:ea typeface="宋体" panose="02010600030101010101" pitchFamily="2" charset="-122"/>
                </a:rPr>
                <a:t>E′ →E · </a:t>
              </a:r>
            </a:p>
            <a:p>
              <a:pPr marL="0" lvl="0" indent="0">
                <a:lnSpc>
                  <a:spcPts val="1700"/>
                </a:lnSpc>
                <a:spcBef>
                  <a:spcPct val="0"/>
                </a:spcBef>
                <a:buClr>
                  <a:srgbClr val="073E87"/>
                </a:buClr>
                <a:buSzPct val="75000"/>
                <a:buFont typeface="Arial" panose="020B0604020202020204" pitchFamily="34" charset="0"/>
                <a:buNone/>
              </a:pPr>
              <a:r>
                <a:rPr lang="en-US" altLang="zh-CN" sz="1600" b="1" i="1" dirty="0">
                  <a:solidFill>
                    <a:srgbClr val="000000"/>
                  </a:solidFill>
                  <a:latin typeface="Times New Roman" panose="02020603050405020304" pitchFamily="18" charset="0"/>
                  <a:ea typeface="宋体" panose="02010600030101010101" pitchFamily="2" charset="-122"/>
                </a:rPr>
                <a:t>E→E· +T</a:t>
              </a:r>
            </a:p>
          </p:txBody>
        </p:sp>
        <p:sp>
          <p:nvSpPr>
            <p:cNvPr id="15396" name="Text Box 7"/>
            <p:cNvSpPr txBox="1"/>
            <p:nvPr/>
          </p:nvSpPr>
          <p:spPr>
            <a:xfrm>
              <a:off x="3289630" y="1417174"/>
              <a:ext cx="381029" cy="40011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T</a:t>
              </a:r>
            </a:p>
          </p:txBody>
        </p:sp>
        <p:sp>
          <p:nvSpPr>
            <p:cNvPr id="80" name="Text Box 8"/>
            <p:cNvSpPr txBox="1">
              <a:spLocks noChangeArrowheads="1"/>
            </p:cNvSpPr>
            <p:nvPr/>
          </p:nvSpPr>
          <p:spPr bwMode="auto">
            <a:xfrm>
              <a:off x="3770193" y="1609024"/>
              <a:ext cx="1025706" cy="74751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1700"/>
                </a:lnSpc>
                <a:spcBef>
                  <a:spcPct val="0"/>
                </a:spcBef>
                <a:spcAft>
                  <a:spcPct val="0"/>
                </a:spcAft>
                <a:buClr>
                  <a:srgbClr val="073E87"/>
                </a:buClr>
                <a:buSzPct val="75000"/>
                <a:buFontTx/>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16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1700"/>
                </a:lnSpc>
                <a:spcBef>
                  <a:spcPct val="0"/>
                </a:spcBef>
                <a:spcAft>
                  <a:spcPct val="0"/>
                </a:spcAft>
                <a:buClr>
                  <a:srgbClr val="073E87"/>
                </a:buClr>
                <a:buSzPct val="75000"/>
                <a:buFontTx/>
                <a:buNone/>
                <a:defRPr/>
              </a:pPr>
              <a:r>
                <a:rPr kumimoji="1" lang="en-US" altLang="zh-CN" sz="16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E→T</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6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16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1700"/>
                </a:lnSpc>
                <a:spcBef>
                  <a:spcPct val="0"/>
                </a:spcBef>
                <a:spcAft>
                  <a:spcPct val="0"/>
                </a:spcAft>
                <a:buClr>
                  <a:srgbClr val="073E87"/>
                </a:buClr>
                <a:buSzPct val="75000"/>
                <a:buFontTx/>
                <a:buNone/>
                <a:defRPr/>
              </a:pPr>
              <a:r>
                <a:rPr kumimoji="1" lang="en-US" altLang="zh-CN" sz="16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T→T </a:t>
              </a:r>
              <a:r>
                <a:rPr kumimoji="0" lang="en-US" altLang="zh-CN" sz="16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6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en-US" altLang="zh-CN" sz="16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F</a:t>
              </a:r>
            </a:p>
          </p:txBody>
        </p:sp>
        <p:sp>
          <p:nvSpPr>
            <p:cNvPr id="15398" name="Text Box 10"/>
            <p:cNvSpPr txBox="1"/>
            <p:nvPr/>
          </p:nvSpPr>
          <p:spPr>
            <a:xfrm>
              <a:off x="3470593" y="2715766"/>
              <a:ext cx="381029" cy="40011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F</a:t>
              </a:r>
            </a:p>
          </p:txBody>
        </p:sp>
        <p:sp>
          <p:nvSpPr>
            <p:cNvPr id="82" name="Text Box 11"/>
            <p:cNvSpPr txBox="1">
              <a:spLocks noChangeArrowheads="1"/>
            </p:cNvSpPr>
            <p:nvPr/>
          </p:nvSpPr>
          <p:spPr bwMode="auto">
            <a:xfrm>
              <a:off x="3770193" y="2405740"/>
              <a:ext cx="1035233" cy="52691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1700"/>
                </a:lnSpc>
                <a:spcBef>
                  <a:spcPct val="0"/>
                </a:spcBef>
                <a:spcAft>
                  <a:spcPct val="0"/>
                </a:spcAft>
                <a:buClr>
                  <a:srgbClr val="073E87"/>
                </a:buClr>
                <a:buSzPct val="75000"/>
                <a:buFontTx/>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16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3</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1700"/>
                </a:lnSpc>
                <a:spcBef>
                  <a:spcPct val="0"/>
                </a:spcBef>
                <a:spcAft>
                  <a:spcPct val="0"/>
                </a:spcAft>
                <a:buClr>
                  <a:srgbClr val="073E87"/>
                </a:buClr>
                <a:buSzPct val="75000"/>
                <a:buFontTx/>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T→F</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endPar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5400" name="Freeform 12"/>
            <p:cNvSpPr/>
            <p:nvPr/>
          </p:nvSpPr>
          <p:spPr>
            <a:xfrm>
              <a:off x="3051271" y="2914464"/>
              <a:ext cx="699242" cy="577250"/>
            </a:xfrm>
            <a:custGeom>
              <a:avLst/>
              <a:gdLst>
                <a:gd name="txL" fmla="*/ 0 w 736"/>
                <a:gd name="txT" fmla="*/ 0 h 768"/>
                <a:gd name="txR" fmla="*/ 736 w 736"/>
                <a:gd name="txB" fmla="*/ 768 h 768"/>
              </a:gdLst>
              <a:ahLst/>
              <a:cxnLst>
                <a:cxn ang="0">
                  <a:pos x="2147483646" y="0"/>
                </a:cxn>
                <a:cxn ang="0">
                  <a:pos x="2147483646" y="2147483646"/>
                </a:cxn>
                <a:cxn ang="0">
                  <a:pos x="2147483646" y="2147483646"/>
                </a:cxn>
                <a:cxn ang="0">
                  <a:pos x="2147483646" y="2147483646"/>
                </a:cxn>
                <a:cxn ang="0">
                  <a:pos x="2147483646" y="2147483646"/>
                </a:cxn>
              </a:cxnLst>
              <a:rect l="txL" t="txT" r="txR" b="txB"/>
              <a:pathLst>
                <a:path w="736" h="768">
                  <a:moveTo>
                    <a:pt x="16" y="0"/>
                  </a:moveTo>
                  <a:cubicBezTo>
                    <a:pt x="8" y="144"/>
                    <a:pt x="0" y="288"/>
                    <a:pt x="16" y="384"/>
                  </a:cubicBezTo>
                  <a:cubicBezTo>
                    <a:pt x="32" y="480"/>
                    <a:pt x="64" y="528"/>
                    <a:pt x="112" y="576"/>
                  </a:cubicBezTo>
                  <a:cubicBezTo>
                    <a:pt x="160" y="624"/>
                    <a:pt x="200" y="640"/>
                    <a:pt x="304" y="672"/>
                  </a:cubicBezTo>
                  <a:cubicBezTo>
                    <a:pt x="408" y="704"/>
                    <a:pt x="572" y="736"/>
                    <a:pt x="736" y="768"/>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15401" name="Text Box 13"/>
            <p:cNvSpPr txBox="1"/>
            <p:nvPr/>
          </p:nvSpPr>
          <p:spPr>
            <a:xfrm>
              <a:off x="3052238" y="2844940"/>
              <a:ext cx="304823" cy="40011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rgbClr val="000000"/>
                  </a:solidFill>
                  <a:latin typeface="Times New Roman" panose="02020603050405020304" pitchFamily="18" charset="0"/>
                  <a:ea typeface="宋体" panose="02010600030101010101" pitchFamily="2" charset="-122"/>
                </a:rPr>
                <a:t>(</a:t>
              </a:r>
            </a:p>
          </p:txBody>
        </p:sp>
        <p:sp>
          <p:nvSpPr>
            <p:cNvPr id="85" name="Text Box 14"/>
            <p:cNvSpPr txBox="1">
              <a:spLocks noChangeArrowheads="1"/>
            </p:cNvSpPr>
            <p:nvPr/>
          </p:nvSpPr>
          <p:spPr bwMode="auto">
            <a:xfrm>
              <a:off x="3770193" y="2999309"/>
              <a:ext cx="1078102" cy="183625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1700"/>
                </a:lnSpc>
                <a:spcBef>
                  <a:spcPct val="0"/>
                </a:spcBef>
                <a:spcAft>
                  <a:spcPct val="0"/>
                </a:spcAft>
                <a:buClr>
                  <a:srgbClr val="073E87"/>
                </a:buClr>
                <a:buSzPct val="75000"/>
                <a:buFontTx/>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16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4</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1700"/>
                </a:lnSpc>
                <a:spcBef>
                  <a:spcPct val="0"/>
                </a:spcBef>
                <a:spcAft>
                  <a:spcPct val="0"/>
                </a:spcAft>
                <a:buClr>
                  <a:srgbClr val="073E87"/>
                </a:buClr>
                <a:buSzPct val="75000"/>
                <a:buFontTx/>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F→</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E </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1700"/>
                </a:lnSpc>
                <a:spcBef>
                  <a:spcPct val="0"/>
                </a:spcBef>
                <a:spcAft>
                  <a:spcPct val="0"/>
                </a:spcAft>
                <a:buClr>
                  <a:srgbClr val="073E87"/>
                </a:buClr>
                <a:buSzPct val="75000"/>
                <a:buFontTx/>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E→ </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E+T</a:t>
              </a:r>
            </a:p>
            <a:p>
              <a:pPr marL="0" marR="0" lvl="0" indent="0" algn="l" defTabSz="914400" rtl="0" eaLnBrk="0" fontAlgn="base" latinLnBrk="0" hangingPunct="0">
                <a:lnSpc>
                  <a:spcPts val="1700"/>
                </a:lnSpc>
                <a:spcBef>
                  <a:spcPct val="0"/>
                </a:spcBef>
                <a:spcAft>
                  <a:spcPct val="0"/>
                </a:spcAft>
                <a:buClr>
                  <a:srgbClr val="073E87"/>
                </a:buClr>
                <a:buSzPct val="75000"/>
                <a:buFontTx/>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E→</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a:t>
              </a:r>
            </a:p>
            <a:p>
              <a:pPr marL="0" marR="0" lvl="0" indent="0" algn="l" defTabSz="914400" rtl="0" eaLnBrk="0" fontAlgn="base" latinLnBrk="0" hangingPunct="0">
                <a:lnSpc>
                  <a:spcPts val="1700"/>
                </a:lnSpc>
                <a:spcBef>
                  <a:spcPct val="0"/>
                </a:spcBef>
                <a:spcAft>
                  <a:spcPct val="0"/>
                </a:spcAft>
                <a:buClr>
                  <a:srgbClr val="073E87"/>
                </a:buClr>
                <a:buSzPct val="75000"/>
                <a:buFontTx/>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 </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T*F</a:t>
              </a:r>
            </a:p>
            <a:p>
              <a:pPr marL="0" marR="0" lvl="0" indent="0" algn="l" defTabSz="914400" rtl="0" eaLnBrk="0" fontAlgn="base" latinLnBrk="0" hangingPunct="0">
                <a:lnSpc>
                  <a:spcPts val="1700"/>
                </a:lnSpc>
                <a:spcBef>
                  <a:spcPct val="0"/>
                </a:spcBef>
                <a:spcAft>
                  <a:spcPct val="0"/>
                </a:spcAft>
                <a:buClr>
                  <a:srgbClr val="073E87"/>
                </a:buClr>
                <a:buSzPct val="75000"/>
                <a:buFontTx/>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F</a:t>
              </a:r>
            </a:p>
            <a:p>
              <a:pPr marL="0" marR="0" lvl="0" indent="0" algn="l" defTabSz="914400" rtl="0" eaLnBrk="0" fontAlgn="base" latinLnBrk="0" hangingPunct="0">
                <a:lnSpc>
                  <a:spcPts val="1700"/>
                </a:lnSpc>
                <a:spcBef>
                  <a:spcPct val="0"/>
                </a:spcBef>
                <a:spcAft>
                  <a:spcPct val="0"/>
                </a:spcAft>
                <a:buClr>
                  <a:srgbClr val="073E87"/>
                </a:buClr>
                <a:buSzPct val="75000"/>
                <a:buFontTx/>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F→</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E</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1700"/>
                </a:lnSpc>
                <a:spcBef>
                  <a:spcPct val="0"/>
                </a:spcBef>
                <a:spcAft>
                  <a:spcPct val="0"/>
                </a:spcAft>
                <a:buClr>
                  <a:srgbClr val="073E87"/>
                </a:buClr>
                <a:buSzPct val="75000"/>
                <a:buFontTx/>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F→</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id</a:t>
              </a:r>
            </a:p>
          </p:txBody>
        </p:sp>
        <p:sp>
          <p:nvSpPr>
            <p:cNvPr id="15403" name="Text Box 16"/>
            <p:cNvSpPr txBox="1"/>
            <p:nvPr/>
          </p:nvSpPr>
          <p:spPr>
            <a:xfrm>
              <a:off x="2504953" y="2964957"/>
              <a:ext cx="533441" cy="40011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id</a:t>
              </a:r>
            </a:p>
          </p:txBody>
        </p:sp>
        <p:sp>
          <p:nvSpPr>
            <p:cNvPr id="87" name="Text Box 17"/>
            <p:cNvSpPr txBox="1">
              <a:spLocks noChangeArrowheads="1"/>
            </p:cNvSpPr>
            <p:nvPr/>
          </p:nvSpPr>
          <p:spPr bwMode="auto">
            <a:xfrm>
              <a:off x="2204642" y="3537330"/>
              <a:ext cx="800241" cy="58563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
                  <a:srgbClr val="073E87"/>
                </a:buClr>
                <a:buSzPct val="75000"/>
                <a:buFont typeface="Monotype Sorts"/>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16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5</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
                  <a:srgbClr val="073E87"/>
                </a:buClr>
                <a:buSzPct val="75000"/>
                <a:buFont typeface="Monotype Sorts"/>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F→ </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id</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5405" name="Line 18"/>
            <p:cNvSpPr/>
            <p:nvPr/>
          </p:nvSpPr>
          <p:spPr>
            <a:xfrm>
              <a:off x="4813903" y="1071552"/>
              <a:ext cx="838264" cy="0"/>
            </a:xfrm>
            <a:prstGeom prst="line">
              <a:avLst/>
            </a:prstGeom>
            <a:ln w="38100" cap="flat" cmpd="sng">
              <a:solidFill>
                <a:schemeClr val="tx1"/>
              </a:solidFill>
              <a:prstDash val="solid"/>
              <a:headEnd type="none" w="sm" len="sm"/>
              <a:tailEnd type="triangle" w="med" len="med"/>
            </a:ln>
          </p:spPr>
        </p:sp>
        <p:sp>
          <p:nvSpPr>
            <p:cNvPr id="15406" name="Text Box 19"/>
            <p:cNvSpPr txBox="1"/>
            <p:nvPr/>
          </p:nvSpPr>
          <p:spPr>
            <a:xfrm>
              <a:off x="4793132" y="724992"/>
              <a:ext cx="381029" cy="40011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rgbClr val="000000"/>
                  </a:solidFill>
                  <a:latin typeface="Times New Roman" panose="02020603050405020304" pitchFamily="18" charset="0"/>
                  <a:ea typeface="宋体" panose="02010600030101010101" pitchFamily="2" charset="-122"/>
                </a:rPr>
                <a:t>+</a:t>
              </a:r>
            </a:p>
          </p:txBody>
        </p:sp>
        <p:sp>
          <p:nvSpPr>
            <p:cNvPr id="90" name="Text Box 20"/>
            <p:cNvSpPr txBox="1">
              <a:spLocks noChangeArrowheads="1"/>
            </p:cNvSpPr>
            <p:nvPr/>
          </p:nvSpPr>
          <p:spPr bwMode="auto">
            <a:xfrm>
              <a:off x="5651713" y="785328"/>
              <a:ext cx="1200362" cy="156962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
                  <a:srgbClr val="073E87"/>
                </a:buClr>
                <a:buSzPct val="75000"/>
                <a:buFont typeface="Monotype Sorts"/>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16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6</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
                  <a:srgbClr val="073E87"/>
                </a:buClr>
                <a:buSzPct val="75000"/>
                <a:buFont typeface="Monotype Sorts"/>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E→ E+ </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a:t>
              </a:r>
            </a:p>
            <a:p>
              <a:pPr marL="0" marR="0" lvl="0" indent="0" algn="l" defTabSz="914400" rtl="0" eaLnBrk="0" fontAlgn="base" latinLnBrk="0" hangingPunct="0">
                <a:lnSpc>
                  <a:spcPct val="100000"/>
                </a:lnSpc>
                <a:spcBef>
                  <a:spcPct val="0"/>
                </a:spcBef>
                <a:spcAft>
                  <a:spcPct val="0"/>
                </a:spcAft>
                <a:buClr>
                  <a:srgbClr val="073E87"/>
                </a:buClr>
                <a:buSzPct val="75000"/>
                <a:buFont typeface="Monotype Sorts"/>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 </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T*F</a:t>
              </a:r>
            </a:p>
            <a:p>
              <a:pPr marL="0" marR="0" lvl="0" indent="0" algn="l" defTabSz="914400" rtl="0" eaLnBrk="0" fontAlgn="base" latinLnBrk="0" hangingPunct="0">
                <a:lnSpc>
                  <a:spcPct val="100000"/>
                </a:lnSpc>
                <a:spcBef>
                  <a:spcPct val="0"/>
                </a:spcBef>
                <a:spcAft>
                  <a:spcPct val="0"/>
                </a:spcAft>
                <a:buClr>
                  <a:srgbClr val="073E87"/>
                </a:buClr>
                <a:buSzPct val="75000"/>
                <a:buFont typeface="Monotype Sorts"/>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F</a:t>
              </a:r>
            </a:p>
            <a:p>
              <a:pPr marL="0" marR="0" lvl="0" indent="0" algn="l" defTabSz="914400" rtl="0" eaLnBrk="0" fontAlgn="base" latinLnBrk="0" hangingPunct="0">
                <a:lnSpc>
                  <a:spcPct val="100000"/>
                </a:lnSpc>
                <a:spcBef>
                  <a:spcPct val="0"/>
                </a:spcBef>
                <a:spcAft>
                  <a:spcPct val="0"/>
                </a:spcAft>
                <a:buClr>
                  <a:srgbClr val="073E87"/>
                </a:buClr>
                <a:buSzPct val="75000"/>
                <a:buFont typeface="Monotype Sorts"/>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F→</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E</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
                  <a:srgbClr val="073E87"/>
                </a:buClr>
                <a:buSzPct val="75000"/>
                <a:buFont typeface="Monotype Sorts"/>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F→</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id</a:t>
              </a:r>
            </a:p>
          </p:txBody>
        </p:sp>
        <p:sp>
          <p:nvSpPr>
            <p:cNvPr id="15408" name="Line 21"/>
            <p:cNvSpPr/>
            <p:nvPr/>
          </p:nvSpPr>
          <p:spPr>
            <a:xfrm>
              <a:off x="4814062" y="1957352"/>
              <a:ext cx="838264" cy="685864"/>
            </a:xfrm>
            <a:prstGeom prst="line">
              <a:avLst/>
            </a:prstGeom>
            <a:ln w="38100" cap="flat" cmpd="sng">
              <a:solidFill>
                <a:schemeClr val="tx1"/>
              </a:solidFill>
              <a:prstDash val="solid"/>
              <a:headEnd type="none" w="sm" len="sm"/>
              <a:tailEnd type="triangle" w="med" len="med"/>
            </a:ln>
          </p:spPr>
        </p:sp>
        <p:sp>
          <p:nvSpPr>
            <p:cNvPr id="15409" name="Text Box 22"/>
            <p:cNvSpPr txBox="1"/>
            <p:nvPr/>
          </p:nvSpPr>
          <p:spPr>
            <a:xfrm>
              <a:off x="4715769" y="1707654"/>
              <a:ext cx="381029" cy="40011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rgbClr val="000000"/>
                  </a:solidFill>
                  <a:latin typeface="Times New Roman" panose="02020603050405020304" pitchFamily="18" charset="0"/>
                  <a:ea typeface="宋体" panose="02010600030101010101" pitchFamily="2" charset="-122"/>
                </a:rPr>
                <a:t>*</a:t>
              </a:r>
            </a:p>
          </p:txBody>
        </p:sp>
        <p:sp>
          <p:nvSpPr>
            <p:cNvPr id="93" name="Text Box 23"/>
            <p:cNvSpPr txBox="1">
              <a:spLocks noChangeArrowheads="1"/>
            </p:cNvSpPr>
            <p:nvPr/>
          </p:nvSpPr>
          <p:spPr bwMode="auto">
            <a:xfrm>
              <a:off x="5651713" y="2483507"/>
              <a:ext cx="1051111" cy="107604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
                  <a:srgbClr val="073E87"/>
                </a:buClr>
                <a:buSzPct val="75000"/>
                <a:buFont typeface="Monotype Sorts"/>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16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7</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
                  <a:srgbClr val="073E87"/>
                </a:buClr>
                <a:buSzPct val="75000"/>
                <a:buFont typeface="Monotype Sorts"/>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T→T* </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F</a:t>
              </a:r>
            </a:p>
            <a:p>
              <a:pPr marL="0" marR="0" lvl="0" indent="0" algn="l" defTabSz="914400" rtl="0" eaLnBrk="0" fontAlgn="base" latinLnBrk="0" hangingPunct="0">
                <a:lnSpc>
                  <a:spcPct val="100000"/>
                </a:lnSpc>
                <a:spcBef>
                  <a:spcPct val="0"/>
                </a:spcBef>
                <a:spcAft>
                  <a:spcPct val="0"/>
                </a:spcAft>
                <a:buClr>
                  <a:srgbClr val="073E87"/>
                </a:buClr>
                <a:buSzPct val="75000"/>
                <a:buFont typeface="Monotype Sorts"/>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F→</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E</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
                  <a:srgbClr val="073E87"/>
                </a:buClr>
                <a:buSzPct val="75000"/>
                <a:buFont typeface="Monotype Sorts"/>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F→</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id</a:t>
              </a:r>
            </a:p>
          </p:txBody>
        </p:sp>
        <p:sp>
          <p:nvSpPr>
            <p:cNvPr id="15411" name="Line 24"/>
            <p:cNvSpPr/>
            <p:nvPr/>
          </p:nvSpPr>
          <p:spPr>
            <a:xfrm flipV="1">
              <a:off x="4860887" y="3929118"/>
              <a:ext cx="2280978" cy="10784"/>
            </a:xfrm>
            <a:prstGeom prst="line">
              <a:avLst/>
            </a:prstGeom>
            <a:ln w="38100" cap="flat" cmpd="sng">
              <a:solidFill>
                <a:schemeClr val="tx1"/>
              </a:solidFill>
              <a:prstDash val="solid"/>
              <a:headEnd type="none" w="sm" len="sm"/>
              <a:tailEnd type="triangle" w="med" len="med"/>
            </a:ln>
          </p:spPr>
        </p:sp>
        <p:sp>
          <p:nvSpPr>
            <p:cNvPr id="15412" name="Text Box 25"/>
            <p:cNvSpPr txBox="1"/>
            <p:nvPr/>
          </p:nvSpPr>
          <p:spPr>
            <a:xfrm>
              <a:off x="4814062" y="3578775"/>
              <a:ext cx="381029" cy="40011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E</a:t>
              </a:r>
            </a:p>
          </p:txBody>
        </p:sp>
        <p:sp>
          <p:nvSpPr>
            <p:cNvPr id="96" name="Text Box 26"/>
            <p:cNvSpPr txBox="1">
              <a:spLocks noChangeArrowheads="1"/>
            </p:cNvSpPr>
            <p:nvPr/>
          </p:nvSpPr>
          <p:spPr bwMode="auto">
            <a:xfrm>
              <a:off x="7182333" y="3219914"/>
              <a:ext cx="1141615" cy="83163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
                  <a:srgbClr val="073E87"/>
                </a:buClr>
                <a:buSzPct val="75000"/>
                <a:buFont typeface="Monotype Sorts"/>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16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8</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
                  <a:srgbClr val="073E87"/>
                </a:buClr>
                <a:buSzPct val="75000"/>
                <a:buFont typeface="Monotype Sorts"/>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F→ </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E</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
                  <a:srgbClr val="073E87"/>
                </a:buClr>
                <a:buSzPct val="75000"/>
                <a:buFont typeface="Monotype Sorts"/>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E→E</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a:t>
              </a:r>
            </a:p>
          </p:txBody>
        </p:sp>
        <p:sp>
          <p:nvSpPr>
            <p:cNvPr id="15414" name="Text Box 28"/>
            <p:cNvSpPr txBox="1"/>
            <p:nvPr/>
          </p:nvSpPr>
          <p:spPr>
            <a:xfrm>
              <a:off x="4766814" y="2819735"/>
              <a:ext cx="381029" cy="40011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T</a:t>
              </a:r>
            </a:p>
          </p:txBody>
        </p:sp>
        <p:sp>
          <p:nvSpPr>
            <p:cNvPr id="15415" name="Freeform 29"/>
            <p:cNvSpPr/>
            <p:nvPr/>
          </p:nvSpPr>
          <p:spPr>
            <a:xfrm>
              <a:off x="3426747" y="2649294"/>
              <a:ext cx="344314" cy="571553"/>
            </a:xfrm>
            <a:custGeom>
              <a:avLst/>
              <a:gdLst>
                <a:gd name="txL" fmla="*/ 0 w 112"/>
                <a:gd name="txT" fmla="*/ 0 h 480"/>
                <a:gd name="txR" fmla="*/ 112 w 112"/>
                <a:gd name="txB" fmla="*/ 480 h 480"/>
              </a:gdLst>
              <a:ahLst/>
              <a:cxnLst>
                <a:cxn ang="0">
                  <a:pos x="2147483646" y="2147483646"/>
                </a:cxn>
                <a:cxn ang="0">
                  <a:pos x="2147483646" y="2147483646"/>
                </a:cxn>
                <a:cxn ang="0">
                  <a:pos x="2147483646" y="2147483646"/>
                </a:cxn>
                <a:cxn ang="0">
                  <a:pos x="2147483646" y="0"/>
                </a:cxn>
              </a:cxnLst>
              <a:rect l="txL" t="txT" r="txR" b="txB"/>
              <a:pathLst>
                <a:path w="112" h="480">
                  <a:moveTo>
                    <a:pt x="112" y="480"/>
                  </a:moveTo>
                  <a:cubicBezTo>
                    <a:pt x="72" y="436"/>
                    <a:pt x="32" y="392"/>
                    <a:pt x="16" y="336"/>
                  </a:cubicBezTo>
                  <a:cubicBezTo>
                    <a:pt x="0" y="280"/>
                    <a:pt x="0" y="200"/>
                    <a:pt x="16" y="144"/>
                  </a:cubicBezTo>
                  <a:cubicBezTo>
                    <a:pt x="32" y="88"/>
                    <a:pt x="72" y="44"/>
                    <a:pt x="112" y="0"/>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15416" name="Text Box 30"/>
            <p:cNvSpPr txBox="1"/>
            <p:nvPr/>
          </p:nvSpPr>
          <p:spPr>
            <a:xfrm>
              <a:off x="3242074" y="2143157"/>
              <a:ext cx="304823" cy="40011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F</a:t>
              </a:r>
            </a:p>
          </p:txBody>
        </p:sp>
        <p:sp>
          <p:nvSpPr>
            <p:cNvPr id="15417" name="Freeform 31"/>
            <p:cNvSpPr/>
            <p:nvPr/>
          </p:nvSpPr>
          <p:spPr>
            <a:xfrm>
              <a:off x="3466237" y="4173623"/>
              <a:ext cx="330225" cy="571553"/>
            </a:xfrm>
            <a:custGeom>
              <a:avLst/>
              <a:gdLst>
                <a:gd name="txL" fmla="*/ 0 w 208"/>
                <a:gd name="txT" fmla="*/ 0 h 480"/>
                <a:gd name="txR" fmla="*/ 208 w 208"/>
                <a:gd name="txB" fmla="*/ 480 h 480"/>
              </a:gdLst>
              <a:ahLst/>
              <a:cxnLst>
                <a:cxn ang="0">
                  <a:pos x="2147483646" y="2147483646"/>
                </a:cxn>
                <a:cxn ang="0">
                  <a:pos x="0" y="2147483646"/>
                </a:cxn>
                <a:cxn ang="0">
                  <a:pos x="2147483646" y="0"/>
                </a:cxn>
              </a:cxnLst>
              <a:rect l="txL" t="txT" r="txR" b="txB"/>
              <a:pathLst>
                <a:path w="208" h="480">
                  <a:moveTo>
                    <a:pt x="192" y="480"/>
                  </a:moveTo>
                  <a:cubicBezTo>
                    <a:pt x="96" y="400"/>
                    <a:pt x="0" y="320"/>
                    <a:pt x="0" y="240"/>
                  </a:cubicBezTo>
                  <a:cubicBezTo>
                    <a:pt x="0" y="160"/>
                    <a:pt x="208" y="40"/>
                    <a:pt x="192" y="0"/>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15418" name="Text Box 32"/>
            <p:cNvSpPr txBox="1"/>
            <p:nvPr/>
          </p:nvSpPr>
          <p:spPr>
            <a:xfrm>
              <a:off x="3513111" y="4273058"/>
              <a:ext cx="304823" cy="40011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rgbClr val="000000"/>
                  </a:solidFill>
                  <a:latin typeface="Times New Roman" panose="02020603050405020304" pitchFamily="18" charset="0"/>
                  <a:ea typeface="宋体" panose="02010600030101010101" pitchFamily="2" charset="-122"/>
                </a:rPr>
                <a:t>(</a:t>
              </a:r>
            </a:p>
          </p:txBody>
        </p:sp>
        <p:sp>
          <p:nvSpPr>
            <p:cNvPr id="15419" name="Line 33"/>
            <p:cNvSpPr/>
            <p:nvPr/>
          </p:nvSpPr>
          <p:spPr>
            <a:xfrm flipH="1">
              <a:off x="3015899" y="3953088"/>
              <a:ext cx="755162" cy="0"/>
            </a:xfrm>
            <a:prstGeom prst="line">
              <a:avLst/>
            </a:prstGeom>
            <a:ln w="38100" cap="flat" cmpd="sng">
              <a:solidFill>
                <a:schemeClr val="tx1"/>
              </a:solidFill>
              <a:prstDash val="solid"/>
              <a:headEnd type="none" w="sm" len="sm"/>
              <a:tailEnd type="triangle" w="med" len="med"/>
            </a:ln>
          </p:spPr>
        </p:sp>
        <p:sp>
          <p:nvSpPr>
            <p:cNvPr id="15420" name="Text Box 34"/>
            <p:cNvSpPr txBox="1"/>
            <p:nvPr/>
          </p:nvSpPr>
          <p:spPr>
            <a:xfrm>
              <a:off x="3392325" y="3570680"/>
              <a:ext cx="457235" cy="40011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id</a:t>
              </a:r>
            </a:p>
          </p:txBody>
        </p:sp>
        <p:sp>
          <p:nvSpPr>
            <p:cNvPr id="15421" name="Text Box 36"/>
            <p:cNvSpPr txBox="1"/>
            <p:nvPr/>
          </p:nvSpPr>
          <p:spPr>
            <a:xfrm>
              <a:off x="6834944" y="1367438"/>
              <a:ext cx="457235" cy="40011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T</a:t>
              </a:r>
            </a:p>
          </p:txBody>
        </p:sp>
        <p:sp>
          <p:nvSpPr>
            <p:cNvPr id="105" name="Text Box 37"/>
            <p:cNvSpPr txBox="1">
              <a:spLocks noChangeArrowheads="1"/>
            </p:cNvSpPr>
            <p:nvPr/>
          </p:nvSpPr>
          <p:spPr bwMode="auto">
            <a:xfrm>
              <a:off x="7166455" y="1404290"/>
              <a:ext cx="1019355" cy="83163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
                  <a:srgbClr val="073E87"/>
                </a:buClr>
                <a:buSzPct val="75000"/>
                <a:buFont typeface="Monotype Sorts"/>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16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9</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
                  <a:srgbClr val="073E87"/>
                </a:buClr>
                <a:buSzPct val="75000"/>
                <a:buFont typeface="Monotype Sorts"/>
                <a:buNone/>
                <a:defRPr/>
              </a:pPr>
              <a:r>
                <a:rPr kumimoji="1" lang="en-US" altLang="zh-CN" sz="16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E→E+T</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6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16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
                  <a:srgbClr val="073E87"/>
                </a:buClr>
                <a:buSzPct val="75000"/>
                <a:buFont typeface="Monotype Sorts"/>
                <a:buNone/>
                <a:defRPr/>
              </a:pPr>
              <a:r>
                <a:rPr kumimoji="1" lang="en-US" altLang="zh-CN" sz="16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T→T</a:t>
              </a:r>
              <a:r>
                <a:rPr kumimoji="0" lang="en-US" altLang="zh-CN" sz="16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6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en-US" altLang="zh-CN" sz="16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F</a:t>
              </a:r>
            </a:p>
          </p:txBody>
        </p:sp>
        <p:sp>
          <p:nvSpPr>
            <p:cNvPr id="15423" name="Freeform 38"/>
            <p:cNvSpPr/>
            <p:nvPr/>
          </p:nvSpPr>
          <p:spPr>
            <a:xfrm>
              <a:off x="4814062" y="1214473"/>
              <a:ext cx="838264" cy="1543193"/>
            </a:xfrm>
            <a:custGeom>
              <a:avLst/>
              <a:gdLst>
                <a:gd name="txL" fmla="*/ 0 w 528"/>
                <a:gd name="txT" fmla="*/ 0 h 1296"/>
                <a:gd name="txR" fmla="*/ 528 w 528"/>
                <a:gd name="txB" fmla="*/ 1296 h 1296"/>
              </a:gdLst>
              <a:ahLst/>
              <a:cxnLst>
                <a:cxn ang="0">
                  <a:pos x="2147483646" y="0"/>
                </a:cxn>
                <a:cxn ang="0">
                  <a:pos x="2147483646" y="2147483646"/>
                </a:cxn>
                <a:cxn ang="0">
                  <a:pos x="2147483646" y="2147483646"/>
                </a:cxn>
                <a:cxn ang="0">
                  <a:pos x="0" y="2147483646"/>
                </a:cxn>
              </a:cxnLst>
              <a:rect l="txL" t="txT" r="txR" b="txB"/>
              <a:pathLst>
                <a:path w="528" h="1296">
                  <a:moveTo>
                    <a:pt x="528" y="0"/>
                  </a:moveTo>
                  <a:cubicBezTo>
                    <a:pt x="464" y="36"/>
                    <a:pt x="400" y="72"/>
                    <a:pt x="336" y="240"/>
                  </a:cubicBezTo>
                  <a:cubicBezTo>
                    <a:pt x="272" y="408"/>
                    <a:pt x="200" y="832"/>
                    <a:pt x="144" y="1008"/>
                  </a:cubicBezTo>
                  <a:cubicBezTo>
                    <a:pt x="88" y="1184"/>
                    <a:pt x="44" y="1240"/>
                    <a:pt x="0" y="1296"/>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15424" name="Text Box 39"/>
            <p:cNvSpPr txBox="1"/>
            <p:nvPr/>
          </p:nvSpPr>
          <p:spPr>
            <a:xfrm>
              <a:off x="5377818" y="1254578"/>
              <a:ext cx="457235" cy="40011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F</a:t>
              </a:r>
            </a:p>
          </p:txBody>
        </p:sp>
        <p:sp>
          <p:nvSpPr>
            <p:cNvPr id="15425" name="Freeform 40"/>
            <p:cNvSpPr/>
            <p:nvPr/>
          </p:nvSpPr>
          <p:spPr>
            <a:xfrm>
              <a:off x="4858589" y="1714531"/>
              <a:ext cx="793737" cy="1857367"/>
            </a:xfrm>
            <a:custGeom>
              <a:avLst/>
              <a:gdLst>
                <a:gd name="txL" fmla="*/ 0 w 528"/>
                <a:gd name="txT" fmla="*/ 0 h 1488"/>
                <a:gd name="txR" fmla="*/ 528 w 528"/>
                <a:gd name="txB" fmla="*/ 1488 h 1488"/>
              </a:gdLst>
              <a:ahLst/>
              <a:cxnLst>
                <a:cxn ang="0">
                  <a:pos x="2147483646" y="0"/>
                </a:cxn>
                <a:cxn ang="0">
                  <a:pos x="2147483646" y="2147483646"/>
                </a:cxn>
                <a:cxn ang="0">
                  <a:pos x="2147483646" y="2147483646"/>
                </a:cxn>
                <a:cxn ang="0">
                  <a:pos x="0" y="2147483646"/>
                </a:cxn>
              </a:cxnLst>
              <a:rect l="txL" t="txT" r="txR" b="txB"/>
              <a:pathLst>
                <a:path w="528" h="1488">
                  <a:moveTo>
                    <a:pt x="528" y="0"/>
                  </a:moveTo>
                  <a:cubicBezTo>
                    <a:pt x="504" y="48"/>
                    <a:pt x="480" y="96"/>
                    <a:pt x="432" y="288"/>
                  </a:cubicBezTo>
                  <a:cubicBezTo>
                    <a:pt x="384" y="480"/>
                    <a:pt x="312" y="952"/>
                    <a:pt x="240" y="1152"/>
                  </a:cubicBezTo>
                  <a:cubicBezTo>
                    <a:pt x="168" y="1352"/>
                    <a:pt x="84" y="1420"/>
                    <a:pt x="0" y="1488"/>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15426" name="Text Box 41"/>
            <p:cNvSpPr txBox="1"/>
            <p:nvPr/>
          </p:nvSpPr>
          <p:spPr>
            <a:xfrm>
              <a:off x="5431268" y="1950088"/>
              <a:ext cx="381029" cy="40011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rgbClr val="000000"/>
                  </a:solidFill>
                  <a:latin typeface="Times New Roman" panose="02020603050405020304" pitchFamily="18" charset="0"/>
                  <a:ea typeface="宋体" panose="02010600030101010101" pitchFamily="2" charset="-122"/>
                </a:rPr>
                <a:t>(</a:t>
              </a:r>
            </a:p>
          </p:txBody>
        </p:sp>
        <p:sp>
          <p:nvSpPr>
            <p:cNvPr id="15427" name="Text Box 42"/>
            <p:cNvSpPr txBox="1"/>
            <p:nvPr/>
          </p:nvSpPr>
          <p:spPr>
            <a:xfrm>
              <a:off x="6250830" y="3498857"/>
              <a:ext cx="457235" cy="40011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id</a:t>
              </a:r>
            </a:p>
          </p:txBody>
        </p:sp>
        <p:sp>
          <p:nvSpPr>
            <p:cNvPr id="15428" name="Text Box 44"/>
            <p:cNvSpPr txBox="1"/>
            <p:nvPr/>
          </p:nvSpPr>
          <p:spPr>
            <a:xfrm>
              <a:off x="6749802" y="2418173"/>
              <a:ext cx="381029" cy="40011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F</a:t>
              </a:r>
            </a:p>
          </p:txBody>
        </p:sp>
        <p:sp>
          <p:nvSpPr>
            <p:cNvPr id="112" name="Text Box 45"/>
            <p:cNvSpPr txBox="1">
              <a:spLocks noChangeArrowheads="1"/>
            </p:cNvSpPr>
            <p:nvPr/>
          </p:nvSpPr>
          <p:spPr bwMode="auto">
            <a:xfrm>
              <a:off x="7166455" y="2345431"/>
              <a:ext cx="1019355" cy="58404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
                  <a:srgbClr val="073E87"/>
                </a:buClr>
                <a:buSzPct val="75000"/>
                <a:buFont typeface="Monotype Sorts"/>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16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10</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
                  <a:srgbClr val="073E87"/>
                </a:buClr>
                <a:buSzPct val="75000"/>
                <a:buFont typeface="Monotype Sorts"/>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T→T*F</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endPar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5430" name="Text Box 46"/>
            <p:cNvSpPr txBox="1"/>
            <p:nvPr/>
          </p:nvSpPr>
          <p:spPr>
            <a:xfrm>
              <a:off x="5822385" y="3473203"/>
              <a:ext cx="457235" cy="40011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rgbClr val="000000"/>
                  </a:solidFill>
                  <a:latin typeface="Times New Roman" panose="02020603050405020304" pitchFamily="18" charset="0"/>
                  <a:ea typeface="宋体" panose="02010600030101010101" pitchFamily="2" charset="-122"/>
                </a:rPr>
                <a:t>(</a:t>
              </a:r>
            </a:p>
          </p:txBody>
        </p:sp>
        <p:sp>
          <p:nvSpPr>
            <p:cNvPr id="15431" name="Text Box 47"/>
            <p:cNvSpPr txBox="1"/>
            <p:nvPr/>
          </p:nvSpPr>
          <p:spPr>
            <a:xfrm>
              <a:off x="7575292" y="3958397"/>
              <a:ext cx="381029" cy="36933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1800" b="1" dirty="0">
                  <a:solidFill>
                    <a:srgbClr val="000000"/>
                  </a:solidFill>
                  <a:latin typeface="Times New Roman" panose="02020603050405020304" pitchFamily="18" charset="0"/>
                  <a:ea typeface="宋体" panose="02010600030101010101" pitchFamily="2" charset="-122"/>
                </a:rPr>
                <a:t>)</a:t>
              </a:r>
            </a:p>
          </p:txBody>
        </p:sp>
        <p:sp>
          <p:nvSpPr>
            <p:cNvPr id="115" name="Text Box 48"/>
            <p:cNvSpPr txBox="1">
              <a:spLocks noChangeArrowheads="1"/>
            </p:cNvSpPr>
            <p:nvPr/>
          </p:nvSpPr>
          <p:spPr bwMode="auto">
            <a:xfrm>
              <a:off x="7174395" y="4300718"/>
              <a:ext cx="1000302" cy="58404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
                  <a:srgbClr val="073E87"/>
                </a:buClr>
                <a:buSzPct val="75000"/>
                <a:buFont typeface="Monotype Sorts"/>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16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11</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
                  <a:srgbClr val="073E87"/>
                </a:buClr>
                <a:buSzPct val="75000"/>
                <a:buFont typeface="Monotype Sorts"/>
                <a:buNone/>
                <a:defRPr/>
              </a:pP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F→</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E</a:t>
              </a:r>
              <a:r>
                <a:rPr kumimoji="1"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endParaRPr kumimoji="1"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5433" name="Text Box 49"/>
            <p:cNvSpPr txBox="1"/>
            <p:nvPr/>
          </p:nvSpPr>
          <p:spPr>
            <a:xfrm>
              <a:off x="8295406" y="3291830"/>
              <a:ext cx="381029" cy="46166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b="1" dirty="0">
                  <a:solidFill>
                    <a:srgbClr val="000000"/>
                  </a:solidFill>
                  <a:latin typeface="Times New Roman" panose="02020603050405020304" pitchFamily="18" charset="0"/>
                  <a:ea typeface="宋体" panose="02010600030101010101" pitchFamily="2" charset="-122"/>
                </a:rPr>
                <a:t>+</a:t>
              </a:r>
            </a:p>
          </p:txBody>
        </p:sp>
        <p:sp>
          <p:nvSpPr>
            <p:cNvPr id="15434" name="Line 50"/>
            <p:cNvSpPr/>
            <p:nvPr/>
          </p:nvSpPr>
          <p:spPr>
            <a:xfrm flipH="1">
              <a:off x="6725936" y="2000301"/>
              <a:ext cx="439904" cy="625108"/>
            </a:xfrm>
            <a:prstGeom prst="line">
              <a:avLst/>
            </a:prstGeom>
            <a:ln w="38100" cap="flat" cmpd="sng">
              <a:solidFill>
                <a:schemeClr val="tx1"/>
              </a:solidFill>
              <a:prstDash val="solid"/>
              <a:headEnd type="none" w="sm" len="sm"/>
              <a:tailEnd type="triangle" w="med" len="med"/>
            </a:ln>
          </p:spPr>
        </p:sp>
        <p:sp>
          <p:nvSpPr>
            <p:cNvPr id="15435" name="Text Box 51"/>
            <p:cNvSpPr txBox="1"/>
            <p:nvPr/>
          </p:nvSpPr>
          <p:spPr>
            <a:xfrm>
              <a:off x="6902213" y="1773195"/>
              <a:ext cx="457235" cy="46166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b="1" dirty="0">
                  <a:solidFill>
                    <a:srgbClr val="000000"/>
                  </a:solidFill>
                  <a:latin typeface="Times New Roman" panose="02020603050405020304" pitchFamily="18" charset="0"/>
                  <a:ea typeface="宋体" panose="02010600030101010101" pitchFamily="2" charset="-122"/>
                </a:rPr>
                <a:t>*</a:t>
              </a:r>
            </a:p>
          </p:txBody>
        </p:sp>
        <p:sp>
          <p:nvSpPr>
            <p:cNvPr id="15436" name="Freeform 52"/>
            <p:cNvSpPr/>
            <p:nvPr/>
          </p:nvSpPr>
          <p:spPr>
            <a:xfrm>
              <a:off x="6862433" y="1166909"/>
              <a:ext cx="1759255" cy="2285989"/>
            </a:xfrm>
            <a:custGeom>
              <a:avLst/>
              <a:gdLst>
                <a:gd name="txL" fmla="*/ 0 w 1712"/>
                <a:gd name="txT" fmla="*/ 0 h 2352"/>
                <a:gd name="txR" fmla="*/ 1712 w 1712"/>
                <a:gd name="txB" fmla="*/ 2352 h 2352"/>
              </a:gdLst>
              <a:ahLst/>
              <a:cxnLst>
                <a:cxn ang="0">
                  <a:pos x="2147483646" y="2147483646"/>
                </a:cxn>
                <a:cxn ang="0">
                  <a:pos x="2147483646" y="2147483646"/>
                </a:cxn>
                <a:cxn ang="0">
                  <a:pos x="2147483646" y="2147483646"/>
                </a:cxn>
                <a:cxn ang="0">
                  <a:pos x="2147483646" y="2147483646"/>
                </a:cxn>
                <a:cxn ang="0">
                  <a:pos x="2147483646" y="2147483646"/>
                </a:cxn>
                <a:cxn ang="0">
                  <a:pos x="0" y="0"/>
                </a:cxn>
              </a:cxnLst>
              <a:rect l="txL" t="txT" r="txR" b="txB"/>
              <a:pathLst>
                <a:path w="1712" h="2352">
                  <a:moveTo>
                    <a:pt x="1440" y="2352"/>
                  </a:moveTo>
                  <a:cubicBezTo>
                    <a:pt x="1516" y="2060"/>
                    <a:pt x="1592" y="1768"/>
                    <a:pt x="1632" y="1488"/>
                  </a:cubicBezTo>
                  <a:cubicBezTo>
                    <a:pt x="1672" y="1208"/>
                    <a:pt x="1712" y="888"/>
                    <a:pt x="1680" y="672"/>
                  </a:cubicBezTo>
                  <a:cubicBezTo>
                    <a:pt x="1648" y="456"/>
                    <a:pt x="1536" y="296"/>
                    <a:pt x="1440" y="192"/>
                  </a:cubicBezTo>
                  <a:cubicBezTo>
                    <a:pt x="1344" y="88"/>
                    <a:pt x="1344" y="80"/>
                    <a:pt x="1104" y="48"/>
                  </a:cubicBezTo>
                  <a:cubicBezTo>
                    <a:pt x="864" y="16"/>
                    <a:pt x="152" y="0"/>
                    <a:pt x="0" y="0"/>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15437" name="Freeform 54"/>
            <p:cNvSpPr/>
            <p:nvPr/>
          </p:nvSpPr>
          <p:spPr>
            <a:xfrm>
              <a:off x="4878000" y="3546021"/>
              <a:ext cx="971549" cy="844978"/>
            </a:xfrm>
            <a:custGeom>
              <a:avLst/>
              <a:gdLst>
                <a:gd name="txL" fmla="*/ 0 w 640"/>
                <a:gd name="txT" fmla="*/ 0 h 1104"/>
                <a:gd name="txR" fmla="*/ 640 w 640"/>
                <a:gd name="txB" fmla="*/ 1104 h 1104"/>
              </a:gdLst>
              <a:ahLst/>
              <a:cxnLst>
                <a:cxn ang="0">
                  <a:pos x="2147483646" y="0"/>
                </a:cxn>
                <a:cxn ang="0">
                  <a:pos x="2147483646" y="2147483646"/>
                </a:cxn>
                <a:cxn ang="0">
                  <a:pos x="2147483646" y="2147483646"/>
                </a:cxn>
                <a:cxn ang="0">
                  <a:pos x="0" y="2147483646"/>
                </a:cxn>
              </a:cxnLst>
              <a:rect l="txL" t="txT" r="txR" b="txB"/>
              <a:pathLst>
                <a:path w="640" h="1104">
                  <a:moveTo>
                    <a:pt x="624" y="0"/>
                  </a:moveTo>
                  <a:cubicBezTo>
                    <a:pt x="632" y="144"/>
                    <a:pt x="640" y="288"/>
                    <a:pt x="624" y="384"/>
                  </a:cubicBezTo>
                  <a:cubicBezTo>
                    <a:pt x="608" y="480"/>
                    <a:pt x="632" y="456"/>
                    <a:pt x="528" y="576"/>
                  </a:cubicBezTo>
                  <a:cubicBezTo>
                    <a:pt x="424" y="696"/>
                    <a:pt x="212" y="900"/>
                    <a:pt x="0" y="1104"/>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15438" name="Text Box 56"/>
            <p:cNvSpPr txBox="1"/>
            <p:nvPr/>
          </p:nvSpPr>
          <p:spPr>
            <a:xfrm>
              <a:off x="6894170" y="642490"/>
              <a:ext cx="457235" cy="40011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id</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 calcmode="lin" valueType="num">
                                      <p:cBhvr>
                                        <p:cTn id="7" dur="500" fill="hold"/>
                                        <p:tgtEl>
                                          <p:spTgt spid="64"/>
                                        </p:tgtEl>
                                        <p:attrNameLst>
                                          <p:attrName>ppt_w</p:attrName>
                                        </p:attrNameLst>
                                      </p:cBhvr>
                                      <p:tavLst>
                                        <p:tav tm="0">
                                          <p:val>
                                            <p:fltVal val="0"/>
                                          </p:val>
                                        </p:tav>
                                        <p:tav tm="100000">
                                          <p:val>
                                            <p:strVal val="#ppt_w"/>
                                          </p:val>
                                        </p:tav>
                                      </p:tavLst>
                                    </p:anim>
                                    <p:anim calcmode="lin" valueType="num">
                                      <p:cBhvr>
                                        <p:cTn id="8" dur="500" fill="hold"/>
                                        <p:tgtEl>
                                          <p:spTgt spid="64"/>
                                        </p:tgtEl>
                                        <p:attrNameLst>
                                          <p:attrName>ppt_h</p:attrName>
                                        </p:attrNameLst>
                                      </p:cBhvr>
                                      <p:tavLst>
                                        <p:tav tm="0">
                                          <p:val>
                                            <p:fltVal val="0"/>
                                          </p:val>
                                        </p:tav>
                                        <p:tav tm="100000">
                                          <p:val>
                                            <p:strVal val="#ppt_h"/>
                                          </p:val>
                                        </p:tav>
                                      </p:tavLst>
                                    </p:anim>
                                    <p:animEffect transition="in" filter="fade">
                                      <p:cBhvr>
                                        <p:cTn id="9"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79388" y="1347788"/>
            <a:ext cx="3881438" cy="3671888"/>
          </a:xfrm>
          <a:prstGeom prst="rect">
            <a:avLst/>
          </a:prstGeom>
          <a:solidFill>
            <a:schemeClr val="accent2">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0243" name="Rectangle 3"/>
          <p:cNvSpPr>
            <a:spLocks noGrp="1" noChangeArrowheads="1"/>
          </p:cNvSpPr>
          <p:nvPr>
            <p:ph idx="1"/>
          </p:nvPr>
        </p:nvSpPr>
        <p:spPr>
          <a:xfrm>
            <a:off x="142875" y="914400"/>
            <a:ext cx="8664575" cy="3225800"/>
          </a:xfrm>
        </p:spPr>
        <p:txBody>
          <a:bodyPr vert="horz" wrap="square" lIns="91440" tIns="45720" rIns="91440" bIns="45720" numCol="1" anchor="t" anchorCtr="0" compatLnSpc="1"/>
          <a:lstStyle/>
          <a:p>
            <a:pPr marL="273050" marR="0" lvl="0" indent="-273050" algn="l" defTabSz="914400" rtl="0" eaLnBrk="1" fontAlgn="base" latinLnBrk="0" hangingPunct="1">
              <a:lnSpc>
                <a:spcPct val="80000"/>
              </a:lnSpc>
              <a:spcBef>
                <a:spcPct val="20000"/>
              </a:spcBef>
              <a:spcAft>
                <a:spcPct val="0"/>
              </a:spcAft>
              <a:buClrTx/>
              <a:buSzPct val="100000"/>
              <a:buFont typeface="Wingdings" panose="05000000000000000000" pitchFamily="2" charset="2"/>
              <a:buChar char="Ø"/>
              <a:defRPr/>
            </a:pP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SLR</a:t>
            </a:r>
            <a:r>
              <a:rPr kumimoji="0" lang="zh-CN" altLang="en-US" sz="2500" b="1" i="0" u="none" strike="noStrike" kern="1200" cap="none" spc="0" normalizeH="0" baseline="0" noProof="0" dirty="0">
                <a:ln>
                  <a:noFill/>
                </a:ln>
                <a:solidFill>
                  <a:schemeClr val="tx1"/>
                </a:solidFill>
                <a:effectLst/>
                <a:uLnTx/>
                <a:uFillTx/>
                <a:latin typeface="+mn-ea"/>
                <a:ea typeface="+mn-ea"/>
                <a:cs typeface="Times New Roman" panose="02020603050405020304" pitchFamily="18" charset="0"/>
              </a:rPr>
              <a:t>分析法的基本思想</a:t>
            </a:r>
          </a:p>
        </p:txBody>
      </p:sp>
      <p:sp>
        <p:nvSpPr>
          <p:cNvPr id="2" name="Rectangle 2"/>
          <p:cNvSpPr>
            <a:spLocks noGrp="1" noChangeArrowheads="1"/>
          </p:cNvSpPr>
          <p:nvPr>
            <p:ph type="title"/>
          </p:nvPr>
        </p:nvSpPr>
        <p:spPr>
          <a:xfrm>
            <a:off x="755650" y="268288"/>
            <a:ext cx="7931150" cy="358775"/>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000" b="1" i="1"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SLR </a:t>
            </a:r>
            <a:r>
              <a:rPr kumimoji="0" lang="zh-CN" altLang="en-US" sz="3000" b="1" i="0" u="none" strike="noStrike" kern="120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分析</a:t>
            </a:r>
          </a:p>
        </p:txBody>
      </p:sp>
      <p:grpSp>
        <p:nvGrpSpPr>
          <p:cNvPr id="17413" name="Group 4"/>
          <p:cNvGrpSpPr/>
          <p:nvPr/>
        </p:nvGrpSpPr>
        <p:grpSpPr>
          <a:xfrm>
            <a:off x="2074863" y="1930400"/>
            <a:ext cx="1928812" cy="1428750"/>
            <a:chOff x="1519" y="1525"/>
            <a:chExt cx="831" cy="859"/>
          </a:xfrm>
        </p:grpSpPr>
        <p:sp>
          <p:nvSpPr>
            <p:cNvPr id="17421" name="AutoShape 5"/>
            <p:cNvSpPr/>
            <p:nvPr/>
          </p:nvSpPr>
          <p:spPr>
            <a:xfrm>
              <a:off x="1519" y="1525"/>
              <a:ext cx="136" cy="859"/>
            </a:xfrm>
            <a:prstGeom prst="rightBrace">
              <a:avLst>
                <a:gd name="adj1" fmla="val 36113"/>
                <a:gd name="adj2" fmla="val 50000"/>
              </a:avLst>
            </a:prstGeom>
            <a:noFill/>
            <a:ln w="12700" cap="flat" cmpd="sng">
              <a:solidFill>
                <a:schemeClr val="tx1"/>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solidFill>
                  <a:srgbClr val="000000"/>
                </a:solidFill>
                <a:latin typeface="Times New Roman" panose="02020603050405020304" pitchFamily="18" charset="0"/>
                <a:ea typeface="楷体" panose="02010609060101010101" pitchFamily="49" charset="-122"/>
              </a:endParaRPr>
            </a:p>
          </p:txBody>
        </p:sp>
        <p:sp>
          <p:nvSpPr>
            <p:cNvPr id="17422" name="Rectangle 6"/>
            <p:cNvSpPr/>
            <p:nvPr/>
          </p:nvSpPr>
          <p:spPr>
            <a:xfrm>
              <a:off x="1629" y="1816"/>
              <a:ext cx="721" cy="241"/>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m</a:t>
              </a:r>
              <a:r>
                <a:rPr lang="zh-CN" altLang="en-US" sz="2000" b="1" dirty="0">
                  <a:solidFill>
                    <a:srgbClr val="000000"/>
                  </a:solidFill>
                  <a:latin typeface="Times New Roman" panose="02020603050405020304" pitchFamily="18" charset="0"/>
                  <a:ea typeface="楷体" panose="02010609060101010101" pitchFamily="49" charset="-122"/>
                </a:rPr>
                <a:t>个移进项目</a:t>
              </a:r>
            </a:p>
          </p:txBody>
        </p:sp>
      </p:grpSp>
      <p:grpSp>
        <p:nvGrpSpPr>
          <p:cNvPr id="17414" name="Group 7"/>
          <p:cNvGrpSpPr/>
          <p:nvPr/>
        </p:nvGrpSpPr>
        <p:grpSpPr>
          <a:xfrm>
            <a:off x="1360488" y="3573463"/>
            <a:ext cx="1908175" cy="1214437"/>
            <a:chOff x="1202" y="2132"/>
            <a:chExt cx="822" cy="663"/>
          </a:xfrm>
        </p:grpSpPr>
        <p:sp>
          <p:nvSpPr>
            <p:cNvPr id="17419" name="AutoShape 8"/>
            <p:cNvSpPr/>
            <p:nvPr/>
          </p:nvSpPr>
          <p:spPr>
            <a:xfrm>
              <a:off x="1202" y="2132"/>
              <a:ext cx="136" cy="663"/>
            </a:xfrm>
            <a:prstGeom prst="rightBrace">
              <a:avLst>
                <a:gd name="adj1" fmla="val 36133"/>
                <a:gd name="adj2" fmla="val 50000"/>
              </a:avLst>
            </a:prstGeom>
            <a:noFill/>
            <a:ln w="12700" cap="flat" cmpd="sng">
              <a:solidFill>
                <a:schemeClr val="tx1"/>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solidFill>
                  <a:srgbClr val="000000"/>
                </a:solidFill>
                <a:latin typeface="Times New Roman" panose="02020603050405020304" pitchFamily="18" charset="0"/>
                <a:ea typeface="楷体" panose="02010609060101010101" pitchFamily="49" charset="-122"/>
              </a:endParaRPr>
            </a:p>
          </p:txBody>
        </p:sp>
        <p:sp>
          <p:nvSpPr>
            <p:cNvPr id="17420" name="Rectangle 9"/>
            <p:cNvSpPr/>
            <p:nvPr/>
          </p:nvSpPr>
          <p:spPr>
            <a:xfrm>
              <a:off x="1327" y="2343"/>
              <a:ext cx="697" cy="218"/>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n</a:t>
              </a:r>
              <a:r>
                <a:rPr lang="zh-CN" altLang="en-US" sz="2000" b="1" dirty="0">
                  <a:solidFill>
                    <a:srgbClr val="000000"/>
                  </a:solidFill>
                  <a:latin typeface="Times New Roman" panose="02020603050405020304" pitchFamily="18" charset="0"/>
                  <a:ea typeface="楷体" panose="02010609060101010101" pitchFamily="49" charset="-122"/>
                </a:rPr>
                <a:t>个归约项目</a:t>
              </a:r>
            </a:p>
          </p:txBody>
        </p:sp>
      </p:grpSp>
      <p:sp>
        <p:nvSpPr>
          <p:cNvPr id="17415" name="矩形 3"/>
          <p:cNvSpPr/>
          <p:nvPr/>
        </p:nvSpPr>
        <p:spPr>
          <a:xfrm>
            <a:off x="4178300" y="1354138"/>
            <a:ext cx="4786313" cy="3644900"/>
          </a:xfrm>
          <a:prstGeom prst="rect">
            <a:avLst/>
          </a:prstGeom>
          <a:solidFill>
            <a:srgbClr val="B5CEED"/>
          </a:solidFill>
          <a:ln w="12700" cap="flat" cmpd="sng">
            <a:solidFill>
              <a:schemeClr val="tx1"/>
            </a:solidFill>
            <a:prstDash val="solid"/>
            <a:round/>
            <a:headEnd type="none" w="med" len="med"/>
            <a:tailEnd type="none" w="med" len="med"/>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303530" lvl="1" indent="0" eaLnBrk="1" hangingPunct="1">
              <a:lnSpc>
                <a:spcPts val="3000"/>
              </a:lnSpc>
              <a:buClrTx/>
              <a:buFont typeface="Arial" panose="020B0604020202020204" pitchFamily="34" charset="0"/>
              <a:buNone/>
            </a:pPr>
            <a:endParaRPr lang="en-US" altLang="zh-CN" b="1" dirty="0">
              <a:solidFill>
                <a:srgbClr val="000000"/>
              </a:solidFill>
              <a:latin typeface="Times New Roman" panose="02020603050405020304" pitchFamily="18" charset="0"/>
              <a:ea typeface="宋体" panose="02010600030101010101" pitchFamily="2" charset="-122"/>
            </a:endParaRPr>
          </a:p>
          <a:p>
            <a:pPr marL="303530" lvl="1" indent="0" eaLnBrk="1" hangingPunct="1">
              <a:lnSpc>
                <a:spcPts val="3000"/>
              </a:lnSpc>
              <a:buClrTx/>
              <a:buFont typeface="Arial" panose="020B0604020202020204" pitchFamily="34" charset="0"/>
              <a:buNone/>
            </a:pPr>
            <a:endParaRPr lang="en-US" altLang="zh-CN" b="1" dirty="0">
              <a:solidFill>
                <a:srgbClr val="000000"/>
              </a:solidFill>
              <a:latin typeface="Times New Roman" panose="02020603050405020304" pitchFamily="18" charset="0"/>
              <a:ea typeface="宋体" panose="02010600030101010101" pitchFamily="2" charset="-122"/>
            </a:endParaRPr>
          </a:p>
          <a:p>
            <a:pPr marL="303530" lvl="1" indent="0" eaLnBrk="1" hangingPunct="1">
              <a:lnSpc>
                <a:spcPts val="3000"/>
              </a:lnSpc>
              <a:buClrTx/>
              <a:buFont typeface="Arial" panose="020B0604020202020204" pitchFamily="34" charset="0"/>
              <a:buNone/>
            </a:pPr>
            <a:endParaRPr lang="en-US" altLang="zh-CN" b="1" dirty="0">
              <a:solidFill>
                <a:srgbClr val="000000"/>
              </a:solidFill>
              <a:latin typeface="Times New Roman" panose="02020603050405020304" pitchFamily="18" charset="0"/>
              <a:ea typeface="宋体" panose="02010600030101010101" pitchFamily="2" charset="-122"/>
            </a:endParaRPr>
          </a:p>
          <a:p>
            <a:pPr marL="303530" lvl="1" indent="0" eaLnBrk="1" hangingPunct="1">
              <a:lnSpc>
                <a:spcPts val="3000"/>
              </a:lnSpc>
              <a:buClrTx/>
              <a:buFont typeface="Arial" panose="020B0604020202020204" pitchFamily="34" charset="0"/>
              <a:buNone/>
            </a:pPr>
            <a:endParaRPr lang="en-US" altLang="zh-CN" b="1" dirty="0">
              <a:solidFill>
                <a:srgbClr val="000000"/>
              </a:solidFill>
              <a:latin typeface="Times New Roman" panose="02020603050405020304" pitchFamily="18" charset="0"/>
              <a:ea typeface="宋体" panose="02010600030101010101" pitchFamily="2" charset="-122"/>
            </a:endParaRPr>
          </a:p>
          <a:p>
            <a:pPr marL="303530" lvl="1" indent="0" eaLnBrk="1" hangingPunct="1">
              <a:lnSpc>
                <a:spcPts val="3000"/>
              </a:lnSpc>
              <a:buClrTx/>
              <a:buFont typeface="Arial" panose="020B0604020202020204" pitchFamily="34" charset="0"/>
              <a:buNone/>
            </a:pPr>
            <a:endParaRPr lang="en-US" altLang="zh-CN" b="1" dirty="0">
              <a:solidFill>
                <a:srgbClr val="000000"/>
              </a:solidFill>
              <a:latin typeface="Times New Roman" panose="02020603050405020304" pitchFamily="18" charset="0"/>
              <a:ea typeface="宋体" panose="02010600030101010101" pitchFamily="2" charset="-122"/>
            </a:endParaRPr>
          </a:p>
          <a:p>
            <a:pPr marL="303530" lvl="1" indent="0" eaLnBrk="1" hangingPunct="1">
              <a:lnSpc>
                <a:spcPts val="3000"/>
              </a:lnSpc>
              <a:buClrTx/>
              <a:buFont typeface="Arial" panose="020B0604020202020204" pitchFamily="34" charset="0"/>
              <a:buNone/>
            </a:pPr>
            <a:endParaRPr lang="en-US" altLang="zh-CN" b="1" dirty="0">
              <a:solidFill>
                <a:srgbClr val="000000"/>
              </a:solidFill>
              <a:latin typeface="Times New Roman" panose="02020603050405020304" pitchFamily="18" charset="0"/>
              <a:ea typeface="宋体" panose="02010600030101010101" pitchFamily="2" charset="-122"/>
            </a:endParaRPr>
          </a:p>
          <a:p>
            <a:pPr marL="303530" lvl="1" indent="0" eaLnBrk="1" hangingPunct="1">
              <a:lnSpc>
                <a:spcPts val="3000"/>
              </a:lnSpc>
              <a:buClrTx/>
              <a:buFont typeface="Arial" panose="020B0604020202020204" pitchFamily="34" charset="0"/>
              <a:buNone/>
            </a:pPr>
            <a:endParaRPr lang="en-US" altLang="zh-CN" b="1" dirty="0">
              <a:solidFill>
                <a:srgbClr val="000000"/>
              </a:solidFill>
              <a:latin typeface="Times New Roman" panose="02020603050405020304" pitchFamily="18" charset="0"/>
              <a:ea typeface="宋体" panose="02010600030101010101" pitchFamily="2" charset="-122"/>
            </a:endParaRPr>
          </a:p>
          <a:p>
            <a:pPr marL="303530" lvl="1" indent="0" eaLnBrk="1" hangingPunct="1">
              <a:lnSpc>
                <a:spcPts val="3000"/>
              </a:lnSpc>
              <a:buClrTx/>
              <a:buFont typeface="Arial" panose="020B0604020202020204" pitchFamily="34" charset="0"/>
              <a:buNone/>
            </a:pPr>
            <a:endParaRPr lang="en-US" altLang="zh-CN" b="1" dirty="0">
              <a:solidFill>
                <a:srgbClr val="000000"/>
              </a:solidFill>
              <a:latin typeface="Times New Roman" panose="02020603050405020304" pitchFamily="18" charset="0"/>
              <a:ea typeface="宋体" panose="02010600030101010101" pitchFamily="2" charset="-122"/>
            </a:endParaRPr>
          </a:p>
        </p:txBody>
      </p:sp>
      <p:sp>
        <p:nvSpPr>
          <p:cNvPr id="17416" name="矩形 5"/>
          <p:cNvSpPr/>
          <p:nvPr/>
        </p:nvSpPr>
        <p:spPr>
          <a:xfrm>
            <a:off x="-34925" y="1419225"/>
            <a:ext cx="4572000" cy="3519488"/>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273050" lvl="0" indent="-273050" eaLnBrk="1" hangingPunct="1">
              <a:lnSpc>
                <a:spcPts val="2500"/>
              </a:lnSpc>
              <a:buClr>
                <a:srgbClr val="31B6FD"/>
              </a:buClr>
              <a:buNone/>
            </a:pPr>
            <a:r>
              <a:rPr lang="zh-CN" altLang="en-US" sz="2200" b="1" dirty="0">
                <a:solidFill>
                  <a:srgbClr val="000000"/>
                </a:solidFill>
                <a:latin typeface="Times New Roman" panose="02020603050405020304" pitchFamily="18" charset="0"/>
                <a:ea typeface="华文楷体" panose="02010600040101010101" pitchFamily="2" charset="-122"/>
              </a:rPr>
              <a:t>   已知项目集</a:t>
            </a:r>
            <a:r>
              <a:rPr lang="en-US" altLang="zh-CN" sz="2200" b="1" dirty="0">
                <a:solidFill>
                  <a:srgbClr val="000000"/>
                </a:solidFill>
                <a:latin typeface="Times New Roman" panose="02020603050405020304" pitchFamily="18" charset="0"/>
                <a:ea typeface="宋体" panose="02010600030101010101" pitchFamily="2" charset="-122"/>
              </a:rPr>
              <a:t> </a:t>
            </a:r>
            <a:r>
              <a:rPr lang="en-US" altLang="zh-CN" sz="2200" b="1" i="1" dirty="0">
                <a:solidFill>
                  <a:srgbClr val="000000"/>
                </a:solidFill>
                <a:latin typeface="Times New Roman" panose="02020603050405020304" pitchFamily="18" charset="0"/>
                <a:ea typeface="宋体" panose="02010600030101010101" pitchFamily="2" charset="-122"/>
              </a:rPr>
              <a:t>I</a:t>
            </a:r>
            <a:r>
              <a:rPr lang="zh-CN" altLang="en-US" sz="2200" b="1" dirty="0">
                <a:solidFill>
                  <a:srgbClr val="000000"/>
                </a:solidFill>
                <a:latin typeface="Times New Roman" panose="02020603050405020304" pitchFamily="18" charset="0"/>
                <a:ea typeface="华文楷体" panose="02010600040101010101" pitchFamily="2" charset="-122"/>
              </a:rPr>
              <a:t>：</a:t>
            </a:r>
            <a:endParaRPr lang="en-US" altLang="zh-CN" sz="2200" b="1" dirty="0">
              <a:solidFill>
                <a:srgbClr val="000000"/>
              </a:solidFill>
              <a:latin typeface="Times New Roman" panose="02020603050405020304" pitchFamily="18" charset="0"/>
              <a:ea typeface="宋体" panose="02010600030101010101" pitchFamily="2" charset="-122"/>
            </a:endParaRPr>
          </a:p>
          <a:p>
            <a:pPr marL="273050" lvl="0" indent="-273050" eaLnBrk="1" hangingPunct="1">
              <a:lnSpc>
                <a:spcPts val="2500"/>
              </a:lnSpc>
              <a:buClr>
                <a:srgbClr val="31B6FD"/>
              </a:buClr>
              <a:buNone/>
            </a:pPr>
            <a:r>
              <a:rPr lang="en-US" altLang="zh-CN" sz="2200" b="1" dirty="0">
                <a:solidFill>
                  <a:srgbClr val="000000"/>
                </a:solidFill>
                <a:latin typeface="Times New Roman" panose="02020603050405020304" pitchFamily="18" charset="0"/>
                <a:ea typeface="宋体" panose="02010600030101010101" pitchFamily="2" charset="-122"/>
              </a:rPr>
              <a:t>	</a:t>
            </a:r>
            <a:r>
              <a:rPr lang="en-US" altLang="zh-CN" sz="2200" b="1" i="1" dirty="0">
                <a:solidFill>
                  <a:srgbClr val="000000"/>
                </a:solidFill>
                <a:latin typeface="Times New Roman" panose="02020603050405020304" pitchFamily="18" charset="0"/>
                <a:ea typeface="宋体" panose="02010600030101010101" pitchFamily="2" charset="-122"/>
              </a:rPr>
              <a:t>A</a:t>
            </a:r>
            <a:r>
              <a:rPr lang="en-US" altLang="zh-CN" sz="2200" b="1" baseline="-25000" dirty="0">
                <a:solidFill>
                  <a:srgbClr val="000000"/>
                </a:solidFill>
                <a:latin typeface="Times New Roman" panose="02020603050405020304" pitchFamily="18" charset="0"/>
                <a:ea typeface="宋体" panose="02010600030101010101" pitchFamily="2" charset="-122"/>
              </a:rPr>
              <a:t>1</a:t>
            </a:r>
            <a:r>
              <a:rPr lang="en-US" altLang="zh-CN" sz="2200" b="1" dirty="0">
                <a:solidFill>
                  <a:srgbClr val="000000"/>
                </a:solidFill>
                <a:latin typeface="Times New Roman" panose="02020603050405020304" pitchFamily="18" charset="0"/>
                <a:ea typeface="宋体" panose="02010600030101010101" pitchFamily="2" charset="-122"/>
              </a:rPr>
              <a:t>→</a:t>
            </a:r>
            <a:r>
              <a:rPr lang="en-US" altLang="zh-CN" sz="2200" b="1" i="1" dirty="0">
                <a:solidFill>
                  <a:srgbClr val="000000"/>
                </a:solidFill>
                <a:latin typeface="Times New Roman" panose="02020603050405020304" pitchFamily="18" charset="0"/>
                <a:ea typeface="宋体" panose="02010600030101010101" pitchFamily="2" charset="-122"/>
              </a:rPr>
              <a:t>α</a:t>
            </a:r>
            <a:r>
              <a:rPr lang="en-US" altLang="zh-CN" sz="2200" b="1" baseline="-25000" dirty="0">
                <a:solidFill>
                  <a:srgbClr val="000000"/>
                </a:solidFill>
                <a:latin typeface="Times New Roman" panose="02020603050405020304" pitchFamily="18" charset="0"/>
                <a:ea typeface="宋体" panose="02010600030101010101" pitchFamily="2" charset="-122"/>
              </a:rPr>
              <a:t>1</a:t>
            </a:r>
            <a:r>
              <a:rPr lang="en-US" altLang="zh-CN" sz="2200" b="1" dirty="0">
                <a:solidFill>
                  <a:srgbClr val="000000"/>
                </a:solidFill>
                <a:latin typeface="Times New Roman" panose="02020603050405020304" pitchFamily="18" charset="0"/>
                <a:ea typeface="宋体" panose="02010600030101010101" pitchFamily="2" charset="-122"/>
              </a:rPr>
              <a:t>.a</a:t>
            </a:r>
            <a:r>
              <a:rPr lang="en-US" altLang="zh-CN" sz="2200" b="1" baseline="-25000" dirty="0">
                <a:solidFill>
                  <a:srgbClr val="000000"/>
                </a:solidFill>
                <a:latin typeface="Times New Roman" panose="02020603050405020304" pitchFamily="18" charset="0"/>
                <a:ea typeface="宋体" panose="02010600030101010101" pitchFamily="2" charset="-122"/>
              </a:rPr>
              <a:t>1</a:t>
            </a:r>
            <a:r>
              <a:rPr lang="en-US" altLang="zh-CN" sz="2200" b="1" i="1" dirty="0">
                <a:solidFill>
                  <a:srgbClr val="000000"/>
                </a:solidFill>
                <a:latin typeface="Times New Roman" panose="02020603050405020304" pitchFamily="18" charset="0"/>
                <a:ea typeface="宋体" panose="02010600030101010101" pitchFamily="2" charset="-122"/>
              </a:rPr>
              <a:t>β</a:t>
            </a:r>
            <a:r>
              <a:rPr lang="en-US" altLang="zh-CN" sz="2200" b="1" baseline="-25000" dirty="0">
                <a:solidFill>
                  <a:srgbClr val="000000"/>
                </a:solidFill>
                <a:latin typeface="Times New Roman" panose="02020603050405020304" pitchFamily="18" charset="0"/>
                <a:ea typeface="宋体" panose="02010600030101010101" pitchFamily="2" charset="-122"/>
              </a:rPr>
              <a:t>1</a:t>
            </a:r>
          </a:p>
          <a:p>
            <a:pPr marL="273050" lvl="0" indent="-273050" eaLnBrk="1" hangingPunct="1">
              <a:lnSpc>
                <a:spcPts val="2500"/>
              </a:lnSpc>
              <a:buClr>
                <a:srgbClr val="31B6FD"/>
              </a:buClr>
              <a:buNone/>
            </a:pPr>
            <a:r>
              <a:rPr lang="en-US" altLang="zh-CN" sz="2200" b="1" dirty="0">
                <a:solidFill>
                  <a:srgbClr val="000000"/>
                </a:solidFill>
                <a:latin typeface="Times New Roman" panose="02020603050405020304" pitchFamily="18" charset="0"/>
                <a:ea typeface="宋体" panose="02010600030101010101" pitchFamily="2" charset="-122"/>
              </a:rPr>
              <a:t>	</a:t>
            </a:r>
            <a:r>
              <a:rPr lang="en-US" altLang="zh-CN" sz="2200" b="1" i="1" dirty="0">
                <a:solidFill>
                  <a:srgbClr val="000000"/>
                </a:solidFill>
                <a:latin typeface="Times New Roman" panose="02020603050405020304" pitchFamily="18" charset="0"/>
                <a:ea typeface="宋体" panose="02010600030101010101" pitchFamily="2" charset="-122"/>
              </a:rPr>
              <a:t>A</a:t>
            </a:r>
            <a:r>
              <a:rPr lang="en-US" altLang="zh-CN" sz="2200" b="1" baseline="-25000" dirty="0">
                <a:solidFill>
                  <a:srgbClr val="000000"/>
                </a:solidFill>
                <a:latin typeface="Times New Roman" panose="02020603050405020304" pitchFamily="18" charset="0"/>
                <a:ea typeface="宋体" panose="02010600030101010101" pitchFamily="2" charset="-122"/>
              </a:rPr>
              <a:t>2</a:t>
            </a:r>
            <a:r>
              <a:rPr lang="en-US" altLang="zh-CN" sz="2200" b="1" dirty="0">
                <a:solidFill>
                  <a:srgbClr val="000000"/>
                </a:solidFill>
                <a:latin typeface="Times New Roman" panose="02020603050405020304" pitchFamily="18" charset="0"/>
                <a:ea typeface="宋体" panose="02010600030101010101" pitchFamily="2" charset="-122"/>
              </a:rPr>
              <a:t>→</a:t>
            </a:r>
            <a:r>
              <a:rPr lang="en-US" altLang="zh-CN" sz="2200" b="1" i="1" dirty="0">
                <a:solidFill>
                  <a:srgbClr val="000000"/>
                </a:solidFill>
                <a:latin typeface="Times New Roman" panose="02020603050405020304" pitchFamily="18" charset="0"/>
                <a:ea typeface="宋体" panose="02010600030101010101" pitchFamily="2" charset="-122"/>
              </a:rPr>
              <a:t>α</a:t>
            </a:r>
            <a:r>
              <a:rPr lang="en-US" altLang="zh-CN" sz="2200" b="1" baseline="-25000" dirty="0">
                <a:solidFill>
                  <a:srgbClr val="000000"/>
                </a:solidFill>
                <a:latin typeface="Times New Roman" panose="02020603050405020304" pitchFamily="18" charset="0"/>
                <a:ea typeface="宋体" panose="02010600030101010101" pitchFamily="2" charset="-122"/>
              </a:rPr>
              <a:t>2</a:t>
            </a:r>
            <a:r>
              <a:rPr lang="en-US" altLang="zh-CN" sz="2200" b="1" dirty="0">
                <a:solidFill>
                  <a:srgbClr val="000000"/>
                </a:solidFill>
                <a:latin typeface="Times New Roman" panose="02020603050405020304" pitchFamily="18" charset="0"/>
                <a:ea typeface="宋体" panose="02010600030101010101" pitchFamily="2" charset="-122"/>
              </a:rPr>
              <a:t>.a</a:t>
            </a:r>
            <a:r>
              <a:rPr lang="en-US" altLang="zh-CN" sz="2200" b="1" baseline="-25000" dirty="0">
                <a:solidFill>
                  <a:srgbClr val="000000"/>
                </a:solidFill>
                <a:latin typeface="Times New Roman" panose="02020603050405020304" pitchFamily="18" charset="0"/>
                <a:ea typeface="宋体" panose="02010600030101010101" pitchFamily="2" charset="-122"/>
              </a:rPr>
              <a:t>2</a:t>
            </a:r>
            <a:r>
              <a:rPr lang="en-US" altLang="zh-CN" sz="2200" b="1" i="1" dirty="0">
                <a:solidFill>
                  <a:srgbClr val="000000"/>
                </a:solidFill>
                <a:latin typeface="Times New Roman" panose="02020603050405020304" pitchFamily="18" charset="0"/>
                <a:ea typeface="宋体" panose="02010600030101010101" pitchFamily="2" charset="-122"/>
              </a:rPr>
              <a:t>β</a:t>
            </a:r>
            <a:r>
              <a:rPr lang="en-US" altLang="zh-CN" sz="2200" b="1" baseline="-25000" dirty="0">
                <a:solidFill>
                  <a:srgbClr val="000000"/>
                </a:solidFill>
                <a:latin typeface="Times New Roman" panose="02020603050405020304" pitchFamily="18" charset="0"/>
                <a:ea typeface="宋体" panose="02010600030101010101" pitchFamily="2" charset="-122"/>
              </a:rPr>
              <a:t>2</a:t>
            </a:r>
            <a:r>
              <a:rPr lang="en-US" altLang="zh-CN" sz="2200" b="1" dirty="0">
                <a:solidFill>
                  <a:srgbClr val="000000"/>
                </a:solidFill>
                <a:latin typeface="Times New Roman" panose="02020603050405020304" pitchFamily="18" charset="0"/>
                <a:ea typeface="宋体" panose="02010600030101010101" pitchFamily="2" charset="-122"/>
              </a:rPr>
              <a:t> </a:t>
            </a:r>
          </a:p>
          <a:p>
            <a:pPr marL="273050" lvl="0" indent="-273050" eaLnBrk="1" hangingPunct="1">
              <a:lnSpc>
                <a:spcPts val="2500"/>
              </a:lnSpc>
              <a:buClr>
                <a:srgbClr val="31B6FD"/>
              </a:buClr>
              <a:buNone/>
            </a:pPr>
            <a:r>
              <a:rPr lang="en-US" altLang="zh-CN" sz="2200" b="1" dirty="0">
                <a:solidFill>
                  <a:srgbClr val="000000"/>
                </a:solidFill>
                <a:latin typeface="Times New Roman" panose="02020603050405020304" pitchFamily="18" charset="0"/>
                <a:ea typeface="宋体" panose="02010600030101010101" pitchFamily="2" charset="-122"/>
              </a:rPr>
              <a:t>	…</a:t>
            </a:r>
          </a:p>
          <a:p>
            <a:pPr marL="273050" lvl="0" indent="-273050" eaLnBrk="1" hangingPunct="1">
              <a:lnSpc>
                <a:spcPts val="2500"/>
              </a:lnSpc>
              <a:buClr>
                <a:srgbClr val="31B6FD"/>
              </a:buClr>
              <a:buNone/>
            </a:pPr>
            <a:r>
              <a:rPr lang="en-US" altLang="zh-CN" sz="2200" b="1" dirty="0">
                <a:solidFill>
                  <a:srgbClr val="000000"/>
                </a:solidFill>
                <a:latin typeface="Times New Roman" panose="02020603050405020304" pitchFamily="18" charset="0"/>
                <a:ea typeface="宋体" panose="02010600030101010101" pitchFamily="2" charset="-122"/>
              </a:rPr>
              <a:t>	</a:t>
            </a:r>
            <a:r>
              <a:rPr lang="en-US" altLang="zh-CN" sz="2200" b="1" i="1" dirty="0">
                <a:solidFill>
                  <a:srgbClr val="000000"/>
                </a:solidFill>
                <a:latin typeface="Times New Roman" panose="02020603050405020304" pitchFamily="18" charset="0"/>
                <a:ea typeface="宋体" panose="02010600030101010101" pitchFamily="2" charset="-122"/>
              </a:rPr>
              <a:t>A</a:t>
            </a:r>
            <a:r>
              <a:rPr lang="en-US" altLang="zh-CN" sz="2200" b="1" i="1" baseline="-25000" dirty="0">
                <a:solidFill>
                  <a:srgbClr val="000000"/>
                </a:solidFill>
                <a:latin typeface="Times New Roman" panose="02020603050405020304" pitchFamily="18" charset="0"/>
                <a:ea typeface="宋体" panose="02010600030101010101" pitchFamily="2" charset="-122"/>
              </a:rPr>
              <a:t>m</a:t>
            </a:r>
            <a:r>
              <a:rPr lang="en-US" altLang="zh-CN" sz="2200" b="1" dirty="0">
                <a:solidFill>
                  <a:srgbClr val="000000"/>
                </a:solidFill>
                <a:latin typeface="Times New Roman" panose="02020603050405020304" pitchFamily="18" charset="0"/>
                <a:ea typeface="宋体" panose="02010600030101010101" pitchFamily="2" charset="-122"/>
              </a:rPr>
              <a:t>→</a:t>
            </a:r>
            <a:r>
              <a:rPr lang="en-US" altLang="zh-CN" sz="2200" b="1" i="1" dirty="0">
                <a:solidFill>
                  <a:srgbClr val="000000"/>
                </a:solidFill>
                <a:latin typeface="Times New Roman" panose="02020603050405020304" pitchFamily="18" charset="0"/>
                <a:ea typeface="宋体" panose="02010600030101010101" pitchFamily="2" charset="-122"/>
              </a:rPr>
              <a:t>α</a:t>
            </a:r>
            <a:r>
              <a:rPr lang="en-US" altLang="zh-CN" sz="2200" b="1" i="1" baseline="-25000" dirty="0">
                <a:solidFill>
                  <a:srgbClr val="000000"/>
                </a:solidFill>
                <a:latin typeface="Times New Roman" panose="02020603050405020304" pitchFamily="18" charset="0"/>
                <a:ea typeface="宋体" panose="02010600030101010101" pitchFamily="2" charset="-122"/>
              </a:rPr>
              <a:t>m</a:t>
            </a:r>
            <a:r>
              <a:rPr lang="en-US" altLang="zh-CN" sz="2200" b="1" dirty="0">
                <a:solidFill>
                  <a:srgbClr val="000000"/>
                </a:solidFill>
                <a:latin typeface="Times New Roman" panose="02020603050405020304" pitchFamily="18" charset="0"/>
                <a:ea typeface="宋体" panose="02010600030101010101" pitchFamily="2" charset="-122"/>
              </a:rPr>
              <a:t>.a</a:t>
            </a:r>
            <a:r>
              <a:rPr lang="en-US" altLang="zh-CN" sz="2200" b="1" baseline="-25000" dirty="0">
                <a:solidFill>
                  <a:srgbClr val="000000"/>
                </a:solidFill>
                <a:latin typeface="Times New Roman" panose="02020603050405020304" pitchFamily="18" charset="0"/>
                <a:ea typeface="宋体" panose="02010600030101010101" pitchFamily="2" charset="-122"/>
              </a:rPr>
              <a:t>m</a:t>
            </a:r>
            <a:r>
              <a:rPr lang="en-US" altLang="zh-CN" sz="2200" b="1" i="1" dirty="0">
                <a:solidFill>
                  <a:srgbClr val="000000"/>
                </a:solidFill>
                <a:latin typeface="Times New Roman" panose="02020603050405020304" pitchFamily="18" charset="0"/>
                <a:ea typeface="宋体" panose="02010600030101010101" pitchFamily="2" charset="-122"/>
              </a:rPr>
              <a:t>β</a:t>
            </a:r>
            <a:r>
              <a:rPr lang="en-US" altLang="zh-CN" sz="2200" b="1" i="1" baseline="-25000" dirty="0">
                <a:solidFill>
                  <a:srgbClr val="000000"/>
                </a:solidFill>
                <a:latin typeface="Times New Roman" panose="02020603050405020304" pitchFamily="18" charset="0"/>
                <a:ea typeface="宋体" panose="02010600030101010101" pitchFamily="2" charset="-122"/>
              </a:rPr>
              <a:t>m</a:t>
            </a:r>
            <a:r>
              <a:rPr lang="en-US" altLang="zh-CN" sz="2200" b="1" dirty="0">
                <a:solidFill>
                  <a:srgbClr val="000000"/>
                </a:solidFill>
                <a:latin typeface="Times New Roman" panose="02020603050405020304" pitchFamily="18" charset="0"/>
                <a:ea typeface="宋体" panose="02010600030101010101" pitchFamily="2" charset="-122"/>
              </a:rPr>
              <a:t> </a:t>
            </a:r>
          </a:p>
          <a:p>
            <a:pPr marL="273050" lvl="0" indent="-273050" eaLnBrk="1" hangingPunct="1">
              <a:lnSpc>
                <a:spcPts val="2500"/>
              </a:lnSpc>
              <a:buClr>
                <a:srgbClr val="31B6FD"/>
              </a:buClr>
              <a:buNone/>
            </a:pPr>
            <a:r>
              <a:rPr lang="en-US" altLang="zh-CN" sz="2200" b="1" dirty="0">
                <a:solidFill>
                  <a:srgbClr val="000000"/>
                </a:solidFill>
                <a:latin typeface="Times New Roman" panose="02020603050405020304" pitchFamily="18" charset="0"/>
                <a:ea typeface="宋体" panose="02010600030101010101" pitchFamily="2" charset="-122"/>
              </a:rPr>
              <a:t>	</a:t>
            </a:r>
            <a:r>
              <a:rPr lang="en-US" altLang="zh-CN" sz="2200" b="1" i="1" dirty="0">
                <a:solidFill>
                  <a:srgbClr val="000000"/>
                </a:solidFill>
                <a:latin typeface="Times New Roman" panose="02020603050405020304" pitchFamily="18" charset="0"/>
                <a:ea typeface="宋体" panose="02010600030101010101" pitchFamily="2" charset="-122"/>
              </a:rPr>
              <a:t>B</a:t>
            </a:r>
            <a:r>
              <a:rPr lang="en-US" altLang="zh-CN" sz="2200" b="1" baseline="-25000" dirty="0">
                <a:solidFill>
                  <a:srgbClr val="000000"/>
                </a:solidFill>
                <a:latin typeface="Times New Roman" panose="02020603050405020304" pitchFamily="18" charset="0"/>
                <a:ea typeface="宋体" panose="02010600030101010101" pitchFamily="2" charset="-122"/>
              </a:rPr>
              <a:t>1</a:t>
            </a:r>
            <a:r>
              <a:rPr lang="en-US" altLang="zh-CN" sz="2200" b="1" dirty="0">
                <a:solidFill>
                  <a:srgbClr val="000000"/>
                </a:solidFill>
                <a:latin typeface="Times New Roman" panose="02020603050405020304" pitchFamily="18" charset="0"/>
                <a:ea typeface="宋体" panose="02010600030101010101" pitchFamily="2" charset="-122"/>
              </a:rPr>
              <a:t>→</a:t>
            </a:r>
            <a:r>
              <a:rPr lang="en-US" altLang="zh-CN" sz="2200" b="1" i="1" dirty="0">
                <a:solidFill>
                  <a:srgbClr val="000000"/>
                </a:solidFill>
                <a:latin typeface="Times New Roman" panose="02020603050405020304" pitchFamily="18" charset="0"/>
                <a:ea typeface="宋体" panose="02010600030101010101" pitchFamily="2" charset="-122"/>
              </a:rPr>
              <a:t>γ</a:t>
            </a:r>
            <a:r>
              <a:rPr lang="en-US" altLang="zh-CN" sz="2200" b="1" baseline="-25000" dirty="0">
                <a:solidFill>
                  <a:srgbClr val="000000"/>
                </a:solidFill>
                <a:latin typeface="Times New Roman" panose="02020603050405020304" pitchFamily="18" charset="0"/>
                <a:ea typeface="宋体" panose="02010600030101010101" pitchFamily="2" charset="-122"/>
              </a:rPr>
              <a:t>1</a:t>
            </a:r>
            <a:r>
              <a:rPr lang="en-US" altLang="zh-CN" sz="2200" b="1" dirty="0">
                <a:solidFill>
                  <a:srgbClr val="000000"/>
                </a:solidFill>
                <a:latin typeface="Times New Roman" panose="02020603050405020304" pitchFamily="18" charset="0"/>
                <a:ea typeface="宋体" panose="02010600030101010101" pitchFamily="2" charset="-122"/>
              </a:rPr>
              <a:t>. </a:t>
            </a:r>
          </a:p>
          <a:p>
            <a:pPr marL="273050" lvl="0" indent="-273050" eaLnBrk="1" hangingPunct="1">
              <a:lnSpc>
                <a:spcPts val="2500"/>
              </a:lnSpc>
              <a:buClr>
                <a:srgbClr val="31B6FD"/>
              </a:buClr>
              <a:buNone/>
            </a:pPr>
            <a:r>
              <a:rPr lang="en-US" altLang="zh-CN" sz="2200" b="1" dirty="0">
                <a:solidFill>
                  <a:srgbClr val="000000"/>
                </a:solidFill>
                <a:latin typeface="Times New Roman" panose="02020603050405020304" pitchFamily="18" charset="0"/>
                <a:ea typeface="宋体" panose="02010600030101010101" pitchFamily="2" charset="-122"/>
              </a:rPr>
              <a:t>	</a:t>
            </a:r>
            <a:r>
              <a:rPr lang="en-US" altLang="zh-CN" sz="2200" b="1" i="1" dirty="0">
                <a:solidFill>
                  <a:srgbClr val="000000"/>
                </a:solidFill>
                <a:latin typeface="Times New Roman" panose="02020603050405020304" pitchFamily="18" charset="0"/>
                <a:ea typeface="宋体" panose="02010600030101010101" pitchFamily="2" charset="-122"/>
              </a:rPr>
              <a:t>B</a:t>
            </a:r>
            <a:r>
              <a:rPr lang="en-US" altLang="zh-CN" sz="2200" b="1" baseline="-25000" dirty="0">
                <a:solidFill>
                  <a:srgbClr val="000000"/>
                </a:solidFill>
                <a:latin typeface="Times New Roman" panose="02020603050405020304" pitchFamily="18" charset="0"/>
                <a:ea typeface="宋体" panose="02010600030101010101" pitchFamily="2" charset="-122"/>
              </a:rPr>
              <a:t>2</a:t>
            </a:r>
            <a:r>
              <a:rPr lang="en-US" altLang="zh-CN" sz="2200" b="1" dirty="0">
                <a:solidFill>
                  <a:srgbClr val="000000"/>
                </a:solidFill>
                <a:latin typeface="Times New Roman" panose="02020603050405020304" pitchFamily="18" charset="0"/>
                <a:ea typeface="宋体" panose="02010600030101010101" pitchFamily="2" charset="-122"/>
              </a:rPr>
              <a:t>→</a:t>
            </a:r>
            <a:r>
              <a:rPr lang="en-US" altLang="zh-CN" sz="2200" b="1" i="1" dirty="0">
                <a:solidFill>
                  <a:srgbClr val="000000"/>
                </a:solidFill>
                <a:latin typeface="Times New Roman" panose="02020603050405020304" pitchFamily="18" charset="0"/>
                <a:ea typeface="宋体" panose="02010600030101010101" pitchFamily="2" charset="-122"/>
              </a:rPr>
              <a:t>γ</a:t>
            </a:r>
            <a:r>
              <a:rPr lang="en-US" altLang="zh-CN" sz="2200" b="1" baseline="-25000" dirty="0">
                <a:solidFill>
                  <a:srgbClr val="000000"/>
                </a:solidFill>
                <a:latin typeface="Times New Roman" panose="02020603050405020304" pitchFamily="18" charset="0"/>
                <a:ea typeface="宋体" panose="02010600030101010101" pitchFamily="2" charset="-122"/>
              </a:rPr>
              <a:t>2</a:t>
            </a:r>
            <a:r>
              <a:rPr lang="en-US" altLang="zh-CN" sz="2200" b="1" dirty="0">
                <a:solidFill>
                  <a:srgbClr val="000000"/>
                </a:solidFill>
                <a:latin typeface="Times New Roman" panose="02020603050405020304" pitchFamily="18" charset="0"/>
                <a:ea typeface="宋体" panose="02010600030101010101" pitchFamily="2" charset="-122"/>
              </a:rPr>
              <a:t>. </a:t>
            </a:r>
          </a:p>
          <a:p>
            <a:pPr marL="273050" lvl="0" indent="-273050" eaLnBrk="1" hangingPunct="1">
              <a:lnSpc>
                <a:spcPts val="2500"/>
              </a:lnSpc>
              <a:buClr>
                <a:srgbClr val="31B6FD"/>
              </a:buClr>
              <a:buNone/>
            </a:pPr>
            <a:r>
              <a:rPr lang="en-US" altLang="zh-CN" sz="2200" b="1" dirty="0">
                <a:solidFill>
                  <a:srgbClr val="000000"/>
                </a:solidFill>
                <a:latin typeface="Times New Roman" panose="02020603050405020304" pitchFamily="18" charset="0"/>
                <a:ea typeface="宋体" panose="02010600030101010101" pitchFamily="2" charset="-122"/>
              </a:rPr>
              <a:t>	…</a:t>
            </a:r>
          </a:p>
          <a:p>
            <a:pPr marL="273050" lvl="0" indent="-273050" eaLnBrk="1" hangingPunct="1">
              <a:lnSpc>
                <a:spcPts val="2500"/>
              </a:lnSpc>
              <a:buClr>
                <a:srgbClr val="31B6FD"/>
              </a:buClr>
              <a:buNone/>
            </a:pPr>
            <a:r>
              <a:rPr lang="en-US" altLang="zh-CN" sz="2200" b="1" dirty="0">
                <a:solidFill>
                  <a:srgbClr val="000000"/>
                </a:solidFill>
                <a:latin typeface="Times New Roman" panose="02020603050405020304" pitchFamily="18" charset="0"/>
                <a:ea typeface="宋体" panose="02010600030101010101" pitchFamily="2" charset="-122"/>
              </a:rPr>
              <a:t>	</a:t>
            </a:r>
            <a:r>
              <a:rPr lang="en-US" altLang="zh-CN" sz="2200" b="1" i="1" dirty="0">
                <a:solidFill>
                  <a:srgbClr val="000000"/>
                </a:solidFill>
                <a:latin typeface="Times New Roman" panose="02020603050405020304" pitchFamily="18" charset="0"/>
                <a:ea typeface="宋体" panose="02010600030101010101" pitchFamily="2" charset="-122"/>
              </a:rPr>
              <a:t>B</a:t>
            </a:r>
            <a:r>
              <a:rPr lang="en-US" altLang="zh-CN" sz="2200" b="1" i="1" baseline="-25000" dirty="0">
                <a:solidFill>
                  <a:srgbClr val="000000"/>
                </a:solidFill>
                <a:latin typeface="Times New Roman" panose="02020603050405020304" pitchFamily="18" charset="0"/>
                <a:ea typeface="宋体" panose="02010600030101010101" pitchFamily="2" charset="-122"/>
              </a:rPr>
              <a:t>n</a:t>
            </a:r>
            <a:r>
              <a:rPr lang="en-US" altLang="zh-CN" sz="2200" b="1" dirty="0">
                <a:solidFill>
                  <a:srgbClr val="000000"/>
                </a:solidFill>
                <a:latin typeface="Times New Roman" panose="02020603050405020304" pitchFamily="18" charset="0"/>
                <a:ea typeface="宋体" panose="02010600030101010101" pitchFamily="2" charset="-122"/>
              </a:rPr>
              <a:t>→</a:t>
            </a:r>
            <a:r>
              <a:rPr lang="en-US" altLang="zh-CN" sz="2200" b="1" i="1" dirty="0">
                <a:solidFill>
                  <a:srgbClr val="000000"/>
                </a:solidFill>
                <a:latin typeface="Times New Roman" panose="02020603050405020304" pitchFamily="18" charset="0"/>
                <a:ea typeface="宋体" panose="02010600030101010101" pitchFamily="2" charset="-122"/>
              </a:rPr>
              <a:t>γ</a:t>
            </a:r>
            <a:r>
              <a:rPr lang="en-US" altLang="zh-CN" sz="2200" b="1" i="1" baseline="-25000" dirty="0">
                <a:solidFill>
                  <a:srgbClr val="000000"/>
                </a:solidFill>
                <a:latin typeface="Times New Roman" panose="02020603050405020304" pitchFamily="18" charset="0"/>
                <a:ea typeface="宋体" panose="02010600030101010101" pitchFamily="2" charset="-122"/>
              </a:rPr>
              <a:t>n</a:t>
            </a:r>
            <a:r>
              <a:rPr lang="en-US" altLang="zh-CN" sz="2200" b="1" dirty="0">
                <a:solidFill>
                  <a:srgbClr val="000000"/>
                </a:solidFill>
                <a:latin typeface="Times New Roman" panose="02020603050405020304" pitchFamily="18" charset="0"/>
                <a:ea typeface="宋体" panose="02010600030101010101" pitchFamily="2" charset="-122"/>
              </a:rPr>
              <a:t>.</a:t>
            </a:r>
          </a:p>
        </p:txBody>
      </p:sp>
      <p:sp>
        <p:nvSpPr>
          <p:cNvPr id="17417" name="矩形 6"/>
          <p:cNvSpPr/>
          <p:nvPr/>
        </p:nvSpPr>
        <p:spPr>
          <a:xfrm>
            <a:off x="4178300" y="1393825"/>
            <a:ext cx="4572000" cy="3776663"/>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lnSpc>
                <a:spcPts val="3000"/>
              </a:lnSpc>
              <a:spcBef>
                <a:spcPct val="0"/>
              </a:spcBef>
              <a:buClrTx/>
              <a:buSzTx/>
              <a:buFont typeface="Arial" panose="020B0604020202020204" pitchFamily="34" charset="0"/>
              <a:buNone/>
            </a:pPr>
            <a:r>
              <a:rPr lang="zh-CN" altLang="en-US" sz="2200" b="1" dirty="0">
                <a:solidFill>
                  <a:srgbClr val="000000"/>
                </a:solidFill>
                <a:latin typeface="Times New Roman" panose="02020603050405020304" pitchFamily="18" charset="0"/>
                <a:ea typeface="华文楷体" panose="02010600040101010101" pitchFamily="2" charset="-122"/>
              </a:rPr>
              <a:t>     如果集合</a:t>
            </a:r>
            <a:r>
              <a:rPr lang="en-US" altLang="zh-CN" sz="2200" b="1" dirty="0">
                <a:solidFill>
                  <a:srgbClr val="000000"/>
                </a:solidFill>
                <a:latin typeface="Times New Roman" panose="02020603050405020304" pitchFamily="18" charset="0"/>
                <a:ea typeface="宋体" panose="02010600030101010101" pitchFamily="2" charset="-122"/>
              </a:rPr>
              <a:t>{a</a:t>
            </a:r>
            <a:r>
              <a:rPr lang="en-US" altLang="zh-CN" sz="2200" b="1" baseline="-25000" dirty="0">
                <a:solidFill>
                  <a:srgbClr val="000000"/>
                </a:solidFill>
                <a:latin typeface="Times New Roman" panose="02020603050405020304" pitchFamily="18" charset="0"/>
                <a:ea typeface="宋体" panose="02010600030101010101" pitchFamily="2" charset="-122"/>
              </a:rPr>
              <a:t>1</a:t>
            </a:r>
            <a:r>
              <a:rPr lang="en-US" altLang="zh-CN" sz="2200" b="1" dirty="0">
                <a:solidFill>
                  <a:srgbClr val="000000"/>
                </a:solidFill>
                <a:latin typeface="Times New Roman" panose="02020603050405020304" pitchFamily="18" charset="0"/>
                <a:ea typeface="宋体" panose="02010600030101010101" pitchFamily="2" charset="-122"/>
              </a:rPr>
              <a:t>, a</a:t>
            </a:r>
            <a:r>
              <a:rPr lang="en-US" altLang="zh-CN" sz="2200" b="1" baseline="-25000" dirty="0">
                <a:solidFill>
                  <a:srgbClr val="000000"/>
                </a:solidFill>
                <a:latin typeface="Times New Roman" panose="02020603050405020304" pitchFamily="18" charset="0"/>
                <a:ea typeface="宋体" panose="02010600030101010101" pitchFamily="2" charset="-122"/>
              </a:rPr>
              <a:t>2</a:t>
            </a:r>
            <a:r>
              <a:rPr lang="en-US" altLang="zh-CN" sz="2200" b="1" dirty="0">
                <a:solidFill>
                  <a:srgbClr val="000000"/>
                </a:solidFill>
                <a:latin typeface="Times New Roman" panose="02020603050405020304" pitchFamily="18" charset="0"/>
                <a:ea typeface="宋体" panose="02010600030101010101" pitchFamily="2" charset="-122"/>
              </a:rPr>
              <a:t>, …, a</a:t>
            </a:r>
            <a:r>
              <a:rPr lang="en-US" altLang="zh-CN" sz="2200" b="1" baseline="-25000" dirty="0">
                <a:solidFill>
                  <a:srgbClr val="000000"/>
                </a:solidFill>
                <a:latin typeface="Times New Roman" panose="02020603050405020304" pitchFamily="18" charset="0"/>
                <a:ea typeface="宋体" panose="02010600030101010101" pitchFamily="2" charset="-122"/>
              </a:rPr>
              <a:t>m</a:t>
            </a:r>
            <a:r>
              <a:rPr lang="en-US" altLang="zh-CN" sz="2200" b="1" dirty="0">
                <a:solidFill>
                  <a:srgbClr val="000000"/>
                </a:solidFill>
                <a:latin typeface="Times New Roman" panose="02020603050405020304" pitchFamily="18" charset="0"/>
                <a:ea typeface="宋体" panose="02010600030101010101" pitchFamily="2" charset="-122"/>
              </a:rPr>
              <a:t>}</a:t>
            </a:r>
            <a:r>
              <a:rPr lang="zh-CN" altLang="en-US" sz="2200" b="1" dirty="0">
                <a:solidFill>
                  <a:srgbClr val="000000"/>
                </a:solidFill>
                <a:latin typeface="Times New Roman" panose="02020603050405020304" pitchFamily="18" charset="0"/>
                <a:ea typeface="华文楷体" panose="02010600040101010101" pitchFamily="2" charset="-122"/>
              </a:rPr>
              <a:t>和</a:t>
            </a:r>
            <a:r>
              <a:rPr lang="en-US" altLang="zh-CN" sz="2200" b="1" i="1" dirty="0">
                <a:solidFill>
                  <a:srgbClr val="000000"/>
                </a:solidFill>
                <a:latin typeface="Times New Roman" panose="02020603050405020304" pitchFamily="18" charset="0"/>
                <a:ea typeface="宋体" panose="02010600030101010101" pitchFamily="2" charset="-122"/>
              </a:rPr>
              <a:t>FOLLOW</a:t>
            </a:r>
            <a:r>
              <a:rPr lang="en-US" altLang="zh-CN" sz="2200" b="1" dirty="0">
                <a:solidFill>
                  <a:srgbClr val="000000"/>
                </a:solidFill>
                <a:latin typeface="Times New Roman" panose="02020603050405020304" pitchFamily="18" charset="0"/>
                <a:ea typeface="宋体" panose="02010600030101010101" pitchFamily="2" charset="-122"/>
              </a:rPr>
              <a:t>(</a:t>
            </a:r>
            <a:r>
              <a:rPr lang="en-US" altLang="zh-CN" sz="2200" b="1" i="1" dirty="0">
                <a:solidFill>
                  <a:srgbClr val="000000"/>
                </a:solidFill>
                <a:latin typeface="Times New Roman" panose="02020603050405020304" pitchFamily="18" charset="0"/>
                <a:ea typeface="宋体" panose="02010600030101010101" pitchFamily="2" charset="-122"/>
              </a:rPr>
              <a:t>B</a:t>
            </a:r>
            <a:r>
              <a:rPr lang="en-US" altLang="zh-CN" sz="2200" b="1" baseline="-25000" dirty="0">
                <a:solidFill>
                  <a:srgbClr val="000000"/>
                </a:solidFill>
                <a:latin typeface="Times New Roman" panose="02020603050405020304" pitchFamily="18" charset="0"/>
                <a:ea typeface="宋体" panose="02010600030101010101" pitchFamily="2" charset="-122"/>
              </a:rPr>
              <a:t>1</a:t>
            </a:r>
            <a:r>
              <a:rPr lang="en-US" altLang="zh-CN" sz="2200" b="1" dirty="0">
                <a:solidFill>
                  <a:srgbClr val="000000"/>
                </a:solidFill>
                <a:latin typeface="Times New Roman" panose="02020603050405020304" pitchFamily="18" charset="0"/>
                <a:ea typeface="宋体" panose="02010600030101010101" pitchFamily="2" charset="-122"/>
              </a:rPr>
              <a:t>)</a:t>
            </a:r>
            <a:r>
              <a:rPr lang="zh-CN" altLang="en-US" sz="2200" b="1" dirty="0">
                <a:solidFill>
                  <a:srgbClr val="000000"/>
                </a:solidFill>
                <a:latin typeface="Times New Roman" panose="02020603050405020304" pitchFamily="18" charset="0"/>
                <a:ea typeface="华文楷体" panose="02010600040101010101" pitchFamily="2" charset="-122"/>
              </a:rPr>
              <a:t>， </a:t>
            </a:r>
            <a:r>
              <a:rPr lang="en-US" altLang="zh-CN" sz="2200" b="1" i="1" dirty="0">
                <a:solidFill>
                  <a:srgbClr val="000000"/>
                </a:solidFill>
                <a:latin typeface="Times New Roman" panose="02020603050405020304" pitchFamily="18" charset="0"/>
                <a:ea typeface="宋体" panose="02010600030101010101" pitchFamily="2" charset="-122"/>
              </a:rPr>
              <a:t>FOLLOW</a:t>
            </a:r>
            <a:r>
              <a:rPr lang="en-US" altLang="zh-CN" sz="2200" b="1" dirty="0">
                <a:solidFill>
                  <a:srgbClr val="000000"/>
                </a:solidFill>
                <a:latin typeface="Times New Roman" panose="02020603050405020304" pitchFamily="18" charset="0"/>
                <a:ea typeface="宋体" panose="02010600030101010101" pitchFamily="2" charset="-122"/>
              </a:rPr>
              <a:t>(</a:t>
            </a:r>
            <a:r>
              <a:rPr lang="en-US" altLang="zh-CN" sz="2200" b="1" i="1" dirty="0">
                <a:solidFill>
                  <a:srgbClr val="000000"/>
                </a:solidFill>
                <a:latin typeface="Times New Roman" panose="02020603050405020304" pitchFamily="18" charset="0"/>
                <a:ea typeface="宋体" panose="02010600030101010101" pitchFamily="2" charset="-122"/>
              </a:rPr>
              <a:t>B</a:t>
            </a:r>
            <a:r>
              <a:rPr lang="en-US" altLang="zh-CN" sz="2200" b="1" baseline="-25000" dirty="0">
                <a:solidFill>
                  <a:srgbClr val="000000"/>
                </a:solidFill>
                <a:latin typeface="Times New Roman" panose="02020603050405020304" pitchFamily="18" charset="0"/>
                <a:ea typeface="宋体" panose="02010600030101010101" pitchFamily="2" charset="-122"/>
              </a:rPr>
              <a:t>2</a:t>
            </a:r>
            <a:r>
              <a:rPr lang="en-US" altLang="zh-CN" sz="2200" b="1" dirty="0">
                <a:solidFill>
                  <a:srgbClr val="000000"/>
                </a:solidFill>
                <a:latin typeface="Times New Roman" panose="02020603050405020304" pitchFamily="18" charset="0"/>
                <a:ea typeface="宋体" panose="02010600030101010101" pitchFamily="2" charset="-122"/>
              </a:rPr>
              <a:t>)</a:t>
            </a:r>
            <a:r>
              <a:rPr lang="zh-CN" altLang="en-US" sz="2200" b="1" dirty="0">
                <a:solidFill>
                  <a:srgbClr val="000000"/>
                </a:solidFill>
                <a:latin typeface="Times New Roman" panose="02020603050405020304" pitchFamily="18" charset="0"/>
                <a:ea typeface="华文楷体" panose="02010600040101010101" pitchFamily="2" charset="-122"/>
              </a:rPr>
              <a:t>，</a:t>
            </a:r>
            <a:r>
              <a:rPr lang="en-US" altLang="zh-CN" sz="2200" b="1" dirty="0">
                <a:solidFill>
                  <a:srgbClr val="000000"/>
                </a:solidFill>
                <a:latin typeface="Times New Roman" panose="02020603050405020304" pitchFamily="18" charset="0"/>
                <a:ea typeface="宋体" panose="02010600030101010101" pitchFamily="2" charset="-122"/>
              </a:rPr>
              <a:t>…</a:t>
            </a:r>
            <a:r>
              <a:rPr lang="zh-CN" altLang="en-US" sz="2200" b="1" dirty="0">
                <a:solidFill>
                  <a:srgbClr val="000000"/>
                </a:solidFill>
                <a:latin typeface="Times New Roman" panose="02020603050405020304" pitchFamily="18" charset="0"/>
                <a:ea typeface="华文楷体" panose="02010600040101010101" pitchFamily="2" charset="-122"/>
              </a:rPr>
              <a:t>，</a:t>
            </a:r>
            <a:r>
              <a:rPr lang="en-US" altLang="zh-CN" sz="2200" b="1" i="1" dirty="0">
                <a:solidFill>
                  <a:srgbClr val="000000"/>
                </a:solidFill>
                <a:latin typeface="Times New Roman" panose="02020603050405020304" pitchFamily="18" charset="0"/>
                <a:ea typeface="宋体" panose="02010600030101010101" pitchFamily="2" charset="-122"/>
              </a:rPr>
              <a:t>FOLLOW</a:t>
            </a:r>
            <a:r>
              <a:rPr lang="en-US" altLang="zh-CN" sz="2200" b="1" dirty="0">
                <a:solidFill>
                  <a:srgbClr val="000000"/>
                </a:solidFill>
                <a:latin typeface="Times New Roman" panose="02020603050405020304" pitchFamily="18" charset="0"/>
                <a:ea typeface="宋体" panose="02010600030101010101" pitchFamily="2" charset="-122"/>
              </a:rPr>
              <a:t>(</a:t>
            </a:r>
            <a:r>
              <a:rPr lang="en-US" altLang="zh-CN" sz="2200" b="1" i="1" dirty="0">
                <a:solidFill>
                  <a:srgbClr val="000000"/>
                </a:solidFill>
                <a:latin typeface="Times New Roman" panose="02020603050405020304" pitchFamily="18" charset="0"/>
                <a:ea typeface="宋体" panose="02010600030101010101" pitchFamily="2" charset="-122"/>
              </a:rPr>
              <a:t>B</a:t>
            </a:r>
            <a:r>
              <a:rPr lang="en-US" altLang="zh-CN" sz="2200" b="1" i="1" baseline="-25000" dirty="0">
                <a:solidFill>
                  <a:srgbClr val="000000"/>
                </a:solidFill>
                <a:latin typeface="Times New Roman" panose="02020603050405020304" pitchFamily="18" charset="0"/>
                <a:ea typeface="宋体" panose="02010600030101010101" pitchFamily="2" charset="-122"/>
              </a:rPr>
              <a:t>n</a:t>
            </a:r>
            <a:r>
              <a:rPr lang="en-US" altLang="zh-CN" sz="2200" b="1" dirty="0">
                <a:solidFill>
                  <a:srgbClr val="000000"/>
                </a:solidFill>
                <a:latin typeface="Times New Roman" panose="02020603050405020304" pitchFamily="18" charset="0"/>
                <a:ea typeface="宋体" panose="02010600030101010101" pitchFamily="2" charset="-122"/>
              </a:rPr>
              <a:t>)</a:t>
            </a:r>
            <a:r>
              <a:rPr lang="zh-CN" altLang="en-US" sz="2200" b="1" dirty="0">
                <a:solidFill>
                  <a:srgbClr val="FF0000"/>
                </a:solidFill>
                <a:latin typeface="Times New Roman" panose="02020603050405020304" pitchFamily="18" charset="0"/>
                <a:ea typeface="华文楷体" panose="02010600040101010101" pitchFamily="2" charset="-122"/>
              </a:rPr>
              <a:t>两两不相交</a:t>
            </a:r>
            <a:r>
              <a:rPr lang="zh-CN" altLang="en-US" sz="2200" b="1" dirty="0">
                <a:solidFill>
                  <a:srgbClr val="000000"/>
                </a:solidFill>
                <a:latin typeface="Times New Roman" panose="02020603050405020304" pitchFamily="18" charset="0"/>
                <a:ea typeface="华文楷体" panose="02010600040101010101" pitchFamily="2" charset="-122"/>
              </a:rPr>
              <a:t>，则项目   集</a:t>
            </a:r>
            <a:r>
              <a:rPr lang="en-US" altLang="zh-CN" sz="2200" b="1" i="1" dirty="0">
                <a:solidFill>
                  <a:srgbClr val="000000"/>
                </a:solidFill>
                <a:latin typeface="Times New Roman" panose="02020603050405020304" pitchFamily="18" charset="0"/>
                <a:ea typeface="宋体" panose="02010600030101010101" pitchFamily="2" charset="-122"/>
              </a:rPr>
              <a:t>I</a:t>
            </a:r>
            <a:r>
              <a:rPr lang="zh-CN" altLang="en-US" sz="2200" b="1" dirty="0">
                <a:solidFill>
                  <a:srgbClr val="000000"/>
                </a:solidFill>
                <a:latin typeface="Times New Roman" panose="02020603050405020304" pitchFamily="18" charset="0"/>
                <a:ea typeface="华文楷体" panose="02010600040101010101" pitchFamily="2" charset="-122"/>
              </a:rPr>
              <a:t>中的冲突可以按以下原则解决： </a:t>
            </a:r>
            <a:endParaRPr lang="en-US" altLang="zh-CN" sz="2200" b="1" dirty="0">
              <a:solidFill>
                <a:srgbClr val="000000"/>
              </a:solidFill>
              <a:latin typeface="Times New Roman" panose="02020603050405020304" pitchFamily="18" charset="0"/>
              <a:ea typeface="宋体" panose="02010600030101010101" pitchFamily="2" charset="-122"/>
            </a:endParaRPr>
          </a:p>
          <a:p>
            <a:pPr marL="0" lvl="0" indent="0" eaLnBrk="1" hangingPunct="1">
              <a:lnSpc>
                <a:spcPts val="3000"/>
              </a:lnSpc>
              <a:spcBef>
                <a:spcPct val="0"/>
              </a:spcBef>
              <a:buClrTx/>
              <a:buSzTx/>
              <a:buFont typeface="Arial" panose="020B0604020202020204" pitchFamily="34" charset="0"/>
              <a:buNone/>
            </a:pPr>
            <a:r>
              <a:rPr lang="en-US" altLang="zh-CN" sz="2200" b="1" dirty="0">
                <a:solidFill>
                  <a:srgbClr val="000000"/>
                </a:solidFill>
                <a:latin typeface="Times New Roman" panose="02020603050405020304" pitchFamily="18" charset="0"/>
                <a:ea typeface="宋体" panose="02010600030101010101" pitchFamily="2" charset="-122"/>
              </a:rPr>
              <a:t>     </a:t>
            </a:r>
            <a:r>
              <a:rPr lang="zh-CN" altLang="en-US" sz="2200" b="1" dirty="0">
                <a:solidFill>
                  <a:srgbClr val="000000"/>
                </a:solidFill>
                <a:latin typeface="Times New Roman" panose="02020603050405020304" pitchFamily="18" charset="0"/>
                <a:ea typeface="华文楷体" panose="02010600040101010101" pitchFamily="2" charset="-122"/>
              </a:rPr>
              <a:t>设</a:t>
            </a:r>
            <a:r>
              <a:rPr lang="en-US" altLang="zh-CN" sz="2200" b="1" dirty="0">
                <a:solidFill>
                  <a:srgbClr val="000000"/>
                </a:solidFill>
                <a:latin typeface="Times New Roman" panose="02020603050405020304" pitchFamily="18" charset="0"/>
                <a:ea typeface="宋体" panose="02010600030101010101" pitchFamily="2" charset="-122"/>
              </a:rPr>
              <a:t>a</a:t>
            </a:r>
            <a:r>
              <a:rPr lang="zh-CN" altLang="en-US" sz="2200" b="1" dirty="0">
                <a:solidFill>
                  <a:srgbClr val="000000"/>
                </a:solidFill>
                <a:latin typeface="Times New Roman" panose="02020603050405020304" pitchFamily="18" charset="0"/>
                <a:ea typeface="华文楷体" panose="02010600040101010101" pitchFamily="2" charset="-122"/>
              </a:rPr>
              <a:t>是下</a:t>
            </a:r>
            <a:r>
              <a:rPr lang="zh-CN" altLang="en-US" sz="2200" b="1" dirty="0">
                <a:solidFill>
                  <a:srgbClr val="FF0000"/>
                </a:solidFill>
                <a:latin typeface="Times New Roman" panose="02020603050405020304" pitchFamily="18" charset="0"/>
                <a:ea typeface="华文楷体" panose="02010600040101010101" pitchFamily="2" charset="-122"/>
              </a:rPr>
              <a:t>一个输入符号</a:t>
            </a:r>
            <a:endParaRPr lang="en-US" altLang="zh-CN" sz="2200" b="1" dirty="0">
              <a:solidFill>
                <a:srgbClr val="FF0000"/>
              </a:solidFill>
              <a:latin typeface="Times New Roman" panose="02020603050405020304" pitchFamily="18" charset="0"/>
              <a:ea typeface="宋体" panose="02010600030101010101" pitchFamily="2" charset="-122"/>
            </a:endParaRPr>
          </a:p>
          <a:p>
            <a:pPr marL="0" lvl="0" indent="0" eaLnBrk="1" hangingPunct="1">
              <a:spcBef>
                <a:spcPct val="30000"/>
              </a:spcBef>
              <a:buClrTx/>
              <a:buSzTx/>
              <a:buFont typeface="Arial" panose="020B0604020202020204" pitchFamily="34" charset="0"/>
              <a:buNone/>
            </a:pPr>
            <a:endParaRPr lang="en-US" altLang="zh-CN" sz="2200" b="1" dirty="0">
              <a:solidFill>
                <a:srgbClr val="000000"/>
              </a:solidFill>
              <a:latin typeface="Times New Roman" panose="02020603050405020304" pitchFamily="18" charset="0"/>
              <a:ea typeface="宋体" panose="02010600030101010101" pitchFamily="2" charset="-122"/>
            </a:endParaRPr>
          </a:p>
          <a:p>
            <a:pPr marL="0" lvl="0" indent="0" eaLnBrk="1" hangingPunct="1">
              <a:spcBef>
                <a:spcPct val="30000"/>
              </a:spcBef>
              <a:buClrTx/>
              <a:buSzTx/>
              <a:buFont typeface="Arial" panose="020B0604020202020204" pitchFamily="34" charset="0"/>
              <a:buNone/>
            </a:pPr>
            <a:endParaRPr lang="en-US" altLang="zh-CN" sz="2200" b="1" dirty="0">
              <a:solidFill>
                <a:srgbClr val="000000"/>
              </a:solidFill>
              <a:latin typeface="Times New Roman" panose="02020603050405020304" pitchFamily="18" charset="0"/>
              <a:ea typeface="宋体" panose="02010600030101010101" pitchFamily="2" charset="-122"/>
            </a:endParaRPr>
          </a:p>
          <a:p>
            <a:pPr marL="0" lvl="0" indent="0" eaLnBrk="1" hangingPunct="1">
              <a:spcBef>
                <a:spcPct val="30000"/>
              </a:spcBef>
              <a:buClrTx/>
              <a:buSzTx/>
              <a:buFont typeface="Arial" panose="020B0604020202020204" pitchFamily="34" charset="0"/>
              <a:buNone/>
            </a:pPr>
            <a:endParaRPr lang="en-US" altLang="zh-CN" sz="2200" b="1" dirty="0">
              <a:solidFill>
                <a:srgbClr val="000000"/>
              </a:solidFill>
              <a:latin typeface="Times New Roman" panose="02020603050405020304" pitchFamily="18" charset="0"/>
              <a:ea typeface="宋体" panose="02010600030101010101" pitchFamily="2" charset="-122"/>
            </a:endParaRPr>
          </a:p>
          <a:p>
            <a:pPr marL="0" lvl="0" indent="0" eaLnBrk="1" hangingPunct="1">
              <a:spcBef>
                <a:spcPct val="30000"/>
              </a:spcBef>
              <a:buClrTx/>
              <a:buSzTx/>
              <a:buFont typeface="Arial" panose="020B0604020202020204" pitchFamily="34" charset="0"/>
              <a:buNone/>
            </a:pPr>
            <a:endParaRPr lang="en-US" altLang="zh-CN" sz="2200" b="1" dirty="0">
              <a:solidFill>
                <a:srgbClr val="000000"/>
              </a:solidFill>
              <a:latin typeface="Times New Roman" panose="02020603050405020304" pitchFamily="18" charset="0"/>
              <a:ea typeface="宋体" panose="02010600030101010101" pitchFamily="2" charset="-122"/>
            </a:endParaRPr>
          </a:p>
        </p:txBody>
      </p:sp>
      <p:sp>
        <p:nvSpPr>
          <p:cNvPr id="17418" name="矩形 8"/>
          <p:cNvSpPr/>
          <p:nvPr/>
        </p:nvSpPr>
        <p:spPr>
          <a:xfrm>
            <a:off x="3924300" y="3252788"/>
            <a:ext cx="5060950" cy="1766887"/>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576580" lvl="1" indent="-273050" eaLnBrk="1" hangingPunct="1">
              <a:lnSpc>
                <a:spcPts val="3000"/>
              </a:lnSpc>
              <a:buClrTx/>
              <a:buFont typeface="Wingdings" panose="05000000000000000000" pitchFamily="2" charset="2"/>
              <a:buChar char="Ø"/>
            </a:pPr>
            <a:r>
              <a:rPr lang="zh-CN" altLang="en-US" b="1" dirty="0">
                <a:solidFill>
                  <a:srgbClr val="000000"/>
                </a:solidFill>
                <a:latin typeface="Times New Roman" panose="02020603050405020304" pitchFamily="18" charset="0"/>
                <a:ea typeface="华文楷体" panose="02010600040101010101" pitchFamily="2" charset="-122"/>
              </a:rPr>
              <a:t>若</a:t>
            </a:r>
            <a:r>
              <a:rPr lang="en-US" altLang="zh-CN" b="1" dirty="0">
                <a:solidFill>
                  <a:srgbClr val="000000"/>
                </a:solidFill>
                <a:latin typeface="Times New Roman" panose="02020603050405020304" pitchFamily="18" charset="0"/>
                <a:ea typeface="宋体" panose="02010600030101010101" pitchFamily="2" charset="-122"/>
              </a:rPr>
              <a:t>a∈{ a</a:t>
            </a:r>
            <a:r>
              <a:rPr lang="en-US" altLang="zh-CN" b="1" baseline="-25000" dirty="0">
                <a:solidFill>
                  <a:srgbClr val="000000"/>
                </a:solidFill>
                <a:latin typeface="Times New Roman" panose="02020603050405020304" pitchFamily="18" charset="0"/>
                <a:ea typeface="宋体" panose="02010600030101010101" pitchFamily="2" charset="-122"/>
              </a:rPr>
              <a:t>1</a:t>
            </a:r>
            <a:r>
              <a:rPr lang="en-US" altLang="zh-CN" b="1" dirty="0">
                <a:solidFill>
                  <a:srgbClr val="000000"/>
                </a:solidFill>
                <a:latin typeface="Times New Roman" panose="02020603050405020304" pitchFamily="18" charset="0"/>
                <a:ea typeface="宋体" panose="02010600030101010101" pitchFamily="2" charset="-122"/>
              </a:rPr>
              <a:t>, a</a:t>
            </a:r>
            <a:r>
              <a:rPr lang="en-US" altLang="zh-CN" b="1" baseline="-25000" dirty="0">
                <a:solidFill>
                  <a:srgbClr val="000000"/>
                </a:solidFill>
                <a:latin typeface="Times New Roman" panose="02020603050405020304" pitchFamily="18" charset="0"/>
                <a:ea typeface="宋体" panose="02010600030101010101" pitchFamily="2" charset="-122"/>
              </a:rPr>
              <a:t>2</a:t>
            </a:r>
            <a:r>
              <a:rPr lang="en-US" altLang="zh-CN" b="1" dirty="0">
                <a:solidFill>
                  <a:srgbClr val="000000"/>
                </a:solidFill>
                <a:latin typeface="Times New Roman" panose="02020603050405020304" pitchFamily="18" charset="0"/>
                <a:ea typeface="宋体" panose="02010600030101010101" pitchFamily="2" charset="-122"/>
              </a:rPr>
              <a:t>, …, a</a:t>
            </a:r>
            <a:r>
              <a:rPr lang="en-US" altLang="zh-CN" b="1" baseline="-25000" dirty="0">
                <a:solidFill>
                  <a:srgbClr val="000000"/>
                </a:solidFill>
                <a:latin typeface="Times New Roman" panose="02020603050405020304" pitchFamily="18" charset="0"/>
                <a:ea typeface="宋体" panose="02010600030101010101" pitchFamily="2" charset="-122"/>
              </a:rPr>
              <a:t>m</a:t>
            </a:r>
            <a:r>
              <a:rPr lang="en-US" altLang="zh-CN" b="1" dirty="0">
                <a:solidFill>
                  <a:srgbClr val="000000"/>
                </a:solidFill>
                <a:latin typeface="Times New Roman" panose="02020603050405020304" pitchFamily="18" charset="0"/>
                <a:ea typeface="宋体" panose="02010600030101010101" pitchFamily="2" charset="-122"/>
              </a:rPr>
              <a:t> }</a:t>
            </a:r>
            <a:r>
              <a:rPr lang="zh-CN" altLang="en-US" b="1" dirty="0">
                <a:solidFill>
                  <a:srgbClr val="000000"/>
                </a:solidFill>
                <a:latin typeface="Times New Roman" panose="02020603050405020304" pitchFamily="18" charset="0"/>
                <a:ea typeface="华文楷体" panose="02010600040101010101" pitchFamily="2" charset="-122"/>
              </a:rPr>
              <a:t>，则</a:t>
            </a:r>
            <a:r>
              <a:rPr lang="zh-CN" altLang="en-US" b="1" dirty="0">
                <a:solidFill>
                  <a:srgbClr val="FF0000"/>
                </a:solidFill>
                <a:latin typeface="Times New Roman" panose="02020603050405020304" pitchFamily="18" charset="0"/>
                <a:ea typeface="华文楷体" panose="02010600040101010101" pitchFamily="2" charset="-122"/>
              </a:rPr>
              <a:t>移进</a:t>
            </a:r>
            <a:r>
              <a:rPr lang="en-US" altLang="zh-CN" b="1" dirty="0">
                <a:solidFill>
                  <a:srgbClr val="000000"/>
                </a:solidFill>
                <a:latin typeface="Times New Roman" panose="02020603050405020304" pitchFamily="18" charset="0"/>
                <a:ea typeface="宋体" panose="02010600030101010101" pitchFamily="2" charset="-122"/>
              </a:rPr>
              <a:t>a</a:t>
            </a:r>
          </a:p>
          <a:p>
            <a:pPr marL="576580" lvl="1" indent="-273050" eaLnBrk="1" hangingPunct="1">
              <a:lnSpc>
                <a:spcPts val="3000"/>
              </a:lnSpc>
              <a:buClrTx/>
              <a:buFont typeface="Wingdings" panose="05000000000000000000" pitchFamily="2" charset="2"/>
              <a:buChar char="Ø"/>
            </a:pPr>
            <a:r>
              <a:rPr lang="zh-CN" altLang="en-US" b="1" dirty="0">
                <a:solidFill>
                  <a:srgbClr val="000000"/>
                </a:solidFill>
                <a:latin typeface="Times New Roman" panose="02020603050405020304" pitchFamily="18" charset="0"/>
                <a:ea typeface="华文楷体" panose="02010600040101010101" pitchFamily="2" charset="-122"/>
              </a:rPr>
              <a:t>若</a:t>
            </a:r>
            <a:r>
              <a:rPr lang="en-US" altLang="zh-CN" b="1" dirty="0">
                <a:solidFill>
                  <a:srgbClr val="000000"/>
                </a:solidFill>
                <a:latin typeface="Times New Roman" panose="02020603050405020304" pitchFamily="18" charset="0"/>
                <a:ea typeface="宋体" panose="02010600030101010101" pitchFamily="2" charset="-122"/>
              </a:rPr>
              <a:t>a∈</a:t>
            </a:r>
            <a:r>
              <a:rPr lang="en-US" altLang="zh-CN" b="1" i="1" dirty="0">
                <a:solidFill>
                  <a:srgbClr val="000000"/>
                </a:solidFill>
                <a:latin typeface="Times New Roman" panose="02020603050405020304" pitchFamily="18" charset="0"/>
                <a:ea typeface="宋体" panose="02010600030101010101" pitchFamily="2" charset="-122"/>
              </a:rPr>
              <a:t>FOLLOW</a:t>
            </a:r>
            <a:r>
              <a:rPr lang="en-US" altLang="zh-CN" b="1" dirty="0">
                <a:solidFill>
                  <a:srgbClr val="000000"/>
                </a:solidFill>
                <a:latin typeface="Times New Roman" panose="02020603050405020304" pitchFamily="18" charset="0"/>
                <a:ea typeface="宋体" panose="02010600030101010101" pitchFamily="2" charset="-122"/>
              </a:rPr>
              <a:t>(</a:t>
            </a:r>
            <a:r>
              <a:rPr lang="en-US" altLang="zh-CN" b="1" i="1" dirty="0">
                <a:solidFill>
                  <a:srgbClr val="000000"/>
                </a:solidFill>
                <a:latin typeface="Times New Roman" panose="02020603050405020304" pitchFamily="18" charset="0"/>
                <a:ea typeface="宋体" panose="02010600030101010101" pitchFamily="2" charset="-122"/>
              </a:rPr>
              <a:t>B</a:t>
            </a:r>
            <a:r>
              <a:rPr lang="en-US" altLang="zh-CN" b="1" i="1" baseline="-25000" dirty="0">
                <a:solidFill>
                  <a:srgbClr val="000000"/>
                </a:solidFill>
                <a:latin typeface="Times New Roman" panose="02020603050405020304" pitchFamily="18" charset="0"/>
                <a:ea typeface="宋体" panose="02010600030101010101" pitchFamily="2" charset="-122"/>
              </a:rPr>
              <a:t>i</a:t>
            </a:r>
            <a:r>
              <a:rPr lang="en-US" altLang="zh-CN" b="1" dirty="0">
                <a:solidFill>
                  <a:srgbClr val="000000"/>
                </a:solidFill>
                <a:latin typeface="Times New Roman" panose="02020603050405020304" pitchFamily="18" charset="0"/>
                <a:ea typeface="宋体" panose="02010600030101010101" pitchFamily="2" charset="-122"/>
              </a:rPr>
              <a:t>)</a:t>
            </a:r>
            <a:r>
              <a:rPr lang="zh-CN" altLang="en-US" b="1" dirty="0">
                <a:solidFill>
                  <a:srgbClr val="000000"/>
                </a:solidFill>
                <a:latin typeface="Times New Roman" panose="02020603050405020304" pitchFamily="18" charset="0"/>
                <a:ea typeface="华文楷体" panose="02010600040101010101" pitchFamily="2" charset="-122"/>
              </a:rPr>
              <a:t>，则用产生式 </a:t>
            </a:r>
            <a:r>
              <a:rPr lang="en-US" altLang="zh-CN" b="1" i="1" dirty="0">
                <a:solidFill>
                  <a:srgbClr val="000000"/>
                </a:solidFill>
                <a:latin typeface="Times New Roman" panose="02020603050405020304" pitchFamily="18" charset="0"/>
                <a:ea typeface="宋体" panose="02010600030101010101" pitchFamily="2" charset="-122"/>
              </a:rPr>
              <a:t>B</a:t>
            </a:r>
            <a:r>
              <a:rPr lang="en-US" altLang="zh-CN" b="1" i="1" baseline="-25000" dirty="0">
                <a:solidFill>
                  <a:srgbClr val="000000"/>
                </a:solidFill>
                <a:latin typeface="Times New Roman" panose="02020603050405020304" pitchFamily="18" charset="0"/>
                <a:ea typeface="宋体" panose="02010600030101010101" pitchFamily="2" charset="-122"/>
              </a:rPr>
              <a:t>i</a:t>
            </a:r>
            <a:r>
              <a:rPr lang="en-US" altLang="zh-CN" b="1" dirty="0">
                <a:solidFill>
                  <a:srgbClr val="000000"/>
                </a:solidFill>
                <a:latin typeface="Times New Roman" panose="02020603050405020304" pitchFamily="18" charset="0"/>
                <a:ea typeface="宋体" panose="02010600030101010101" pitchFamily="2" charset="-122"/>
              </a:rPr>
              <a:t>→</a:t>
            </a:r>
            <a:r>
              <a:rPr lang="en-US" altLang="zh-CN" b="1" i="1" dirty="0">
                <a:solidFill>
                  <a:srgbClr val="000000"/>
                </a:solidFill>
                <a:latin typeface="Times New Roman" panose="02020603050405020304" pitchFamily="18" charset="0"/>
                <a:ea typeface="宋体" panose="02010600030101010101" pitchFamily="2" charset="-122"/>
              </a:rPr>
              <a:t>γ</a:t>
            </a:r>
            <a:r>
              <a:rPr lang="en-US" altLang="zh-CN" b="1" i="1" baseline="-25000" dirty="0">
                <a:solidFill>
                  <a:srgbClr val="000000"/>
                </a:solidFill>
                <a:latin typeface="Times New Roman" panose="02020603050405020304" pitchFamily="18" charset="0"/>
                <a:ea typeface="宋体" panose="02010600030101010101" pitchFamily="2" charset="-122"/>
              </a:rPr>
              <a:t>i</a:t>
            </a:r>
            <a:r>
              <a:rPr lang="en-US" altLang="zh-CN" b="1" i="1" dirty="0">
                <a:solidFill>
                  <a:srgbClr val="000000"/>
                </a:solidFill>
                <a:latin typeface="Times New Roman" panose="02020603050405020304" pitchFamily="18" charset="0"/>
                <a:ea typeface="宋体" panose="02010600030101010101" pitchFamily="2" charset="-122"/>
              </a:rPr>
              <a:t> </a:t>
            </a:r>
            <a:r>
              <a:rPr lang="zh-CN" altLang="en-US" b="1" dirty="0">
                <a:solidFill>
                  <a:srgbClr val="FF0000"/>
                </a:solidFill>
                <a:latin typeface="Times New Roman" panose="02020603050405020304" pitchFamily="18" charset="0"/>
                <a:ea typeface="华文楷体" panose="02010600040101010101" pitchFamily="2" charset="-122"/>
              </a:rPr>
              <a:t>归约</a:t>
            </a:r>
          </a:p>
          <a:p>
            <a:pPr marL="576580" lvl="1" indent="-273050" eaLnBrk="1" hangingPunct="1">
              <a:lnSpc>
                <a:spcPts val="3000"/>
              </a:lnSpc>
              <a:buClrTx/>
              <a:buFont typeface="Wingdings" panose="05000000000000000000" pitchFamily="2" charset="2"/>
              <a:buChar char="Ø"/>
            </a:pPr>
            <a:r>
              <a:rPr lang="zh-CN" altLang="en-US" b="1" dirty="0">
                <a:solidFill>
                  <a:srgbClr val="000000"/>
                </a:solidFill>
                <a:latin typeface="Times New Roman" panose="02020603050405020304" pitchFamily="18" charset="0"/>
                <a:ea typeface="华文楷体" panose="02010600040101010101" pitchFamily="2" charset="-122"/>
              </a:rPr>
              <a:t>此外，报错</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4"/>
          <p:cNvSpPr>
            <a:spLocks noGrp="1"/>
          </p:cNvSpPr>
          <p:nvPr>
            <p:ph type="title"/>
          </p:nvPr>
        </p:nvSpPr>
        <p:spPr>
          <a:xfrm>
            <a:off x="755650" y="268288"/>
            <a:ext cx="7931150" cy="358775"/>
          </a:xfrm>
        </p:spPr>
        <p:txBody>
          <a:bodyPr vert="horz" wrap="square" lIns="92075" tIns="46038" rIns="92075" bIns="46038" anchor="ctr" anchorCtr="0"/>
          <a:lstStyle/>
          <a:p>
            <a:pPr eaLnBrk="1" hangingPunct="1"/>
            <a:r>
              <a:rPr lang="zh-CN" altLang="en-US" sz="3000" kern="1200" dirty="0">
                <a:solidFill>
                  <a:schemeClr val="tx1"/>
                </a:solidFill>
                <a:latin typeface="微软雅黑" panose="020B0503020204020204" pitchFamily="34" charset="-122"/>
                <a:ea typeface="微软雅黑" panose="020B0503020204020204" pitchFamily="34" charset="-122"/>
                <a:cs typeface="+mj-cs"/>
              </a:rPr>
              <a:t>表达式文法的</a:t>
            </a:r>
            <a:r>
              <a:rPr lang="en-US" altLang="zh-CN" sz="3000" i="1" kern="1200" dirty="0">
                <a:solidFill>
                  <a:schemeClr val="tx1"/>
                </a:solidFill>
                <a:latin typeface="Times New Roman" panose="02020603050405020304" pitchFamily="18" charset="0"/>
                <a:ea typeface="黑体" panose="02010609060101010101" pitchFamily="49" charset="-122"/>
                <a:cs typeface="+mj-cs"/>
              </a:rPr>
              <a:t>SLR</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分析表</a:t>
            </a:r>
          </a:p>
        </p:txBody>
      </p:sp>
      <p:graphicFrame>
        <p:nvGraphicFramePr>
          <p:cNvPr id="51202" name="表格 51201"/>
          <p:cNvGraphicFramePr/>
          <p:nvPr/>
        </p:nvGraphicFramePr>
        <p:xfrm>
          <a:off x="1763713" y="700088"/>
          <a:ext cx="5616575" cy="4378325"/>
        </p:xfrm>
        <a:graphic>
          <a:graphicData uri="http://schemas.openxmlformats.org/drawingml/2006/table">
            <a:tbl>
              <a:tblPr/>
              <a:tblGrid>
                <a:gridCol w="681038">
                  <a:extLst>
                    <a:ext uri="{9D8B030D-6E8A-4147-A177-3AD203B41FA5}">
                      <a16:colId xmlns:a16="http://schemas.microsoft.com/office/drawing/2014/main" val="20000"/>
                    </a:ext>
                  </a:extLst>
                </a:gridCol>
                <a:gridCol w="519112">
                  <a:extLst>
                    <a:ext uri="{9D8B030D-6E8A-4147-A177-3AD203B41FA5}">
                      <a16:colId xmlns:a16="http://schemas.microsoft.com/office/drawing/2014/main" val="20001"/>
                    </a:ext>
                  </a:extLst>
                </a:gridCol>
                <a:gridCol w="523875">
                  <a:extLst>
                    <a:ext uri="{9D8B030D-6E8A-4147-A177-3AD203B41FA5}">
                      <a16:colId xmlns:a16="http://schemas.microsoft.com/office/drawing/2014/main" val="20002"/>
                    </a:ext>
                  </a:extLst>
                </a:gridCol>
                <a:gridCol w="579438">
                  <a:extLst>
                    <a:ext uri="{9D8B030D-6E8A-4147-A177-3AD203B41FA5}">
                      <a16:colId xmlns:a16="http://schemas.microsoft.com/office/drawing/2014/main" val="20003"/>
                    </a:ext>
                  </a:extLst>
                </a:gridCol>
                <a:gridCol w="504825">
                  <a:extLst>
                    <a:ext uri="{9D8B030D-6E8A-4147-A177-3AD203B41FA5}">
                      <a16:colId xmlns:a16="http://schemas.microsoft.com/office/drawing/2014/main" val="20004"/>
                    </a:ext>
                  </a:extLst>
                </a:gridCol>
                <a:gridCol w="495300">
                  <a:extLst>
                    <a:ext uri="{9D8B030D-6E8A-4147-A177-3AD203B41FA5}">
                      <a16:colId xmlns:a16="http://schemas.microsoft.com/office/drawing/2014/main" val="20005"/>
                    </a:ext>
                  </a:extLst>
                </a:gridCol>
                <a:gridCol w="523875">
                  <a:extLst>
                    <a:ext uri="{9D8B030D-6E8A-4147-A177-3AD203B41FA5}">
                      <a16:colId xmlns:a16="http://schemas.microsoft.com/office/drawing/2014/main" val="20006"/>
                    </a:ext>
                  </a:extLst>
                </a:gridCol>
                <a:gridCol w="565150">
                  <a:extLst>
                    <a:ext uri="{9D8B030D-6E8A-4147-A177-3AD203B41FA5}">
                      <a16:colId xmlns:a16="http://schemas.microsoft.com/office/drawing/2014/main" val="20007"/>
                    </a:ext>
                  </a:extLst>
                </a:gridCol>
                <a:gridCol w="647700">
                  <a:extLst>
                    <a:ext uri="{9D8B030D-6E8A-4147-A177-3AD203B41FA5}">
                      <a16:colId xmlns:a16="http://schemas.microsoft.com/office/drawing/2014/main" val="20008"/>
                    </a:ext>
                  </a:extLst>
                </a:gridCol>
                <a:gridCol w="576262">
                  <a:extLst>
                    <a:ext uri="{9D8B030D-6E8A-4147-A177-3AD203B41FA5}">
                      <a16:colId xmlns:a16="http://schemas.microsoft.com/office/drawing/2014/main" val="20009"/>
                    </a:ext>
                  </a:extLst>
                </a:gridCol>
              </a:tblGrid>
              <a:tr h="312738">
                <a:tc rowSpan="2">
                  <a:txBody>
                    <a:bodyPr/>
                    <a:lstStyle/>
                    <a:p>
                      <a:pPr lvl="0" algn="ctr" eaLnBrk="1" hangingPunct="1">
                        <a:buNone/>
                      </a:pPr>
                      <a:r>
                        <a:rPr lang="zh-CN" altLang="en-US" b="1">
                          <a:solidFill>
                            <a:srgbClr val="000000"/>
                          </a:solidFill>
                          <a:latin typeface="华文楷体" panose="02010600040101010101" pitchFamily="2" charset="-122"/>
                          <a:ea typeface="华文楷体" panose="02010600040101010101" pitchFamily="2" charset="-122"/>
                        </a:rPr>
                        <a:t>状态</a:t>
                      </a:r>
                    </a:p>
                  </a:txBody>
                  <a:tcPr marL="91438" marR="91438" marT="34288" marB="34288"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gridSpan="6">
                  <a:txBody>
                    <a:bodyPr/>
                    <a:lstStyle/>
                    <a:p>
                      <a:pPr lvl="0" algn="ctr" eaLnBrk="1" hangingPunct="1">
                        <a:buNone/>
                      </a:pPr>
                      <a:r>
                        <a:rPr lang="en-US" altLang="zh-CN" sz="1600" b="1" i="1">
                          <a:latin typeface="Times New Roman" panose="02020603050405020304" pitchFamily="18" charset="0"/>
                          <a:ea typeface="楷体" panose="02010609060101010101" pitchFamily="49" charset="-122"/>
                        </a:rPr>
                        <a:t>ACTION</a:t>
                      </a:r>
                      <a:endParaRPr lang="zh-CN" altLang="en-US" sz="1600" b="1" i="1">
                        <a:latin typeface="Times New Roman" panose="02020603050405020304" pitchFamily="18" charset="0"/>
                        <a:ea typeface="楷体" panose="02010609060101010101" pitchFamily="49"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p>
                      <a:pPr lvl="0" algn="ctr" eaLnBrk="1" hangingPunct="1">
                        <a:buNone/>
                      </a:pPr>
                      <a:r>
                        <a:rPr lang="en-US" altLang="zh-CN" sz="1600" b="1" i="1">
                          <a:latin typeface="Times New Roman" panose="02020603050405020304" pitchFamily="18" charset="0"/>
                          <a:ea typeface="楷体" panose="02010609060101010101" pitchFamily="49" charset="-122"/>
                        </a:rPr>
                        <a:t>GOTO</a:t>
                      </a:r>
                      <a:endParaRPr lang="zh-CN" altLang="en-US" sz="1600" b="1" i="1">
                        <a:latin typeface="Times New Roman" panose="02020603050405020304" pitchFamily="18" charset="0"/>
                        <a:ea typeface="楷体" panose="02010609060101010101" pitchFamily="49"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312737">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id</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zh-CN" altLang="en-US" sz="1600" b="1">
                          <a:latin typeface="华文楷体" panose="02010600040101010101" pitchFamily="2" charset="-122"/>
                          <a:ea typeface="华文楷体" panose="02010600040101010101" pitchFamily="2" charset="-122"/>
                        </a:rPr>
                        <a:t>＋</a:t>
                      </a: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a:t>
                      </a:r>
                      <a:endParaRPr lang="zh-CN" altLang="en-US" sz="1600" b="1">
                        <a:latin typeface="Times New Roman" panose="02020603050405020304" pitchFamily="18" charset="0"/>
                        <a:ea typeface="楷体_GB2312" pitchFamily="49"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zh-CN" altLang="en-US" sz="1600" b="1">
                          <a:latin typeface="Times New Roman" panose="02020603050405020304" pitchFamily="18" charset="0"/>
                          <a:ea typeface="华文楷体" panose="02010600040101010101" pitchFamily="2" charset="-122"/>
                        </a:rPr>
                        <a:t>（</a:t>
                      </a: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zh-CN" altLang="en-US" sz="1600" b="1">
                          <a:latin typeface="Times New Roman" panose="02020603050405020304" pitchFamily="18" charset="0"/>
                          <a:ea typeface="华文楷体" panose="02010600040101010101" pitchFamily="2" charset="-122"/>
                        </a:rPr>
                        <a:t>）</a:t>
                      </a: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600" b="1">
                          <a:latin typeface="华文楷体" panose="02010600040101010101" pitchFamily="2" charset="-122"/>
                          <a:ea typeface="Times New Roman" panose="02020603050405020304" pitchFamily="18" charset="0"/>
                        </a:rPr>
                        <a:t>$</a:t>
                      </a:r>
                      <a:r>
                        <a:rPr lang="en-US" altLang="zh-CN" sz="1600" b="1">
                          <a:latin typeface="Times New Roman" panose="02020603050405020304" pitchFamily="18" charset="0"/>
                          <a:ea typeface="Times New Roman" panose="02020603050405020304" pitchFamily="18" charset="0"/>
                        </a:rPr>
                        <a:t> </a:t>
                      </a:r>
                      <a:endParaRPr lang="zh-CN" altLang="en-US" sz="1600" b="1">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600" b="1" i="1">
                          <a:latin typeface="Times New Roman" panose="02020603050405020304" pitchFamily="18" charset="0"/>
                          <a:ea typeface="楷体" panose="02010609060101010101" pitchFamily="49" charset="-122"/>
                        </a:rPr>
                        <a:t>E</a:t>
                      </a:r>
                      <a:endParaRPr lang="zh-CN" altLang="en-US" sz="1600" b="1" i="1">
                        <a:latin typeface="Times New Roman" panose="02020603050405020304" pitchFamily="18" charset="0"/>
                        <a:ea typeface="楷体" panose="02010609060101010101" pitchFamily="49"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600" b="1" i="1">
                          <a:latin typeface="Times New Roman" panose="02020603050405020304" pitchFamily="18" charset="0"/>
                          <a:ea typeface="楷体" panose="02010609060101010101" pitchFamily="49" charset="-122"/>
                        </a:rPr>
                        <a:t>T</a:t>
                      </a:r>
                      <a:endParaRPr lang="zh-CN" altLang="en-US" sz="1600" b="1" i="1">
                        <a:latin typeface="Times New Roman" panose="02020603050405020304" pitchFamily="18" charset="0"/>
                        <a:ea typeface="楷体" panose="02010609060101010101" pitchFamily="49"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600" b="1" i="1">
                          <a:solidFill>
                            <a:srgbClr val="000000"/>
                          </a:solidFill>
                          <a:latin typeface="Times New Roman" panose="02020603050405020304" pitchFamily="18" charset="0"/>
                          <a:ea typeface="宋体" panose="02010600030101010101" pitchFamily="2" charset="-122"/>
                        </a:rPr>
                        <a:t>F</a:t>
                      </a:r>
                      <a:endParaRPr lang="zh-CN" altLang="en-US" sz="1600" b="1" i="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0</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s5</a:t>
                      </a:r>
                      <a:r>
                        <a:rPr lang="en-US" altLang="zh-CN" sz="1600" b="1">
                          <a:solidFill>
                            <a:schemeClr val="folHlink"/>
                          </a:solidFill>
                          <a:latin typeface="宋体" panose="02010600030101010101" pitchFamily="2" charset="-122"/>
                          <a:ea typeface="Times New Roman" panose="02020603050405020304" pitchFamily="18" charset="0"/>
                        </a:rPr>
                        <a:t> </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s4</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2</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3</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s6</a:t>
                      </a:r>
                      <a:endParaRPr lang="zh-CN" altLang="en-US" sz="1600" b="1">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acc</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2</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r>
                        <a:rPr lang="en-US" altLang="zh-CN" sz="1600" b="1">
                          <a:solidFill>
                            <a:schemeClr val="folHlink"/>
                          </a:solidFill>
                          <a:latin typeface="宋体" panose="02010600030101010101" pitchFamily="2" charset="-122"/>
                          <a:ea typeface="Times New Roman" panose="02020603050405020304" pitchFamily="18" charset="0"/>
                        </a:rPr>
                        <a:t> </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r2</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r>
                        <a:rPr lang="en-US" altLang="zh-CN" sz="1600" b="1">
                          <a:solidFill>
                            <a:srgbClr val="FF0000"/>
                          </a:solidFill>
                          <a:latin typeface="Times New Roman" panose="02020603050405020304" pitchFamily="18" charset="0"/>
                          <a:ea typeface="Times New Roman" panose="02020603050405020304" pitchFamily="18" charset="0"/>
                        </a:rPr>
                        <a:t>s7</a:t>
                      </a:r>
                      <a:endParaRPr lang="zh-CN" altLang="en-US" sz="1600" b="1">
                        <a:solidFill>
                          <a:srgbClr val="FF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r2</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r2</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extLst>
                  <a:ext uri="{0D108BD9-81ED-4DB2-BD59-A6C34878D82A}">
                    <a16:rowId xmlns:a16="http://schemas.microsoft.com/office/drawing/2014/main" val="10004"/>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3</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chemeClr val="folHlink"/>
                          </a:solidFill>
                          <a:latin typeface="宋体" panose="02010600030101010101" pitchFamily="2" charset="-122"/>
                          <a:ea typeface="Times New Roman" panose="02020603050405020304" pitchFamily="18" charset="0"/>
                        </a:rPr>
                        <a:t> </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r4</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r4</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r4</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r4</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4</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s5</a:t>
                      </a:r>
                      <a:r>
                        <a:rPr lang="en-US" altLang="zh-CN" sz="1600" b="1">
                          <a:solidFill>
                            <a:schemeClr val="folHlink"/>
                          </a:solidFill>
                          <a:latin typeface="宋体" panose="02010600030101010101" pitchFamily="2" charset="-122"/>
                          <a:ea typeface="Times New Roman" panose="02020603050405020304" pitchFamily="18" charset="0"/>
                        </a:rPr>
                        <a:t> </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s4</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8</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2</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3</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5</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chemeClr val="folHlink"/>
                          </a:solidFill>
                          <a:latin typeface="宋体" panose="02010600030101010101" pitchFamily="2" charset="-122"/>
                          <a:ea typeface="Times New Roman" panose="02020603050405020304" pitchFamily="18" charset="0"/>
                        </a:rPr>
                        <a:t> </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r6</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r6</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r6</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r6</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6</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s5</a:t>
                      </a:r>
                      <a:r>
                        <a:rPr lang="en-US" altLang="zh-CN" sz="1600" b="1">
                          <a:solidFill>
                            <a:schemeClr val="folHlink"/>
                          </a:solidFill>
                          <a:latin typeface="宋体" panose="02010600030101010101" pitchFamily="2" charset="-122"/>
                          <a:ea typeface="Times New Roman" panose="02020603050405020304" pitchFamily="18" charset="0"/>
                        </a:rPr>
                        <a:t> </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s4</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9</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3</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7</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s5</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s4</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10</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8</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s6</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s11</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9</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r1</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r>
                        <a:rPr lang="en-US" altLang="zh-CN" sz="1600" b="1">
                          <a:solidFill>
                            <a:srgbClr val="FF0000"/>
                          </a:solidFill>
                          <a:latin typeface="Times New Roman" panose="02020603050405020304" pitchFamily="18" charset="0"/>
                          <a:ea typeface="Times New Roman" panose="02020603050405020304" pitchFamily="18" charset="0"/>
                        </a:rPr>
                        <a:t>s7</a:t>
                      </a:r>
                      <a:endParaRPr lang="zh-CN" altLang="en-US" sz="1600" b="1">
                        <a:solidFill>
                          <a:srgbClr val="FF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r1</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r1</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extLst>
                  <a:ext uri="{0D108BD9-81ED-4DB2-BD59-A6C34878D82A}">
                    <a16:rowId xmlns:a16="http://schemas.microsoft.com/office/drawing/2014/main" val="10011"/>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10</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r3</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r3</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r3</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r3</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11</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r5</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r5</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r5</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r5</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zh-CN" altLang="en-US" sz="3000" kern="1200" dirty="0">
                <a:solidFill>
                  <a:schemeClr val="tx1"/>
                </a:solidFill>
                <a:latin typeface="微软雅黑" panose="020B0503020204020204" pitchFamily="34" charset="-122"/>
                <a:ea typeface="微软雅黑" panose="020B0503020204020204" pitchFamily="34" charset="-122"/>
                <a:cs typeface="+mj-cs"/>
              </a:rPr>
              <a:t>例</a:t>
            </a:r>
          </a:p>
        </p:txBody>
      </p:sp>
      <p:sp>
        <p:nvSpPr>
          <p:cNvPr id="7" name="矩形 6"/>
          <p:cNvSpPr>
            <a:spLocks noChangeArrowheads="1"/>
          </p:cNvSpPr>
          <p:nvPr/>
        </p:nvSpPr>
        <p:spPr bwMode="auto">
          <a:xfrm>
            <a:off x="3789363" y="500063"/>
            <a:ext cx="2425700" cy="923925"/>
          </a:xfrm>
          <a:prstGeom prst="rect">
            <a:avLst/>
          </a:prstGeom>
          <a:solidFill>
            <a:schemeClr val="accent5">
              <a:lumMod val="60000"/>
              <a:lumOff val="40000"/>
            </a:schemeClr>
          </a:solidFill>
          <a:ln w="12700">
            <a:solidFill>
              <a:schemeClr val="tx1"/>
            </a:solidFill>
            <a:miter lim="800000"/>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FOLLOW</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 </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FOLLOW</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b </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b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b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FOLLOW</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B</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d </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endParaRPr kumimoji="0" lang="zh-CN" altLang="en-US"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293" name="矩形 7"/>
          <p:cNvSpPr>
            <a:spLocks noChangeArrowheads="1"/>
          </p:cNvSpPr>
          <p:nvPr/>
        </p:nvSpPr>
        <p:spPr bwMode="auto">
          <a:xfrm>
            <a:off x="2071688" y="214313"/>
            <a:ext cx="1441450" cy="1754188"/>
          </a:xfrm>
          <a:prstGeom prst="rect">
            <a:avLst/>
          </a:prstGeom>
          <a:solidFill>
            <a:schemeClr val="accent5">
              <a:lumMod val="60000"/>
              <a:lumOff val="40000"/>
            </a:schemeClr>
          </a:solidFill>
          <a:ln w="12700">
            <a:solidFill>
              <a:schemeClr val="tx1"/>
            </a:solidFill>
            <a:miter lim="800000"/>
          </a:ln>
        </p:spPr>
        <p:txBody>
          <a:bodyPr>
            <a:spAutoFit/>
          </a:bodyPr>
          <a:lstStyle/>
          <a:p>
            <a:pPr eaLnBrk="1" hangingPunct="1">
              <a:buNone/>
            </a:pPr>
            <a:r>
              <a:rPr lang="en-US" altLang="en-US" b="1" dirty="0">
                <a:latin typeface="楷体" panose="02010609060101010101" pitchFamily="49" charset="-122"/>
                <a:ea typeface="楷体" panose="02010609060101010101" pitchFamily="49" charset="-122"/>
              </a:rPr>
              <a:t>文法</a:t>
            </a:r>
            <a:endParaRPr lang="en-US" altLang="zh-CN" b="1" dirty="0">
              <a:latin typeface="楷体" panose="02010609060101010101" pitchFamily="49" charset="-122"/>
              <a:ea typeface="楷体" panose="02010609060101010101" pitchFamily="49" charset="-122"/>
            </a:endParaRPr>
          </a:p>
          <a:p>
            <a:pPr eaLnBrk="1" hangingPunct="1">
              <a:buNone/>
            </a:pPr>
            <a:r>
              <a:rPr lang="en-US" altLang="zh-CN" b="1" dirty="0">
                <a:latin typeface="Times New Roman" panose="02020603050405020304" pitchFamily="18" charset="0"/>
                <a:cs typeface="Times New Roman" panose="02020603050405020304" pitchFamily="18" charset="0"/>
              </a:rPr>
              <a:t>(0) </a:t>
            </a:r>
            <a:r>
              <a:rPr lang="en-US" altLang="zh-CN" b="1" i="1" dirty="0">
                <a:latin typeface="Times New Roman" panose="02020603050405020304" pitchFamily="18" charset="0"/>
                <a:cs typeface="Times New Roman" panose="02020603050405020304" pitchFamily="18" charset="0"/>
              </a:rPr>
              <a:t>S′</a:t>
            </a:r>
            <a:r>
              <a:rPr lang="en-US" altLang="zh-CN" b="1" dirty="0">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T</a:t>
            </a:r>
            <a:r>
              <a:rPr lang="en-US" altLang="zh-CN" b="1" dirty="0">
                <a:latin typeface="Times New Roman" panose="02020603050405020304" pitchFamily="18" charset="0"/>
                <a:cs typeface="Times New Roman" panose="02020603050405020304" pitchFamily="18" charset="0"/>
              </a:rPr>
              <a:t> </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(1) </a:t>
            </a:r>
            <a:r>
              <a:rPr lang="en-US" altLang="zh-CN" b="1" i="1" dirty="0">
                <a:latin typeface="Times New Roman" panose="02020603050405020304" pitchFamily="18" charset="0"/>
                <a:cs typeface="Times New Roman" panose="02020603050405020304" pitchFamily="18" charset="0"/>
              </a:rPr>
              <a:t>T</a:t>
            </a:r>
            <a:r>
              <a:rPr lang="en-US" altLang="zh-CN" b="1" dirty="0">
                <a:latin typeface="Times New Roman" panose="02020603050405020304" pitchFamily="18" charset="0"/>
                <a:cs typeface="Times New Roman" panose="02020603050405020304" pitchFamily="18" charset="0"/>
              </a:rPr>
              <a:t> → </a:t>
            </a:r>
            <a:r>
              <a:rPr lang="en-US" altLang="zh-CN" b="1" i="1" dirty="0">
                <a:latin typeface="Times New Roman" panose="02020603050405020304" pitchFamily="18" charset="0"/>
                <a:cs typeface="Times New Roman" panose="02020603050405020304" pitchFamily="18" charset="0"/>
              </a:rPr>
              <a:t>aBd</a:t>
            </a:r>
            <a:r>
              <a:rPr lang="en-US" altLang="zh-CN" b="1" dirty="0">
                <a:latin typeface="Times New Roman" panose="02020603050405020304" pitchFamily="18" charset="0"/>
                <a:cs typeface="Times New Roman" panose="02020603050405020304" pitchFamily="18" charset="0"/>
              </a:rPr>
              <a:t> </a:t>
            </a:r>
          </a:p>
          <a:p>
            <a:pPr eaLnBrk="1" hangingPunct="1">
              <a:buNone/>
            </a:pPr>
            <a:r>
              <a:rPr lang="en-US" altLang="zh-CN" b="1" dirty="0">
                <a:latin typeface="Times New Roman" panose="02020603050405020304" pitchFamily="18" charset="0"/>
                <a:cs typeface="Times New Roman" panose="02020603050405020304" pitchFamily="18" charset="0"/>
              </a:rPr>
              <a:t>(2) </a:t>
            </a:r>
            <a:r>
              <a:rPr lang="en-US" altLang="zh-CN" b="1" i="1" dirty="0">
                <a:latin typeface="Times New Roman" panose="02020603050405020304" pitchFamily="18" charset="0"/>
                <a:cs typeface="Times New Roman" panose="02020603050405020304" pitchFamily="18" charset="0"/>
              </a:rPr>
              <a:t>T</a:t>
            </a:r>
            <a:r>
              <a:rPr lang="en-US" altLang="zh-CN" b="1" dirty="0">
                <a:latin typeface="Times New Roman" panose="02020603050405020304" pitchFamily="18" charset="0"/>
                <a:cs typeface="Times New Roman" panose="02020603050405020304" pitchFamily="18" charset="0"/>
              </a:rPr>
              <a:t> →  </a:t>
            </a:r>
            <a:r>
              <a:rPr lang="en-US" altLang="zh-CN" b="1" i="1" dirty="0">
                <a:latin typeface="Times New Roman" panose="02020603050405020304" pitchFamily="18" charset="0"/>
                <a:cs typeface="Times New Roman" panose="02020603050405020304" pitchFamily="18" charset="0"/>
              </a:rPr>
              <a:t>ε</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(3) </a:t>
            </a:r>
            <a:r>
              <a:rPr lang="en-US" altLang="zh-CN" b="1" i="1" dirty="0">
                <a:latin typeface="Times New Roman" panose="02020603050405020304" pitchFamily="18" charset="0"/>
                <a:cs typeface="Times New Roman" panose="02020603050405020304" pitchFamily="18" charset="0"/>
              </a:rPr>
              <a:t>B</a:t>
            </a:r>
            <a:r>
              <a:rPr lang="en-US" altLang="zh-CN" b="1" dirty="0">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Tb</a:t>
            </a:r>
            <a:r>
              <a:rPr lang="en-US" altLang="zh-CN" b="1" dirty="0">
                <a:latin typeface="Times New Roman" panose="02020603050405020304" pitchFamily="18" charset="0"/>
                <a:cs typeface="Times New Roman" panose="02020603050405020304" pitchFamily="18" charset="0"/>
              </a:rPr>
              <a:t> </a:t>
            </a:r>
          </a:p>
          <a:p>
            <a:pPr eaLnBrk="1" hangingPunct="1">
              <a:buNone/>
            </a:pPr>
            <a:r>
              <a:rPr lang="en-US" altLang="zh-CN" b="1" dirty="0">
                <a:latin typeface="Times New Roman" panose="02020603050405020304" pitchFamily="18" charset="0"/>
                <a:cs typeface="Times New Roman" panose="02020603050405020304" pitchFamily="18" charset="0"/>
              </a:rPr>
              <a:t>(4) </a:t>
            </a:r>
            <a:r>
              <a:rPr lang="en-US" altLang="zh-CN" b="1" i="1" dirty="0">
                <a:latin typeface="Times New Roman" panose="02020603050405020304" pitchFamily="18" charset="0"/>
                <a:cs typeface="Times New Roman" panose="02020603050405020304" pitchFamily="18" charset="0"/>
              </a:rPr>
              <a:t>B</a:t>
            </a:r>
            <a:r>
              <a:rPr lang="en-US" altLang="zh-CN" b="1" dirty="0">
                <a:latin typeface="Times New Roman" panose="02020603050405020304" pitchFamily="18" charset="0"/>
                <a:cs typeface="Times New Roman" panose="02020603050405020304" pitchFamily="18" charset="0"/>
              </a:rPr>
              <a:t> →  </a:t>
            </a:r>
            <a:r>
              <a:rPr lang="en-US" altLang="zh-CN" b="1" i="1" dirty="0">
                <a:latin typeface="Times New Roman" panose="02020603050405020304" pitchFamily="18" charset="0"/>
                <a:cs typeface="Times New Roman" panose="02020603050405020304" pitchFamily="18" charset="0"/>
              </a:rPr>
              <a:t>ε</a:t>
            </a:r>
            <a:r>
              <a:rPr lang="en-US" altLang="zh-CN" b="1" dirty="0">
                <a:latin typeface="Times New Roman" panose="02020603050405020304" pitchFamily="18" charset="0"/>
                <a:cs typeface="Times New Roman" panose="02020603050405020304" pitchFamily="18" charset="0"/>
              </a:rPr>
              <a:t> </a:t>
            </a:r>
            <a:endParaRPr lang="en-US" altLang="en-US" b="1" dirty="0">
              <a:latin typeface="Times New Roman" panose="02020603050405020304" pitchFamily="18" charset="0"/>
              <a:ea typeface="楷体" panose="02010609060101010101" pitchFamily="49" charset="-122"/>
            </a:endParaRPr>
          </a:p>
        </p:txBody>
      </p:sp>
      <p:sp>
        <p:nvSpPr>
          <p:cNvPr id="3" name="矩形 2"/>
          <p:cNvSpPr/>
          <p:nvPr/>
        </p:nvSpPr>
        <p:spPr>
          <a:xfrm>
            <a:off x="6343650" y="1071563"/>
            <a:ext cx="2222500" cy="476250"/>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500" b="1" i="1" dirty="0">
                <a:solidFill>
                  <a:srgbClr val="000000"/>
                </a:solidFill>
                <a:latin typeface="Times New Roman" panose="02020603050405020304" pitchFamily="18" charset="0"/>
                <a:ea typeface="黑体" panose="02010609060101010101" pitchFamily="49" charset="-122"/>
              </a:rPr>
              <a:t>SLR</a:t>
            </a:r>
            <a:r>
              <a:rPr lang="en-US" altLang="zh-CN" sz="2500" b="1" dirty="0">
                <a:solidFill>
                  <a:srgbClr val="000000"/>
                </a:solidFill>
                <a:latin typeface="Times New Roman" panose="02020603050405020304" pitchFamily="18" charset="0"/>
                <a:ea typeface="黑体" panose="02010609060101010101" pitchFamily="49" charset="-122"/>
              </a:rPr>
              <a:t>(1)</a:t>
            </a:r>
            <a:r>
              <a:rPr lang="zh-CN" altLang="zh-CN" sz="2500" b="1" dirty="0">
                <a:solidFill>
                  <a:srgbClr val="000000"/>
                </a:solidFill>
                <a:latin typeface="华文楷体" panose="02010600040101010101" pitchFamily="2" charset="-122"/>
                <a:ea typeface="华文楷体" panose="02010600040101010101" pitchFamily="2" charset="-122"/>
              </a:rPr>
              <a:t>分析表</a:t>
            </a:r>
            <a:endParaRPr lang="zh-CN" altLang="en-US" sz="2500" dirty="0">
              <a:solidFill>
                <a:schemeClr val="tx1"/>
              </a:solidFill>
              <a:latin typeface="华文楷体" panose="02010600040101010101" pitchFamily="2" charset="-122"/>
              <a:ea typeface="华文楷体" panose="02010600040101010101" pitchFamily="2" charset="-122"/>
            </a:endParaRPr>
          </a:p>
        </p:txBody>
      </p:sp>
      <p:graphicFrame>
        <p:nvGraphicFramePr>
          <p:cNvPr id="53253" name="表格 53252"/>
          <p:cNvGraphicFramePr/>
          <p:nvPr/>
        </p:nvGraphicFramePr>
        <p:xfrm>
          <a:off x="5500688" y="1547813"/>
          <a:ext cx="3262313" cy="3357563"/>
        </p:xfrm>
        <a:graphic>
          <a:graphicData uri="http://schemas.openxmlformats.org/drawingml/2006/table">
            <a:tbl>
              <a:tblPr/>
              <a:tblGrid>
                <a:gridCol w="381000">
                  <a:extLst>
                    <a:ext uri="{9D8B030D-6E8A-4147-A177-3AD203B41FA5}">
                      <a16:colId xmlns:a16="http://schemas.microsoft.com/office/drawing/2014/main" val="20000"/>
                    </a:ext>
                  </a:extLst>
                </a:gridCol>
                <a:gridCol w="433388">
                  <a:extLst>
                    <a:ext uri="{9D8B030D-6E8A-4147-A177-3AD203B41FA5}">
                      <a16:colId xmlns:a16="http://schemas.microsoft.com/office/drawing/2014/main" val="20001"/>
                    </a:ext>
                  </a:extLst>
                </a:gridCol>
                <a:gridCol w="503237">
                  <a:extLst>
                    <a:ext uri="{9D8B030D-6E8A-4147-A177-3AD203B41FA5}">
                      <a16:colId xmlns:a16="http://schemas.microsoft.com/office/drawing/2014/main" val="20002"/>
                    </a:ext>
                  </a:extLst>
                </a:gridCol>
                <a:gridCol w="504825">
                  <a:extLst>
                    <a:ext uri="{9D8B030D-6E8A-4147-A177-3AD203B41FA5}">
                      <a16:colId xmlns:a16="http://schemas.microsoft.com/office/drawing/2014/main" val="20003"/>
                    </a:ext>
                  </a:extLst>
                </a:gridCol>
                <a:gridCol w="576263">
                  <a:extLst>
                    <a:ext uri="{9D8B030D-6E8A-4147-A177-3AD203B41FA5}">
                      <a16:colId xmlns:a16="http://schemas.microsoft.com/office/drawing/2014/main" val="20004"/>
                    </a:ext>
                  </a:extLst>
                </a:gridCol>
                <a:gridCol w="431800">
                  <a:extLst>
                    <a:ext uri="{9D8B030D-6E8A-4147-A177-3AD203B41FA5}">
                      <a16:colId xmlns:a16="http://schemas.microsoft.com/office/drawing/2014/main" val="20005"/>
                    </a:ext>
                  </a:extLst>
                </a:gridCol>
                <a:gridCol w="431800">
                  <a:extLst>
                    <a:ext uri="{9D8B030D-6E8A-4147-A177-3AD203B41FA5}">
                      <a16:colId xmlns:a16="http://schemas.microsoft.com/office/drawing/2014/main" val="20006"/>
                    </a:ext>
                  </a:extLst>
                </a:gridCol>
              </a:tblGrid>
              <a:tr h="373063">
                <a:tc rowSpan="2">
                  <a:txBody>
                    <a:bodyPr/>
                    <a:lstStyle/>
                    <a:p>
                      <a:pPr lvl="0" algn="ctr" eaLnBrk="1" hangingPunct="1">
                        <a:buNone/>
                      </a:pPr>
                      <a:r>
                        <a:rPr lang="zh-CN" altLang="en-US" sz="1800" b="1">
                          <a:solidFill>
                            <a:srgbClr val="000000"/>
                          </a:solidFill>
                          <a:latin typeface="华文楷体" panose="02010600040101010101" pitchFamily="2" charset="-122"/>
                          <a:ea typeface="华文楷体" panose="02010600040101010101" pitchFamily="2" charset="-122"/>
                        </a:rPr>
                        <a:t>状态</a:t>
                      </a:r>
                    </a:p>
                  </a:txBody>
                  <a:tcPr marL="91478" marR="91478" marT="34283" marB="34283"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gridSpan="4">
                  <a:txBody>
                    <a:bodyPr/>
                    <a:lstStyle/>
                    <a:p>
                      <a:pPr lvl="0" algn="ctr" eaLnBrk="1" hangingPunct="1">
                        <a:buNone/>
                      </a:pPr>
                      <a:r>
                        <a:rPr lang="en-US" altLang="zh-CN" sz="1800" b="1" i="1">
                          <a:latin typeface="Times New Roman" panose="02020603050405020304" pitchFamily="18" charset="0"/>
                          <a:ea typeface="楷体" panose="02010609060101010101" pitchFamily="49" charset="-122"/>
                        </a:rPr>
                        <a:t>ACTION</a:t>
                      </a:r>
                      <a:endParaRPr lang="zh-CN" altLang="en-US" sz="1800" b="1" i="1">
                        <a:latin typeface="Times New Roman" panose="02020603050405020304" pitchFamily="18" charset="0"/>
                        <a:ea typeface="楷体" panose="02010609060101010101" pitchFamily="49"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p>
                      <a:pPr lvl="0" algn="ctr" eaLnBrk="1" hangingPunct="1">
                        <a:buNone/>
                      </a:pPr>
                      <a:r>
                        <a:rPr lang="en-US" altLang="zh-CN" sz="1800" b="1" i="1">
                          <a:latin typeface="Times New Roman" panose="02020603050405020304" pitchFamily="18" charset="0"/>
                          <a:ea typeface="楷体" panose="02010609060101010101" pitchFamily="49" charset="-122"/>
                        </a:rPr>
                        <a:t>GOTO</a:t>
                      </a:r>
                      <a:endParaRPr lang="zh-CN" altLang="en-US" sz="1800" b="1" i="1">
                        <a:latin typeface="Times New Roman" panose="02020603050405020304" pitchFamily="18" charset="0"/>
                        <a:ea typeface="楷体" panose="02010609060101010101" pitchFamily="49"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373062">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lvl="0" algn="ctr" eaLnBrk="1" hangingPunct="1">
                        <a:buNone/>
                      </a:pPr>
                      <a:r>
                        <a:rPr lang="en-US" altLang="zh-CN" sz="1800" b="1" i="1">
                          <a:solidFill>
                            <a:srgbClr val="000000"/>
                          </a:solidFill>
                          <a:latin typeface="Times New Roman" panose="02020603050405020304" pitchFamily="18" charset="0"/>
                          <a:ea typeface="宋体" panose="02010600030101010101" pitchFamily="2" charset="-122"/>
                        </a:rPr>
                        <a:t>a</a:t>
                      </a:r>
                      <a:endParaRPr lang="zh-CN" altLang="en-US" sz="1800" b="1" i="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800" b="1" i="1">
                          <a:latin typeface="Times New Roman" panose="02020603050405020304" pitchFamily="18" charset="0"/>
                          <a:ea typeface="楷体" panose="02010609060101010101" pitchFamily="49" charset="-122"/>
                        </a:rPr>
                        <a:t>b</a:t>
                      </a:r>
                      <a:endParaRPr lang="zh-CN" altLang="en-US" sz="1800" b="1" i="1">
                        <a:latin typeface="Times New Roman" panose="02020603050405020304" pitchFamily="18" charset="0"/>
                        <a:ea typeface="楷体" panose="02010609060101010101" pitchFamily="49"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800" b="1" i="1">
                          <a:latin typeface="Times New Roman" panose="02020603050405020304" pitchFamily="18" charset="0"/>
                          <a:ea typeface="楷体" panose="02010609060101010101" pitchFamily="49" charset="-122"/>
                        </a:rPr>
                        <a:t>d</a:t>
                      </a:r>
                      <a:endParaRPr lang="zh-CN" altLang="en-US" sz="1800" b="1" i="1">
                        <a:latin typeface="Times New Roman" panose="02020603050405020304" pitchFamily="18" charset="0"/>
                        <a:ea typeface="楷体" panose="02010609060101010101" pitchFamily="49"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800" b="1">
                          <a:latin typeface="华文楷体" panose="02010600040101010101" pitchFamily="2" charset="-122"/>
                          <a:ea typeface="Times New Roman" panose="02020603050405020304" pitchFamily="18" charset="0"/>
                        </a:rPr>
                        <a:t>$</a:t>
                      </a:r>
                      <a:r>
                        <a:rPr lang="en-US" altLang="zh-CN" sz="1800" b="1">
                          <a:latin typeface="Times New Roman" panose="02020603050405020304" pitchFamily="18" charset="0"/>
                          <a:ea typeface="Times New Roman" panose="02020603050405020304" pitchFamily="18" charset="0"/>
                        </a:rPr>
                        <a:t> </a:t>
                      </a:r>
                      <a:endParaRPr lang="zh-CN" altLang="en-US" sz="1800" b="1">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800" b="1" i="1">
                          <a:latin typeface="Times New Roman" panose="02020603050405020304" pitchFamily="18" charset="0"/>
                          <a:ea typeface="楷体" panose="02010609060101010101" pitchFamily="49" charset="-122"/>
                        </a:rPr>
                        <a:t>T</a:t>
                      </a:r>
                      <a:endParaRPr lang="zh-CN" altLang="en-US" sz="1800" b="1" i="1">
                        <a:latin typeface="Times New Roman" panose="02020603050405020304" pitchFamily="18" charset="0"/>
                        <a:ea typeface="楷体" panose="02010609060101010101" pitchFamily="49"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800" b="1" i="1">
                          <a:solidFill>
                            <a:srgbClr val="000000"/>
                          </a:solidFill>
                          <a:latin typeface="Times New Roman" panose="02020603050405020304" pitchFamily="18" charset="0"/>
                          <a:ea typeface="宋体" panose="02010600030101010101" pitchFamily="2" charset="-122"/>
                        </a:rPr>
                        <a:t>B</a:t>
                      </a:r>
                      <a:endParaRPr lang="zh-CN" altLang="en-US" sz="1800" b="1" i="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73063">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0</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latin typeface="Times New Roman" panose="02020603050405020304" pitchFamily="18" charset="0"/>
                          <a:ea typeface="Times New Roman" panose="02020603050405020304" pitchFamily="18" charset="0"/>
                        </a:rPr>
                        <a:t>s2</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latin typeface="Times New Roman" panose="02020603050405020304" pitchFamily="18" charset="0"/>
                          <a:ea typeface="Times New Roman" panose="02020603050405020304" pitchFamily="18" charset="0"/>
                        </a:rPr>
                        <a:t>r2</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latin typeface="Times New Roman" panose="02020603050405020304" pitchFamily="18" charset="0"/>
                          <a:ea typeface="Times New Roman" panose="02020603050405020304" pitchFamily="18" charset="0"/>
                        </a:rPr>
                        <a:t>r2</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1</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3062">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1</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acc</a:t>
                      </a:r>
                      <a:endParaRPr lang="zh-CN" altLang="en-US" sz="16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3063">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2</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latin typeface="Times New Roman" panose="02020603050405020304" pitchFamily="18" charset="0"/>
                          <a:ea typeface="Times New Roman" panose="02020603050405020304" pitchFamily="18" charset="0"/>
                        </a:rPr>
                        <a:t>s2</a:t>
                      </a:r>
                      <a:r>
                        <a:rPr lang="en-US" altLang="zh-CN" sz="1800" b="1">
                          <a:solidFill>
                            <a:schemeClr val="folHlink"/>
                          </a:solidFill>
                          <a:latin typeface="宋体" panose="02010600030101010101" pitchFamily="2" charset="-122"/>
                          <a:ea typeface="Times New Roman" panose="02020603050405020304" pitchFamily="18" charset="0"/>
                        </a:rPr>
                        <a:t> </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solidFill>
                            <a:srgbClr val="FF0000"/>
                          </a:solidFill>
                          <a:latin typeface="Times New Roman" panose="02020603050405020304" pitchFamily="18" charset="0"/>
                          <a:ea typeface="Times New Roman" panose="02020603050405020304" pitchFamily="18" charset="0"/>
                        </a:rPr>
                        <a:t>r2</a:t>
                      </a:r>
                      <a:endParaRPr lang="zh-CN" altLang="en-US" sz="1800" b="1">
                        <a:solidFill>
                          <a:srgbClr val="FF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solidFill>
                            <a:srgbClr val="2D83F4"/>
                          </a:solidFill>
                          <a:latin typeface="Times New Roman" panose="02020603050405020304" pitchFamily="18" charset="0"/>
                          <a:ea typeface="Times New Roman" panose="02020603050405020304" pitchFamily="18" charset="0"/>
                        </a:rPr>
                        <a:t>r4</a:t>
                      </a:r>
                      <a:endParaRPr lang="zh-CN" altLang="en-US" sz="1800" b="1">
                        <a:solidFill>
                          <a:srgbClr val="2D83F4"/>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solidFill>
                            <a:srgbClr val="FF0000"/>
                          </a:solidFill>
                          <a:latin typeface="Times New Roman" panose="02020603050405020304" pitchFamily="18" charset="0"/>
                          <a:ea typeface="Times New Roman" panose="02020603050405020304" pitchFamily="18" charset="0"/>
                        </a:rPr>
                        <a:t>r2</a:t>
                      </a:r>
                      <a:endParaRPr lang="zh-CN" altLang="en-US" sz="1800" b="1">
                        <a:solidFill>
                          <a:srgbClr val="FF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4</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3</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3062">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3</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solidFill>
                            <a:schemeClr val="folHlink"/>
                          </a:solidFill>
                          <a:latin typeface="宋体" panose="02010600030101010101" pitchFamily="2" charset="-122"/>
                          <a:ea typeface="Times New Roman" panose="02020603050405020304" pitchFamily="18" charset="0"/>
                        </a:rPr>
                        <a:t> </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latin typeface="Times New Roman" panose="02020603050405020304" pitchFamily="18" charset="0"/>
                          <a:ea typeface="Times New Roman" panose="02020603050405020304" pitchFamily="18" charset="0"/>
                        </a:rPr>
                        <a:t>s5</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73063">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4</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solidFill>
                            <a:schemeClr val="folHlink"/>
                          </a:solidFill>
                          <a:latin typeface="宋体" panose="02010600030101010101" pitchFamily="2" charset="-122"/>
                          <a:ea typeface="Times New Roman" panose="02020603050405020304" pitchFamily="18" charset="0"/>
                        </a:rPr>
                        <a:t> </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latin typeface="Times New Roman" panose="02020603050405020304" pitchFamily="18" charset="0"/>
                          <a:ea typeface="Times New Roman" panose="02020603050405020304" pitchFamily="18" charset="0"/>
                        </a:rPr>
                        <a:t>s6</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73062">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5</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solidFill>
                            <a:schemeClr val="folHlink"/>
                          </a:solidFill>
                          <a:latin typeface="宋体" panose="02010600030101010101" pitchFamily="2" charset="-122"/>
                          <a:ea typeface="Times New Roman" panose="02020603050405020304" pitchFamily="18" charset="0"/>
                        </a:rPr>
                        <a:t> </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latin typeface="Times New Roman" panose="02020603050405020304" pitchFamily="18" charset="0"/>
                          <a:ea typeface="Times New Roman" panose="02020603050405020304" pitchFamily="18" charset="0"/>
                        </a:rPr>
                        <a:t>r1</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latin typeface="Times New Roman" panose="02020603050405020304" pitchFamily="18" charset="0"/>
                          <a:ea typeface="Times New Roman" panose="02020603050405020304" pitchFamily="18" charset="0"/>
                        </a:rPr>
                        <a:t>r1</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73063">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6</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solidFill>
                            <a:schemeClr val="folHlink"/>
                          </a:solidFill>
                          <a:latin typeface="宋体" panose="02010600030101010101" pitchFamily="2" charset="-122"/>
                          <a:ea typeface="Times New Roman" panose="02020603050405020304" pitchFamily="18" charset="0"/>
                        </a:rPr>
                        <a:t> </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latin typeface="Times New Roman" panose="02020603050405020304" pitchFamily="18" charset="0"/>
                          <a:ea typeface="Times New Roman" panose="02020603050405020304" pitchFamily="18" charset="0"/>
                        </a:rPr>
                        <a:t>r3</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pSp>
        <p:nvGrpSpPr>
          <p:cNvPr id="21587" name="组合 29"/>
          <p:cNvGrpSpPr/>
          <p:nvPr/>
        </p:nvGrpSpPr>
        <p:grpSpPr>
          <a:xfrm>
            <a:off x="315913" y="1428750"/>
            <a:ext cx="4756150" cy="3500438"/>
            <a:chOff x="3586435" y="362157"/>
            <a:chExt cx="5349705" cy="4307728"/>
          </a:xfrm>
        </p:grpSpPr>
        <p:sp>
          <p:nvSpPr>
            <p:cNvPr id="21588" name="Line 18"/>
            <p:cNvSpPr/>
            <p:nvPr/>
          </p:nvSpPr>
          <p:spPr>
            <a:xfrm>
              <a:off x="6944022" y="2961337"/>
              <a:ext cx="648000" cy="0"/>
            </a:xfrm>
            <a:prstGeom prst="line">
              <a:avLst/>
            </a:prstGeom>
            <a:ln w="38100" cap="flat" cmpd="sng">
              <a:solidFill>
                <a:schemeClr val="tx1"/>
              </a:solidFill>
              <a:prstDash val="solid"/>
              <a:headEnd type="none" w="sm" len="sm"/>
              <a:tailEnd type="triangle" w="med" len="med"/>
            </a:ln>
          </p:spPr>
        </p:sp>
        <p:sp>
          <p:nvSpPr>
            <p:cNvPr id="21589" name="Line 18"/>
            <p:cNvSpPr/>
            <p:nvPr/>
          </p:nvSpPr>
          <p:spPr>
            <a:xfrm>
              <a:off x="4872320" y="3890031"/>
              <a:ext cx="792000" cy="0"/>
            </a:xfrm>
            <a:prstGeom prst="line">
              <a:avLst/>
            </a:prstGeom>
            <a:ln w="38100" cap="flat" cmpd="sng">
              <a:solidFill>
                <a:schemeClr val="tx1"/>
              </a:solidFill>
              <a:prstDash val="solid"/>
              <a:headEnd type="none" w="sm" len="sm"/>
              <a:tailEnd type="triangle" w="med" len="med"/>
            </a:ln>
          </p:spPr>
        </p:sp>
        <p:sp>
          <p:nvSpPr>
            <p:cNvPr id="21590" name="Line 18"/>
            <p:cNvSpPr/>
            <p:nvPr/>
          </p:nvSpPr>
          <p:spPr>
            <a:xfrm>
              <a:off x="4872320" y="2961337"/>
              <a:ext cx="792000" cy="0"/>
            </a:xfrm>
            <a:prstGeom prst="line">
              <a:avLst/>
            </a:prstGeom>
            <a:ln w="38100" cap="flat" cmpd="sng">
              <a:solidFill>
                <a:schemeClr val="tx1"/>
              </a:solidFill>
              <a:prstDash val="solid"/>
              <a:headEnd type="none" w="sm" len="sm"/>
              <a:tailEnd type="triangle" w="med" len="med"/>
            </a:ln>
          </p:spPr>
        </p:sp>
        <p:sp>
          <p:nvSpPr>
            <p:cNvPr id="21591" name="Line 18"/>
            <p:cNvSpPr/>
            <p:nvPr/>
          </p:nvSpPr>
          <p:spPr>
            <a:xfrm>
              <a:off x="4872320" y="1675453"/>
              <a:ext cx="792000" cy="0"/>
            </a:xfrm>
            <a:prstGeom prst="line">
              <a:avLst/>
            </a:prstGeom>
            <a:ln w="38100" cap="flat" cmpd="sng">
              <a:solidFill>
                <a:schemeClr val="tx1"/>
              </a:solidFill>
              <a:prstDash val="solid"/>
              <a:headEnd type="none" w="sm" len="sm"/>
              <a:tailEnd type="triangle" w="med" len="med"/>
            </a:ln>
          </p:spPr>
        </p:sp>
        <p:sp>
          <p:nvSpPr>
            <p:cNvPr id="21592" name="Text Box 14"/>
            <p:cNvSpPr txBox="1"/>
            <p:nvPr/>
          </p:nvSpPr>
          <p:spPr>
            <a:xfrm>
              <a:off x="3586435" y="362157"/>
              <a:ext cx="1412422" cy="1629317"/>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
                  <a:schemeClr val="tx2"/>
                </a:buClr>
                <a:buSzPct val="75000"/>
                <a:buFont typeface="Monotype Sorts"/>
                <a:buNone/>
              </a:pPr>
              <a:r>
                <a:rPr lang="en-US" altLang="zh-CN" sz="2000" b="1" i="1" dirty="0">
                  <a:solidFill>
                    <a:schemeClr val="tx1"/>
                  </a:solidFill>
                  <a:latin typeface="Times New Roman" panose="02020603050405020304" pitchFamily="18" charset="0"/>
                  <a:ea typeface="宋体" panose="02010600030101010101" pitchFamily="2" charset="-122"/>
                </a:rPr>
                <a:t>I</a:t>
              </a:r>
              <a:r>
                <a:rPr lang="en-US" altLang="zh-CN" sz="2000" b="1" i="1" baseline="-25000" dirty="0">
                  <a:solidFill>
                    <a:schemeClr val="tx1"/>
                  </a:solidFill>
                  <a:latin typeface="Times New Roman" panose="02020603050405020304" pitchFamily="18" charset="0"/>
                  <a:ea typeface="宋体" panose="02010600030101010101" pitchFamily="2" charset="-122"/>
                </a:rPr>
                <a:t>0</a:t>
              </a:r>
              <a:r>
                <a:rPr lang="en-US" altLang="zh-CN" sz="2000" b="1" dirty="0">
                  <a:solidFill>
                    <a:schemeClr val="tx1"/>
                  </a:solidFill>
                  <a:latin typeface="Times New Roman" panose="02020603050405020304" pitchFamily="18" charset="0"/>
                  <a:ea typeface="宋体" panose="02010600030101010101" pitchFamily="2" charset="-122"/>
                </a:rPr>
                <a:t>:</a:t>
              </a:r>
            </a:p>
            <a:p>
              <a:pPr marL="0" lvl="0" indent="0">
                <a:spcBef>
                  <a:spcPct val="0"/>
                </a:spcBef>
                <a:buClr>
                  <a:schemeClr val="tx2"/>
                </a:buClr>
                <a:buSzPct val="75000"/>
                <a:buFont typeface="Monotype Sorts"/>
                <a:buNone/>
              </a:pPr>
              <a:r>
                <a:rPr lang="en-US" altLang="zh-CN" sz="2000" b="1" i="1" dirty="0">
                  <a:solidFill>
                    <a:schemeClr val="tx1"/>
                  </a:solidFill>
                  <a:latin typeface="Times New Roman" panose="02020603050405020304" pitchFamily="18" charset="0"/>
                  <a:ea typeface="宋体" panose="02010600030101010101" pitchFamily="2" charset="-122"/>
                </a:rPr>
                <a:t>S′</a:t>
              </a:r>
              <a:r>
                <a:rPr lang="en-US" altLang="zh-CN" sz="2000" b="1" i="1" dirty="0">
                  <a:solidFill>
                    <a:srgbClr val="2D83F4"/>
                  </a:solidFill>
                  <a:latin typeface="Times New Roman" panose="02020603050405020304" pitchFamily="18" charset="0"/>
                  <a:ea typeface="宋体" panose="02010600030101010101" pitchFamily="2" charset="-122"/>
                </a:rPr>
                <a:t> </a:t>
              </a:r>
              <a:r>
                <a:rPr lang="en-US" altLang="zh-CN" sz="2000" b="1" i="1" dirty="0">
                  <a:solidFill>
                    <a:schemeClr val="tx1"/>
                  </a:solidFill>
                  <a:latin typeface="Times New Roman" panose="02020603050405020304" pitchFamily="18" charset="0"/>
                  <a:ea typeface="宋体" panose="02010600030101010101" pitchFamily="2" charset="-122"/>
                </a:rPr>
                <a:t>→ </a:t>
              </a:r>
              <a:r>
                <a:rPr lang="en-US" altLang="zh-CN" sz="2000" b="1" i="1" dirty="0">
                  <a:solidFill>
                    <a:srgbClr val="000000"/>
                  </a:solidFill>
                  <a:latin typeface="Times New Roman" panose="02020603050405020304" pitchFamily="18" charset="0"/>
                  <a:ea typeface="宋体" panose="02010600030101010101" pitchFamily="2" charset="-122"/>
                </a:rPr>
                <a:t>· </a:t>
              </a:r>
              <a:r>
                <a:rPr lang="en-US" altLang="zh-CN" sz="2000" b="1" i="1" dirty="0">
                  <a:solidFill>
                    <a:schemeClr val="tx1"/>
                  </a:solidFill>
                  <a:latin typeface="Times New Roman" panose="02020603050405020304" pitchFamily="18" charset="0"/>
                  <a:ea typeface="宋体" panose="02010600030101010101" pitchFamily="2" charset="-122"/>
                </a:rPr>
                <a:t>T</a:t>
              </a:r>
            </a:p>
            <a:p>
              <a:pPr marL="0" lvl="0" indent="0">
                <a:spcBef>
                  <a:spcPct val="0"/>
                </a:spcBef>
                <a:buClr>
                  <a:schemeClr val="tx2"/>
                </a:buClr>
                <a:buSzPct val="75000"/>
                <a:buFont typeface="Monotype Sorts"/>
                <a:buNone/>
              </a:pPr>
              <a:r>
                <a:rPr lang="en-US" altLang="zh-CN" sz="2000" b="1" i="1" dirty="0">
                  <a:solidFill>
                    <a:schemeClr val="tx1"/>
                  </a:solidFill>
                  <a:latin typeface="Times New Roman" panose="02020603050405020304" pitchFamily="18" charset="0"/>
                  <a:ea typeface="宋体" panose="02010600030101010101" pitchFamily="2" charset="-122"/>
                </a:rPr>
                <a:t>T→</a:t>
              </a:r>
              <a:r>
                <a:rPr lang="en-US" altLang="zh-CN" sz="2000" b="1" i="1" dirty="0">
                  <a:solidFill>
                    <a:srgbClr val="000000"/>
                  </a:solidFill>
                  <a:latin typeface="Times New Roman" panose="02020603050405020304" pitchFamily="18" charset="0"/>
                  <a:ea typeface="宋体" panose="02010600030101010101" pitchFamily="2" charset="-122"/>
                </a:rPr>
                <a:t> · </a:t>
              </a:r>
              <a:r>
                <a:rPr lang="en-US" altLang="zh-CN" sz="2000" b="1" i="1" dirty="0">
                  <a:solidFill>
                    <a:schemeClr val="tx1"/>
                  </a:solidFill>
                  <a:latin typeface="Times New Roman" panose="02020603050405020304" pitchFamily="18" charset="0"/>
                  <a:ea typeface="宋体" panose="02010600030101010101" pitchFamily="2" charset="-122"/>
                </a:rPr>
                <a:t>aBd</a:t>
              </a:r>
            </a:p>
            <a:p>
              <a:pPr marL="0" lvl="0" indent="0">
                <a:spcBef>
                  <a:spcPct val="0"/>
                </a:spcBef>
                <a:buClr>
                  <a:schemeClr val="tx2"/>
                </a:buClr>
                <a:buSzPct val="75000"/>
                <a:buFont typeface="Monotype Sorts"/>
                <a:buNone/>
              </a:pPr>
              <a:r>
                <a:rPr lang="en-US" altLang="zh-CN" sz="2000" b="1" i="1" dirty="0">
                  <a:solidFill>
                    <a:schemeClr val="tx1"/>
                  </a:solidFill>
                  <a:latin typeface="Times New Roman" panose="02020603050405020304" pitchFamily="18" charset="0"/>
                  <a:ea typeface="宋体" panose="02010600030101010101" pitchFamily="2" charset="-122"/>
                </a:rPr>
                <a:t>T →</a:t>
              </a:r>
              <a:r>
                <a:rPr lang="en-US" altLang="zh-CN" sz="2000" b="1" i="1" dirty="0">
                  <a:solidFill>
                    <a:srgbClr val="000000"/>
                  </a:solidFill>
                  <a:latin typeface="Times New Roman" panose="02020603050405020304" pitchFamily="18" charset="0"/>
                  <a:ea typeface="宋体" panose="02010600030101010101" pitchFamily="2" charset="-122"/>
                </a:rPr>
                <a:t> ·</a:t>
              </a:r>
              <a:endParaRPr lang="en-US" altLang="zh-CN" sz="2000" b="1" i="1" dirty="0">
                <a:solidFill>
                  <a:schemeClr val="tx1"/>
                </a:solidFill>
                <a:latin typeface="Times New Roman" panose="02020603050405020304" pitchFamily="18" charset="0"/>
                <a:ea typeface="宋体" panose="02010600030101010101" pitchFamily="2" charset="-122"/>
              </a:endParaRPr>
            </a:p>
          </p:txBody>
        </p:sp>
        <p:sp>
          <p:nvSpPr>
            <p:cNvPr id="12" name="Text Box 14"/>
            <p:cNvSpPr txBox="1">
              <a:spLocks noChangeArrowheads="1"/>
            </p:cNvSpPr>
            <p:nvPr/>
          </p:nvSpPr>
          <p:spPr bwMode="auto">
            <a:xfrm>
              <a:off x="3586435" y="2284517"/>
              <a:ext cx="1412422" cy="238536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
                  <a:schemeClr val="tx2"/>
                </a:buClr>
                <a:buSzPct val="75000"/>
                <a:buFont typeface="Monotype Sorts"/>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
                  <a:schemeClr val="tx2"/>
                </a:buClr>
                <a:buSzPct val="75000"/>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 </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Bd</a:t>
              </a:r>
            </a:p>
            <a:p>
              <a:pPr marL="0" marR="0" lvl="0" indent="0" algn="l" defTabSz="914400" rtl="0" eaLnBrk="0" fontAlgn="base" latinLnBrk="0" hangingPunct="0">
                <a:lnSpc>
                  <a:spcPct val="100000"/>
                </a:lnSpc>
                <a:spcBef>
                  <a:spcPct val="0"/>
                </a:spcBef>
                <a:spcAft>
                  <a:spcPct val="0"/>
                </a:spcAft>
                <a:buClr>
                  <a:schemeClr val="tx2"/>
                </a:buClr>
                <a:buSzPct val="75000"/>
                <a:buFont typeface="Monotype Sorts"/>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B → </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Tb</a:t>
              </a:r>
            </a:p>
            <a:p>
              <a:pPr marL="0" marR="0" lvl="0" indent="0" algn="l" defTabSz="914400" rtl="0" eaLnBrk="0" fontAlgn="base" latinLnBrk="0" hangingPunct="0">
                <a:lnSpc>
                  <a:spcPct val="100000"/>
                </a:lnSpc>
                <a:spcBef>
                  <a:spcPct val="0"/>
                </a:spcBef>
                <a:spcAft>
                  <a:spcPct val="0"/>
                </a:spcAft>
                <a:buClr>
                  <a:schemeClr val="tx2"/>
                </a:buClr>
                <a:buSzPct val="75000"/>
                <a:buFont typeface="Monotype Sorts"/>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B → </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
                  <a:schemeClr val="tx2"/>
                </a:buClr>
                <a:buSzPct val="75000"/>
                <a:buFont typeface="Monotype Sorts"/>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aBd</a:t>
              </a:r>
            </a:p>
            <a:p>
              <a:pPr marL="0" marR="0" lvl="0" indent="0" algn="l" defTabSz="914400" rtl="0" eaLnBrk="0" fontAlgn="base" latinLnBrk="0" hangingPunct="0">
                <a:lnSpc>
                  <a:spcPct val="100000"/>
                </a:lnSpc>
                <a:spcBef>
                  <a:spcPct val="0"/>
                </a:spcBef>
                <a:spcAft>
                  <a:spcPct val="0"/>
                </a:spcAft>
                <a:buClr>
                  <a:schemeClr val="tx2"/>
                </a:buClr>
                <a:buSzPct val="75000"/>
                <a:buFont typeface="Monotype Sorts"/>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 →</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594" name="Text Box 14"/>
            <p:cNvSpPr txBox="1"/>
            <p:nvPr/>
          </p:nvSpPr>
          <p:spPr>
            <a:xfrm>
              <a:off x="5657749" y="1325291"/>
              <a:ext cx="1262430" cy="871314"/>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
                  <a:schemeClr val="tx2"/>
                </a:buClr>
                <a:buSzPct val="75000"/>
                <a:buFont typeface="Monotype Sorts"/>
                <a:buNone/>
              </a:pPr>
              <a:r>
                <a:rPr lang="en-US" altLang="zh-CN" sz="2000" b="1" i="1" dirty="0">
                  <a:solidFill>
                    <a:schemeClr val="tx1"/>
                  </a:solidFill>
                  <a:latin typeface="Times New Roman" panose="02020603050405020304" pitchFamily="18" charset="0"/>
                  <a:ea typeface="宋体" panose="02010600030101010101" pitchFamily="2" charset="-122"/>
                </a:rPr>
                <a:t>I</a:t>
              </a:r>
              <a:r>
                <a:rPr lang="en-US" altLang="zh-CN" sz="2000" b="1" i="1" baseline="-25000" dirty="0">
                  <a:solidFill>
                    <a:schemeClr val="tx1"/>
                  </a:solidFill>
                  <a:latin typeface="Times New Roman" panose="02020603050405020304" pitchFamily="18" charset="0"/>
                  <a:ea typeface="宋体" panose="02010600030101010101" pitchFamily="2" charset="-122"/>
                </a:rPr>
                <a:t>1</a:t>
              </a:r>
              <a:r>
                <a:rPr lang="en-US" altLang="zh-CN" sz="2000" b="1" dirty="0">
                  <a:solidFill>
                    <a:schemeClr val="tx1"/>
                  </a:solidFill>
                  <a:latin typeface="Times New Roman" panose="02020603050405020304" pitchFamily="18" charset="0"/>
                  <a:ea typeface="宋体" panose="02010600030101010101" pitchFamily="2" charset="-122"/>
                </a:rPr>
                <a:t>:</a:t>
              </a:r>
            </a:p>
            <a:p>
              <a:pPr marL="0" lvl="0" indent="0">
                <a:spcBef>
                  <a:spcPct val="0"/>
                </a:spcBef>
                <a:buClr>
                  <a:schemeClr val="tx2"/>
                </a:buClr>
                <a:buSzPct val="75000"/>
                <a:buFont typeface="Monotype Sorts"/>
                <a:buNone/>
              </a:pPr>
              <a:r>
                <a:rPr lang="en-US" altLang="zh-CN" sz="2000" b="1" i="1" dirty="0">
                  <a:solidFill>
                    <a:schemeClr val="tx1"/>
                  </a:solidFill>
                  <a:latin typeface="Times New Roman" panose="02020603050405020304" pitchFamily="18" charset="0"/>
                  <a:ea typeface="宋体" panose="02010600030101010101" pitchFamily="2" charset="-122"/>
                </a:rPr>
                <a:t>S′</a:t>
              </a:r>
              <a:r>
                <a:rPr lang="en-US" altLang="zh-CN" sz="2000" b="1" i="1" dirty="0">
                  <a:solidFill>
                    <a:srgbClr val="2D83F4"/>
                  </a:solidFill>
                  <a:latin typeface="Times New Roman" panose="02020603050405020304" pitchFamily="18" charset="0"/>
                  <a:ea typeface="宋体" panose="02010600030101010101" pitchFamily="2" charset="-122"/>
                </a:rPr>
                <a:t> </a:t>
              </a:r>
              <a:r>
                <a:rPr lang="en-US" altLang="zh-CN" sz="2000" b="1" i="1" dirty="0">
                  <a:solidFill>
                    <a:schemeClr val="tx1"/>
                  </a:solidFill>
                  <a:latin typeface="Times New Roman" panose="02020603050405020304" pitchFamily="18" charset="0"/>
                  <a:ea typeface="宋体" panose="02010600030101010101" pitchFamily="2" charset="-122"/>
                </a:rPr>
                <a:t>→ T </a:t>
              </a:r>
              <a:r>
                <a:rPr lang="en-US" altLang="zh-CN" sz="2000" b="1" i="1" dirty="0">
                  <a:solidFill>
                    <a:srgbClr val="000000"/>
                  </a:solidFill>
                  <a:latin typeface="Times New Roman" panose="02020603050405020304" pitchFamily="18" charset="0"/>
                  <a:ea typeface="宋体" panose="02010600030101010101" pitchFamily="2" charset="-122"/>
                </a:rPr>
                <a:t>·</a:t>
              </a:r>
              <a:endParaRPr lang="en-US" altLang="zh-CN" sz="2000" b="1" i="1" dirty="0">
                <a:solidFill>
                  <a:schemeClr val="tx1"/>
                </a:solidFill>
                <a:latin typeface="Times New Roman" panose="02020603050405020304" pitchFamily="18" charset="0"/>
                <a:ea typeface="宋体" panose="02010600030101010101" pitchFamily="2" charset="-122"/>
              </a:endParaRPr>
            </a:p>
          </p:txBody>
        </p:sp>
        <p:sp>
          <p:nvSpPr>
            <p:cNvPr id="14" name="Text Box 14"/>
            <p:cNvSpPr txBox="1">
              <a:spLocks noChangeArrowheads="1"/>
            </p:cNvSpPr>
            <p:nvPr/>
          </p:nvSpPr>
          <p:spPr bwMode="auto">
            <a:xfrm>
              <a:off x="5657749" y="2472064"/>
              <a:ext cx="1430278" cy="87131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
                  <a:schemeClr val="tx2"/>
                </a:buClr>
                <a:buSzPct val="75000"/>
                <a:buFont typeface="Monotype Sorts"/>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3</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
                  <a:schemeClr val="tx2"/>
                </a:buClr>
                <a:buSzPct val="75000"/>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T→aB </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d</a:t>
              </a:r>
            </a:p>
          </p:txBody>
        </p:sp>
        <p:sp>
          <p:nvSpPr>
            <p:cNvPr id="15" name="Text Box 14"/>
            <p:cNvSpPr txBox="1">
              <a:spLocks noChangeArrowheads="1"/>
            </p:cNvSpPr>
            <p:nvPr/>
          </p:nvSpPr>
          <p:spPr bwMode="auto">
            <a:xfrm>
              <a:off x="5657749" y="3614931"/>
              <a:ext cx="1285643" cy="87131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
                  <a:schemeClr val="tx2"/>
                </a:buClr>
                <a:buSzPct val="75000"/>
                <a:buFont typeface="Monotype Sorts"/>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4</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
                  <a:schemeClr val="tx2"/>
                </a:buClr>
                <a:buSzPct val="75000"/>
                <a:buFont typeface="Monotype Sorts"/>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B→T </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b</a:t>
              </a:r>
            </a:p>
          </p:txBody>
        </p:sp>
        <p:sp>
          <p:nvSpPr>
            <p:cNvPr id="16" name="Text Box 14"/>
            <p:cNvSpPr txBox="1">
              <a:spLocks noChangeArrowheads="1"/>
            </p:cNvSpPr>
            <p:nvPr/>
          </p:nvSpPr>
          <p:spPr bwMode="auto">
            <a:xfrm>
              <a:off x="7586214" y="2472064"/>
              <a:ext cx="1349926" cy="87131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
                  <a:schemeClr val="tx2"/>
                </a:buClr>
                <a:buSzPct val="75000"/>
                <a:buFont typeface="Monotype Sorts"/>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6</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
                  <a:schemeClr val="tx2"/>
                </a:buClr>
                <a:buSzPct val="75000"/>
                <a:buFont typeface="Monotype Sorts"/>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T→aBd </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 name="Text Box 14"/>
            <p:cNvSpPr txBox="1">
              <a:spLocks noChangeArrowheads="1"/>
            </p:cNvSpPr>
            <p:nvPr/>
          </p:nvSpPr>
          <p:spPr bwMode="auto">
            <a:xfrm>
              <a:off x="7586214" y="3622746"/>
              <a:ext cx="1191005" cy="87131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
                  <a:schemeClr val="tx2"/>
                </a:buClr>
                <a:buSzPct val="75000"/>
                <a:buFont typeface="Monotype Sorts"/>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6</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
                  <a:schemeClr val="tx2"/>
                </a:buClr>
                <a:buSzPct val="75000"/>
                <a:buFont typeface="Monotype Sorts"/>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B→Tb </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599" name="Line 18"/>
            <p:cNvSpPr/>
            <p:nvPr/>
          </p:nvSpPr>
          <p:spPr>
            <a:xfrm>
              <a:off x="6944022" y="3890031"/>
              <a:ext cx="648000" cy="0"/>
            </a:xfrm>
            <a:prstGeom prst="line">
              <a:avLst/>
            </a:prstGeom>
            <a:ln w="38100" cap="flat" cmpd="sng">
              <a:solidFill>
                <a:schemeClr val="tx1"/>
              </a:solidFill>
              <a:prstDash val="solid"/>
              <a:headEnd type="none" w="sm" len="sm"/>
              <a:tailEnd type="triangle" w="med" len="med"/>
            </a:ln>
          </p:spPr>
        </p:sp>
        <p:sp>
          <p:nvSpPr>
            <p:cNvPr id="21600" name="Line 18"/>
            <p:cNvSpPr/>
            <p:nvPr/>
          </p:nvSpPr>
          <p:spPr>
            <a:xfrm flipH="1">
              <a:off x="4356007" y="2032501"/>
              <a:ext cx="0" cy="216000"/>
            </a:xfrm>
            <a:prstGeom prst="line">
              <a:avLst/>
            </a:prstGeom>
            <a:ln w="38100" cap="flat" cmpd="sng">
              <a:solidFill>
                <a:schemeClr val="tx1"/>
              </a:solidFill>
              <a:prstDash val="solid"/>
              <a:headEnd type="none" w="sm" len="sm"/>
              <a:tailEnd type="triangle" w="med" len="med"/>
            </a:ln>
          </p:spPr>
        </p:sp>
        <p:sp>
          <p:nvSpPr>
            <p:cNvPr id="24" name="任意多边形 21"/>
            <p:cNvSpPr/>
            <p:nvPr/>
          </p:nvSpPr>
          <p:spPr>
            <a:xfrm>
              <a:off x="4838151" y="2120413"/>
              <a:ext cx="357123" cy="377049"/>
            </a:xfrm>
            <a:custGeom>
              <a:avLst/>
              <a:gdLst>
                <a:gd name="connsiteX0" fmla="*/ 231006 w 495701"/>
                <a:gd name="connsiteY0" fmla="*/ 519764 h 519764"/>
                <a:gd name="connsiteX1" fmla="*/ 442762 w 495701"/>
                <a:gd name="connsiteY1" fmla="*/ 423511 h 519764"/>
                <a:gd name="connsiteX2" fmla="*/ 490888 w 495701"/>
                <a:gd name="connsiteY2" fmla="*/ 202130 h 519764"/>
                <a:gd name="connsiteX3" fmla="*/ 413886 w 495701"/>
                <a:gd name="connsiteY3" fmla="*/ 48126 h 519764"/>
                <a:gd name="connsiteX4" fmla="*/ 221381 w 495701"/>
                <a:gd name="connsiteY4" fmla="*/ 0 h 519764"/>
                <a:gd name="connsiteX5" fmla="*/ 77002 w 495701"/>
                <a:gd name="connsiteY5" fmla="*/ 48126 h 519764"/>
                <a:gd name="connsiteX6" fmla="*/ 0 w 495701"/>
                <a:gd name="connsiteY6" fmla="*/ 211756 h 519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701" h="519764">
                  <a:moveTo>
                    <a:pt x="231006" y="519764"/>
                  </a:moveTo>
                  <a:cubicBezTo>
                    <a:pt x="315227" y="498107"/>
                    <a:pt x="399448" y="476450"/>
                    <a:pt x="442762" y="423511"/>
                  </a:cubicBezTo>
                  <a:cubicBezTo>
                    <a:pt x="486076" y="370572"/>
                    <a:pt x="495701" y="264694"/>
                    <a:pt x="490888" y="202130"/>
                  </a:cubicBezTo>
                  <a:cubicBezTo>
                    <a:pt x="486075" y="139566"/>
                    <a:pt x="458804" y="81814"/>
                    <a:pt x="413886" y="48126"/>
                  </a:cubicBezTo>
                  <a:cubicBezTo>
                    <a:pt x="368968" y="14438"/>
                    <a:pt x="277528" y="0"/>
                    <a:pt x="221381" y="0"/>
                  </a:cubicBezTo>
                  <a:cubicBezTo>
                    <a:pt x="165234" y="0"/>
                    <a:pt x="113899" y="12833"/>
                    <a:pt x="77002" y="48126"/>
                  </a:cubicBezTo>
                  <a:cubicBezTo>
                    <a:pt x="40105" y="83419"/>
                    <a:pt x="20052" y="147587"/>
                    <a:pt x="0" y="211756"/>
                  </a:cubicBezTo>
                </a:path>
              </a:pathLst>
            </a:cu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1602" name="Text Box 4"/>
            <p:cNvSpPr txBox="1"/>
            <p:nvPr/>
          </p:nvSpPr>
          <p:spPr>
            <a:xfrm>
              <a:off x="5086634" y="1241285"/>
              <a:ext cx="381068"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T</a:t>
              </a:r>
            </a:p>
          </p:txBody>
        </p:sp>
        <p:sp>
          <p:nvSpPr>
            <p:cNvPr id="21603" name="Text Box 4"/>
            <p:cNvSpPr txBox="1"/>
            <p:nvPr/>
          </p:nvSpPr>
          <p:spPr>
            <a:xfrm>
              <a:off x="5086634" y="3468592"/>
              <a:ext cx="381068"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T</a:t>
              </a:r>
            </a:p>
          </p:txBody>
        </p:sp>
        <p:sp>
          <p:nvSpPr>
            <p:cNvPr id="21604" name="Text Box 4"/>
            <p:cNvSpPr txBox="1"/>
            <p:nvPr/>
          </p:nvSpPr>
          <p:spPr>
            <a:xfrm>
              <a:off x="5086634" y="2539589"/>
              <a:ext cx="381068"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B</a:t>
              </a:r>
            </a:p>
          </p:txBody>
        </p:sp>
        <p:sp>
          <p:nvSpPr>
            <p:cNvPr id="21605" name="Text Box 4"/>
            <p:cNvSpPr txBox="1"/>
            <p:nvPr/>
          </p:nvSpPr>
          <p:spPr>
            <a:xfrm>
              <a:off x="5159539" y="1944588"/>
              <a:ext cx="381067"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a</a:t>
              </a:r>
            </a:p>
          </p:txBody>
        </p:sp>
        <p:sp>
          <p:nvSpPr>
            <p:cNvPr id="21606" name="Text Box 4"/>
            <p:cNvSpPr txBox="1"/>
            <p:nvPr/>
          </p:nvSpPr>
          <p:spPr>
            <a:xfrm>
              <a:off x="3974940" y="1856675"/>
              <a:ext cx="381067"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a</a:t>
              </a:r>
            </a:p>
          </p:txBody>
        </p:sp>
        <p:sp>
          <p:nvSpPr>
            <p:cNvPr id="21607" name="Text Box 4"/>
            <p:cNvSpPr txBox="1"/>
            <p:nvPr/>
          </p:nvSpPr>
          <p:spPr>
            <a:xfrm>
              <a:off x="7086898" y="2539589"/>
              <a:ext cx="381068"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d</a:t>
              </a:r>
            </a:p>
          </p:txBody>
        </p:sp>
        <p:sp>
          <p:nvSpPr>
            <p:cNvPr id="21608" name="Text Box 4"/>
            <p:cNvSpPr txBox="1"/>
            <p:nvPr/>
          </p:nvSpPr>
          <p:spPr>
            <a:xfrm>
              <a:off x="7086898" y="3478619"/>
              <a:ext cx="381068"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b</a:t>
              </a:r>
            </a:p>
          </p:txBody>
        </p:sp>
      </p:grpSp>
      <p:sp>
        <p:nvSpPr>
          <p:cNvPr id="2" name="文本框 1">
            <a:extLst>
              <a:ext uri="{FF2B5EF4-FFF2-40B4-BE49-F238E27FC236}">
                <a16:creationId xmlns:a16="http://schemas.microsoft.com/office/drawing/2014/main" id="{95B42899-4CC1-470E-A561-21D2B7E3211F}"/>
              </a:ext>
            </a:extLst>
          </p:cNvPr>
          <p:cNvSpPr txBox="1"/>
          <p:nvPr/>
        </p:nvSpPr>
        <p:spPr>
          <a:xfrm>
            <a:off x="3504506" y="1955033"/>
            <a:ext cx="2031325" cy="369332"/>
          </a:xfrm>
          <a:prstGeom prst="rect">
            <a:avLst/>
          </a:prstGeom>
          <a:noFill/>
        </p:spPr>
        <p:txBody>
          <a:bodyPr wrap="none" rtlCol="0">
            <a:spAutoFit/>
          </a:bodyPr>
          <a:lstStyle/>
          <a:p>
            <a:r>
              <a:rPr lang="zh-CN" altLang="en-US" b="1" dirty="0">
                <a:solidFill>
                  <a:srgbClr val="FF0000"/>
                </a:solidFill>
              </a:rPr>
              <a:t>空产生式也要归约</a:t>
            </a:r>
          </a:p>
        </p:txBody>
      </p:sp>
      <mc:AlternateContent xmlns:mc="http://schemas.openxmlformats.org/markup-compatibility/2006">
        <mc:Choice xmlns:p14="http://schemas.microsoft.com/office/powerpoint/2010/main" Requires="p14">
          <p:contentPart p14:bwMode="auto" r:id="rId3">
            <p14:nvContentPartPr>
              <p14:cNvPr id="4" name="墨迹 3">
                <a:extLst>
                  <a:ext uri="{FF2B5EF4-FFF2-40B4-BE49-F238E27FC236}">
                    <a16:creationId xmlns:a16="http://schemas.microsoft.com/office/drawing/2014/main" id="{87EDFFB6-E5F3-48A9-BE69-FBAF7BB7B591}"/>
                  </a:ext>
                </a:extLst>
              </p14:cNvPr>
              <p14:cNvContentPartPr/>
              <p14:nvPr/>
            </p14:nvContentPartPr>
            <p14:xfrm>
              <a:off x="107280" y="2100240"/>
              <a:ext cx="7726320" cy="2814840"/>
            </p14:xfrm>
          </p:contentPart>
        </mc:Choice>
        <mc:Fallback>
          <p:pic>
            <p:nvPicPr>
              <p:cNvPr id="4" name="墨迹 3">
                <a:extLst>
                  <a:ext uri="{FF2B5EF4-FFF2-40B4-BE49-F238E27FC236}">
                    <a16:creationId xmlns:a16="http://schemas.microsoft.com/office/drawing/2014/main" id="{87EDFFB6-E5F3-48A9-BE69-FBAF7BB7B591}"/>
                  </a:ext>
                </a:extLst>
              </p:cNvPr>
              <p:cNvPicPr/>
              <p:nvPr/>
            </p:nvPicPr>
            <p:blipFill>
              <a:blip r:embed="rId4"/>
              <a:stretch>
                <a:fillRect/>
              </a:stretch>
            </p:blipFill>
            <p:spPr>
              <a:xfrm>
                <a:off x="97920" y="2090880"/>
                <a:ext cx="7745040" cy="28335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par>
                                <p:cTn id="17" presetID="53" presetClass="entr" presetSubtype="16" fill="hold" nodeType="withEffect">
                                  <p:stCondLst>
                                    <p:cond delay="0"/>
                                  </p:stCondLst>
                                  <p:childTnLst>
                                    <p:set>
                                      <p:cBhvr>
                                        <p:cTn id="18" dur="1" fill="hold">
                                          <p:stCondLst>
                                            <p:cond delay="0"/>
                                          </p:stCondLst>
                                        </p:cTn>
                                        <p:tgtEl>
                                          <p:spTgt spid="53253"/>
                                        </p:tgtEl>
                                        <p:attrNameLst>
                                          <p:attrName>style.visibility</p:attrName>
                                        </p:attrNameLst>
                                      </p:cBhvr>
                                      <p:to>
                                        <p:strVal val="visible"/>
                                      </p:to>
                                    </p:set>
                                    <p:anim calcmode="lin" valueType="num">
                                      <p:cBhvr>
                                        <p:cTn id="19" dur="500" fill="hold"/>
                                        <p:tgtEl>
                                          <p:spTgt spid="53253"/>
                                        </p:tgtEl>
                                        <p:attrNameLst>
                                          <p:attrName>ppt_w</p:attrName>
                                        </p:attrNameLst>
                                      </p:cBhvr>
                                      <p:tavLst>
                                        <p:tav tm="0">
                                          <p:val>
                                            <p:fltVal val="0"/>
                                          </p:val>
                                        </p:tav>
                                        <p:tav tm="100000">
                                          <p:val>
                                            <p:strVal val="#ppt_w"/>
                                          </p:val>
                                        </p:tav>
                                      </p:tavLst>
                                    </p:anim>
                                    <p:anim calcmode="lin" valueType="num">
                                      <p:cBhvr>
                                        <p:cTn id="20" dur="500" fill="hold"/>
                                        <p:tgtEl>
                                          <p:spTgt spid="53253"/>
                                        </p:tgtEl>
                                        <p:attrNameLst>
                                          <p:attrName>ppt_h</p:attrName>
                                        </p:attrNameLst>
                                      </p:cBhvr>
                                      <p:tavLst>
                                        <p:tav tm="0">
                                          <p:val>
                                            <p:fltVal val="0"/>
                                          </p:val>
                                        </p:tav>
                                        <p:tav tm="100000">
                                          <p:val>
                                            <p:strVal val="#ppt_h"/>
                                          </p:val>
                                        </p:tav>
                                      </p:tavLst>
                                    </p:anim>
                                    <p:animEffect transition="in" filter="fade">
                                      <p:cBhvr>
                                        <p:cTn id="21" dur="500"/>
                                        <p:tgtEl>
                                          <p:spTgt spid="53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内容占位符 2"/>
          <p:cNvSpPr>
            <a:spLocks noGrp="1" noChangeArrowheads="1"/>
          </p:cNvSpPr>
          <p:nvPr>
            <p:ph idx="1"/>
          </p:nvPr>
        </p:nvSpPr>
        <p:spPr>
          <a:xfrm>
            <a:off x="336550" y="915988"/>
            <a:ext cx="8736013" cy="3225800"/>
          </a:xfrm>
        </p:spPr>
        <p:txBody>
          <a:bodyPr vert="horz" wrap="square" lIns="91440" tIns="45720" rIns="91440" bIns="45720" numCol="1" anchor="t" anchorCtr="0" compatLnSpc="1"/>
          <a:lstStyle/>
          <a:p>
            <a:pPr marL="273050" marR="0" lvl="0" indent="-273050" algn="l" defTabSz="914400" rtl="0" eaLnBrk="1" fontAlgn="base" latinLnBrk="0" hangingPunct="1">
              <a:lnSpc>
                <a:spcPts val="2800"/>
              </a:lnSpc>
              <a:spcBef>
                <a:spcPct val="20000"/>
              </a:spcBef>
              <a:spcAft>
                <a:spcPct val="0"/>
              </a:spcAft>
              <a:buClr>
                <a:schemeClr val="tx1"/>
              </a:buClr>
              <a:buSzPct val="100000"/>
              <a:buFont typeface="Wingdings" panose="05000000000000000000" pitchFamily="2" charset="2"/>
              <a:buChar char="Ø"/>
              <a:defRPr/>
            </a:pPr>
            <a:r>
              <a:rPr kumimoji="0" lang="zh-CN" altLang="en-US" sz="2200" b="1" i="0" u="none" strike="noStrike" kern="1200" cap="none" spc="0" normalizeH="0" baseline="0" noProof="0" dirty="0">
                <a:ln>
                  <a:noFill/>
                </a:ln>
                <a:solidFill>
                  <a:schemeClr val="tx1"/>
                </a:solidFill>
                <a:effectLst/>
                <a:uLnTx/>
                <a:uFillTx/>
                <a:latin typeface="+mn-ea"/>
                <a:ea typeface="+mn-ea"/>
                <a:cs typeface="+mn-cs"/>
              </a:rPr>
              <a:t>构造</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G'</a:t>
            </a:r>
            <a:r>
              <a:rPr kumimoji="0" lang="zh-CN" altLang="en-US" sz="2200" b="1" i="0" u="none" strike="noStrike" kern="1200" cap="none" spc="0" normalizeH="0" baseline="0" noProof="0" dirty="0">
                <a:ln>
                  <a:noFill/>
                </a:ln>
                <a:solidFill>
                  <a:schemeClr val="tx1"/>
                </a:solidFill>
                <a:effectLst/>
                <a:uLnTx/>
                <a:uFillTx/>
                <a:latin typeface="+mn-ea"/>
                <a:ea typeface="+mn-ea"/>
                <a:cs typeface="+mn-cs"/>
              </a:rPr>
              <a:t>的规范</a:t>
            </a:r>
            <a:r>
              <a:rPr kumimoji="0" lang="en-US" altLang="zh-CN" sz="2200" b="1" i="1"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LR</a:t>
            </a:r>
            <a:r>
              <a:rPr kumimoji="0" lang="en-US" altLang="zh-CN" sz="2200" b="1" i="0"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(0)</a:t>
            </a:r>
            <a:r>
              <a:rPr kumimoji="0" lang="zh-CN" altLang="en-US" sz="2200" b="1" i="0" u="none" strike="noStrike" kern="1200" cap="none" spc="0" normalizeH="0" baseline="0" noProof="0" dirty="0">
                <a:ln>
                  <a:noFill/>
                </a:ln>
                <a:solidFill>
                  <a:schemeClr val="tx1"/>
                </a:solidFill>
                <a:effectLst/>
                <a:uLnTx/>
                <a:uFillTx/>
                <a:latin typeface="+mn-ea"/>
                <a:ea typeface="+mn-ea"/>
                <a:cs typeface="+mn-cs"/>
              </a:rPr>
              <a:t>项集族</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 </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200" b="1" i="0" u="none" strike="noStrike" kern="1200" cap="none" spc="0" normalizeH="0" baseline="-25000" noProof="0" dirty="0">
                <a:ln>
                  <a:noFill/>
                </a:ln>
                <a:solidFill>
                  <a:schemeClr val="tx1"/>
                </a:solidFill>
                <a:effectLst/>
                <a:uLnTx/>
                <a:uFillTx/>
                <a:latin typeface="Times New Roman" panose="02020603050405020304" pitchFamily="18" charset="0"/>
                <a:ea typeface="楷体_GB2312" pitchFamily="49" charset="-122"/>
                <a:cs typeface="+mn-cs"/>
              </a:rPr>
              <a:t>0</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200" b="1" i="0" u="none" strike="noStrike" kern="1200" cap="none" spc="0" normalizeH="0" baseline="-25000" noProof="0" dirty="0">
                <a:ln>
                  <a:noFill/>
                </a:ln>
                <a:solidFill>
                  <a:schemeClr val="tx1"/>
                </a:solidFill>
                <a:effectLst/>
                <a:uLnTx/>
                <a:uFillTx/>
                <a:latin typeface="Times New Roman" panose="02020603050405020304" pitchFamily="18" charset="0"/>
                <a:ea typeface="楷体_GB2312" pitchFamily="49" charset="-122"/>
                <a:cs typeface="+mn-cs"/>
              </a:rPr>
              <a:t>1</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 , </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200" b="1" i="1" u="none" strike="noStrike" kern="1200" cap="none" spc="0" normalizeH="0" baseline="-25000" noProof="0" dirty="0">
                <a:ln>
                  <a:noFill/>
                </a:ln>
                <a:solidFill>
                  <a:schemeClr val="tx1"/>
                </a:solidFill>
                <a:effectLst/>
                <a:uLnTx/>
                <a:uFillTx/>
                <a:latin typeface="Times New Roman" panose="02020603050405020304" pitchFamily="18" charset="0"/>
                <a:ea typeface="楷体_GB2312" pitchFamily="49" charset="-122"/>
                <a:cs typeface="+mn-cs"/>
              </a:rPr>
              <a:t>n</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t>
            </a:r>
            <a:endPar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endParaRPr>
          </a:p>
          <a:p>
            <a:pPr marL="273050" marR="0" lvl="0" indent="-273050" algn="l" defTabSz="914400" rtl="0" eaLnBrk="1" fontAlgn="base" latinLnBrk="0" hangingPunct="1">
              <a:lnSpc>
                <a:spcPts val="2800"/>
              </a:lnSpc>
              <a:spcBef>
                <a:spcPct val="20000"/>
              </a:spcBef>
              <a:spcAft>
                <a:spcPct val="0"/>
              </a:spcAft>
              <a:buClr>
                <a:schemeClr val="tx1"/>
              </a:buClr>
              <a:buSzPct val="100000"/>
              <a:buFont typeface="Wingdings" panose="05000000000000000000" pitchFamily="2" charset="2"/>
              <a:buChar char="Ø"/>
              <a:defRPr/>
            </a:pPr>
            <a:r>
              <a:rPr kumimoji="0" lang="zh-CN" altLang="en-US" sz="2200" b="1" i="0" u="none" strike="noStrike" kern="1200" cap="none" spc="0" normalizeH="0" baseline="0" noProof="0" dirty="0">
                <a:ln>
                  <a:noFill/>
                </a:ln>
                <a:solidFill>
                  <a:schemeClr val="tx1"/>
                </a:solidFill>
                <a:effectLst/>
                <a:uLnTx/>
                <a:uFillTx/>
                <a:latin typeface="+mn-ea"/>
                <a:ea typeface="+mn-ea"/>
                <a:cs typeface="+mn-cs"/>
              </a:rPr>
              <a:t>根据</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0" lang="en-US" altLang="zh-CN" sz="2200" b="1" i="1"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0" lang="zh-CN" altLang="en-US" sz="2200" b="1" i="0" u="none" strike="noStrike" kern="1200" cap="none" spc="0" normalizeH="0" baseline="0" noProof="0" dirty="0">
                <a:ln>
                  <a:noFill/>
                </a:ln>
                <a:solidFill>
                  <a:schemeClr val="tx1"/>
                </a:solidFill>
                <a:effectLst/>
                <a:uLnTx/>
                <a:uFillTx/>
                <a:latin typeface="+mn-ea"/>
                <a:ea typeface="+mn-ea"/>
                <a:cs typeface="+mn-cs"/>
              </a:rPr>
              <a:t>构造得到状态</a:t>
            </a:r>
            <a:r>
              <a:rPr kumimoji="0" lang="en-US" altLang="zh-CN" sz="2200" b="1"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zh-CN" altLang="en-US" sz="2200" b="1" i="0" u="none" strike="noStrike" kern="1200" cap="none" spc="0" normalizeH="0" baseline="0" noProof="0" dirty="0">
                <a:ln>
                  <a:noFill/>
                </a:ln>
                <a:solidFill>
                  <a:schemeClr val="tx1"/>
                </a:solidFill>
                <a:effectLst/>
                <a:uLnTx/>
                <a:uFillTx/>
                <a:latin typeface="+mn-ea"/>
                <a:ea typeface="+mn-ea"/>
                <a:cs typeface="+mn-cs"/>
              </a:rPr>
              <a:t>状态</a:t>
            </a:r>
            <a:r>
              <a:rPr kumimoji="0" lang="en-US" altLang="zh-CN" sz="2200" b="1"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2200" b="1" i="0" u="none" strike="noStrike" kern="1200" cap="none" spc="0" normalizeH="0" baseline="0" noProof="0" dirty="0">
                <a:ln>
                  <a:noFill/>
                </a:ln>
                <a:solidFill>
                  <a:schemeClr val="tx1"/>
                </a:solidFill>
                <a:effectLst/>
                <a:uLnTx/>
                <a:uFillTx/>
                <a:latin typeface="+mn-ea"/>
                <a:ea typeface="+mn-ea"/>
                <a:cs typeface="+mn-cs"/>
              </a:rPr>
              <a:t>的句法分析动作按照下面的方法决定：</a:t>
            </a:r>
            <a:endParaRPr kumimoji="0" lang="en-US" altLang="zh-CN" sz="2200" b="1" i="0" u="none" strike="noStrike" kern="1200" cap="none" spc="0" normalizeH="0" baseline="0" noProof="0" dirty="0">
              <a:ln>
                <a:noFill/>
              </a:ln>
              <a:solidFill>
                <a:schemeClr val="tx1"/>
              </a:solidFill>
              <a:effectLst/>
              <a:uLnTx/>
              <a:uFillTx/>
              <a:latin typeface="+mn-ea"/>
              <a:ea typeface="+mn-ea"/>
              <a:cs typeface="+mn-cs"/>
            </a:endParaRPr>
          </a:p>
          <a:p>
            <a:pPr marL="576580" marR="0" lvl="1" indent="-273050" algn="l" defTabSz="914400" rtl="0" eaLnBrk="1" fontAlgn="base" latinLnBrk="0" hangingPunct="1">
              <a:lnSpc>
                <a:spcPts val="2800"/>
              </a:lnSpc>
              <a:spcBef>
                <a:spcPct val="20000"/>
              </a:spcBef>
              <a:spcAft>
                <a:spcPct val="0"/>
              </a:spcAft>
              <a:buClr>
                <a:schemeClr val="tx1"/>
              </a:buClr>
              <a:buSzPct val="100000"/>
              <a:buFont typeface="Wingdings" panose="05000000000000000000" pitchFamily="2" charset="2"/>
              <a:buChar char="Ø"/>
              <a:defRPr/>
            </a:pPr>
            <a:r>
              <a:rPr kumimoji="0" lang="en-US" altLang="zh-CN" sz="2200" b="1" i="1"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if</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2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A</a:t>
            </a:r>
            <a:r>
              <a:rPr kumimoji="0" lang="en-US" altLang="zh-CN" sz="22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a:t>
            </a:r>
            <a:r>
              <a:rPr kumimoji="0" lang="en-US" altLang="zh-CN" sz="22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α</a:t>
            </a:r>
            <a:r>
              <a:rPr kumimoji="0"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2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a</a:t>
            </a:r>
            <a:r>
              <a:rPr kumimoji="0" lang="en-US" altLang="zh-CN" sz="22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β</a:t>
            </a:r>
            <a:r>
              <a:rPr kumimoji="0" lang="en-US" altLang="zh-CN" sz="22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a:t>
            </a:r>
            <a:r>
              <a:rPr kumimoji="0" lang="en-US" altLang="zh-CN" sz="22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2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200" b="1" i="0" u="none" strike="noStrike" kern="1200" cap="none" spc="0" normalizeH="0" baseline="-2500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and</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GOTO</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200" b="1" i="1" u="none" strike="noStrike" kern="1200" cap="none" spc="0" normalizeH="0" baseline="-25000" noProof="0" dirty="0">
                <a:ln>
                  <a:noFill/>
                </a:ln>
                <a:solidFill>
                  <a:schemeClr val="tx1"/>
                </a:solidFill>
                <a:effectLst/>
                <a:uLnTx/>
                <a:uFillTx/>
                <a:latin typeface="Times New Roman" panose="02020603050405020304" pitchFamily="18" charset="0"/>
                <a:ea typeface="楷体_GB2312" pitchFamily="49" charset="-122"/>
                <a:cs typeface="+mn-cs"/>
              </a:rPr>
              <a:t>i </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 )=</a:t>
            </a:r>
            <a:r>
              <a:rPr kumimoji="0" lang="en-US" altLang="zh-CN" sz="22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2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pitchFamily="49" charset="-122"/>
                <a:cs typeface="+mn-cs"/>
              </a:rPr>
              <a:t>j</a:t>
            </a:r>
            <a:r>
              <a:rPr kumimoji="0" lang="en-US" altLang="zh-CN" sz="2200" b="1" i="0" u="none" strike="noStrike" kern="1200" cap="none" spc="0" normalizeH="0" baseline="-2500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200" b="1" i="1"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then</a:t>
            </a:r>
            <a:r>
              <a:rPr kumimoji="0" lang="en-US" altLang="zh-CN" sz="2200" b="1" i="0"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 </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ACTION</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2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 ]=</a:t>
            </a:r>
            <a:r>
              <a:rPr kumimoji="0" lang="en-US" altLang="zh-CN" sz="22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sj</a:t>
            </a:r>
            <a:endParaRPr kumimoji="0" lang="en-US" altLang="zh-CN" sz="2200" b="1" i="0" u="none" strike="noStrike" kern="1200" cap="none" spc="0" normalizeH="0" baseline="-25000" noProof="0" dirty="0">
              <a:ln>
                <a:noFill/>
              </a:ln>
              <a:solidFill>
                <a:schemeClr val="tx1"/>
              </a:solidFill>
              <a:effectLst/>
              <a:uLnTx/>
              <a:uFillTx/>
              <a:latin typeface="Times New Roman" panose="02020603050405020304" pitchFamily="18" charset="0"/>
              <a:ea typeface="楷体_GB2312" pitchFamily="49" charset="-122"/>
              <a:cs typeface="+mn-cs"/>
            </a:endParaRPr>
          </a:p>
          <a:p>
            <a:pPr marL="576580" marR="0" lvl="1" indent="-273050" algn="l" defTabSz="914400" rtl="0" eaLnBrk="1" fontAlgn="base" latinLnBrk="0" hangingPunct="1">
              <a:lnSpc>
                <a:spcPts val="2800"/>
              </a:lnSpc>
              <a:spcBef>
                <a:spcPct val="20000"/>
              </a:spcBef>
              <a:spcAft>
                <a:spcPct val="0"/>
              </a:spcAft>
              <a:buClr>
                <a:schemeClr val="tx1"/>
              </a:buClr>
              <a:buSzPct val="100000"/>
              <a:buFont typeface="Wingdings" panose="05000000000000000000" pitchFamily="2" charset="2"/>
              <a:buChar char="Ø"/>
              <a:defRPr/>
            </a:pPr>
            <a:r>
              <a:rPr kumimoji="0" lang="en-US" altLang="zh-CN" sz="2200" b="1" i="1" u="none" strike="noStrike" kern="1200" cap="none" spc="0" normalizeH="0" baseline="0" noProof="0" dirty="0">
                <a:ln>
                  <a:noFill/>
                </a:ln>
                <a:solidFill>
                  <a:srgbClr val="2D83F4"/>
                </a:solidFill>
                <a:effectLst/>
                <a:uLnTx/>
                <a:uFillTx/>
                <a:latin typeface="Times New Roman" panose="02020603050405020304" pitchFamily="18" charset="0"/>
                <a:ea typeface="楷体_GB2312"/>
                <a:cs typeface="楷体_GB2312"/>
              </a:rPr>
              <a:t>if</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 </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A</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α</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Bβ</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I</a:t>
            </a:r>
            <a:r>
              <a:rPr kumimoji="0" lang="en-US" altLang="zh-CN" sz="2200" b="1" i="1" u="none" strike="noStrike" kern="1200" cap="none" spc="0" normalizeH="0" baseline="-25000" noProof="0" dirty="0">
                <a:ln>
                  <a:noFill/>
                </a:ln>
                <a:solidFill>
                  <a:schemeClr val="tx1"/>
                </a:solidFill>
                <a:effectLst/>
                <a:uLnTx/>
                <a:uFillTx/>
                <a:latin typeface="Times New Roman" panose="02020603050405020304" pitchFamily="18" charset="0"/>
                <a:ea typeface="楷体_GB2312"/>
                <a:cs typeface="楷体_GB2312"/>
              </a:rPr>
              <a:t>i</a:t>
            </a:r>
            <a:r>
              <a:rPr kumimoji="0" lang="en-US" altLang="zh-CN" sz="2200" b="1" i="0" u="none" strike="noStrike" kern="1200" cap="none" spc="0" normalizeH="0" baseline="-25000" noProof="0" dirty="0">
                <a:ln>
                  <a:noFill/>
                </a:ln>
                <a:solidFill>
                  <a:schemeClr val="tx1"/>
                </a:solidFill>
                <a:effectLst/>
                <a:uLnTx/>
                <a:uFillTx/>
                <a:latin typeface="Times New Roman" panose="02020603050405020304" pitchFamily="18" charset="0"/>
                <a:ea typeface="楷体_GB2312"/>
                <a:cs typeface="楷体_GB2312"/>
              </a:rPr>
              <a:t> </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and GOTO</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 </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I</a:t>
            </a:r>
            <a:r>
              <a:rPr kumimoji="0" lang="en-US" altLang="zh-CN" sz="2200" b="1" i="1" u="none" strike="noStrike" kern="1200" cap="none" spc="0" normalizeH="0" baseline="-25000" noProof="0" dirty="0">
                <a:ln>
                  <a:noFill/>
                </a:ln>
                <a:solidFill>
                  <a:schemeClr val="tx1"/>
                </a:solidFill>
                <a:effectLst/>
                <a:uLnTx/>
                <a:uFillTx/>
                <a:latin typeface="Times New Roman" panose="02020603050405020304" pitchFamily="18" charset="0"/>
                <a:ea typeface="楷体_GB2312"/>
                <a:cs typeface="楷体_GB2312"/>
              </a:rPr>
              <a:t>i</a:t>
            </a:r>
            <a:r>
              <a:rPr kumimoji="0" lang="zh-CN" altLang="en-US" sz="2200" b="1" i="1" u="none" strike="noStrike" kern="1200" cap="none" spc="0" normalizeH="0" baseline="-25000" noProof="0" dirty="0">
                <a:ln>
                  <a:noFill/>
                </a:ln>
                <a:solidFill>
                  <a:schemeClr val="tx1"/>
                </a:solidFill>
                <a:effectLst/>
                <a:uLnTx/>
                <a:uFillTx/>
                <a:latin typeface="Times New Roman" panose="02020603050405020304" pitchFamily="18" charset="0"/>
                <a:ea typeface="楷体_GB2312"/>
                <a:cs typeface="楷体_GB2312"/>
              </a:rPr>
              <a:t> </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 </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B </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a:t>
            </a:r>
            <a:r>
              <a:rPr kumimoji="0" lang="en-US" altLang="zh-CN" sz="22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楷体_GB2312"/>
              </a:rPr>
              <a:t>I</a:t>
            </a:r>
            <a:r>
              <a:rPr kumimoji="0" lang="en-US" altLang="zh-CN" sz="22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楷体_GB2312"/>
              </a:rPr>
              <a:t>j</a:t>
            </a:r>
            <a:r>
              <a:rPr kumimoji="0" lang="en-US" altLang="zh-CN" sz="2200" b="1" i="0" u="none" strike="noStrike" kern="1200" cap="none" spc="0" normalizeH="0" baseline="-25000" noProof="0" dirty="0">
                <a:ln>
                  <a:noFill/>
                </a:ln>
                <a:solidFill>
                  <a:schemeClr val="tx1"/>
                </a:solidFill>
                <a:effectLst/>
                <a:uLnTx/>
                <a:uFillTx/>
                <a:latin typeface="Times New Roman" panose="02020603050405020304" pitchFamily="18" charset="0"/>
                <a:ea typeface="楷体_GB2312"/>
                <a:cs typeface="楷体_GB2312"/>
              </a:rPr>
              <a:t> </a:t>
            </a:r>
            <a:r>
              <a:rPr kumimoji="0" lang="en-US" altLang="zh-CN" sz="2200" b="1" i="1" u="none" strike="noStrike" kern="1200" cap="none" spc="0" normalizeH="0" baseline="0" noProof="0" dirty="0">
                <a:ln>
                  <a:noFill/>
                </a:ln>
                <a:solidFill>
                  <a:srgbClr val="2D83F4"/>
                </a:solidFill>
                <a:effectLst/>
                <a:uLnTx/>
                <a:uFillTx/>
                <a:latin typeface="Times New Roman" panose="02020603050405020304" pitchFamily="18" charset="0"/>
                <a:ea typeface="楷体_GB2312"/>
                <a:cs typeface="楷体_GB2312"/>
              </a:rPr>
              <a:t>then</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 GOTO</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 </a:t>
            </a:r>
            <a:r>
              <a:rPr kumimoji="0" lang="en-US" altLang="zh-CN" sz="22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楷体_GB2312"/>
              </a:rPr>
              <a:t>i</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 </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B </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]=j</a:t>
            </a:r>
            <a:r>
              <a:rPr kumimoji="0" lang="en-US" altLang="zh-CN" sz="2200" b="1" i="0" u="none" strike="noStrike" kern="1200" cap="none" spc="0" normalizeH="0" baseline="-25000" noProof="0" dirty="0">
                <a:ln>
                  <a:noFill/>
                </a:ln>
                <a:solidFill>
                  <a:schemeClr val="tx1"/>
                </a:solidFill>
                <a:effectLst/>
                <a:uLnTx/>
                <a:uFillTx/>
                <a:latin typeface="Times New Roman" panose="02020603050405020304" pitchFamily="18" charset="0"/>
                <a:ea typeface="楷体_GB2312"/>
                <a:cs typeface="楷体_GB2312"/>
              </a:rPr>
              <a:t> </a:t>
            </a:r>
            <a:endPar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endParaRPr>
          </a:p>
          <a:p>
            <a:pPr marL="576580" marR="0" lvl="1" indent="-273050" algn="l" defTabSz="914400" rtl="0" eaLnBrk="1" fontAlgn="base" latinLnBrk="0" hangingPunct="1">
              <a:lnSpc>
                <a:spcPts val="2800"/>
              </a:lnSpc>
              <a:spcBef>
                <a:spcPct val="20000"/>
              </a:spcBef>
              <a:spcAft>
                <a:spcPct val="0"/>
              </a:spcAft>
              <a:buClr>
                <a:schemeClr val="tx1"/>
              </a:buClr>
              <a:buSzPct val="100000"/>
              <a:buFont typeface="Wingdings" panose="05000000000000000000" pitchFamily="2" charset="2"/>
              <a:buChar char="Ø"/>
              <a:defRPr/>
            </a:pPr>
            <a:r>
              <a:rPr kumimoji="0" lang="en-US" altLang="zh-CN" sz="2200" b="1" i="1" u="none" strike="noStrike" kern="1200" cap="none" spc="0" normalizeH="0" baseline="0" noProof="0" dirty="0">
                <a:ln>
                  <a:noFill/>
                </a:ln>
                <a:solidFill>
                  <a:srgbClr val="2D83F4"/>
                </a:solidFill>
                <a:effectLst/>
                <a:highlight>
                  <a:srgbClr val="FFFF00"/>
                </a:highlight>
                <a:uLnTx/>
                <a:uFillTx/>
                <a:latin typeface="Times New Roman" panose="02020603050405020304" pitchFamily="18" charset="0"/>
                <a:ea typeface="楷体_GB2312" pitchFamily="49" charset="-122"/>
                <a:cs typeface="+mn-cs"/>
              </a:rPr>
              <a:t>if</a:t>
            </a:r>
            <a:r>
              <a:rPr kumimoji="0" lang="en-US" altLang="zh-CN" sz="2200" b="1" i="0" u="none" strike="noStrike" kern="1200" cap="none" spc="0" normalizeH="0" baseline="0" noProof="0" dirty="0">
                <a:ln>
                  <a:noFill/>
                </a:ln>
                <a:solidFill>
                  <a:srgbClr val="2D83F4"/>
                </a:solidFill>
                <a:effectLst/>
                <a:highlight>
                  <a:srgbClr val="FFFF00"/>
                </a:highlight>
                <a:uLnTx/>
                <a:uFillTx/>
                <a:latin typeface="Times New Roman" panose="02020603050405020304" pitchFamily="18" charset="0"/>
                <a:ea typeface="楷体_GB2312" pitchFamily="49" charset="-122"/>
                <a:cs typeface="+mn-cs"/>
              </a:rPr>
              <a:t> </a:t>
            </a:r>
            <a:r>
              <a:rPr kumimoji="0" lang="en-US" altLang="zh-CN" sz="2200" b="1" i="1"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A</a:t>
            </a:r>
            <a:r>
              <a:rPr kumimoji="0" lang="en-US" altLang="zh-CN" sz="2200" b="1"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a:t>
            </a:r>
            <a:r>
              <a:rPr kumimoji="0" lang="en-US" altLang="zh-CN" sz="2200" b="1" i="1"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α</a:t>
            </a:r>
            <a:r>
              <a:rPr kumimoji="0" lang="en-US" altLang="zh-CN" sz="2000" b="1" i="1"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ea typeface="宋体" panose="02010600030101010101" pitchFamily="2" charset="-122"/>
                <a:cs typeface="+mn-cs"/>
              </a:rPr>
              <a:t>·</a:t>
            </a:r>
            <a:r>
              <a:rPr kumimoji="0" lang="en-US" altLang="zh-CN" sz="2200" b="1"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a:t>
            </a:r>
            <a:r>
              <a:rPr kumimoji="0" lang="en-US" altLang="zh-CN" sz="2200" b="1" i="1"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I</a:t>
            </a:r>
            <a:r>
              <a:rPr kumimoji="0" lang="en-US" altLang="zh-CN" sz="2200" b="1" i="1" u="none" strike="noStrike" kern="1200" cap="none" spc="0" normalizeH="0" baseline="-25000" noProof="0" dirty="0">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i</a:t>
            </a:r>
            <a:r>
              <a:rPr kumimoji="0" lang="zh-CN" altLang="en-US" sz="2200" b="1"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宋体" panose="02010600030101010101" pitchFamily="2" charset="-122"/>
                <a:cs typeface="+mn-cs"/>
              </a:rPr>
              <a:t>且</a:t>
            </a:r>
            <a:r>
              <a:rPr kumimoji="0" lang="en-US" altLang="zh-CN" sz="2200" b="1" i="1"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A </a:t>
            </a:r>
            <a:r>
              <a:rPr kumimoji="0" lang="en-US" altLang="zh-CN" sz="2200" b="1"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 </a:t>
            </a:r>
            <a:r>
              <a:rPr kumimoji="0" lang="en-US" altLang="zh-CN" sz="2200" b="1" i="1"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S' </a:t>
            </a:r>
            <a:r>
              <a:rPr kumimoji="0" lang="en-US" altLang="zh-CN" sz="2200" b="1" i="1" u="none" strike="noStrike" kern="1200" cap="none" spc="0" normalizeH="0" baseline="0" noProof="0" dirty="0">
                <a:ln>
                  <a:noFill/>
                </a:ln>
                <a:solidFill>
                  <a:srgbClr val="2D83F4"/>
                </a:solidFill>
                <a:effectLst/>
                <a:highlight>
                  <a:srgbClr val="FFFF00"/>
                </a:highlight>
                <a:uLnTx/>
                <a:uFillTx/>
                <a:latin typeface="Times New Roman" panose="02020603050405020304" pitchFamily="18" charset="0"/>
                <a:ea typeface="楷体_GB2312" pitchFamily="49" charset="-122"/>
                <a:cs typeface="+mn-cs"/>
              </a:rPr>
              <a:t>then</a:t>
            </a:r>
            <a:r>
              <a:rPr kumimoji="0" lang="en-US" altLang="zh-CN" sz="2200" b="1" i="0" u="none" strike="noStrike" kern="1200" cap="none" spc="0" normalizeH="0" baseline="0" noProof="0" dirty="0">
                <a:ln>
                  <a:noFill/>
                </a:ln>
                <a:solidFill>
                  <a:srgbClr val="2D83F4"/>
                </a:solidFill>
                <a:effectLst/>
                <a:highlight>
                  <a:srgbClr val="FFFF00"/>
                </a:highlight>
                <a:uLnTx/>
                <a:uFillTx/>
                <a:latin typeface="Times New Roman" panose="02020603050405020304" pitchFamily="18" charset="0"/>
                <a:ea typeface="楷体_GB2312" pitchFamily="49" charset="-122"/>
                <a:cs typeface="+mn-cs"/>
              </a:rPr>
              <a:t> </a:t>
            </a:r>
            <a:r>
              <a:rPr kumimoji="0" lang="en-US" altLang="zh-CN" sz="2200" b="1" i="1"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for</a:t>
            </a:r>
            <a:r>
              <a:rPr kumimoji="0" lang="en-US" altLang="zh-CN" sz="2200" b="1"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 </a:t>
            </a:r>
            <a:r>
              <a:rPr kumimoji="0" lang="en-US" altLang="zh-CN" sz="2200" b="1"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200" b="1" i="0" u="none" strike="noStrike" kern="1200" cap="none" spc="0" normalizeH="0" baseline="0" noProof="0" dirty="0" err="1">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a∈</a:t>
            </a:r>
            <a:r>
              <a:rPr kumimoji="0" lang="en-US" altLang="zh-CN" sz="2200" b="1" i="1" u="none" strike="noStrike" kern="1200" cap="none" spc="0" normalizeH="0" baseline="0" noProof="0" dirty="0" err="1">
                <a:ln>
                  <a:noFill/>
                </a:ln>
                <a:solidFill>
                  <a:srgbClr val="FF0000"/>
                </a:solidFill>
                <a:effectLst/>
                <a:highlight>
                  <a:srgbClr val="FFFF00"/>
                </a:highlight>
                <a:uLnTx/>
                <a:uFillTx/>
                <a:latin typeface="Times New Roman" panose="02020603050405020304" pitchFamily="18" charset="0"/>
                <a:ea typeface="楷体_GB2312" pitchFamily="49" charset="-122"/>
                <a:cs typeface="+mn-cs"/>
              </a:rPr>
              <a:t>FOLLOW</a:t>
            </a:r>
            <a:r>
              <a:rPr kumimoji="0" lang="en-US" altLang="zh-CN" sz="2200" b="1" i="0" u="none" strike="noStrike" kern="1200" cap="none" spc="0" normalizeH="0" baseline="0" noProof="0" dirty="0">
                <a:ln>
                  <a:noFill/>
                </a:ln>
                <a:solidFill>
                  <a:srgbClr val="FF0000"/>
                </a:solidFill>
                <a:effectLst/>
                <a:highlight>
                  <a:srgbClr val="FFFF00"/>
                </a:highlight>
                <a:uLnTx/>
                <a:uFillTx/>
                <a:latin typeface="Times New Roman" panose="02020603050405020304" pitchFamily="18" charset="0"/>
                <a:ea typeface="楷体_GB2312" pitchFamily="49" charset="-122"/>
                <a:cs typeface="+mn-cs"/>
              </a:rPr>
              <a:t>(</a:t>
            </a:r>
            <a:r>
              <a:rPr kumimoji="0" lang="en-US" altLang="zh-CN" sz="2200" b="1" i="1" u="none" strike="noStrike" kern="1200" cap="none" spc="0" normalizeH="0" baseline="0" noProof="0" dirty="0">
                <a:ln>
                  <a:noFill/>
                </a:ln>
                <a:solidFill>
                  <a:srgbClr val="FF0000"/>
                </a:solidFill>
                <a:effectLst/>
                <a:highlight>
                  <a:srgbClr val="FFFF00"/>
                </a:highlight>
                <a:uLnTx/>
                <a:uFillTx/>
                <a:latin typeface="Times New Roman" panose="02020603050405020304" pitchFamily="18" charset="0"/>
                <a:ea typeface="楷体_GB2312" pitchFamily="49" charset="-122"/>
                <a:cs typeface="+mn-cs"/>
              </a:rPr>
              <a:t>A</a:t>
            </a:r>
            <a:r>
              <a:rPr kumimoji="0" lang="en-US" altLang="zh-CN" sz="2200" b="1" i="0" u="none" strike="noStrike" kern="1200" cap="none" spc="0" normalizeH="0" baseline="0" noProof="0" dirty="0">
                <a:ln>
                  <a:noFill/>
                </a:ln>
                <a:solidFill>
                  <a:srgbClr val="FF0000"/>
                </a:solidFill>
                <a:effectLst/>
                <a:highlight>
                  <a:srgbClr val="FFFF00"/>
                </a:highlight>
                <a:uLnTx/>
                <a:uFillTx/>
                <a:latin typeface="Times New Roman" panose="02020603050405020304" pitchFamily="18" charset="0"/>
                <a:ea typeface="楷体_GB2312" pitchFamily="49" charset="-122"/>
                <a:cs typeface="+mn-cs"/>
              </a:rPr>
              <a:t>)</a:t>
            </a:r>
            <a:r>
              <a:rPr kumimoji="0" lang="en-US" altLang="zh-CN" sz="2200" b="1"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 </a:t>
            </a:r>
            <a:r>
              <a:rPr kumimoji="0" lang="en-US" altLang="zh-CN" sz="2200" b="1" i="1" u="none" strike="noStrike" kern="1200" cap="none" spc="0" normalizeH="0" baseline="0" noProof="0" dirty="0">
                <a:ln>
                  <a:noFill/>
                </a:ln>
                <a:solidFill>
                  <a:srgbClr val="2D83F4"/>
                </a:solidFill>
                <a:effectLst/>
                <a:highlight>
                  <a:srgbClr val="FFFF00"/>
                </a:highlight>
                <a:uLnTx/>
                <a:uFillTx/>
                <a:latin typeface="Times New Roman" panose="02020603050405020304" pitchFamily="18" charset="0"/>
                <a:ea typeface="楷体_GB2312" pitchFamily="49" charset="-122"/>
                <a:cs typeface="+mn-cs"/>
              </a:rPr>
              <a:t>do</a:t>
            </a:r>
            <a:r>
              <a:rPr kumimoji="0" lang="en-US" altLang="zh-CN" sz="2200" b="1" i="0" u="none" strike="noStrike" kern="1200" cap="none" spc="0" normalizeH="0" baseline="0" noProof="0" dirty="0">
                <a:ln>
                  <a:noFill/>
                </a:ln>
                <a:solidFill>
                  <a:srgbClr val="2D83F4"/>
                </a:solidFill>
                <a:effectLst/>
                <a:highlight>
                  <a:srgbClr val="FFFF00"/>
                </a:highlight>
                <a:uLnTx/>
                <a:uFillTx/>
                <a:latin typeface="Times New Roman" panose="02020603050405020304" pitchFamily="18" charset="0"/>
                <a:ea typeface="楷体_GB2312" pitchFamily="49" charset="-122"/>
                <a:cs typeface="+mn-cs"/>
              </a:rPr>
              <a:t> </a:t>
            </a:r>
          </a:p>
          <a:p>
            <a:pPr marL="576580" marR="0" lvl="1" indent="-273050" algn="l" defTabSz="914400" rtl="0" eaLnBrk="1" fontAlgn="base" latinLnBrk="0" hangingPunct="1">
              <a:lnSpc>
                <a:spcPts val="2800"/>
              </a:lnSpc>
              <a:spcBef>
                <a:spcPct val="20000"/>
              </a:spcBef>
              <a:spcAft>
                <a:spcPct val="0"/>
              </a:spcAft>
              <a:buClr>
                <a:schemeClr val="tx1"/>
              </a:buClr>
              <a:buSzPct val="100000"/>
              <a:buFont typeface="Symbol" panose="05050102010706020507" pitchFamily="18" charset="2"/>
              <a:buNone/>
              <a:defRPr/>
            </a:pPr>
            <a:r>
              <a:rPr kumimoji="0" lang="en-US" altLang="zh-CN" sz="2200" b="1" i="1" u="none" strike="noStrike" kern="1200" cap="none" spc="0" normalizeH="0" baseline="0" noProof="0" dirty="0">
                <a:ln>
                  <a:noFill/>
                </a:ln>
                <a:solidFill>
                  <a:srgbClr val="2D83F4"/>
                </a:solidFill>
                <a:effectLst/>
                <a:highlight>
                  <a:srgbClr val="FFFF00"/>
                </a:highlight>
                <a:uLnTx/>
                <a:uFillTx/>
                <a:latin typeface="Times New Roman" panose="02020603050405020304" pitchFamily="18" charset="0"/>
                <a:ea typeface="楷体_GB2312" pitchFamily="49" charset="-122"/>
                <a:cs typeface="+mn-cs"/>
              </a:rPr>
              <a:t>    </a:t>
            </a:r>
            <a:r>
              <a:rPr kumimoji="0" lang="en-US" altLang="zh-CN" sz="2200" b="1" i="1"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ACTION</a:t>
            </a:r>
            <a:r>
              <a:rPr kumimoji="0" lang="en-US" altLang="zh-CN" sz="2200" b="1"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 </a:t>
            </a:r>
            <a:r>
              <a:rPr kumimoji="0" lang="en-US" altLang="zh-CN" sz="2200" b="1" i="1" u="none" strike="noStrike" kern="1200" cap="none" spc="0" normalizeH="0" baseline="0" noProof="0" dirty="0" err="1">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i</a:t>
            </a:r>
            <a:r>
              <a:rPr kumimoji="0" lang="en-US" altLang="zh-CN" sz="2200" b="1"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 a ]=</a:t>
            </a:r>
            <a:r>
              <a:rPr kumimoji="0" lang="en-US" altLang="zh-CN" sz="2200" b="1" i="0" u="none" strike="noStrike" kern="1200" cap="none" spc="0" normalizeH="0" baseline="0" noProof="0" dirty="0" err="1">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rj</a:t>
            </a:r>
            <a:r>
              <a:rPr kumimoji="0" lang="zh-CN" altLang="en-US" sz="2200" b="1"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 （</a:t>
            </a:r>
            <a:r>
              <a:rPr kumimoji="0" lang="en-US" altLang="zh-CN" sz="2200" b="1"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j</a:t>
            </a:r>
            <a:r>
              <a:rPr kumimoji="0" lang="zh-CN" altLang="en-US" sz="2200" b="1" i="0" u="none" strike="noStrike" kern="1200" cap="none" spc="0" normalizeH="0" baseline="0" noProof="0" dirty="0">
                <a:ln>
                  <a:noFill/>
                </a:ln>
                <a:solidFill>
                  <a:schemeClr val="tx1"/>
                </a:solidFill>
                <a:effectLst/>
                <a:highlight>
                  <a:srgbClr val="FFFF00"/>
                </a:highlight>
                <a:uLnTx/>
                <a:uFillTx/>
                <a:latin typeface="华文楷体" panose="02010600040101010101" pitchFamily="2" charset="-122"/>
                <a:ea typeface="+mn-ea"/>
                <a:cs typeface="+mn-cs"/>
              </a:rPr>
              <a:t>是产生式</a:t>
            </a:r>
            <a:r>
              <a:rPr kumimoji="0" lang="en-US" altLang="zh-CN" sz="2200" b="1" i="1" u="none" strike="noStrike" kern="1200" cap="none" spc="0" normalizeH="0" baseline="0" noProof="0" dirty="0" err="1">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A</a:t>
            </a:r>
            <a:r>
              <a:rPr kumimoji="0" lang="en-US" altLang="zh-CN" sz="2200" b="1" i="0" u="none" strike="noStrike" kern="1200" cap="none" spc="0" normalizeH="0" baseline="0" noProof="0" dirty="0" err="1">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a:t>
            </a:r>
            <a:r>
              <a:rPr kumimoji="0" lang="en-US" altLang="zh-CN" sz="2200" b="1" i="1" u="none" strike="noStrike" kern="1200" cap="none" spc="0" normalizeH="0" baseline="0" noProof="0" dirty="0" err="1">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α</a:t>
            </a:r>
            <a:r>
              <a:rPr kumimoji="0" lang="zh-CN" altLang="en-US" sz="2200" b="1" i="0" u="none" strike="noStrike" kern="1200" cap="none" spc="0" normalizeH="0" baseline="0" noProof="0" dirty="0">
                <a:ln>
                  <a:noFill/>
                </a:ln>
                <a:solidFill>
                  <a:schemeClr val="tx1"/>
                </a:solidFill>
                <a:effectLst/>
                <a:highlight>
                  <a:srgbClr val="FFFF00"/>
                </a:highlight>
                <a:uLnTx/>
                <a:uFillTx/>
                <a:latin typeface="华文楷体" panose="02010600040101010101" pitchFamily="2" charset="-122"/>
                <a:ea typeface="+mn-ea"/>
                <a:cs typeface="+mn-cs"/>
              </a:rPr>
              <a:t>的编号</a:t>
            </a:r>
            <a:r>
              <a:rPr kumimoji="0" lang="zh-CN" altLang="en-US" sz="2200" b="1"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a:t>
            </a:r>
            <a:endParaRPr kumimoji="0" lang="en-US" altLang="zh-CN" sz="2200" b="1"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_GB2312" pitchFamily="49" charset="-122"/>
              <a:cs typeface="+mn-cs"/>
            </a:endParaRPr>
          </a:p>
          <a:p>
            <a:pPr marL="576580" marR="0" lvl="1" indent="-273050" algn="l" defTabSz="914400" rtl="0" eaLnBrk="1" fontAlgn="base" latinLnBrk="0" hangingPunct="1">
              <a:lnSpc>
                <a:spcPts val="2800"/>
              </a:lnSpc>
              <a:spcBef>
                <a:spcPct val="20000"/>
              </a:spcBef>
              <a:spcAft>
                <a:spcPct val="0"/>
              </a:spcAft>
              <a:buClr>
                <a:schemeClr val="tx1"/>
              </a:buClr>
              <a:buSzPct val="100000"/>
              <a:buFont typeface="Wingdings" panose="05000000000000000000" pitchFamily="2" charset="2"/>
              <a:buChar char="Ø"/>
              <a:defRPr/>
            </a:pPr>
            <a:r>
              <a:rPr kumimoji="0" lang="en-US" altLang="zh-CN" sz="2200" b="1" i="1"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if</a:t>
            </a:r>
            <a:r>
              <a:rPr kumimoji="0" lang="en-US" altLang="zh-CN" sz="2200" b="1" i="0"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 </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S</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S</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200" b="1" i="1" u="none" strike="noStrike" kern="1200" cap="none" spc="0" normalizeH="0" baseline="-25000" noProof="0" dirty="0">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200" b="1" i="1"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then</a:t>
            </a:r>
            <a:r>
              <a:rPr kumimoji="0" lang="en-US" altLang="zh-CN" sz="2200" b="1" i="0"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 </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ACTION</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 </a:t>
            </a:r>
            <a:r>
              <a:rPr kumimoji="0" lang="en-US" altLang="zh-CN" sz="22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2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mn-cs"/>
              </a:rPr>
              <a:t>$</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acc</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t>
            </a:r>
          </a:p>
          <a:p>
            <a:pPr marL="273050" marR="0" lvl="0" indent="-273050" algn="l" defTabSz="914400" rtl="0" eaLnBrk="1" fontAlgn="base" latinLnBrk="0" hangingPunct="1">
              <a:lnSpc>
                <a:spcPts val="2800"/>
              </a:lnSpc>
              <a:spcBef>
                <a:spcPct val="20000"/>
              </a:spcBef>
              <a:spcAft>
                <a:spcPct val="0"/>
              </a:spcAft>
              <a:buClr>
                <a:schemeClr val="tx1"/>
              </a:buClr>
              <a:buSzPct val="100000"/>
              <a:buFont typeface="Wingdings" panose="05000000000000000000" pitchFamily="2" charset="2"/>
              <a:buChar char="Ø"/>
              <a:defRPr/>
            </a:pPr>
            <a:r>
              <a:rPr kumimoji="0" lang="zh-CN" altLang="en-US" sz="2200" b="1" i="0" u="none" strike="noStrike" kern="1200" cap="none" spc="0" normalizeH="0" baseline="0" noProof="0" dirty="0">
                <a:ln>
                  <a:noFill/>
                </a:ln>
                <a:solidFill>
                  <a:schemeClr val="tx1"/>
                </a:solidFill>
                <a:effectLst/>
                <a:uLnTx/>
                <a:uFillTx/>
                <a:latin typeface="+mn-ea"/>
                <a:ea typeface="+mn-ea"/>
                <a:cs typeface="+mn-cs"/>
              </a:rPr>
              <a:t>没有定义的所有条目都设置为</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error</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endPar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endParaRPr>
          </a:p>
        </p:txBody>
      </p:sp>
      <p:sp>
        <p:nvSpPr>
          <p:cNvPr id="23555" name="标题 1"/>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en-US" altLang="zh-CN" sz="3000" i="1" kern="1200" dirty="0">
                <a:solidFill>
                  <a:schemeClr val="tx1"/>
                </a:solidFill>
                <a:latin typeface="Times New Roman" panose="02020603050405020304" pitchFamily="18" charset="0"/>
                <a:ea typeface="黑体" panose="02010609060101010101" pitchFamily="49" charset="-122"/>
                <a:cs typeface="+mj-cs"/>
              </a:rPr>
              <a:t>SLR</a:t>
            </a:r>
            <a:r>
              <a:rPr lang="zh-CN" altLang="en-US" sz="3000" i="1" kern="1200" dirty="0">
                <a:solidFill>
                  <a:schemeClr val="tx1"/>
                </a:solidFill>
                <a:latin typeface="Times New Roman" panose="02020603050405020304" pitchFamily="18" charset="0"/>
                <a:ea typeface="黑体" panose="02010609060101010101" pitchFamily="49" charset="-122"/>
                <a:cs typeface="+mj-cs"/>
              </a:rPr>
              <a:t> </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分析表构造算法</a:t>
            </a:r>
          </a:p>
        </p:txBody>
      </p:sp>
      <p:sp>
        <p:nvSpPr>
          <p:cNvPr id="5" name="矩形 4"/>
          <p:cNvSpPr/>
          <p:nvPr/>
        </p:nvSpPr>
        <p:spPr>
          <a:xfrm>
            <a:off x="827088" y="4371975"/>
            <a:ext cx="6192837" cy="708025"/>
          </a:xfrm>
          <a:prstGeom prst="rect">
            <a:avLst/>
          </a:prstGeom>
          <a:solidFill>
            <a:srgbClr val="B5CEED"/>
          </a:solidFill>
          <a:ln w="12700" cap="flat" cmpd="sng">
            <a:solidFill>
              <a:schemeClr val="tx1"/>
            </a:solidFill>
            <a:prstDash val="solid"/>
            <a:round/>
            <a:headEnd type="none" w="med" len="med"/>
            <a:tailEnd type="none" w="med" len="med"/>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000" b="1" dirty="0">
                <a:solidFill>
                  <a:srgbClr val="000000"/>
                </a:solidFill>
                <a:latin typeface="Times New Roman" panose="02020603050405020304" pitchFamily="18" charset="0"/>
                <a:ea typeface="楷体" panose="02010609060101010101" pitchFamily="49" charset="-122"/>
              </a:rPr>
              <a:t>如果给定文法的</a:t>
            </a:r>
            <a:r>
              <a:rPr lang="en-US" altLang="zh-CN" sz="2000" b="1" i="1" dirty="0">
                <a:solidFill>
                  <a:srgbClr val="000000"/>
                </a:solidFill>
                <a:latin typeface="Times New Roman" panose="02020603050405020304" pitchFamily="18" charset="0"/>
                <a:ea typeface="宋体" panose="02010600030101010101" pitchFamily="2" charset="-122"/>
              </a:rPr>
              <a:t>SLR</a:t>
            </a:r>
            <a:r>
              <a:rPr lang="zh-CN" altLang="en-US" sz="2000" b="1" dirty="0">
                <a:solidFill>
                  <a:srgbClr val="000000"/>
                </a:solidFill>
                <a:latin typeface="Times New Roman" panose="02020603050405020304" pitchFamily="18" charset="0"/>
                <a:ea typeface="楷体" panose="02010609060101010101" pitchFamily="49" charset="-122"/>
              </a:rPr>
              <a:t>分析表中</a:t>
            </a:r>
            <a:r>
              <a:rPr lang="zh-CN" altLang="en-US" sz="2000" b="1" dirty="0">
                <a:solidFill>
                  <a:srgbClr val="000000"/>
                </a:solidFill>
                <a:highlight>
                  <a:srgbClr val="FFFF00"/>
                </a:highlight>
                <a:latin typeface="Times New Roman" panose="02020603050405020304" pitchFamily="18" charset="0"/>
                <a:ea typeface="楷体" panose="02010609060101010101" pitchFamily="49" charset="-122"/>
              </a:rPr>
              <a:t>不存在</a:t>
            </a:r>
            <a:r>
              <a:rPr lang="zh-CN" altLang="en-US" sz="2000" b="1" dirty="0">
                <a:solidFill>
                  <a:srgbClr val="000000"/>
                </a:solidFill>
                <a:latin typeface="Times New Roman" panose="02020603050405020304" pitchFamily="18" charset="0"/>
                <a:ea typeface="楷体" panose="02010609060101010101" pitchFamily="49" charset="-122"/>
              </a:rPr>
              <a:t>有冲突的动作，那么该文法称为</a:t>
            </a:r>
            <a:r>
              <a:rPr lang="en-US" altLang="zh-CN" sz="2000" b="1" i="1" dirty="0">
                <a:solidFill>
                  <a:srgbClr val="FF0000"/>
                </a:solidFill>
                <a:latin typeface="Times New Roman" panose="02020603050405020304" pitchFamily="18" charset="0"/>
                <a:ea typeface="宋体" panose="02010600030101010101" pitchFamily="2" charset="-122"/>
              </a:rPr>
              <a:t>SLR</a:t>
            </a:r>
            <a:r>
              <a:rPr lang="zh-CN" altLang="en-US" sz="2000" b="1" dirty="0">
                <a:solidFill>
                  <a:srgbClr val="FF0000"/>
                </a:solidFill>
                <a:latin typeface="Times New Roman" panose="02020603050405020304" pitchFamily="18" charset="0"/>
                <a:ea typeface="楷体" panose="02010609060101010101" pitchFamily="49" charset="-122"/>
              </a:rPr>
              <a:t>文法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6"/>
          <p:cNvSpPr>
            <a:spLocks noGrp="1" noChangeArrowheads="1"/>
          </p:cNvSpPr>
          <p:nvPr>
            <p:ph type="title"/>
          </p:nvPr>
        </p:nvSpPr>
        <p:spPr>
          <a:xfrm>
            <a:off x="755650" y="268288"/>
            <a:ext cx="7931150" cy="358775"/>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000" b="1" i="1"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mj-cs"/>
              </a:rPr>
              <a:t>SLR</a:t>
            </a:r>
            <a:r>
              <a:rPr kumimoji="0" lang="zh-CN" altLang="en-US" sz="3000" b="1" i="1"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mj-cs"/>
              </a:rPr>
              <a:t> </a:t>
            </a:r>
            <a:r>
              <a:rPr kumimoji="0" lang="zh-CN" altLang="en-US" sz="3000" b="1" i="0" u="none" strike="noStrike" kern="1200" cap="none" spc="30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j-cs"/>
              </a:rPr>
              <a:t>分析中的冲突</a:t>
            </a:r>
            <a:endParaRPr kumimoji="0" lang="zh-CN" altLang="en-US" sz="3000" b="1" i="0" u="none" strike="noStrike" kern="120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p:txBody>
      </p:sp>
      <p:sp>
        <p:nvSpPr>
          <p:cNvPr id="122" name="Rectangle 37"/>
          <p:cNvSpPr>
            <a:spLocks noChangeArrowheads="1"/>
          </p:cNvSpPr>
          <p:nvPr/>
        </p:nvSpPr>
        <p:spPr bwMode="auto">
          <a:xfrm>
            <a:off x="357188" y="1500188"/>
            <a:ext cx="1520825" cy="2354263"/>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lnSpc>
                <a:spcPts val="2500"/>
              </a:lnSpc>
              <a:spcBef>
                <a:spcPct val="20000"/>
              </a:spcBef>
              <a:buFont typeface="Wingdings" panose="05000000000000000000" pitchFamily="2" charset="2"/>
              <a:buNone/>
            </a:pPr>
            <a:r>
              <a:rPr lang="en-US" altLang="zh-CN" sz="2200" b="1" dirty="0">
                <a:solidFill>
                  <a:srgbClr val="000000"/>
                </a:solidFill>
                <a:latin typeface="Times New Roman" panose="02020603050405020304" pitchFamily="18" charset="0"/>
                <a:cs typeface="Times New Roman" panose="02020603050405020304" pitchFamily="18" charset="0"/>
              </a:rPr>
              <a:t>0) </a:t>
            </a:r>
            <a:r>
              <a:rPr lang="en-US" altLang="zh-CN" sz="2200" b="1" i="1" dirty="0">
                <a:solidFill>
                  <a:srgbClr val="000000"/>
                </a:solidFill>
                <a:latin typeface="Times New Roman" panose="02020603050405020304" pitchFamily="18" charset="0"/>
                <a:cs typeface="Times New Roman" panose="02020603050405020304" pitchFamily="18" charset="0"/>
              </a:rPr>
              <a:t>S</a:t>
            </a:r>
            <a:r>
              <a:rPr lang="en-US" altLang="zh-CN" sz="2400" b="1" i="1" dirty="0">
                <a:solidFill>
                  <a:srgbClr val="000000"/>
                </a:solidFill>
                <a:latin typeface="Times New Roman" panose="02020603050405020304" pitchFamily="18" charset="0"/>
                <a:cs typeface="Times New Roman" panose="02020603050405020304" pitchFamily="18" charset="0"/>
              </a:rPr>
              <a:t>′</a:t>
            </a:r>
            <a:r>
              <a:rPr lang="en-US" altLang="zh-CN" sz="2200" b="1" i="1" dirty="0">
                <a:solidFill>
                  <a:srgbClr val="000000"/>
                </a:solidFill>
                <a:latin typeface="Times New Roman" panose="02020603050405020304" pitchFamily="18" charset="0"/>
                <a:cs typeface="Times New Roman" panose="02020603050405020304" pitchFamily="18" charset="0"/>
              </a:rPr>
              <a:t>→S</a:t>
            </a:r>
          </a:p>
          <a:p>
            <a:pPr marL="609600" indent="-609600" eaLnBrk="1" hangingPunct="1">
              <a:lnSpc>
                <a:spcPts val="2500"/>
              </a:lnSpc>
              <a:spcBef>
                <a:spcPct val="20000"/>
              </a:spcBef>
              <a:buFont typeface="Wingdings" panose="05000000000000000000" pitchFamily="2" charset="2"/>
              <a:buNone/>
            </a:pPr>
            <a:r>
              <a:rPr lang="en-US" altLang="zh-CN" sz="2200" b="1" dirty="0">
                <a:solidFill>
                  <a:srgbClr val="000000"/>
                </a:solidFill>
                <a:latin typeface="Times New Roman" panose="02020603050405020304" pitchFamily="18" charset="0"/>
                <a:cs typeface="Times New Roman" panose="02020603050405020304" pitchFamily="18" charset="0"/>
              </a:rPr>
              <a:t>1) </a:t>
            </a:r>
            <a:r>
              <a:rPr lang="en-US" altLang="zh-CN" sz="2200" b="1" i="1" dirty="0">
                <a:solidFill>
                  <a:srgbClr val="000000"/>
                </a:solidFill>
                <a:latin typeface="Times New Roman" panose="02020603050405020304" pitchFamily="18" charset="0"/>
                <a:cs typeface="Times New Roman" panose="02020603050405020304" pitchFamily="18" charset="0"/>
              </a:rPr>
              <a:t>S→L=R</a:t>
            </a:r>
          </a:p>
          <a:p>
            <a:pPr marL="609600" indent="-609600" eaLnBrk="1" hangingPunct="1">
              <a:lnSpc>
                <a:spcPts val="2500"/>
              </a:lnSpc>
              <a:spcBef>
                <a:spcPct val="20000"/>
              </a:spcBef>
              <a:buFont typeface="Wingdings" panose="05000000000000000000" pitchFamily="2" charset="2"/>
              <a:buNone/>
            </a:pPr>
            <a:r>
              <a:rPr lang="en-US" altLang="zh-CN" sz="2200" b="1" dirty="0">
                <a:solidFill>
                  <a:srgbClr val="000000"/>
                </a:solidFill>
                <a:latin typeface="Times New Roman" panose="02020603050405020304" pitchFamily="18" charset="0"/>
                <a:cs typeface="Times New Roman" panose="02020603050405020304" pitchFamily="18" charset="0"/>
              </a:rPr>
              <a:t>2) </a:t>
            </a:r>
            <a:r>
              <a:rPr lang="en-US" altLang="zh-CN" sz="2200" b="1" i="1" dirty="0">
                <a:solidFill>
                  <a:srgbClr val="000000"/>
                </a:solidFill>
                <a:latin typeface="Times New Roman" panose="02020603050405020304" pitchFamily="18" charset="0"/>
                <a:cs typeface="Times New Roman" panose="02020603050405020304" pitchFamily="18" charset="0"/>
              </a:rPr>
              <a:t>S→R</a:t>
            </a:r>
          </a:p>
          <a:p>
            <a:pPr marL="609600" indent="-609600" eaLnBrk="1" hangingPunct="1">
              <a:lnSpc>
                <a:spcPts val="2500"/>
              </a:lnSpc>
              <a:spcBef>
                <a:spcPct val="20000"/>
              </a:spcBef>
              <a:buFont typeface="Wingdings" panose="05000000000000000000" pitchFamily="2" charset="2"/>
              <a:buNone/>
            </a:pPr>
            <a:r>
              <a:rPr lang="en-US" altLang="zh-CN" sz="2200" b="1" dirty="0">
                <a:solidFill>
                  <a:srgbClr val="000000"/>
                </a:solidFill>
                <a:latin typeface="Times New Roman" panose="02020603050405020304" pitchFamily="18" charset="0"/>
                <a:cs typeface="Times New Roman" panose="02020603050405020304" pitchFamily="18" charset="0"/>
              </a:rPr>
              <a:t>3) </a:t>
            </a:r>
            <a:r>
              <a:rPr lang="en-US" altLang="zh-CN" sz="2200" b="1" i="1" dirty="0">
                <a:solidFill>
                  <a:srgbClr val="000000"/>
                </a:solidFill>
                <a:latin typeface="Times New Roman" panose="02020603050405020304" pitchFamily="18" charset="0"/>
                <a:cs typeface="Times New Roman" panose="02020603050405020304" pitchFamily="18" charset="0"/>
              </a:rPr>
              <a:t>L→*R</a:t>
            </a:r>
          </a:p>
          <a:p>
            <a:pPr marL="609600" indent="-609600" eaLnBrk="1" hangingPunct="1">
              <a:lnSpc>
                <a:spcPts val="2500"/>
              </a:lnSpc>
              <a:spcBef>
                <a:spcPct val="20000"/>
              </a:spcBef>
              <a:buFont typeface="Wingdings" panose="05000000000000000000" pitchFamily="2" charset="2"/>
              <a:buNone/>
            </a:pPr>
            <a:r>
              <a:rPr lang="en-US" altLang="zh-CN" sz="2200" b="1" dirty="0">
                <a:solidFill>
                  <a:srgbClr val="000000"/>
                </a:solidFill>
                <a:latin typeface="Times New Roman" panose="02020603050405020304" pitchFamily="18" charset="0"/>
                <a:cs typeface="Times New Roman" panose="02020603050405020304" pitchFamily="18" charset="0"/>
              </a:rPr>
              <a:t>4) </a:t>
            </a:r>
            <a:r>
              <a:rPr lang="en-US" altLang="zh-CN" sz="2200" b="1" i="1" dirty="0">
                <a:solidFill>
                  <a:srgbClr val="000000"/>
                </a:solidFill>
                <a:latin typeface="Times New Roman" panose="02020603050405020304" pitchFamily="18" charset="0"/>
                <a:cs typeface="Times New Roman" panose="02020603050405020304" pitchFamily="18" charset="0"/>
              </a:rPr>
              <a:t>L→</a:t>
            </a:r>
            <a:r>
              <a:rPr lang="en-US" altLang="zh-CN" sz="2200" b="1" dirty="0">
                <a:solidFill>
                  <a:srgbClr val="000000"/>
                </a:solidFill>
                <a:latin typeface="Times New Roman" panose="02020603050405020304" pitchFamily="18" charset="0"/>
                <a:cs typeface="Times New Roman" panose="02020603050405020304" pitchFamily="18" charset="0"/>
              </a:rPr>
              <a:t>id</a:t>
            </a:r>
          </a:p>
          <a:p>
            <a:pPr marL="609600" indent="-609600" eaLnBrk="1" hangingPunct="1">
              <a:lnSpc>
                <a:spcPts val="2500"/>
              </a:lnSpc>
              <a:spcBef>
                <a:spcPct val="20000"/>
              </a:spcBef>
              <a:buFont typeface="Wingdings" panose="05000000000000000000" pitchFamily="2" charset="2"/>
              <a:buNone/>
            </a:pPr>
            <a:r>
              <a:rPr lang="en-US" altLang="zh-CN" sz="2200" b="1" dirty="0">
                <a:solidFill>
                  <a:srgbClr val="000000"/>
                </a:solidFill>
                <a:latin typeface="Times New Roman" panose="02020603050405020304" pitchFamily="18" charset="0"/>
                <a:cs typeface="Times New Roman" panose="02020603050405020304" pitchFamily="18" charset="0"/>
              </a:rPr>
              <a:t>5) </a:t>
            </a:r>
            <a:r>
              <a:rPr lang="en-US" altLang="zh-CN" sz="2200" b="1" i="1" dirty="0">
                <a:solidFill>
                  <a:srgbClr val="000000"/>
                </a:solidFill>
                <a:latin typeface="Times New Roman" panose="02020603050405020304" pitchFamily="18" charset="0"/>
                <a:cs typeface="Times New Roman" panose="02020603050405020304" pitchFamily="18" charset="0"/>
              </a:rPr>
              <a:t>R→L</a:t>
            </a:r>
            <a:endParaRPr lang="en-US" altLang="zh-CN" sz="2200" b="1" i="1" dirty="0">
              <a:solidFill>
                <a:srgbClr val="000000"/>
              </a:solidFill>
              <a:latin typeface="Times New Roman" panose="02020603050405020304" pitchFamily="18" charset="0"/>
              <a:ea typeface="Times New Roman" panose="02020603050405020304" pitchFamily="18" charset="0"/>
            </a:endParaRPr>
          </a:p>
        </p:txBody>
      </p:sp>
      <p:sp>
        <p:nvSpPr>
          <p:cNvPr id="130" name="Rectangle 45"/>
          <p:cNvSpPr>
            <a:spLocks noChangeArrowheads="1"/>
          </p:cNvSpPr>
          <p:nvPr/>
        </p:nvSpPr>
        <p:spPr bwMode="auto">
          <a:xfrm>
            <a:off x="311150" y="4457700"/>
            <a:ext cx="2636838" cy="400050"/>
          </a:xfrm>
          <a:prstGeom prst="rect">
            <a:avLst/>
          </a:prstGeom>
          <a:solidFill>
            <a:schemeClr val="accent5">
              <a:lumMod val="60000"/>
              <a:lumOff val="40000"/>
            </a:schemeClr>
          </a:solidFill>
          <a:ln w="12700">
            <a:solidFill>
              <a:schemeClr val="tx1"/>
            </a:solidFill>
            <a:miter lim="800000"/>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1"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FOLLOW</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000" b="1" i="1"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R</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 = { =,</a:t>
            </a:r>
            <a:r>
              <a:rPr kumimoji="0" lang="en-US" altLang="zh-CN" sz="20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 }</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endParaRPr>
          </a:p>
        </p:txBody>
      </p:sp>
      <p:grpSp>
        <p:nvGrpSpPr>
          <p:cNvPr id="2" name="组合 3"/>
          <p:cNvGrpSpPr/>
          <p:nvPr/>
        </p:nvGrpSpPr>
        <p:grpSpPr>
          <a:xfrm>
            <a:off x="2155825" y="741363"/>
            <a:ext cx="6808788" cy="4351337"/>
            <a:chOff x="2155825" y="741363"/>
            <a:chExt cx="6808788" cy="4350667"/>
          </a:xfrm>
        </p:grpSpPr>
        <p:sp>
          <p:nvSpPr>
            <p:cNvPr id="25608" name="Text Box 2"/>
            <p:cNvSpPr txBox="1"/>
            <p:nvPr/>
          </p:nvSpPr>
          <p:spPr>
            <a:xfrm>
              <a:off x="2155825" y="796916"/>
              <a:ext cx="1290638" cy="2153906"/>
            </a:xfrm>
            <a:prstGeom prst="rect">
              <a:avLst/>
            </a:prstGeom>
            <a:solidFill>
              <a:srgbClr val="B5CEED"/>
            </a:solidFill>
            <a:ln w="12700" cap="flat" cmpd="sng">
              <a:solidFill>
                <a:schemeClr val="tx1"/>
              </a:solidFill>
              <a:prstDash val="solid"/>
              <a:miter/>
              <a:headEnd type="none" w="sm" len="sm"/>
              <a:tailEnd type="none" w="sm" len="sm"/>
            </a:ln>
          </p:spPr>
          <p:txBody>
            <a:bodyPr tIns="0" bIns="0">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0</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 → · S</a:t>
              </a: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 · L=R</a:t>
              </a: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 · R</a:t>
              </a: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 · *R</a:t>
              </a: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 · </a:t>
              </a:r>
              <a:r>
                <a:rPr lang="en-US" altLang="zh-CN" sz="2000" b="1" dirty="0">
                  <a:solidFill>
                    <a:srgbClr val="000000"/>
                  </a:solidFill>
                  <a:latin typeface="Times New Roman" panose="02020603050405020304" pitchFamily="18" charset="0"/>
                  <a:ea typeface="宋体" panose="02010600030101010101" pitchFamily="2" charset="-122"/>
                </a:rPr>
                <a:t>id</a:t>
              </a: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 · L</a:t>
              </a:r>
            </a:p>
          </p:txBody>
        </p:sp>
        <p:sp>
          <p:nvSpPr>
            <p:cNvPr id="25609" name="Text Box 3"/>
            <p:cNvSpPr txBox="1"/>
            <p:nvPr/>
          </p:nvSpPr>
          <p:spPr>
            <a:xfrm>
              <a:off x="4041775" y="741363"/>
              <a:ext cx="1223963" cy="707916"/>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1</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 →S ·</a:t>
              </a:r>
            </a:p>
          </p:txBody>
        </p:sp>
        <p:sp>
          <p:nvSpPr>
            <p:cNvPr id="25610" name="Line 4"/>
            <p:cNvSpPr/>
            <p:nvPr/>
          </p:nvSpPr>
          <p:spPr>
            <a:xfrm flipV="1">
              <a:off x="3492500" y="1211263"/>
              <a:ext cx="503238" cy="11112"/>
            </a:xfrm>
            <a:prstGeom prst="line">
              <a:avLst/>
            </a:prstGeom>
            <a:ln w="38100" cap="flat" cmpd="sng">
              <a:solidFill>
                <a:schemeClr val="tx1"/>
              </a:solidFill>
              <a:prstDash val="solid"/>
              <a:headEnd type="none" w="sm" len="sm"/>
              <a:tailEnd type="triangle" w="med" len="med"/>
            </a:ln>
          </p:spPr>
        </p:sp>
        <p:sp>
          <p:nvSpPr>
            <p:cNvPr id="93" name="Text Box 5"/>
            <p:cNvSpPr txBox="1">
              <a:spLocks noChangeArrowheads="1"/>
            </p:cNvSpPr>
            <p:nvPr/>
          </p:nvSpPr>
          <p:spPr bwMode="auto">
            <a:xfrm>
              <a:off x="4029075" y="1509595"/>
              <a:ext cx="1223963" cy="101584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S→L</a:t>
              </a:r>
              <a:r>
                <a:rPr kumimoji="0" lang="en-US" altLang="zh-CN" sz="20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=R</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R→L</a:t>
              </a:r>
              <a:r>
                <a:rPr kumimoji="0" lang="en-US" altLang="zh-CN" sz="20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25612" name="Line 6"/>
            <p:cNvSpPr/>
            <p:nvPr/>
          </p:nvSpPr>
          <p:spPr>
            <a:xfrm flipV="1">
              <a:off x="3487738" y="2193925"/>
              <a:ext cx="508000" cy="15875"/>
            </a:xfrm>
            <a:prstGeom prst="line">
              <a:avLst/>
            </a:prstGeom>
            <a:ln w="38100" cap="flat" cmpd="sng">
              <a:solidFill>
                <a:schemeClr val="tx1"/>
              </a:solidFill>
              <a:prstDash val="solid"/>
              <a:headEnd type="none" w="sm" len="sm"/>
              <a:tailEnd type="triangle" w="med" len="med"/>
            </a:ln>
          </p:spPr>
        </p:sp>
        <p:sp>
          <p:nvSpPr>
            <p:cNvPr id="25613" name="Text Box 7"/>
            <p:cNvSpPr txBox="1"/>
            <p:nvPr/>
          </p:nvSpPr>
          <p:spPr>
            <a:xfrm>
              <a:off x="3563938" y="1749425"/>
              <a:ext cx="503237"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rgbClr val="000000"/>
                  </a:solidFill>
                  <a:latin typeface="Times New Roman" panose="02020603050405020304" pitchFamily="18" charset="0"/>
                  <a:ea typeface="宋体" panose="02010600030101010101" pitchFamily="2" charset="-122"/>
                </a:rPr>
                <a:t>L</a:t>
              </a:r>
            </a:p>
          </p:txBody>
        </p:sp>
        <p:sp>
          <p:nvSpPr>
            <p:cNvPr id="96" name="Text Box 8"/>
            <p:cNvSpPr txBox="1">
              <a:spLocks noChangeArrowheads="1"/>
            </p:cNvSpPr>
            <p:nvPr/>
          </p:nvSpPr>
          <p:spPr bwMode="auto">
            <a:xfrm>
              <a:off x="4027488" y="2574643"/>
              <a:ext cx="1223962" cy="70791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3</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5615" name="Line 9"/>
            <p:cNvSpPr/>
            <p:nvPr/>
          </p:nvSpPr>
          <p:spPr>
            <a:xfrm flipV="1">
              <a:off x="3492500" y="2841625"/>
              <a:ext cx="503238" cy="11113"/>
            </a:xfrm>
            <a:prstGeom prst="line">
              <a:avLst/>
            </a:prstGeom>
            <a:ln w="38100" cap="flat" cmpd="sng">
              <a:solidFill>
                <a:schemeClr val="tx1"/>
              </a:solidFill>
              <a:prstDash val="solid"/>
              <a:headEnd type="none" w="sm" len="sm"/>
              <a:tailEnd type="triangle" w="med" len="med"/>
            </a:ln>
          </p:spPr>
        </p:sp>
        <p:sp>
          <p:nvSpPr>
            <p:cNvPr id="25616" name="Text Box 10"/>
            <p:cNvSpPr txBox="1"/>
            <p:nvPr/>
          </p:nvSpPr>
          <p:spPr>
            <a:xfrm>
              <a:off x="3530600" y="2427288"/>
              <a:ext cx="609600"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rgbClr val="000000"/>
                  </a:solidFill>
                  <a:latin typeface="Times New Roman" panose="02020603050405020304" pitchFamily="18" charset="0"/>
                  <a:ea typeface="宋体" panose="02010600030101010101" pitchFamily="2" charset="-122"/>
                </a:rPr>
                <a:t>R</a:t>
              </a:r>
            </a:p>
          </p:txBody>
        </p:sp>
        <p:sp>
          <p:nvSpPr>
            <p:cNvPr id="99" name="Text Box 11"/>
            <p:cNvSpPr txBox="1">
              <a:spLocks noChangeArrowheads="1"/>
            </p:cNvSpPr>
            <p:nvPr/>
          </p:nvSpPr>
          <p:spPr bwMode="auto">
            <a:xfrm>
              <a:off x="4035425" y="3339700"/>
              <a:ext cx="1223963" cy="1631699"/>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4</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id</a:t>
              </a:r>
            </a:p>
          </p:txBody>
        </p:sp>
        <p:sp>
          <p:nvSpPr>
            <p:cNvPr id="100" name="Text Box 12"/>
            <p:cNvSpPr txBox="1">
              <a:spLocks noChangeArrowheads="1"/>
            </p:cNvSpPr>
            <p:nvPr/>
          </p:nvSpPr>
          <p:spPr bwMode="auto">
            <a:xfrm>
              <a:off x="5918200" y="4331735"/>
              <a:ext cx="1296988" cy="70632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5</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id</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5619" name="Text Box 13"/>
            <p:cNvSpPr txBox="1"/>
            <p:nvPr/>
          </p:nvSpPr>
          <p:spPr>
            <a:xfrm>
              <a:off x="3203848" y="2973883"/>
              <a:ext cx="5334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b="1" dirty="0">
                  <a:solidFill>
                    <a:srgbClr val="000000"/>
                  </a:solidFill>
                  <a:latin typeface="Times New Roman" panose="02020603050405020304" pitchFamily="18" charset="0"/>
                  <a:ea typeface="宋体" panose="02010600030101010101" pitchFamily="2" charset="-122"/>
                </a:rPr>
                <a:t>*</a:t>
              </a:r>
            </a:p>
          </p:txBody>
        </p:sp>
        <p:sp>
          <p:nvSpPr>
            <p:cNvPr id="25620" name="Text Box 15"/>
            <p:cNvSpPr txBox="1"/>
            <p:nvPr/>
          </p:nvSpPr>
          <p:spPr>
            <a:xfrm>
              <a:off x="2483768" y="3003798"/>
              <a:ext cx="533400" cy="46037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id</a:t>
              </a:r>
            </a:p>
          </p:txBody>
        </p:sp>
        <p:sp>
          <p:nvSpPr>
            <p:cNvPr id="25621" name="Freeform 16"/>
            <p:cNvSpPr/>
            <p:nvPr/>
          </p:nvSpPr>
          <p:spPr>
            <a:xfrm>
              <a:off x="3130550" y="3003550"/>
              <a:ext cx="865188" cy="647700"/>
            </a:xfrm>
            <a:custGeom>
              <a:avLst/>
              <a:gdLst>
                <a:gd name="txL" fmla="*/ 0 w 1152"/>
                <a:gd name="txT" fmla="*/ 0 h 1296"/>
                <a:gd name="txR" fmla="*/ 1152 w 1152"/>
                <a:gd name="txB" fmla="*/ 1296 h 1296"/>
              </a:gdLst>
              <a:ahLst/>
              <a:cxnLst>
                <a:cxn ang="0">
                  <a:pos x="0" y="0"/>
                </a:cxn>
                <a:cxn ang="0">
                  <a:pos x="2147483646" y="2147483646"/>
                </a:cxn>
                <a:cxn ang="0">
                  <a:pos x="2147483646" y="2147483646"/>
                </a:cxn>
                <a:cxn ang="0">
                  <a:pos x="2147483646" y="2147483646"/>
                </a:cxn>
              </a:cxnLst>
              <a:rect l="txL" t="txT" r="txR" b="txB"/>
              <a:pathLst>
                <a:path w="1152" h="1296">
                  <a:moveTo>
                    <a:pt x="0" y="0"/>
                  </a:moveTo>
                  <a:cubicBezTo>
                    <a:pt x="32" y="196"/>
                    <a:pt x="64" y="392"/>
                    <a:pt x="144" y="576"/>
                  </a:cubicBezTo>
                  <a:cubicBezTo>
                    <a:pt x="224" y="760"/>
                    <a:pt x="312" y="984"/>
                    <a:pt x="480" y="1104"/>
                  </a:cubicBezTo>
                  <a:cubicBezTo>
                    <a:pt x="648" y="1224"/>
                    <a:pt x="1048" y="1248"/>
                    <a:pt x="1152" y="1296"/>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104" name="Text Box 17"/>
            <p:cNvSpPr txBox="1">
              <a:spLocks noChangeArrowheads="1"/>
            </p:cNvSpPr>
            <p:nvPr/>
          </p:nvSpPr>
          <p:spPr bwMode="auto">
            <a:xfrm>
              <a:off x="5910263" y="1028656"/>
              <a:ext cx="1296987" cy="163011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6</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 </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id</a:t>
              </a:r>
            </a:p>
          </p:txBody>
        </p:sp>
        <p:sp>
          <p:nvSpPr>
            <p:cNvPr id="25623" name="Line 18"/>
            <p:cNvSpPr/>
            <p:nvPr/>
          </p:nvSpPr>
          <p:spPr>
            <a:xfrm flipV="1">
              <a:off x="5265738" y="1708150"/>
              <a:ext cx="647700" cy="0"/>
            </a:xfrm>
            <a:prstGeom prst="line">
              <a:avLst/>
            </a:prstGeom>
            <a:ln w="38100" cap="flat" cmpd="sng">
              <a:solidFill>
                <a:schemeClr val="tx1"/>
              </a:solidFill>
              <a:prstDash val="solid"/>
              <a:headEnd type="none" w="sm" len="sm"/>
              <a:tailEnd type="triangle" w="med" len="med"/>
            </a:ln>
          </p:spPr>
        </p:sp>
        <p:sp>
          <p:nvSpPr>
            <p:cNvPr id="25624" name="Text Box 19"/>
            <p:cNvSpPr txBox="1"/>
            <p:nvPr/>
          </p:nvSpPr>
          <p:spPr>
            <a:xfrm>
              <a:off x="5220072" y="1317699"/>
              <a:ext cx="4572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a:t>
              </a:r>
            </a:p>
          </p:txBody>
        </p:sp>
        <p:sp>
          <p:nvSpPr>
            <p:cNvPr id="107" name="Text Box 20"/>
            <p:cNvSpPr txBox="1">
              <a:spLocks noChangeArrowheads="1"/>
            </p:cNvSpPr>
            <p:nvPr/>
          </p:nvSpPr>
          <p:spPr bwMode="auto">
            <a:xfrm>
              <a:off x="5921375" y="2747654"/>
              <a:ext cx="1296988" cy="70791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7</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5626" name="Line 21"/>
            <p:cNvSpPr/>
            <p:nvPr/>
          </p:nvSpPr>
          <p:spPr>
            <a:xfrm flipV="1">
              <a:off x="5272088" y="3189288"/>
              <a:ext cx="641350" cy="488950"/>
            </a:xfrm>
            <a:prstGeom prst="line">
              <a:avLst/>
            </a:prstGeom>
            <a:ln w="38100" cap="flat" cmpd="sng">
              <a:solidFill>
                <a:schemeClr val="tx1"/>
              </a:solidFill>
              <a:prstDash val="solid"/>
              <a:headEnd type="none" w="sm" len="sm"/>
              <a:tailEnd type="triangle" w="med" len="med"/>
            </a:ln>
          </p:spPr>
        </p:sp>
        <p:sp>
          <p:nvSpPr>
            <p:cNvPr id="25627" name="Text Box 22"/>
            <p:cNvSpPr txBox="1"/>
            <p:nvPr/>
          </p:nvSpPr>
          <p:spPr>
            <a:xfrm>
              <a:off x="5266928" y="3477940"/>
              <a:ext cx="457200"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rgbClr val="000000"/>
                  </a:solidFill>
                  <a:latin typeface="Times New Roman" panose="02020603050405020304" pitchFamily="18" charset="0"/>
                  <a:ea typeface="宋体" panose="02010600030101010101" pitchFamily="2" charset="-122"/>
                </a:rPr>
                <a:t>R</a:t>
              </a:r>
            </a:p>
          </p:txBody>
        </p:sp>
        <p:sp>
          <p:nvSpPr>
            <p:cNvPr id="110" name="Text Box 23"/>
            <p:cNvSpPr txBox="1">
              <a:spLocks noChangeArrowheads="1"/>
            </p:cNvSpPr>
            <p:nvPr/>
          </p:nvSpPr>
          <p:spPr bwMode="auto">
            <a:xfrm>
              <a:off x="5921375" y="3539694"/>
              <a:ext cx="1296988" cy="70791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8</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5629" name="Line 24"/>
            <p:cNvSpPr/>
            <p:nvPr/>
          </p:nvSpPr>
          <p:spPr>
            <a:xfrm>
              <a:off x="5265738" y="4030663"/>
              <a:ext cx="647700" cy="0"/>
            </a:xfrm>
            <a:prstGeom prst="line">
              <a:avLst/>
            </a:prstGeom>
            <a:ln w="38100" cap="flat" cmpd="sng">
              <a:solidFill>
                <a:schemeClr val="tx1"/>
              </a:solidFill>
              <a:prstDash val="solid"/>
              <a:headEnd type="none" w="sm" len="sm"/>
              <a:tailEnd type="triangle" w="med" len="med"/>
            </a:ln>
          </p:spPr>
        </p:sp>
        <p:sp>
          <p:nvSpPr>
            <p:cNvPr id="25630" name="Text Box 25"/>
            <p:cNvSpPr txBox="1"/>
            <p:nvPr/>
          </p:nvSpPr>
          <p:spPr>
            <a:xfrm>
              <a:off x="5220072" y="3983583"/>
              <a:ext cx="381000" cy="46037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rgbClr val="000000"/>
                  </a:solidFill>
                  <a:latin typeface="Times New Roman" panose="02020603050405020304" pitchFamily="18" charset="0"/>
                  <a:ea typeface="宋体" panose="02010600030101010101" pitchFamily="2" charset="-122"/>
                </a:rPr>
                <a:t>L</a:t>
              </a:r>
            </a:p>
          </p:txBody>
        </p:sp>
        <p:sp>
          <p:nvSpPr>
            <p:cNvPr id="113" name="Text Box 26"/>
            <p:cNvSpPr txBox="1">
              <a:spLocks noChangeArrowheads="1"/>
            </p:cNvSpPr>
            <p:nvPr/>
          </p:nvSpPr>
          <p:spPr bwMode="auto">
            <a:xfrm>
              <a:off x="7740650" y="1384201"/>
              <a:ext cx="1223963" cy="706329"/>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9</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S→L=R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5632" name="Line 27"/>
            <p:cNvSpPr/>
            <p:nvPr/>
          </p:nvSpPr>
          <p:spPr>
            <a:xfrm flipV="1">
              <a:off x="7205663" y="1897063"/>
              <a:ext cx="533400" cy="0"/>
            </a:xfrm>
            <a:prstGeom prst="line">
              <a:avLst/>
            </a:prstGeom>
            <a:ln w="38100" cap="flat" cmpd="sng">
              <a:solidFill>
                <a:schemeClr val="tx1"/>
              </a:solidFill>
              <a:prstDash val="solid"/>
              <a:headEnd type="none" w="sm" len="sm"/>
              <a:tailEnd type="triangle" w="med" len="med"/>
            </a:ln>
          </p:spPr>
        </p:sp>
        <p:sp>
          <p:nvSpPr>
            <p:cNvPr id="25633" name="Text Box 28"/>
            <p:cNvSpPr txBox="1"/>
            <p:nvPr/>
          </p:nvSpPr>
          <p:spPr>
            <a:xfrm>
              <a:off x="7278688" y="1471613"/>
              <a:ext cx="533400"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rgbClr val="000000"/>
                  </a:solidFill>
                  <a:latin typeface="Times New Roman" panose="02020603050405020304" pitchFamily="18" charset="0"/>
                  <a:ea typeface="宋体" panose="02010600030101010101" pitchFamily="2" charset="-122"/>
                </a:rPr>
                <a:t>R</a:t>
              </a:r>
            </a:p>
          </p:txBody>
        </p:sp>
        <p:sp>
          <p:nvSpPr>
            <p:cNvPr id="25634" name="Line 29"/>
            <p:cNvSpPr/>
            <p:nvPr/>
          </p:nvSpPr>
          <p:spPr>
            <a:xfrm flipH="1">
              <a:off x="5286375" y="1995488"/>
              <a:ext cx="644525" cy="1473200"/>
            </a:xfrm>
            <a:prstGeom prst="line">
              <a:avLst/>
            </a:prstGeom>
            <a:ln w="38100" cap="flat" cmpd="sng">
              <a:solidFill>
                <a:schemeClr val="tx1"/>
              </a:solidFill>
              <a:prstDash val="solid"/>
              <a:headEnd type="none" w="sm" len="sm"/>
              <a:tailEnd type="triangle" w="med" len="med"/>
            </a:ln>
          </p:spPr>
        </p:sp>
        <p:sp>
          <p:nvSpPr>
            <p:cNvPr id="25635" name="Text Box 30"/>
            <p:cNvSpPr txBox="1"/>
            <p:nvPr/>
          </p:nvSpPr>
          <p:spPr>
            <a:xfrm>
              <a:off x="5550768" y="1923678"/>
              <a:ext cx="5334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b="1" dirty="0">
                  <a:solidFill>
                    <a:srgbClr val="000000"/>
                  </a:solidFill>
                  <a:latin typeface="Times New Roman" panose="02020603050405020304" pitchFamily="18" charset="0"/>
                  <a:ea typeface="宋体" panose="02010600030101010101" pitchFamily="2" charset="-122"/>
                </a:rPr>
                <a:t>*</a:t>
              </a:r>
            </a:p>
          </p:txBody>
        </p:sp>
        <p:sp>
          <p:nvSpPr>
            <p:cNvPr id="25636" name="Freeform 31"/>
            <p:cNvSpPr/>
            <p:nvPr/>
          </p:nvSpPr>
          <p:spPr>
            <a:xfrm>
              <a:off x="7194550" y="2192338"/>
              <a:ext cx="330200" cy="2000250"/>
            </a:xfrm>
            <a:custGeom>
              <a:avLst/>
              <a:gdLst>
                <a:gd name="txL" fmla="*/ 0 w 208"/>
                <a:gd name="txT" fmla="*/ 0 h 1680"/>
                <a:gd name="txR" fmla="*/ 208 w 208"/>
                <a:gd name="txB" fmla="*/ 1680 h 1680"/>
              </a:gdLst>
              <a:ahLst/>
              <a:cxnLst>
                <a:cxn ang="0">
                  <a:pos x="0" y="0"/>
                </a:cxn>
                <a:cxn ang="0">
                  <a:pos x="2147483646" y="2147483646"/>
                </a:cxn>
                <a:cxn ang="0">
                  <a:pos x="2147483646" y="2147483646"/>
                </a:cxn>
                <a:cxn ang="0">
                  <a:pos x="2147483646" y="2147483646"/>
                </a:cxn>
              </a:cxnLst>
              <a:rect l="txL" t="txT" r="txR" b="txB"/>
              <a:pathLst>
                <a:path w="208" h="1680">
                  <a:moveTo>
                    <a:pt x="0" y="0"/>
                  </a:moveTo>
                  <a:cubicBezTo>
                    <a:pt x="56" y="132"/>
                    <a:pt x="112" y="264"/>
                    <a:pt x="144" y="432"/>
                  </a:cubicBezTo>
                  <a:cubicBezTo>
                    <a:pt x="176" y="600"/>
                    <a:pt x="208" y="800"/>
                    <a:pt x="192" y="1008"/>
                  </a:cubicBezTo>
                  <a:cubicBezTo>
                    <a:pt x="176" y="1216"/>
                    <a:pt x="112" y="1448"/>
                    <a:pt x="48" y="1680"/>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25637" name="Text Box 32"/>
            <p:cNvSpPr txBox="1"/>
            <p:nvPr/>
          </p:nvSpPr>
          <p:spPr>
            <a:xfrm>
              <a:off x="7139136" y="2541835"/>
              <a:ext cx="4572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rgbClr val="000000"/>
                  </a:solidFill>
                  <a:latin typeface="Times New Roman" panose="02020603050405020304" pitchFamily="18" charset="0"/>
                  <a:ea typeface="宋体" panose="02010600030101010101" pitchFamily="2" charset="-122"/>
                </a:rPr>
                <a:t>L</a:t>
              </a:r>
            </a:p>
          </p:txBody>
        </p:sp>
        <p:sp>
          <p:nvSpPr>
            <p:cNvPr id="25638" name="Text Box 34"/>
            <p:cNvSpPr txBox="1"/>
            <p:nvPr/>
          </p:nvSpPr>
          <p:spPr>
            <a:xfrm>
              <a:off x="7596336" y="2283718"/>
              <a:ext cx="6858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id</a:t>
              </a:r>
            </a:p>
          </p:txBody>
        </p:sp>
        <p:sp>
          <p:nvSpPr>
            <p:cNvPr id="25639" name="Text Box 35"/>
            <p:cNvSpPr txBox="1"/>
            <p:nvPr/>
          </p:nvSpPr>
          <p:spPr>
            <a:xfrm>
              <a:off x="3563938" y="814388"/>
              <a:ext cx="533400"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rgbClr val="000000"/>
                  </a:solidFill>
                  <a:latin typeface="Times New Roman" panose="02020603050405020304" pitchFamily="18" charset="0"/>
                  <a:ea typeface="宋体" panose="02010600030101010101" pitchFamily="2" charset="-122"/>
                </a:rPr>
                <a:t>S</a:t>
              </a:r>
            </a:p>
          </p:txBody>
        </p:sp>
        <p:sp>
          <p:nvSpPr>
            <p:cNvPr id="25640" name="Line 38"/>
            <p:cNvSpPr/>
            <p:nvPr/>
          </p:nvSpPr>
          <p:spPr>
            <a:xfrm>
              <a:off x="5265738" y="4732338"/>
              <a:ext cx="647700" cy="0"/>
            </a:xfrm>
            <a:prstGeom prst="line">
              <a:avLst/>
            </a:prstGeom>
            <a:ln w="38100" cap="flat" cmpd="sng">
              <a:solidFill>
                <a:schemeClr val="tx1"/>
              </a:solidFill>
              <a:prstDash val="solid"/>
              <a:headEnd type="none" w="med" len="med"/>
              <a:tailEnd type="triangle" w="med" len="med"/>
            </a:ln>
          </p:spPr>
        </p:sp>
        <p:sp>
          <p:nvSpPr>
            <p:cNvPr id="25641" name="Text Box 39"/>
            <p:cNvSpPr txBox="1"/>
            <p:nvPr/>
          </p:nvSpPr>
          <p:spPr>
            <a:xfrm>
              <a:off x="5220072" y="4630068"/>
              <a:ext cx="533400"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id</a:t>
              </a:r>
            </a:p>
          </p:txBody>
        </p:sp>
        <p:grpSp>
          <p:nvGrpSpPr>
            <p:cNvPr id="25642" name="Group 44"/>
            <p:cNvGrpSpPr/>
            <p:nvPr/>
          </p:nvGrpSpPr>
          <p:grpSpPr>
            <a:xfrm>
              <a:off x="3708400" y="3868738"/>
              <a:ext cx="290513" cy="268287"/>
              <a:chOff x="2335" y="3249"/>
              <a:chExt cx="183" cy="226"/>
            </a:xfrm>
          </p:grpSpPr>
          <p:sp>
            <p:nvSpPr>
              <p:cNvPr id="25646" name="Line 40"/>
              <p:cNvSpPr/>
              <p:nvPr/>
            </p:nvSpPr>
            <p:spPr>
              <a:xfrm>
                <a:off x="2335" y="3249"/>
                <a:ext cx="182" cy="0"/>
              </a:xfrm>
              <a:prstGeom prst="line">
                <a:avLst/>
              </a:prstGeom>
              <a:ln w="38100" cap="flat" cmpd="sng">
                <a:solidFill>
                  <a:schemeClr val="tx1"/>
                </a:solidFill>
                <a:prstDash val="solid"/>
                <a:headEnd type="none" w="med" len="med"/>
                <a:tailEnd type="none" w="med" len="med"/>
              </a:ln>
            </p:spPr>
          </p:sp>
          <p:sp>
            <p:nvSpPr>
              <p:cNvPr id="25647" name="Line 41"/>
              <p:cNvSpPr/>
              <p:nvPr/>
            </p:nvSpPr>
            <p:spPr>
              <a:xfrm>
                <a:off x="2335" y="3249"/>
                <a:ext cx="0" cy="226"/>
              </a:xfrm>
              <a:prstGeom prst="line">
                <a:avLst/>
              </a:prstGeom>
              <a:ln w="38100" cap="flat" cmpd="sng">
                <a:solidFill>
                  <a:schemeClr val="tx1"/>
                </a:solidFill>
                <a:prstDash val="solid"/>
                <a:headEnd type="none" w="med" len="med"/>
                <a:tailEnd type="none" w="med" len="med"/>
              </a:ln>
            </p:spPr>
          </p:sp>
          <p:sp>
            <p:nvSpPr>
              <p:cNvPr id="25648" name="Line 42"/>
              <p:cNvSpPr/>
              <p:nvPr/>
            </p:nvSpPr>
            <p:spPr>
              <a:xfrm>
                <a:off x="2336" y="3475"/>
                <a:ext cx="182" cy="0"/>
              </a:xfrm>
              <a:prstGeom prst="line">
                <a:avLst/>
              </a:prstGeom>
              <a:ln w="38100" cap="flat" cmpd="sng">
                <a:solidFill>
                  <a:schemeClr val="tx1"/>
                </a:solidFill>
                <a:prstDash val="solid"/>
                <a:headEnd type="none" w="med" len="med"/>
                <a:tailEnd type="triangle" w="med" len="med"/>
              </a:ln>
            </p:spPr>
          </p:sp>
        </p:grpSp>
        <p:sp>
          <p:nvSpPr>
            <p:cNvPr id="25643" name="Text Box 43"/>
            <p:cNvSpPr txBox="1"/>
            <p:nvPr/>
          </p:nvSpPr>
          <p:spPr>
            <a:xfrm>
              <a:off x="3635375" y="3813175"/>
              <a:ext cx="5334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b="1" dirty="0">
                  <a:solidFill>
                    <a:srgbClr val="000000"/>
                  </a:solidFill>
                  <a:latin typeface="Times New Roman" panose="02020603050405020304" pitchFamily="18" charset="0"/>
                  <a:ea typeface="宋体" panose="02010600030101010101" pitchFamily="2" charset="-122"/>
                </a:rPr>
                <a:t>*</a:t>
              </a:r>
            </a:p>
          </p:txBody>
        </p:sp>
        <p:sp>
          <p:nvSpPr>
            <p:cNvPr id="25644" name="Freeform 33"/>
            <p:cNvSpPr/>
            <p:nvPr/>
          </p:nvSpPr>
          <p:spPr>
            <a:xfrm rot="414497">
              <a:off x="7061200" y="2066925"/>
              <a:ext cx="746125" cy="2824163"/>
            </a:xfrm>
            <a:custGeom>
              <a:avLst/>
              <a:gdLst>
                <a:gd name="txL" fmla="*/ 0 w 656"/>
                <a:gd name="txT" fmla="*/ 0 h 2592"/>
                <a:gd name="txR" fmla="*/ 656 w 656"/>
                <a:gd name="txB" fmla="*/ 2592 h 2592"/>
              </a:gdLst>
              <a:ahLst/>
              <a:cxnLst>
                <a:cxn ang="0">
                  <a:pos x="0" y="0"/>
                </a:cxn>
                <a:cxn ang="0">
                  <a:pos x="2147483646" y="2147483646"/>
                </a:cxn>
                <a:cxn ang="0">
                  <a:pos x="2147483646" y="2147483646"/>
                </a:cxn>
                <a:cxn ang="0">
                  <a:pos x="2147483646" y="2147483646"/>
                </a:cxn>
              </a:cxnLst>
              <a:rect l="txL" t="txT" r="txR" b="txB"/>
              <a:pathLst>
                <a:path w="656" h="2592">
                  <a:moveTo>
                    <a:pt x="0" y="0"/>
                  </a:moveTo>
                  <a:cubicBezTo>
                    <a:pt x="212" y="224"/>
                    <a:pt x="424" y="448"/>
                    <a:pt x="528" y="720"/>
                  </a:cubicBezTo>
                  <a:cubicBezTo>
                    <a:pt x="632" y="992"/>
                    <a:pt x="656" y="1320"/>
                    <a:pt x="624" y="1632"/>
                  </a:cubicBezTo>
                  <a:cubicBezTo>
                    <a:pt x="592" y="1944"/>
                    <a:pt x="464" y="2268"/>
                    <a:pt x="336" y="2592"/>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132" name="任意多边形 131"/>
            <p:cNvSpPr/>
            <p:nvPr/>
          </p:nvSpPr>
          <p:spPr>
            <a:xfrm>
              <a:off x="2500313" y="2966695"/>
              <a:ext cx="3400425" cy="2118986"/>
            </a:xfrm>
            <a:custGeom>
              <a:avLst/>
              <a:gdLst>
                <a:gd name="connsiteX0" fmla="*/ 49618 w 3452037"/>
                <a:gd name="connsiteY0" fmla="*/ 0 h 2119423"/>
                <a:gd name="connsiteX1" fmla="*/ 124046 w 3452037"/>
                <a:gd name="connsiteY1" fmla="*/ 882502 h 2119423"/>
                <a:gd name="connsiteX2" fmla="*/ 793897 w 3452037"/>
                <a:gd name="connsiteY2" fmla="*/ 1605516 h 2119423"/>
                <a:gd name="connsiteX3" fmla="*/ 1516911 w 3452037"/>
                <a:gd name="connsiteY3" fmla="*/ 2030818 h 2119423"/>
                <a:gd name="connsiteX4" fmla="*/ 2250558 w 3452037"/>
                <a:gd name="connsiteY4" fmla="*/ 2115879 h 2119423"/>
                <a:gd name="connsiteX5" fmla="*/ 3207488 w 3452037"/>
                <a:gd name="connsiteY5" fmla="*/ 2052083 h 2119423"/>
                <a:gd name="connsiteX6" fmla="*/ 3452037 w 3452037"/>
                <a:gd name="connsiteY6" fmla="*/ 2020186 h 21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52037" h="2119423">
                  <a:moveTo>
                    <a:pt x="49618" y="0"/>
                  </a:moveTo>
                  <a:cubicBezTo>
                    <a:pt x="24809" y="307458"/>
                    <a:pt x="0" y="614916"/>
                    <a:pt x="124046" y="882502"/>
                  </a:cubicBezTo>
                  <a:cubicBezTo>
                    <a:pt x="248092" y="1150088"/>
                    <a:pt x="561753" y="1414130"/>
                    <a:pt x="793897" y="1605516"/>
                  </a:cubicBezTo>
                  <a:cubicBezTo>
                    <a:pt x="1026041" y="1796902"/>
                    <a:pt x="1274134" y="1945758"/>
                    <a:pt x="1516911" y="2030818"/>
                  </a:cubicBezTo>
                  <a:cubicBezTo>
                    <a:pt x="1759688" y="2115879"/>
                    <a:pt x="1968795" y="2112335"/>
                    <a:pt x="2250558" y="2115879"/>
                  </a:cubicBezTo>
                  <a:cubicBezTo>
                    <a:pt x="2532321" y="2119423"/>
                    <a:pt x="3007242" y="2068032"/>
                    <a:pt x="3207488" y="2052083"/>
                  </a:cubicBezTo>
                  <a:cubicBezTo>
                    <a:pt x="3407734" y="2036134"/>
                    <a:pt x="3429885" y="2028160"/>
                    <a:pt x="3452037" y="2020186"/>
                  </a:cubicBezTo>
                </a:path>
              </a:pathLst>
            </a:cu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grpSp>
      <p:sp>
        <p:nvSpPr>
          <p:cNvPr id="3" name="矩形 2"/>
          <p:cNvSpPr/>
          <p:nvPr/>
        </p:nvSpPr>
        <p:spPr>
          <a:xfrm>
            <a:off x="282575" y="933450"/>
            <a:ext cx="836613" cy="450850"/>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273050" lvl="0" indent="-273050" eaLnBrk="1" hangingPunct="1">
              <a:lnSpc>
                <a:spcPts val="2800"/>
              </a:lnSpc>
              <a:buClrTx/>
              <a:buFont typeface="Wingdings" panose="05000000000000000000" pitchFamily="2" charset="2"/>
              <a:buChar char="Ø"/>
            </a:pPr>
            <a:r>
              <a:rPr lang="zh-CN" altLang="en-US" sz="3200" b="1" dirty="0">
                <a:solidFill>
                  <a:srgbClr val="000000"/>
                </a:solidFill>
                <a:latin typeface="Times New Roman" panose="02020603050405020304" pitchFamily="18" charset="0"/>
                <a:ea typeface="华文楷体" panose="02010600040101010101" pitchFamily="2" charset="-122"/>
              </a:rPr>
              <a:t>例</a:t>
            </a:r>
            <a:endParaRPr lang="en-US" altLang="zh-CN" sz="3200" b="1" dirty="0">
              <a:solidFill>
                <a:srgbClr val="000000"/>
              </a:solidFill>
              <a:latin typeface="Times New Roman" panose="02020603050405020304" pitchFamily="18" charset="0"/>
              <a:ea typeface="宋体" panose="02010600030101010101" pitchFamily="2" charset="-122"/>
            </a:endParaRPr>
          </a:p>
        </p:txBody>
      </p:sp>
      <p:sp>
        <p:nvSpPr>
          <p:cNvPr id="49" name="AutoShape 58"/>
          <p:cNvSpPr>
            <a:spLocks noChangeArrowheads="1"/>
          </p:cNvSpPr>
          <p:nvPr/>
        </p:nvSpPr>
        <p:spPr bwMode="auto">
          <a:xfrm>
            <a:off x="6856413" y="66675"/>
            <a:ext cx="2216150" cy="1076325"/>
          </a:xfrm>
          <a:prstGeom prst="cloudCallout">
            <a:avLst>
              <a:gd name="adj1" fmla="val -65982"/>
              <a:gd name="adj2" fmla="val 33843"/>
            </a:avLst>
          </a:prstGeom>
          <a:solidFill>
            <a:schemeClr val="tx2">
              <a:lumMod val="60000"/>
              <a:lumOff val="40000"/>
            </a:schemeClr>
          </a:solidFill>
          <a:ln w="12700">
            <a:solidFill>
              <a:schemeClr val="tx1"/>
            </a:solidFill>
            <a:round/>
          </a:ln>
        </p:spPr>
        <p:txBody>
          <a:bodyPr lIns="46800" rIns="46800"/>
          <a:lstStyle/>
          <a:p>
            <a:pPr marL="0" marR="0" lvl="0" indent="0" algn="ctr" defTabSz="914400" rtl="0" eaLnBrk="0" fontAlgn="base" latinLnBrk="0" hangingPunct="0">
              <a:lnSpc>
                <a:spcPct val="100000"/>
              </a:lnSpc>
              <a:spcBef>
                <a:spcPct val="20000"/>
              </a:spcBef>
              <a:spcAft>
                <a:spcPct val="0"/>
              </a:spcAft>
              <a:buClr>
                <a:srgbClr val="333399"/>
              </a:buClr>
              <a:buSzPct val="75000"/>
              <a:buFont typeface="Monotype Sorts"/>
              <a:buNone/>
              <a:defRPr/>
            </a:pPr>
            <a:r>
              <a:rPr kumimoji="0" lang="zh-CN" altLang="en-US" sz="2500" b="1" i="0" u="none" strike="noStrike" kern="1200" cap="none" spc="0" normalizeH="0" baseline="0" noProof="0" dirty="0">
                <a:ln>
                  <a:noFill/>
                </a:ln>
                <a:solidFill>
                  <a:schemeClr val="bg1"/>
                </a:solidFill>
                <a:effectLst/>
                <a:uLnTx/>
                <a:uFillTx/>
                <a:latin typeface="楷体" panose="02010609060101010101" pitchFamily="49" charset="-122"/>
                <a:ea typeface="楷体" panose="02010609060101010101" pitchFamily="49" charset="-122"/>
                <a:cs typeface="Times New Roman" panose="02020603050405020304" pitchFamily="18" charset="0"/>
              </a:rPr>
              <a:t>如何消解冲突？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22"/>
                                        </p:tgtEl>
                                        <p:attrNameLst>
                                          <p:attrName>style.visibility</p:attrName>
                                        </p:attrNameLst>
                                      </p:cBhvr>
                                      <p:to>
                                        <p:strVal val="visible"/>
                                      </p:to>
                                    </p:set>
                                    <p:anim calcmode="lin" valueType="num">
                                      <p:cBhvr>
                                        <p:cTn id="12" dur="500" fill="hold"/>
                                        <p:tgtEl>
                                          <p:spTgt spid="122"/>
                                        </p:tgtEl>
                                        <p:attrNameLst>
                                          <p:attrName>ppt_w</p:attrName>
                                        </p:attrNameLst>
                                      </p:cBhvr>
                                      <p:tavLst>
                                        <p:tav tm="0">
                                          <p:val>
                                            <p:fltVal val="0"/>
                                          </p:val>
                                        </p:tav>
                                        <p:tav tm="100000">
                                          <p:val>
                                            <p:strVal val="#ppt_w"/>
                                          </p:val>
                                        </p:tav>
                                      </p:tavLst>
                                    </p:anim>
                                    <p:anim calcmode="lin" valueType="num">
                                      <p:cBhvr>
                                        <p:cTn id="13" dur="500" fill="hold"/>
                                        <p:tgtEl>
                                          <p:spTgt spid="122"/>
                                        </p:tgtEl>
                                        <p:attrNameLst>
                                          <p:attrName>ppt_h</p:attrName>
                                        </p:attrNameLst>
                                      </p:cBhvr>
                                      <p:tavLst>
                                        <p:tav tm="0">
                                          <p:val>
                                            <p:fltVal val="0"/>
                                          </p:val>
                                        </p:tav>
                                        <p:tav tm="100000">
                                          <p:val>
                                            <p:strVal val="#ppt_h"/>
                                          </p:val>
                                        </p:tav>
                                      </p:tavLst>
                                    </p:anim>
                                    <p:animEffect transition="in" filter="fade">
                                      <p:cBhvr>
                                        <p:cTn id="14" dur="500"/>
                                        <p:tgtEl>
                                          <p:spTgt spid="122"/>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30"/>
                                        </p:tgtEl>
                                        <p:attrNameLst>
                                          <p:attrName>style.visibility</p:attrName>
                                        </p:attrNameLst>
                                      </p:cBhvr>
                                      <p:to>
                                        <p:strVal val="visible"/>
                                      </p:to>
                                    </p:set>
                                    <p:anim calcmode="lin" valueType="num">
                                      <p:cBhvr>
                                        <p:cTn id="26" dur="500" fill="hold"/>
                                        <p:tgtEl>
                                          <p:spTgt spid="130"/>
                                        </p:tgtEl>
                                        <p:attrNameLst>
                                          <p:attrName>ppt_w</p:attrName>
                                        </p:attrNameLst>
                                      </p:cBhvr>
                                      <p:tavLst>
                                        <p:tav tm="0">
                                          <p:val>
                                            <p:fltVal val="0"/>
                                          </p:val>
                                        </p:tav>
                                        <p:tav tm="100000">
                                          <p:val>
                                            <p:strVal val="#ppt_w"/>
                                          </p:val>
                                        </p:tav>
                                      </p:tavLst>
                                    </p:anim>
                                    <p:anim calcmode="lin" valueType="num">
                                      <p:cBhvr>
                                        <p:cTn id="27" dur="500" fill="hold"/>
                                        <p:tgtEl>
                                          <p:spTgt spid="130"/>
                                        </p:tgtEl>
                                        <p:attrNameLst>
                                          <p:attrName>ppt_h</p:attrName>
                                        </p:attrNameLst>
                                      </p:cBhvr>
                                      <p:tavLst>
                                        <p:tav tm="0">
                                          <p:val>
                                            <p:fltVal val="0"/>
                                          </p:val>
                                        </p:tav>
                                        <p:tav tm="100000">
                                          <p:val>
                                            <p:strVal val="#ppt_h"/>
                                          </p:val>
                                        </p:tav>
                                      </p:tavLst>
                                    </p:anim>
                                    <p:animEffect transition="in" filter="fade">
                                      <p:cBhvr>
                                        <p:cTn id="28" dur="500"/>
                                        <p:tgtEl>
                                          <p:spTgt spid="130"/>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49"/>
                                        </p:tgtEl>
                                        <p:attrNameLst>
                                          <p:attrName>style.visibility</p:attrName>
                                        </p:attrNameLst>
                                      </p:cBhvr>
                                      <p:to>
                                        <p:strVal val="visible"/>
                                      </p:to>
                                    </p:set>
                                    <p:anim calcmode="lin" valueType="num">
                                      <p:cBhvr>
                                        <p:cTn id="33" dur="500" fill="hold"/>
                                        <p:tgtEl>
                                          <p:spTgt spid="49"/>
                                        </p:tgtEl>
                                        <p:attrNameLst>
                                          <p:attrName>ppt_w</p:attrName>
                                        </p:attrNameLst>
                                      </p:cBhvr>
                                      <p:tavLst>
                                        <p:tav tm="0">
                                          <p:val>
                                            <p:fltVal val="0"/>
                                          </p:val>
                                        </p:tav>
                                        <p:tav tm="100000">
                                          <p:val>
                                            <p:strVal val="#ppt_w"/>
                                          </p:val>
                                        </p:tav>
                                      </p:tavLst>
                                    </p:anim>
                                    <p:anim calcmode="lin" valueType="num">
                                      <p:cBhvr>
                                        <p:cTn id="34" dur="500" fill="hold"/>
                                        <p:tgtEl>
                                          <p:spTgt spid="49"/>
                                        </p:tgtEl>
                                        <p:attrNameLst>
                                          <p:attrName>ppt_h</p:attrName>
                                        </p:attrNameLst>
                                      </p:cBhvr>
                                      <p:tavLst>
                                        <p:tav tm="0">
                                          <p:val>
                                            <p:fltVal val="0"/>
                                          </p:val>
                                        </p:tav>
                                        <p:tav tm="100000">
                                          <p:val>
                                            <p:strVal val="#ppt_h"/>
                                          </p:val>
                                        </p:tav>
                                      </p:tavLst>
                                    </p:anim>
                                    <p:animEffect transition="in" filter="fade">
                                      <p:cBhvr>
                                        <p:cTn id="35"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 grpId="0" bldLvl="0" animBg="1"/>
      <p:bldP spid="130" grpId="0" bldLvl="0" animBg="1"/>
      <p:bldP spid="3" grpId="0"/>
      <p:bldP spid="49"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3" descr="G:\QQ截图201607142012副本.jpg"/>
          <p:cNvPicPr>
            <a:picLocks noChangeAspect="1"/>
          </p:cNvPicPr>
          <p:nvPr/>
        </p:nvPicPr>
        <p:blipFill>
          <a:blip r:embed="rId3"/>
          <a:stretch>
            <a:fillRect/>
          </a:stretch>
        </p:blipFill>
        <p:spPr>
          <a:xfrm>
            <a:off x="0" y="0"/>
            <a:ext cx="9144000" cy="5151438"/>
          </a:xfrm>
          <a:prstGeom prst="rect">
            <a:avLst/>
          </a:prstGeom>
          <a:noFill/>
          <a:ln w="9525">
            <a:noFill/>
          </a:ln>
        </p:spPr>
      </p:pic>
      <p:sp>
        <p:nvSpPr>
          <p:cNvPr id="29699" name="Rectangle 2"/>
          <p:cNvSpPr txBox="1"/>
          <p:nvPr/>
        </p:nvSpPr>
        <p:spPr>
          <a:xfrm>
            <a:off x="4932045" y="2427605"/>
            <a:ext cx="3443288" cy="939800"/>
          </a:xfrm>
          <a:prstGeom prst="rect">
            <a:avLst/>
          </a:prstGeom>
          <a:noFill/>
          <a:ln w="9525">
            <a:noFill/>
          </a:ln>
        </p:spPr>
        <p:txBody>
          <a:bodyPr anchor="ctr" anchorCtr="0"/>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500" b="1" dirty="0">
                <a:solidFill>
                  <a:srgbClr val="FFFFFF"/>
                </a:solidFill>
                <a:ea typeface="楷体" panose="02010609060101010101" pitchFamily="49" charset="-122"/>
              </a:rPr>
              <a:t> </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29700" name="Rectangle 2"/>
          <p:cNvSpPr txBox="1"/>
          <p:nvPr/>
        </p:nvSpPr>
        <p:spPr>
          <a:xfrm>
            <a:off x="5214938" y="1487488"/>
            <a:ext cx="3143250" cy="441325"/>
          </a:xfrm>
          <a:prstGeom prst="rect">
            <a:avLst/>
          </a:prstGeom>
          <a:noFill/>
          <a:ln w="12700">
            <a:noFill/>
          </a:ln>
        </p:spPr>
        <p:txBody>
          <a:bodyPr anchor="ctr" anchorCtr="0"/>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800" dirty="0">
              <a:solidFill>
                <a:srgbClr val="FFFFFF"/>
              </a:solidFill>
              <a:latin typeface="微软雅黑" panose="020B0503020204020204" pitchFamily="34" charset="-122"/>
              <a:ea typeface="微软雅黑" panose="020B0503020204020204" pitchFamily="34" charset="-122"/>
            </a:endParaRPr>
          </a:p>
        </p:txBody>
      </p:sp>
      <p:sp>
        <p:nvSpPr>
          <p:cNvPr id="29701" name="Rectangle 2"/>
          <p:cNvSpPr txBox="1"/>
          <p:nvPr/>
        </p:nvSpPr>
        <p:spPr>
          <a:xfrm>
            <a:off x="5072063" y="1774825"/>
            <a:ext cx="4446587" cy="939800"/>
          </a:xfrm>
          <a:prstGeom prst="rect">
            <a:avLst/>
          </a:prstGeom>
          <a:noFill/>
          <a:ln w="9525">
            <a:noFill/>
          </a:ln>
        </p:spPr>
        <p:txBody>
          <a:bodyPr anchor="ctr" anchorCtr="0"/>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3500" dirty="0">
                <a:solidFill>
                  <a:srgbClr val="FFFFFF"/>
                </a:solidFill>
                <a:latin typeface="微软雅黑" panose="020B0503020204020204" pitchFamily="34" charset="-122"/>
                <a:ea typeface="微软雅黑" panose="020B0503020204020204" pitchFamily="34" charset="-122"/>
              </a:rPr>
              <a:t>LR(1)</a:t>
            </a:r>
            <a:r>
              <a:rPr lang="zh-CN" altLang="en-US" sz="3500" dirty="0">
                <a:solidFill>
                  <a:srgbClr val="FFFFFF"/>
                </a:solidFill>
                <a:latin typeface="微软雅黑" panose="020B0503020204020204" pitchFamily="34" charset="-122"/>
                <a:ea typeface="微软雅黑" panose="020B0503020204020204" pitchFamily="34" charset="-122"/>
              </a:rPr>
              <a:t>分析</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3" name="Rectangle 3"/>
          <p:cNvSpPr>
            <a:spLocks noGrp="1" noChangeArrowheads="1"/>
          </p:cNvSpPr>
          <p:nvPr>
            <p:ph idx="1"/>
          </p:nvPr>
        </p:nvSpPr>
        <p:spPr>
          <a:xfrm>
            <a:off x="434975" y="842963"/>
            <a:ext cx="8313738" cy="3225800"/>
          </a:xfrm>
        </p:spPr>
        <p:txBody>
          <a:bodyPr vert="horz" wrap="square" lIns="91440" tIns="45720" rIns="91440" bIns="45720" numCol="1" anchor="t" anchorCtr="0" compatLnSpc="1"/>
          <a:lstStyle/>
          <a:p>
            <a:pPr marL="273050" marR="0" lvl="0" indent="-273050" algn="l" defTabSz="914400" rtl="0" eaLnBrk="1" fontAlgn="base" latinLnBrk="0" hangingPunct="1">
              <a:lnSpc>
                <a:spcPct val="130000"/>
              </a:lnSpc>
              <a:spcBef>
                <a:spcPct val="20000"/>
              </a:spcBef>
              <a:spcAft>
                <a:spcPct val="0"/>
              </a:spcAft>
              <a:buClr>
                <a:schemeClr val="tx1"/>
              </a:buClr>
              <a:buSzPct val="100000"/>
              <a:buFont typeface="Wingdings" panose="05000000000000000000" pitchFamily="2" charset="2"/>
              <a:buChar char="Ø"/>
              <a:defRPr/>
            </a:pPr>
            <a:r>
              <a:rPr kumimoji="0"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SLR</a:t>
            </a:r>
            <a:r>
              <a:rPr kumimoji="0" lang="zh-CN" altLang="en-US" sz="2800" b="1" i="0" u="none" strike="noStrike" kern="1200" cap="none" spc="0" normalizeH="0" baseline="0" noProof="0" dirty="0">
                <a:ln>
                  <a:noFill/>
                </a:ln>
                <a:solidFill>
                  <a:schemeClr val="tx1"/>
                </a:solidFill>
                <a:effectLst/>
                <a:uLnTx/>
                <a:uFillTx/>
                <a:latin typeface="+mn-ea"/>
                <a:ea typeface="+mn-ea"/>
                <a:cs typeface="Times New Roman" panose="02020603050405020304" pitchFamily="18" charset="0"/>
              </a:rPr>
              <a:t>分析存在的问题</a:t>
            </a:r>
          </a:p>
          <a:p>
            <a:pPr marL="576580" marR="0" lvl="1" indent="-273050" algn="l" defTabSz="914400" rtl="0" eaLnBrk="1" fontAlgn="base" latinLnBrk="0" hangingPunct="1">
              <a:lnSpc>
                <a:spcPct val="130000"/>
              </a:lnSpc>
              <a:spcBef>
                <a:spcPct val="20000"/>
              </a:spcBef>
              <a:spcAft>
                <a:spcPct val="0"/>
              </a:spcAft>
              <a:buClr>
                <a:schemeClr val="tx1"/>
              </a:buClr>
              <a:buSzPct val="100000"/>
              <a:buFont typeface="Wingdings" panose="05000000000000000000" pitchFamily="2" charset="2"/>
              <a:buChar char="Ø"/>
              <a:defRPr/>
            </a:pP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SLR</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只是简单地考察</a:t>
            </a:r>
            <a:r>
              <a:rPr kumimoji="0" lang="zh-CN" altLang="en-US" sz="2500" b="1" i="0" u="none" strike="noStrike" kern="1200" cap="none" spc="0" normalizeH="0" baseline="0" noProof="0" dirty="0">
                <a:ln>
                  <a:noFill/>
                </a:ln>
                <a:solidFill>
                  <a:srgbClr val="2D83F4"/>
                </a:solidFill>
                <a:effectLst/>
                <a:uLnTx/>
                <a:uFillTx/>
                <a:latin typeface="+mn-ea"/>
                <a:ea typeface="+mn-ea"/>
                <a:cs typeface="+mn-cs"/>
              </a:rPr>
              <a:t>下一个输入符号</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b</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是否属于与</a:t>
            </a:r>
            <a:r>
              <a:rPr kumimoji="0" lang="zh-CN" altLang="en-US" sz="2500" b="1" i="0" u="none" strike="noStrike" kern="1200" cap="none" spc="0" normalizeH="0" baseline="0" noProof="0" dirty="0">
                <a:ln>
                  <a:noFill/>
                </a:ln>
                <a:solidFill>
                  <a:srgbClr val="2D83F4"/>
                </a:solidFill>
                <a:effectLst/>
                <a:uLnTx/>
                <a:uFillTx/>
                <a:latin typeface="+mn-ea"/>
                <a:ea typeface="+mn-ea"/>
                <a:cs typeface="+mn-cs"/>
              </a:rPr>
              <a:t>归约项目</a:t>
            </a:r>
            <a:r>
              <a:rPr kumimoji="0" lang="en-US" altLang="zh-CN" sz="2500" b="1"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A</a:t>
            </a:r>
            <a:r>
              <a:rPr kumimoji="0" lang="en-US" altLang="zh-CN" sz="25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α</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相关联的</a:t>
            </a:r>
            <a:r>
              <a:rPr kumimoji="0" lang="en-US" altLang="zh-CN" sz="2500" b="1" i="1"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FOLLOW</a:t>
            </a:r>
            <a:r>
              <a:rPr kumimoji="0" lang="en-US" altLang="zh-CN" sz="2500" b="1" i="0"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A</a:t>
            </a:r>
            <a:r>
              <a:rPr kumimoji="0" lang="en-US" altLang="zh-CN" sz="2500" b="1" i="0"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a:t>
            </a:r>
            <a:r>
              <a:rPr kumimoji="0" lang="zh-CN" altLang="en-US"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但</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b</a:t>
            </a:r>
            <a:r>
              <a:rPr kumimoji="0" lang="zh-CN" altLang="en-US"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FOLLOW</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只是归约</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α</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的一个</a:t>
            </a:r>
            <a:r>
              <a:rPr kumimoji="0" lang="zh-CN" altLang="en-US" sz="2500" b="1" i="0" u="none" strike="noStrike" kern="1200" cap="none" spc="0" normalizeH="0" baseline="0" noProof="0" dirty="0">
                <a:ln>
                  <a:noFill/>
                </a:ln>
                <a:solidFill>
                  <a:srgbClr val="2D83F4"/>
                </a:solidFill>
                <a:effectLst/>
                <a:uLnTx/>
                <a:uFillTx/>
                <a:latin typeface="+mn-ea"/>
                <a:ea typeface="+mn-ea"/>
                <a:cs typeface="+mn-cs"/>
              </a:rPr>
              <a:t>必要条件</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，而非</a:t>
            </a:r>
            <a:r>
              <a:rPr kumimoji="0" lang="zh-CN" altLang="en-US" sz="2500" b="1" i="0" u="none" strike="noStrike" kern="1200" cap="none" spc="0" normalizeH="0" baseline="0" noProof="0" dirty="0">
                <a:ln>
                  <a:noFill/>
                </a:ln>
                <a:solidFill>
                  <a:srgbClr val="2D83F4"/>
                </a:solidFill>
                <a:effectLst/>
                <a:uLnTx/>
                <a:uFillTx/>
                <a:latin typeface="+mn-ea"/>
                <a:ea typeface="+mn-ea"/>
                <a:cs typeface="+mn-cs"/>
              </a:rPr>
              <a:t>充分条件</a:t>
            </a:r>
          </a:p>
        </p:txBody>
      </p:sp>
      <p:sp>
        <p:nvSpPr>
          <p:cNvPr id="31747"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en-US" altLang="zh-CN" sz="3000" i="1"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LR</a:t>
            </a:r>
            <a:r>
              <a:rPr lang="en-US" altLang="zh-CN" sz="3000"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3000" kern="1200" dirty="0">
                <a:solidFill>
                  <a:srgbClr val="000000"/>
                </a:solidFill>
                <a:latin typeface="微软雅黑" panose="020B0503020204020204" pitchFamily="34" charset="-122"/>
                <a:ea typeface="微软雅黑" panose="020B0503020204020204" pitchFamily="34" charset="-122"/>
                <a:cs typeface="+mj-cs"/>
              </a:rPr>
              <a:t>分析法的提出</a:t>
            </a:r>
            <a:endParaRPr lang="zh-CN" altLang="en-US" sz="3000" kern="1200" dirty="0">
              <a:solidFill>
                <a:schemeClr val="tx1"/>
              </a:solidFill>
              <a:latin typeface="微软雅黑" panose="020B0503020204020204" pitchFamily="34" charset="-122"/>
              <a:ea typeface="微软雅黑" panose="020B0503020204020204" pitchFamily="34" charset="-122"/>
              <a:cs typeface="+mj-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en-US" altLang="zh-CN" sz="3000" i="1"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LR</a:t>
            </a:r>
            <a:r>
              <a:rPr lang="en-US" altLang="zh-CN" sz="3000"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3000" kern="1200" dirty="0">
                <a:solidFill>
                  <a:srgbClr val="000000"/>
                </a:solidFill>
                <a:latin typeface="微软雅黑" panose="020B0503020204020204" pitchFamily="34" charset="-122"/>
                <a:ea typeface="微软雅黑" panose="020B0503020204020204" pitchFamily="34" charset="-122"/>
                <a:cs typeface="+mj-cs"/>
              </a:rPr>
              <a:t>分析法的提出</a:t>
            </a:r>
            <a:endParaRPr lang="zh-CN" altLang="en-US" sz="3000" kern="1200" dirty="0">
              <a:solidFill>
                <a:schemeClr val="tx1"/>
              </a:solidFill>
              <a:latin typeface="微软雅黑" panose="020B0503020204020204" pitchFamily="34" charset="-122"/>
              <a:ea typeface="微软雅黑" panose="020B0503020204020204" pitchFamily="34" charset="-122"/>
              <a:cs typeface="+mj-cs"/>
            </a:endParaRPr>
          </a:p>
        </p:txBody>
      </p:sp>
      <p:pic>
        <p:nvPicPr>
          <p:cNvPr id="3" name="图片 2"/>
          <p:cNvPicPr>
            <a:picLocks noChangeAspect="1"/>
          </p:cNvPicPr>
          <p:nvPr/>
        </p:nvPicPr>
        <p:blipFill>
          <a:blip r:embed="rId3"/>
          <a:stretch>
            <a:fillRect/>
          </a:stretch>
        </p:blipFill>
        <p:spPr>
          <a:xfrm>
            <a:off x="734060" y="1923415"/>
            <a:ext cx="7312025" cy="2496185"/>
          </a:xfrm>
          <a:prstGeom prst="rect">
            <a:avLst/>
          </a:prstGeom>
        </p:spPr>
      </p:pic>
      <p:sp>
        <p:nvSpPr>
          <p:cNvPr id="5" name="Rectangle 3"/>
          <p:cNvSpPr>
            <a:spLocks noGrp="1" noChangeArrowheads="1"/>
          </p:cNvSpPr>
          <p:nvPr>
            <p:ph idx="1"/>
          </p:nvPr>
        </p:nvSpPr>
        <p:spPr>
          <a:xfrm>
            <a:off x="434975" y="843280"/>
            <a:ext cx="8314055" cy="1290955"/>
          </a:xfrm>
        </p:spPr>
        <p:txBody>
          <a:bodyPr vert="horz" wrap="square" lIns="91440" tIns="45720" rIns="91440" bIns="45720" numCol="1" anchor="t" anchorCtr="0" compatLnSpc="1"/>
          <a:lstStyle/>
          <a:p>
            <a:pPr marL="273050" marR="0" lvl="0" indent="-273050" algn="l" defTabSz="914400" rtl="0" eaLnBrk="1" fontAlgn="base" latinLnBrk="0" hangingPunct="1">
              <a:lnSpc>
                <a:spcPct val="130000"/>
              </a:lnSpc>
              <a:spcBef>
                <a:spcPct val="20000"/>
              </a:spcBef>
              <a:spcAft>
                <a:spcPct val="0"/>
              </a:spcAft>
              <a:buClr>
                <a:schemeClr val="tx1"/>
              </a:buClr>
              <a:buSzPct val="100000"/>
              <a:buFont typeface="Wingdings" panose="05000000000000000000" pitchFamily="2" charset="2"/>
              <a:buChar char="Ø"/>
              <a:defRPr/>
            </a:pPr>
            <a:r>
              <a:rPr kumimoji="0" lang="zh-CN" altLang="en-US" b="1" i="0" u="none" strike="noStrike" kern="1200" cap="none" spc="0" normalizeH="0" baseline="0" noProof="0" dirty="0">
                <a:ln>
                  <a:noFill/>
                </a:ln>
                <a:solidFill>
                  <a:schemeClr val="tx1"/>
                </a:solidFill>
                <a:effectLst/>
                <a:uLnTx/>
                <a:uFillTx/>
                <a:latin typeface="+mn-ea"/>
                <a:ea typeface="+mn-ea"/>
                <a:cs typeface="Times New Roman" panose="02020603050405020304" pitchFamily="18" charset="0"/>
              </a:rPr>
              <a:t>对于产生式</a:t>
            </a:r>
            <a:r>
              <a:rPr lang="en-US" altLang="zh-CN" b="1" i="1" noProof="0" dirty="0" err="1">
                <a:ln>
                  <a:noFill/>
                </a:ln>
                <a:solidFill>
                  <a:schemeClr val="tx1"/>
                </a:solidFill>
                <a:effectLst/>
                <a:uLnTx/>
                <a:uFillTx/>
                <a:ea typeface="楷体_GB2312" pitchFamily="49" charset="-122"/>
                <a:sym typeface="+mn-ea"/>
              </a:rPr>
              <a:t>A</a:t>
            </a:r>
            <a:r>
              <a:rPr lang="en-US" altLang="zh-CN" b="1" noProof="0" dirty="0" err="1">
                <a:ln>
                  <a:noFill/>
                </a:ln>
                <a:solidFill>
                  <a:schemeClr val="tx1"/>
                </a:solidFill>
                <a:effectLst/>
                <a:uLnTx/>
                <a:uFillTx/>
                <a:ea typeface="楷体_GB2312" pitchFamily="49" charset="-122"/>
                <a:sym typeface="+mn-ea"/>
              </a:rPr>
              <a:t>→</a:t>
            </a:r>
            <a:r>
              <a:rPr lang="en-US" altLang="zh-CN" b="1" i="1" noProof="0" dirty="0" err="1">
                <a:ln>
                  <a:noFill/>
                </a:ln>
                <a:solidFill>
                  <a:schemeClr val="tx1"/>
                </a:solidFill>
                <a:effectLst/>
                <a:uLnTx/>
                <a:uFillTx/>
                <a:ea typeface="楷体_GB2312" pitchFamily="49" charset="-122"/>
                <a:sym typeface="+mn-ea"/>
              </a:rPr>
              <a:t>α</a:t>
            </a:r>
            <a:r>
              <a:rPr lang="zh-CN" altLang="en-US" b="1" noProof="0" dirty="0">
                <a:ln>
                  <a:noFill/>
                </a:ln>
                <a:solidFill>
                  <a:schemeClr val="tx1"/>
                </a:solidFill>
                <a:effectLst/>
                <a:uLnTx/>
                <a:uFillTx/>
                <a:latin typeface="+mn-ea"/>
                <a:cs typeface="Times New Roman" panose="02020603050405020304" pitchFamily="18" charset="0"/>
                <a:sym typeface="+mn-ea"/>
              </a:rPr>
              <a:t>的规约，在</a:t>
            </a:r>
            <a:r>
              <a:rPr lang="zh-CN" altLang="en-US" b="1" noProof="0" dirty="0">
                <a:ln>
                  <a:noFill/>
                </a:ln>
                <a:solidFill>
                  <a:srgbClr val="2D83F4"/>
                </a:solidFill>
                <a:effectLst/>
                <a:uLnTx/>
                <a:uFillTx/>
                <a:latin typeface="+mn-ea"/>
                <a:sym typeface="+mn-ea"/>
              </a:rPr>
              <a:t>不同的使用位置</a:t>
            </a:r>
            <a:r>
              <a:rPr lang="zh-CN" altLang="en-US" b="1" noProof="0" dirty="0">
                <a:ln>
                  <a:noFill/>
                </a:ln>
                <a:solidFill>
                  <a:schemeClr val="tx1"/>
                </a:solidFill>
                <a:effectLst/>
                <a:uLnTx/>
                <a:uFillTx/>
                <a:latin typeface="+mn-ea"/>
                <a:cs typeface="Times New Roman" panose="02020603050405020304" pitchFamily="18" charset="0"/>
                <a:sym typeface="+mn-ea"/>
              </a:rPr>
              <a:t>，</a:t>
            </a:r>
            <a:r>
              <a:rPr lang="en-US" altLang="zh-CN" b="1" i="1" noProof="0" dirty="0" err="1">
                <a:ln>
                  <a:noFill/>
                </a:ln>
                <a:solidFill>
                  <a:schemeClr val="tx1"/>
                </a:solidFill>
                <a:effectLst/>
                <a:uLnTx/>
                <a:uFillTx/>
                <a:ea typeface="楷体_GB2312" pitchFamily="49" charset="-122"/>
                <a:sym typeface="+mn-ea"/>
              </a:rPr>
              <a:t>A</a:t>
            </a:r>
            <a:r>
              <a:rPr lang="zh-CN" altLang="en-US" b="1" noProof="0" dirty="0">
                <a:ln>
                  <a:noFill/>
                </a:ln>
                <a:solidFill>
                  <a:schemeClr val="tx1"/>
                </a:solidFill>
                <a:effectLst/>
                <a:uLnTx/>
                <a:uFillTx/>
                <a:latin typeface="+mn-ea"/>
                <a:cs typeface="Times New Roman" panose="02020603050405020304" pitchFamily="18" charset="0"/>
                <a:sym typeface="+mn-ea"/>
              </a:rPr>
              <a:t>会要求</a:t>
            </a:r>
            <a:r>
              <a:rPr lang="zh-CN" altLang="en-US" b="1" noProof="0" dirty="0">
                <a:ln>
                  <a:noFill/>
                </a:ln>
                <a:solidFill>
                  <a:srgbClr val="2D83F4"/>
                </a:solidFill>
                <a:effectLst/>
                <a:uLnTx/>
                <a:uFillTx/>
                <a:latin typeface="+mn-ea"/>
                <a:sym typeface="+mn-ea"/>
              </a:rPr>
              <a:t>不同的后继符号</a:t>
            </a:r>
            <a:endParaRPr kumimoji="0" lang="zh-CN" altLang="en-US" b="1" i="0" u="none" strike="noStrike" kern="1200" cap="none" spc="0" normalizeH="0" baseline="0" noProof="0" dirty="0">
              <a:ln>
                <a:noFill/>
              </a:ln>
              <a:solidFill>
                <a:srgbClr val="2D83F4"/>
              </a:solidFill>
              <a:effectLst/>
              <a:uLnTx/>
              <a:uFillTx/>
              <a:latin typeface="+mn-ea"/>
              <a:ea typeface="+mn-ea"/>
              <a:cs typeface="+mn-cs"/>
            </a:endParaRPr>
          </a:p>
        </p:txBody>
      </p:sp>
      <p:sp>
        <p:nvSpPr>
          <p:cNvPr id="6" name="文本框 5"/>
          <p:cNvSpPr txBox="1"/>
          <p:nvPr/>
        </p:nvSpPr>
        <p:spPr>
          <a:xfrm>
            <a:off x="323215" y="4371340"/>
            <a:ext cx="8133715" cy="570865"/>
          </a:xfrm>
          <a:prstGeom prst="rect">
            <a:avLst/>
          </a:prstGeom>
          <a:noFill/>
        </p:spPr>
        <p:txBody>
          <a:bodyPr wrap="square" rtlCol="0" anchor="t">
            <a:spAutoFit/>
          </a:bodyPr>
          <a:lstStyle/>
          <a:p>
            <a:pPr marL="273050" marR="0" lvl="0" indent="-273050" algn="l" defTabSz="914400" rtl="0" eaLnBrk="1" fontAlgn="base" latinLnBrk="0" hangingPunct="1">
              <a:lnSpc>
                <a:spcPct val="130000"/>
              </a:lnSpc>
              <a:spcBef>
                <a:spcPct val="20000"/>
              </a:spcBef>
              <a:spcAft>
                <a:spcPct val="0"/>
              </a:spcAft>
              <a:buClr>
                <a:schemeClr val="tx1"/>
              </a:buClr>
              <a:buSzPct val="100000"/>
              <a:buFont typeface="Wingdings" panose="05000000000000000000" pitchFamily="2" charset="2"/>
              <a:buChar char="Ø"/>
              <a:defRPr/>
            </a:pPr>
            <a:r>
              <a:rPr lang="zh-CN" altLang="en-US" sz="2400" b="1" noProof="0" dirty="0">
                <a:ln>
                  <a:noFill/>
                </a:ln>
                <a:effectLst/>
                <a:uLnTx/>
                <a:uFillTx/>
                <a:latin typeface="+mn-ea"/>
                <a:ea typeface="+mn-ea"/>
                <a:cs typeface="Times New Roman" panose="02020603050405020304" pitchFamily="18" charset="0"/>
                <a:sym typeface="+mn-ea"/>
              </a:rPr>
              <a:t>在特定位置，</a:t>
            </a:r>
            <a:r>
              <a:rPr lang="en-US" altLang="zh-CN" sz="2400" b="1" i="1" noProof="0" dirty="0" err="1">
                <a:ln>
                  <a:noFill/>
                </a:ln>
                <a:effectLst/>
                <a:uLnTx/>
                <a:uFillTx/>
                <a:latin typeface="Times New Roman" panose="02020603050405020304" pitchFamily="18" charset="0"/>
                <a:ea typeface="楷体_GB2312" pitchFamily="49" charset="-122"/>
                <a:sym typeface="+mn-ea"/>
              </a:rPr>
              <a:t>A</a:t>
            </a:r>
            <a:r>
              <a:rPr lang="zh-CN" altLang="en-US" sz="2400" b="1" noProof="0" dirty="0">
                <a:ln>
                  <a:noFill/>
                </a:ln>
                <a:effectLst/>
                <a:uLnTx/>
                <a:uFillTx/>
                <a:latin typeface="+mn-ea"/>
                <a:ea typeface="+mn-ea"/>
                <a:cs typeface="Times New Roman" panose="02020603050405020304" pitchFamily="18" charset="0"/>
                <a:sym typeface="+mn-ea"/>
              </a:rPr>
              <a:t>的后继符集合是</a:t>
            </a:r>
            <a:r>
              <a:rPr lang="en-US" altLang="zh-CN" sz="2400" b="1" i="1" noProof="0" dirty="0" err="1">
                <a:ln>
                  <a:noFill/>
                </a:ln>
                <a:effectLst/>
                <a:uLnTx/>
                <a:uFillTx/>
                <a:latin typeface="Times New Roman" panose="02020603050405020304" pitchFamily="18" charset="0"/>
                <a:ea typeface="楷体_GB2312" pitchFamily="49" charset="-122"/>
                <a:sym typeface="+mn-ea"/>
              </a:rPr>
              <a:t>FOLLOW</a:t>
            </a:r>
            <a:r>
              <a:rPr lang="en-US" altLang="zh-CN" sz="2400" b="1" noProof="0" dirty="0" err="1">
                <a:ln>
                  <a:noFill/>
                </a:ln>
                <a:effectLst/>
                <a:uLnTx/>
                <a:uFillTx/>
                <a:latin typeface="Times New Roman" panose="02020603050405020304" pitchFamily="18" charset="0"/>
                <a:ea typeface="楷体_GB2312" pitchFamily="49" charset="-122"/>
                <a:sym typeface="+mn-ea"/>
              </a:rPr>
              <a:t>(</a:t>
            </a:r>
            <a:r>
              <a:rPr lang="en-US" altLang="zh-CN" sz="2400" b="1" i="1" noProof="0" dirty="0" err="1">
                <a:ln>
                  <a:noFill/>
                </a:ln>
                <a:effectLst/>
                <a:uLnTx/>
                <a:uFillTx/>
                <a:latin typeface="Times New Roman" panose="02020603050405020304" pitchFamily="18" charset="0"/>
                <a:ea typeface="楷体_GB2312" pitchFamily="49" charset="-122"/>
                <a:sym typeface="+mn-ea"/>
              </a:rPr>
              <a:t>A</a:t>
            </a:r>
            <a:r>
              <a:rPr lang="en-US" altLang="zh-CN" sz="2400" b="1" noProof="0" dirty="0" err="1">
                <a:ln>
                  <a:noFill/>
                </a:ln>
                <a:effectLst/>
                <a:uLnTx/>
                <a:uFillTx/>
                <a:latin typeface="Times New Roman" panose="02020603050405020304" pitchFamily="18" charset="0"/>
                <a:ea typeface="楷体_GB2312" pitchFamily="49" charset="-122"/>
                <a:sym typeface="+mn-ea"/>
              </a:rPr>
              <a:t>)</a:t>
            </a:r>
            <a:r>
              <a:rPr lang="zh-CN" altLang="en-US" sz="2400" b="1" noProof="0" dirty="0">
                <a:ln>
                  <a:noFill/>
                </a:ln>
                <a:effectLst/>
                <a:uLnTx/>
                <a:uFillTx/>
                <a:latin typeface="+mn-ea"/>
                <a:ea typeface="+mn-ea"/>
                <a:cs typeface="Times New Roman" panose="02020603050405020304" pitchFamily="18" charset="0"/>
                <a:sym typeface="+mn-ea"/>
              </a:rPr>
              <a:t>的</a:t>
            </a:r>
            <a:r>
              <a:rPr lang="zh-CN" altLang="en-US" sz="2400" b="1" noProof="0" dirty="0">
                <a:ln>
                  <a:noFill/>
                </a:ln>
                <a:solidFill>
                  <a:srgbClr val="2D83F4"/>
                </a:solidFill>
                <a:effectLst/>
                <a:uLnTx/>
                <a:uFillTx/>
                <a:latin typeface="+mn-ea"/>
                <a:ea typeface="+mn-ea"/>
                <a:sym typeface="+mn-ea"/>
              </a:rPr>
              <a:t>子集</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内容占位符 2"/>
          <p:cNvSpPr>
            <a:spLocks noGrp="1" noChangeArrowheads="1"/>
          </p:cNvSpPr>
          <p:nvPr>
            <p:ph idx="1"/>
          </p:nvPr>
        </p:nvSpPr>
        <p:spPr>
          <a:xfrm>
            <a:off x="88900" y="684213"/>
            <a:ext cx="8966200" cy="3673475"/>
          </a:xfrm>
        </p:spPr>
        <p:txBody>
          <a:bodyPr vert="horz" wrap="square" lIns="91440" tIns="45720" rIns="91440" bIns="45720" numCol="1" anchor="t" anchorCtr="0" compatLnSpc="1"/>
          <a:lstStyle/>
          <a:p>
            <a:pPr marL="273050" marR="0" lvl="0" indent="-273050" algn="l" defTabSz="914400" rtl="0" eaLnBrk="1" fontAlgn="base" latinLnBrk="0" hangingPunct="1">
              <a:lnSpc>
                <a:spcPts val="3500"/>
              </a:lnSpc>
              <a:spcBef>
                <a:spcPct val="20000"/>
              </a:spcBef>
              <a:spcAft>
                <a:spcPct val="0"/>
              </a:spcAft>
              <a:buClr>
                <a:schemeClr val="tx1"/>
              </a:buClr>
              <a:buSzPct val="100000"/>
              <a:buFont typeface="Wingdings" panose="05000000000000000000" pitchFamily="2" charset="2"/>
              <a:buChar char="Ø"/>
              <a:defRPr/>
            </a:pPr>
            <a:r>
              <a:rPr kumimoji="0" lang="zh-CN" altLang="en-US" sz="2500" b="1" i="0" u="none" strike="noStrike" kern="1200" cap="none" spc="0" normalizeH="0" baseline="0" noProof="0" dirty="0">
                <a:ln>
                  <a:noFill/>
                </a:ln>
                <a:solidFill>
                  <a:schemeClr val="tx1"/>
                </a:solidFill>
                <a:effectLst/>
                <a:uLnTx/>
                <a:uFillTx/>
                <a:latin typeface="+mn-ea"/>
                <a:ea typeface="+mn-ea"/>
                <a:cs typeface="+mn-cs"/>
              </a:rPr>
              <a:t>将一般形式为</a:t>
            </a:r>
            <a:r>
              <a:rPr kumimoji="0" lang="en-US" altLang="zh-CN" sz="2500" b="1" i="0" u="none" strike="noStrike" kern="1200" cap="none" spc="0" normalizeH="0" baseline="0" noProof="0" dirty="0">
                <a:ln>
                  <a:noFill/>
                </a:ln>
                <a:solidFill>
                  <a:schemeClr val="tx1"/>
                </a:solidFill>
                <a:effectLst/>
                <a:uLnTx/>
                <a:uFillTx/>
                <a:latin typeface="+mn-ea"/>
                <a:ea typeface="+mn-ea"/>
                <a:cs typeface="+mn-cs"/>
              </a:rPr>
              <a:t> </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A</a:t>
            </a:r>
            <a:r>
              <a:rPr kumimoji="0" lang="en-US" altLang="zh-CN" sz="25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α</a:t>
            </a:r>
            <a:r>
              <a:rPr kumimoji="0"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500" b="1"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β</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的项称为</a:t>
            </a:r>
            <a:r>
              <a:rPr kumimoji="0" lang="en-US" altLang="zh-CN" sz="2500" b="1" i="0" u="none" strike="noStrike" kern="1200" cap="none" spc="0" normalizeH="0" baseline="0" noProof="0" dirty="0">
                <a:ln>
                  <a:noFill/>
                </a:ln>
                <a:solidFill>
                  <a:schemeClr val="tx1"/>
                </a:solidFill>
                <a:effectLst/>
                <a:uLnTx/>
                <a:uFillTx/>
                <a:latin typeface="+mn-ea"/>
                <a:ea typeface="+mn-ea"/>
                <a:cs typeface="+mn-cs"/>
              </a:rPr>
              <a:t> </a:t>
            </a:r>
            <a:r>
              <a:rPr kumimoji="0" lang="en-US" altLang="zh-CN" sz="25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LR</a:t>
            </a:r>
            <a:r>
              <a:rPr kumimoji="0" lang="en-US" altLang="zh-CN" sz="25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(1)</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2500" b="1" i="0" u="none" strike="noStrike" kern="1200" cap="none" spc="0" normalizeH="0" baseline="0" noProof="0" dirty="0">
                <a:ln>
                  <a:noFill/>
                </a:ln>
                <a:solidFill>
                  <a:srgbClr val="FF0000"/>
                </a:solidFill>
                <a:effectLst/>
                <a:uLnTx/>
                <a:uFillTx/>
                <a:latin typeface="+mn-ea"/>
                <a:ea typeface="+mn-ea"/>
                <a:cs typeface="+mn-cs"/>
              </a:rPr>
              <a:t>项</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，其中</a:t>
            </a:r>
            <a:r>
              <a:rPr kumimoji="0" lang="en-US" altLang="zh-CN" sz="2500" b="1"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A</a:t>
            </a:r>
            <a:r>
              <a:rPr kumimoji="0" lang="en-US" altLang="zh-CN" sz="25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αβ</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是一个产生式，</a:t>
            </a:r>
            <a:r>
              <a:rPr kumimoji="0" lang="en-US" altLang="zh-CN" sz="2500" b="1" i="0"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a</a:t>
            </a:r>
            <a:r>
              <a:rPr kumimoji="0" lang="en-US" altLang="zh-CN" sz="2500" b="1" i="1"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 </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是一个</a:t>
            </a:r>
            <a:r>
              <a:rPr kumimoji="0" lang="zh-CN" altLang="en-US" sz="2500" b="1" i="0" u="none" strike="noStrike" kern="1200" cap="none" spc="0" normalizeH="0" baseline="0" noProof="0" dirty="0">
                <a:ln>
                  <a:noFill/>
                </a:ln>
                <a:solidFill>
                  <a:srgbClr val="2D83F4"/>
                </a:solidFill>
                <a:effectLst/>
                <a:uLnTx/>
                <a:uFillTx/>
                <a:latin typeface="+mn-ea"/>
                <a:ea typeface="+mn-ea"/>
                <a:cs typeface="+mn-cs"/>
              </a:rPr>
              <a:t>终结符</a:t>
            </a:r>
            <a:r>
              <a:rPr kumimoji="0" lang="en-US" altLang="zh-CN" sz="2500" b="1" i="0" u="none" strike="noStrike" kern="1200" cap="none" spc="0" normalizeH="0" baseline="0" noProof="0" dirty="0">
                <a:ln>
                  <a:noFill/>
                </a:ln>
                <a:solidFill>
                  <a:schemeClr val="tx1"/>
                </a:solidFill>
                <a:effectLst/>
                <a:uLnTx/>
                <a:uFillTx/>
                <a:latin typeface="+mn-ea"/>
                <a:ea typeface="+mn-ea"/>
                <a:cs typeface="+mn-cs"/>
              </a:rPr>
              <a:t>(</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这里将</a:t>
            </a:r>
            <a:r>
              <a:rPr kumimoji="0" lang="en-US" altLang="zh-CN" sz="2500" b="1" i="0" u="none" strike="noStrike" kern="1200" cap="none" spc="0" normalizeH="0" baseline="0" noProof="0" dirty="0">
                <a:ln>
                  <a:noFill/>
                </a:ln>
                <a:solidFill>
                  <a:srgbClr val="2D83F4"/>
                </a:solidFill>
                <a:effectLst/>
                <a:uLnTx/>
                <a:uFillTx/>
                <a:latin typeface="+mn-ea"/>
                <a:ea typeface="+mn-ea"/>
                <a:cs typeface="+mn-cs"/>
              </a:rPr>
              <a:t>$</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视为一个特殊的终结符</a:t>
            </a:r>
            <a:r>
              <a:rPr kumimoji="0" lang="en-US" altLang="zh-CN" sz="2500" b="1" i="0" u="none" strike="noStrike" kern="1200" cap="none" spc="0" normalizeH="0" baseline="0" noProof="0" dirty="0">
                <a:ln>
                  <a:noFill/>
                </a:ln>
                <a:solidFill>
                  <a:schemeClr val="tx1"/>
                </a:solidFill>
                <a:effectLst/>
                <a:uLnTx/>
                <a:uFillTx/>
                <a:latin typeface="+mn-ea"/>
                <a:ea typeface="+mn-ea"/>
                <a:cs typeface="+mn-cs"/>
              </a:rPr>
              <a:t>)</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它表示在</a:t>
            </a:r>
            <a:r>
              <a:rPr kumimoji="0" lang="zh-CN" altLang="en-US" sz="2500" b="1" i="0" u="none" strike="noStrike" kern="1200" cap="none" spc="0" normalizeH="0" baseline="0" noProof="0" dirty="0">
                <a:ln>
                  <a:noFill/>
                </a:ln>
                <a:solidFill>
                  <a:schemeClr val="tx1"/>
                </a:solidFill>
                <a:effectLst/>
                <a:highlight>
                  <a:srgbClr val="FFFF00"/>
                </a:highlight>
                <a:uLnTx/>
                <a:uFillTx/>
                <a:latin typeface="+mn-ea"/>
                <a:cs typeface="+mn-cs"/>
              </a:rPr>
              <a:t>当前状态下，</a:t>
            </a:r>
            <a:r>
              <a:rPr kumimoji="0" lang="en-US" altLang="zh-CN" sz="2500" b="1" i="1" u="none" strike="noStrike" kern="1200" cap="none" spc="0" normalizeH="0" baseline="0" noProof="0" dirty="0">
                <a:ln>
                  <a:noFill/>
                </a:ln>
                <a:solidFill>
                  <a:schemeClr val="tx1"/>
                </a:solidFill>
                <a:effectLst/>
                <a:highlight>
                  <a:srgbClr val="FFFF00"/>
                </a:highlight>
                <a:uLnTx/>
                <a:uFillTx/>
                <a:ea typeface="宋体" panose="02010600030101010101" pitchFamily="2" charset="-122"/>
                <a:cs typeface="+mn-cs"/>
              </a:rPr>
              <a:t>A</a:t>
            </a:r>
            <a:r>
              <a:rPr kumimoji="0" lang="zh-CN" altLang="en-US" sz="2500" b="1" i="0" u="none" strike="noStrike" kern="1200" cap="none" spc="0" normalizeH="0" baseline="0" noProof="0" dirty="0">
                <a:ln>
                  <a:noFill/>
                </a:ln>
                <a:solidFill>
                  <a:schemeClr val="tx1"/>
                </a:solidFill>
                <a:effectLst/>
                <a:highlight>
                  <a:srgbClr val="FFFF00"/>
                </a:highlight>
                <a:uLnTx/>
                <a:uFillTx/>
                <a:latin typeface="+mn-ea"/>
                <a:cs typeface="+mn-cs"/>
              </a:rPr>
              <a:t>后面必须紧跟的终结符，称为该项的</a:t>
            </a:r>
            <a:r>
              <a:rPr kumimoji="0" lang="zh-CN" altLang="en-US" sz="2500" b="1" i="0" u="none" strike="noStrike" kern="1200" cap="none" spc="0" normalizeH="0" baseline="0" noProof="0" dirty="0">
                <a:ln>
                  <a:noFill/>
                </a:ln>
                <a:solidFill>
                  <a:srgbClr val="FF0000"/>
                </a:solidFill>
                <a:effectLst/>
                <a:highlight>
                  <a:srgbClr val="FFFF00"/>
                </a:highlight>
                <a:uLnTx/>
                <a:uFillTx/>
                <a:latin typeface="+mn-ea"/>
                <a:cs typeface="+mn-cs"/>
              </a:rPr>
              <a:t>展望符</a:t>
            </a:r>
            <a:r>
              <a:rPr kumimoji="0" lang="en-US" altLang="zh-CN" sz="2000" b="1" i="0" u="none" strike="noStrike" kern="1200" cap="none" spc="0" normalizeH="0" baseline="0" noProof="0" dirty="0">
                <a:ln>
                  <a:noFill/>
                </a:ln>
                <a:solidFill>
                  <a:schemeClr val="tx1"/>
                </a:solidFill>
                <a:effectLst/>
                <a:highlight>
                  <a:srgbClr val="FFFF00"/>
                </a:highlight>
                <a:uLnTx/>
                <a:uFillTx/>
                <a:ea typeface="宋体" panose="02010600030101010101" pitchFamily="2" charset="-122"/>
                <a:cs typeface="+mn-cs"/>
              </a:rPr>
              <a:t>(</a:t>
            </a:r>
            <a:r>
              <a:rPr kumimoji="0" lang="en-US" altLang="zh-CN" sz="2000" b="1" i="1" u="none" strike="noStrike" kern="1200" cap="none" spc="0" normalizeH="0" baseline="0" noProof="0" dirty="0" err="1">
                <a:ln>
                  <a:noFill/>
                </a:ln>
                <a:solidFill>
                  <a:schemeClr val="tx1"/>
                </a:solidFill>
                <a:effectLst/>
                <a:highlight>
                  <a:srgbClr val="FFFF00"/>
                </a:highlight>
                <a:uLnTx/>
                <a:uFillTx/>
                <a:ea typeface="宋体" panose="02010600030101010101" pitchFamily="2" charset="-122"/>
                <a:cs typeface="+mn-cs"/>
              </a:rPr>
              <a:t>lookahead</a:t>
            </a:r>
            <a:r>
              <a:rPr kumimoji="0" lang="en-US" altLang="zh-CN" sz="2000" b="1" i="0" u="none" strike="noStrike" kern="1200" cap="none" spc="0" normalizeH="0" baseline="0" noProof="0" dirty="0">
                <a:ln>
                  <a:noFill/>
                </a:ln>
                <a:solidFill>
                  <a:schemeClr val="tx1"/>
                </a:solidFill>
                <a:effectLst/>
                <a:highlight>
                  <a:srgbClr val="FFFF00"/>
                </a:highlight>
                <a:uLnTx/>
                <a:uFillTx/>
                <a:ea typeface="宋体" panose="02010600030101010101" pitchFamily="2" charset="-122"/>
                <a:cs typeface="+mn-cs"/>
              </a:rPr>
              <a:t>)</a:t>
            </a:r>
            <a:endParaRPr kumimoji="0" lang="en-US" altLang="zh-CN" sz="2400" b="1" i="0" u="none" strike="noStrike" kern="1200" cap="none" spc="0" normalizeH="0" baseline="0" noProof="0" dirty="0">
              <a:ln>
                <a:noFill/>
              </a:ln>
              <a:solidFill>
                <a:schemeClr val="tx1"/>
              </a:solidFill>
              <a:effectLst/>
              <a:highlight>
                <a:srgbClr val="FFFF00"/>
              </a:highlight>
              <a:uLnTx/>
              <a:uFillTx/>
              <a:ea typeface="宋体" panose="02010600030101010101" pitchFamily="2" charset="-122"/>
              <a:cs typeface="+mn-cs"/>
            </a:endParaRPr>
          </a:p>
          <a:p>
            <a:pPr marL="576580" marR="0" lvl="1" indent="-273050" algn="l" defTabSz="914400" rtl="0" eaLnBrk="1" fontAlgn="base" latinLnBrk="0" hangingPunct="1">
              <a:lnSpc>
                <a:spcPts val="3500"/>
              </a:lnSpc>
              <a:spcBef>
                <a:spcPct val="20000"/>
              </a:spcBef>
              <a:spcAft>
                <a:spcPct val="0"/>
              </a:spcAft>
              <a:buClr>
                <a:schemeClr val="tx1"/>
              </a:buClr>
              <a:buSzPct val="100000"/>
              <a:buFont typeface="Wingdings" panose="05000000000000000000" pitchFamily="2" charset="2"/>
              <a:buChar char="Ø"/>
              <a:defRPr/>
            </a:pPr>
            <a:r>
              <a:rPr kumimoji="0" lang="en-US" altLang="zh-CN" sz="22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LR</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(1) </a:t>
            </a:r>
            <a:r>
              <a:rPr kumimoji="0" lang="zh-CN" altLang="en-US" sz="2200" b="1" i="0" u="none" strike="noStrike" kern="1200" cap="none" spc="0" normalizeH="0" baseline="0" noProof="0" dirty="0">
                <a:ln>
                  <a:noFill/>
                </a:ln>
                <a:solidFill>
                  <a:schemeClr val="tx1"/>
                </a:solidFill>
                <a:effectLst/>
                <a:uLnTx/>
                <a:uFillTx/>
                <a:latin typeface="+mn-ea"/>
                <a:ea typeface="+mn-ea"/>
                <a:cs typeface="+mn-cs"/>
              </a:rPr>
              <a:t>中的</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1</a:t>
            </a:r>
            <a:r>
              <a:rPr kumimoji="0" lang="zh-CN" altLang="en-US" sz="2200" b="1" i="0" u="none" strike="noStrike" kern="1200" cap="none" spc="0" normalizeH="0" baseline="0" noProof="0" dirty="0">
                <a:ln>
                  <a:noFill/>
                </a:ln>
                <a:solidFill>
                  <a:schemeClr val="tx1"/>
                </a:solidFill>
                <a:effectLst/>
                <a:uLnTx/>
                <a:uFillTx/>
                <a:latin typeface="+mn-ea"/>
                <a:ea typeface="+mn-ea"/>
                <a:cs typeface="+mn-cs"/>
              </a:rPr>
              <a:t>指的是项的第二个分量的长度</a:t>
            </a:r>
            <a:endParaRPr kumimoji="0" lang="en-US" altLang="zh-CN" sz="2200" b="1" i="0" u="none" strike="noStrike" kern="1200" cap="none" spc="0" normalizeH="0" baseline="0" noProof="0" dirty="0">
              <a:ln>
                <a:noFill/>
              </a:ln>
              <a:solidFill>
                <a:schemeClr val="tx1"/>
              </a:solidFill>
              <a:effectLst/>
              <a:uLnTx/>
              <a:uFillTx/>
              <a:latin typeface="+mn-ea"/>
              <a:ea typeface="+mn-ea"/>
              <a:cs typeface="+mn-cs"/>
            </a:endParaRPr>
          </a:p>
          <a:p>
            <a:pPr marL="576580" marR="0" lvl="1" indent="-273050" algn="l" defTabSz="914400" rtl="0" eaLnBrk="1" fontAlgn="base" latinLnBrk="0" hangingPunct="1">
              <a:lnSpc>
                <a:spcPts val="3500"/>
              </a:lnSpc>
              <a:spcBef>
                <a:spcPct val="20000"/>
              </a:spcBef>
              <a:spcAft>
                <a:spcPct val="0"/>
              </a:spcAft>
              <a:buClr>
                <a:schemeClr val="tx1"/>
              </a:buClr>
              <a:buSzPct val="100000"/>
              <a:buFont typeface="Wingdings" panose="05000000000000000000" pitchFamily="2" charset="2"/>
              <a:buChar char="Ø"/>
              <a:defRPr/>
            </a:pPr>
            <a:r>
              <a:rPr kumimoji="0" lang="zh-CN" altLang="en-US" sz="2200" b="1" i="0" u="none" strike="noStrike" kern="1200" cap="none" spc="0" normalizeH="0" baseline="0" noProof="0" dirty="0">
                <a:ln>
                  <a:noFill/>
                </a:ln>
                <a:solidFill>
                  <a:schemeClr val="tx1"/>
                </a:solidFill>
                <a:effectLst/>
                <a:highlight>
                  <a:srgbClr val="FFFF00"/>
                </a:highlight>
                <a:uLnTx/>
                <a:uFillTx/>
                <a:latin typeface="+mn-ea"/>
                <a:cs typeface="+mn-cs"/>
              </a:rPr>
              <a:t>在形如</a:t>
            </a:r>
            <a:r>
              <a:rPr kumimoji="0" lang="en-US" altLang="zh-CN" sz="2200" b="1" i="0" u="none" strike="noStrike" kern="1200" cap="none" spc="0" normalizeH="0" baseline="0" noProof="0" dirty="0">
                <a:ln>
                  <a:noFill/>
                </a:ln>
                <a:solidFill>
                  <a:schemeClr val="tx1"/>
                </a:solidFill>
                <a:effectLst/>
                <a:highlight>
                  <a:srgbClr val="FFFF00"/>
                </a:highlight>
                <a:uLnTx/>
                <a:uFillTx/>
                <a:ea typeface="宋体" panose="02010600030101010101" pitchFamily="2" charset="-122"/>
                <a:cs typeface="+mn-cs"/>
              </a:rPr>
              <a:t>[</a:t>
            </a:r>
            <a:r>
              <a:rPr kumimoji="0" lang="en-US" altLang="zh-CN" sz="2200" b="1" i="1" u="none" strike="noStrike" kern="1200" cap="none" spc="0" normalizeH="0" baseline="0" noProof="0" dirty="0" err="1">
                <a:ln>
                  <a:noFill/>
                </a:ln>
                <a:solidFill>
                  <a:schemeClr val="tx1"/>
                </a:solidFill>
                <a:effectLst/>
                <a:highlight>
                  <a:srgbClr val="FFFF00"/>
                </a:highlight>
                <a:uLnTx/>
                <a:uFillTx/>
                <a:ea typeface="宋体" panose="02010600030101010101" pitchFamily="2" charset="-122"/>
                <a:cs typeface="+mn-cs"/>
              </a:rPr>
              <a:t>A</a:t>
            </a:r>
            <a:r>
              <a:rPr kumimoji="0" lang="en-US" altLang="zh-CN" sz="2200" b="1" i="0" u="none" strike="noStrike" kern="1200" cap="none" spc="0" normalizeH="0" baseline="0" noProof="0" dirty="0" err="1">
                <a:ln>
                  <a:noFill/>
                </a:ln>
                <a:solidFill>
                  <a:schemeClr val="tx1"/>
                </a:solidFill>
                <a:effectLst/>
                <a:highlight>
                  <a:srgbClr val="FFFF00"/>
                </a:highlight>
                <a:uLnTx/>
                <a:uFillTx/>
                <a:ea typeface="宋体" panose="02010600030101010101" pitchFamily="2" charset="-122"/>
                <a:cs typeface="+mn-cs"/>
              </a:rPr>
              <a:t>→</a:t>
            </a:r>
            <a:r>
              <a:rPr kumimoji="0" lang="en-US" altLang="zh-CN" sz="2200" b="1" i="1" u="none" strike="noStrike" kern="1200" cap="none" spc="0" normalizeH="0" baseline="0" noProof="0" dirty="0" err="1">
                <a:ln>
                  <a:noFill/>
                </a:ln>
                <a:solidFill>
                  <a:schemeClr val="tx1"/>
                </a:solidFill>
                <a:effectLst/>
                <a:highlight>
                  <a:srgbClr val="FFFF00"/>
                </a:highlight>
                <a:uLnTx/>
                <a:uFillTx/>
                <a:ea typeface="宋体" panose="02010600030101010101" pitchFamily="2" charset="-122"/>
                <a:cs typeface="+mn-cs"/>
              </a:rPr>
              <a:t>α</a:t>
            </a:r>
            <a:r>
              <a:rPr kumimoji="0" lang="en-US" altLang="zh-CN" sz="2400" b="1" i="1" u="none" strike="noStrike" kern="1200" cap="none" spc="0" normalizeH="0" baseline="0" noProof="0" dirty="0" err="1">
                <a:ln>
                  <a:noFill/>
                </a:ln>
                <a:solidFill>
                  <a:srgbClr val="000000"/>
                </a:solidFill>
                <a:effectLst/>
                <a:highlight>
                  <a:srgbClr val="FFFF00"/>
                </a:highlight>
                <a:uLnTx/>
                <a:uFillTx/>
                <a:ea typeface="宋体" panose="02010600030101010101" pitchFamily="2" charset="-122"/>
                <a:cs typeface="+mn-cs"/>
              </a:rPr>
              <a:t>·</a:t>
            </a:r>
            <a:r>
              <a:rPr kumimoji="0" lang="en-US" altLang="zh-CN" sz="2200" b="1" i="1" u="none" strike="noStrike" kern="1200" cap="none" spc="0" normalizeH="0" baseline="0" noProof="0" dirty="0" err="1">
                <a:ln>
                  <a:noFill/>
                </a:ln>
                <a:solidFill>
                  <a:schemeClr val="tx1"/>
                </a:solidFill>
                <a:effectLst/>
                <a:highlight>
                  <a:srgbClr val="FFFF00"/>
                </a:highlight>
                <a:uLnTx/>
                <a:uFillTx/>
                <a:ea typeface="宋体" panose="02010600030101010101" pitchFamily="2" charset="-122"/>
                <a:cs typeface="+mn-cs"/>
              </a:rPr>
              <a:t>β</a:t>
            </a:r>
            <a:r>
              <a:rPr kumimoji="0" lang="en-US" altLang="zh-CN" sz="2200" b="1" i="0" u="none" strike="noStrike" kern="1200" cap="none" spc="0" normalizeH="0" baseline="0" noProof="0" dirty="0">
                <a:ln>
                  <a:noFill/>
                </a:ln>
                <a:solidFill>
                  <a:schemeClr val="tx1"/>
                </a:solidFill>
                <a:effectLst/>
                <a:highlight>
                  <a:srgbClr val="FFFF00"/>
                </a:highlight>
                <a:uLnTx/>
                <a:uFillTx/>
                <a:ea typeface="宋体" panose="02010600030101010101" pitchFamily="2" charset="-122"/>
                <a:cs typeface="+mn-cs"/>
              </a:rPr>
              <a:t>, a]</a:t>
            </a:r>
            <a:r>
              <a:rPr kumimoji="0" lang="zh-CN" altLang="en-US" sz="2200" b="1" i="0" u="none" strike="noStrike" kern="1200" cap="none" spc="0" normalizeH="0" baseline="0" noProof="0" dirty="0">
                <a:ln>
                  <a:noFill/>
                </a:ln>
                <a:solidFill>
                  <a:schemeClr val="tx1"/>
                </a:solidFill>
                <a:effectLst/>
                <a:highlight>
                  <a:srgbClr val="FFFF00"/>
                </a:highlight>
                <a:uLnTx/>
                <a:uFillTx/>
                <a:latin typeface="+mn-ea"/>
                <a:cs typeface="+mn-cs"/>
              </a:rPr>
              <a:t>且</a:t>
            </a:r>
            <a:r>
              <a:rPr kumimoji="0" lang="en-US" altLang="zh-CN" sz="2200" b="1" i="1" u="none" strike="noStrike" kern="1200" cap="none" spc="0" normalizeH="0" baseline="0" noProof="0" dirty="0">
                <a:ln>
                  <a:noFill/>
                </a:ln>
                <a:solidFill>
                  <a:srgbClr val="2D83F4"/>
                </a:solidFill>
                <a:effectLst/>
                <a:highlight>
                  <a:srgbClr val="FFFF00"/>
                </a:highlight>
                <a:uLnTx/>
                <a:uFillTx/>
                <a:ea typeface="宋体" panose="02010600030101010101" pitchFamily="2" charset="-122"/>
                <a:cs typeface="+mn-cs"/>
              </a:rPr>
              <a:t>β</a:t>
            </a:r>
            <a:r>
              <a:rPr kumimoji="0" lang="en-US" altLang="zh-CN" sz="2200" b="1" i="0" u="none" strike="noStrike" kern="1200" cap="none" spc="0" normalizeH="0" baseline="0" noProof="0" dirty="0">
                <a:ln>
                  <a:noFill/>
                </a:ln>
                <a:solidFill>
                  <a:srgbClr val="2D83F4"/>
                </a:solidFill>
                <a:effectLst/>
                <a:highlight>
                  <a:srgbClr val="FFFF00"/>
                </a:highlight>
                <a:uLnTx/>
                <a:uFillTx/>
                <a:ea typeface="宋体" panose="02010600030101010101" pitchFamily="2" charset="-122"/>
                <a:cs typeface="+mn-cs"/>
              </a:rPr>
              <a:t> ≠ ε</a:t>
            </a:r>
            <a:r>
              <a:rPr kumimoji="0" lang="zh-CN" altLang="en-US" sz="2200" b="1" i="0" u="none" strike="noStrike" kern="1200" cap="none" spc="0" normalizeH="0" baseline="0" noProof="0" dirty="0">
                <a:ln>
                  <a:noFill/>
                </a:ln>
                <a:solidFill>
                  <a:schemeClr val="tx1"/>
                </a:solidFill>
                <a:effectLst/>
                <a:highlight>
                  <a:srgbClr val="FFFF00"/>
                </a:highlight>
                <a:uLnTx/>
                <a:uFillTx/>
                <a:latin typeface="+mn-ea"/>
                <a:cs typeface="+mn-cs"/>
              </a:rPr>
              <a:t>的项中，展望符</a:t>
            </a:r>
            <a:r>
              <a:rPr kumimoji="0" lang="en-US" altLang="zh-CN" sz="2200" b="1" i="0" u="none" strike="noStrike" kern="1200" cap="none" spc="0" normalizeH="0" baseline="0" noProof="0" dirty="0">
                <a:ln>
                  <a:noFill/>
                </a:ln>
                <a:solidFill>
                  <a:schemeClr val="tx1"/>
                </a:solidFill>
                <a:effectLst/>
                <a:highlight>
                  <a:srgbClr val="FFFF00"/>
                </a:highlight>
                <a:uLnTx/>
                <a:uFillTx/>
                <a:ea typeface="宋体" panose="02010600030101010101" pitchFamily="2" charset="-122"/>
                <a:cs typeface="+mn-cs"/>
              </a:rPr>
              <a:t>a</a:t>
            </a:r>
            <a:r>
              <a:rPr kumimoji="0" lang="zh-CN" altLang="en-US" sz="2200" b="1" i="0" u="none" strike="noStrike" kern="1200" cap="none" spc="0" normalizeH="0" baseline="0" noProof="0" dirty="0">
                <a:ln>
                  <a:noFill/>
                </a:ln>
                <a:solidFill>
                  <a:srgbClr val="2D83F4"/>
                </a:solidFill>
                <a:effectLst/>
                <a:highlight>
                  <a:srgbClr val="FFFF00"/>
                </a:highlight>
                <a:uLnTx/>
                <a:uFillTx/>
                <a:latin typeface="+mn-ea"/>
                <a:cs typeface="+mn-cs"/>
              </a:rPr>
              <a:t>没有任何作用</a:t>
            </a:r>
            <a:endParaRPr kumimoji="0" lang="en-US" altLang="zh-CN" sz="2200" b="1" i="0" u="none" strike="noStrike" kern="1200" cap="none" spc="0" normalizeH="0" baseline="0" noProof="0" dirty="0">
              <a:ln>
                <a:noFill/>
              </a:ln>
              <a:solidFill>
                <a:srgbClr val="2D83F4"/>
              </a:solidFill>
              <a:effectLst/>
              <a:highlight>
                <a:srgbClr val="FFFF00"/>
              </a:highlight>
              <a:uLnTx/>
              <a:uFillTx/>
              <a:latin typeface="+mn-ea"/>
              <a:cs typeface="+mn-cs"/>
            </a:endParaRPr>
          </a:p>
          <a:p>
            <a:pPr marL="576580" marR="0" lvl="1" indent="-273050" algn="l" defTabSz="914400" rtl="0" eaLnBrk="1" fontAlgn="base" latinLnBrk="0" hangingPunct="1">
              <a:lnSpc>
                <a:spcPts val="3500"/>
              </a:lnSpc>
              <a:spcBef>
                <a:spcPct val="20000"/>
              </a:spcBef>
              <a:spcAft>
                <a:spcPct val="0"/>
              </a:spcAft>
              <a:buClr>
                <a:schemeClr val="tx1"/>
              </a:buClr>
              <a:buSzPct val="100000"/>
              <a:buFont typeface="Wingdings" panose="05000000000000000000" pitchFamily="2" charset="2"/>
              <a:buChar char="Ø"/>
              <a:defRPr/>
            </a:pPr>
            <a:r>
              <a:rPr kumimoji="0" lang="zh-CN" altLang="en-US" sz="2200" b="1" i="0" u="none" strike="noStrike" kern="1200" cap="none" spc="0" normalizeH="0" baseline="0" noProof="0" dirty="0">
                <a:ln>
                  <a:noFill/>
                </a:ln>
                <a:solidFill>
                  <a:schemeClr val="tx1"/>
                </a:solidFill>
                <a:effectLst/>
                <a:highlight>
                  <a:srgbClr val="FFFF00"/>
                </a:highlight>
                <a:uLnTx/>
                <a:uFillTx/>
                <a:latin typeface="+mn-ea"/>
                <a:cs typeface="+mn-cs"/>
              </a:rPr>
              <a:t>但是一个形如</a:t>
            </a:r>
            <a:r>
              <a:rPr kumimoji="0" lang="en-US" altLang="zh-CN" sz="2200" b="1" i="0" u="none" strike="noStrike" kern="1200" cap="none" spc="0" normalizeH="0" baseline="0" noProof="0" dirty="0">
                <a:ln>
                  <a:noFill/>
                </a:ln>
                <a:solidFill>
                  <a:schemeClr val="tx1"/>
                </a:solidFill>
                <a:effectLst/>
                <a:highlight>
                  <a:srgbClr val="FFFF00"/>
                </a:highlight>
                <a:uLnTx/>
                <a:uFillTx/>
                <a:ea typeface="宋体" panose="02010600030101010101" pitchFamily="2" charset="-122"/>
                <a:cs typeface="+mn-cs"/>
              </a:rPr>
              <a:t>[</a:t>
            </a:r>
            <a:r>
              <a:rPr kumimoji="0" lang="en-US" altLang="zh-CN" sz="2200" b="1" i="1" u="none" strike="noStrike" kern="1200" cap="none" spc="0" normalizeH="0" baseline="0" noProof="0" dirty="0" err="1">
                <a:ln>
                  <a:noFill/>
                </a:ln>
                <a:solidFill>
                  <a:schemeClr val="tx1"/>
                </a:solidFill>
                <a:effectLst/>
                <a:highlight>
                  <a:srgbClr val="FFFF00"/>
                </a:highlight>
                <a:uLnTx/>
                <a:uFillTx/>
                <a:ea typeface="宋体" panose="02010600030101010101" pitchFamily="2" charset="-122"/>
                <a:cs typeface="+mn-cs"/>
              </a:rPr>
              <a:t>A</a:t>
            </a:r>
            <a:r>
              <a:rPr kumimoji="0" lang="en-US" altLang="zh-CN" sz="2200" b="1" i="0" u="none" strike="noStrike" kern="1200" cap="none" spc="0" normalizeH="0" baseline="0" noProof="0" dirty="0" err="1">
                <a:ln>
                  <a:noFill/>
                </a:ln>
                <a:solidFill>
                  <a:schemeClr val="tx1"/>
                </a:solidFill>
                <a:effectLst/>
                <a:highlight>
                  <a:srgbClr val="FFFF00"/>
                </a:highlight>
                <a:uLnTx/>
                <a:uFillTx/>
                <a:ea typeface="宋体" panose="02010600030101010101" pitchFamily="2" charset="-122"/>
                <a:cs typeface="+mn-cs"/>
              </a:rPr>
              <a:t>→</a:t>
            </a:r>
            <a:r>
              <a:rPr kumimoji="0" lang="en-US" altLang="zh-CN" sz="2200" b="1" i="1" u="none" strike="noStrike" kern="1200" cap="none" spc="0" normalizeH="0" baseline="0" noProof="0" dirty="0" err="1">
                <a:ln>
                  <a:noFill/>
                </a:ln>
                <a:solidFill>
                  <a:schemeClr val="tx1"/>
                </a:solidFill>
                <a:effectLst/>
                <a:highlight>
                  <a:srgbClr val="FFFF00"/>
                </a:highlight>
                <a:uLnTx/>
                <a:uFillTx/>
                <a:ea typeface="宋体" panose="02010600030101010101" pitchFamily="2" charset="-122"/>
                <a:cs typeface="+mn-cs"/>
              </a:rPr>
              <a:t>α</a:t>
            </a:r>
            <a:r>
              <a:rPr kumimoji="0" lang="en-US" altLang="zh-CN" sz="2400" b="1" i="1" u="none" strike="noStrike" kern="1200" cap="none" spc="0" normalizeH="0" baseline="0" noProof="0" dirty="0">
                <a:ln>
                  <a:noFill/>
                </a:ln>
                <a:solidFill>
                  <a:srgbClr val="000000"/>
                </a:solidFill>
                <a:effectLst/>
                <a:highlight>
                  <a:srgbClr val="FFFF00"/>
                </a:highlight>
                <a:uLnTx/>
                <a:uFillTx/>
                <a:ea typeface="宋体" panose="02010600030101010101" pitchFamily="2" charset="-122"/>
                <a:cs typeface="+mn-cs"/>
              </a:rPr>
              <a:t>·</a:t>
            </a:r>
            <a:r>
              <a:rPr kumimoji="0" lang="en-US" altLang="zh-CN" sz="2200" b="1" i="0" u="none" strike="noStrike" kern="1200" cap="none" spc="0" normalizeH="0" baseline="0" noProof="0" dirty="0">
                <a:ln>
                  <a:noFill/>
                </a:ln>
                <a:solidFill>
                  <a:schemeClr val="tx1"/>
                </a:solidFill>
                <a:effectLst/>
                <a:highlight>
                  <a:srgbClr val="FFFF00"/>
                </a:highlight>
                <a:uLnTx/>
                <a:uFillTx/>
                <a:ea typeface="宋体" panose="02010600030101010101" pitchFamily="2" charset="-122"/>
                <a:cs typeface="+mn-cs"/>
              </a:rPr>
              <a:t>, a]</a:t>
            </a:r>
            <a:r>
              <a:rPr kumimoji="0" lang="zh-CN" altLang="en-US" sz="2200" b="1" i="0" u="none" strike="noStrike" kern="1200" cap="none" spc="0" normalizeH="0" baseline="0" noProof="0" dirty="0">
                <a:ln>
                  <a:noFill/>
                </a:ln>
                <a:solidFill>
                  <a:schemeClr val="tx1"/>
                </a:solidFill>
                <a:effectLst/>
                <a:highlight>
                  <a:srgbClr val="FFFF00"/>
                </a:highlight>
                <a:uLnTx/>
                <a:uFillTx/>
                <a:latin typeface="+mn-ea"/>
                <a:cs typeface="+mn-cs"/>
              </a:rPr>
              <a:t>的项在</a:t>
            </a:r>
            <a:r>
              <a:rPr kumimoji="0" lang="zh-CN" altLang="en-US" sz="2200" b="1" i="0" u="none" strike="noStrike" kern="1200" cap="none" spc="0" normalizeH="0" baseline="0" noProof="0" dirty="0">
                <a:ln>
                  <a:noFill/>
                </a:ln>
                <a:solidFill>
                  <a:srgbClr val="2D83F4"/>
                </a:solidFill>
                <a:effectLst/>
                <a:highlight>
                  <a:srgbClr val="FFFF00"/>
                </a:highlight>
                <a:uLnTx/>
                <a:uFillTx/>
                <a:latin typeface="+mn-ea"/>
                <a:cs typeface="+mn-cs"/>
              </a:rPr>
              <a:t>只有在下一个输入符号等于</a:t>
            </a:r>
            <a:r>
              <a:rPr kumimoji="0" lang="en-US" altLang="zh-CN" sz="2200" b="1" i="0" u="none" strike="noStrike" kern="1200" cap="none" spc="0" normalizeH="0" baseline="0" noProof="0" dirty="0">
                <a:ln>
                  <a:noFill/>
                </a:ln>
                <a:solidFill>
                  <a:srgbClr val="2D83F4"/>
                </a:solidFill>
                <a:effectLst/>
                <a:highlight>
                  <a:srgbClr val="FFFF00"/>
                </a:highlight>
                <a:uLnTx/>
                <a:uFillTx/>
                <a:ea typeface="宋体" panose="02010600030101010101" pitchFamily="2" charset="-122"/>
                <a:cs typeface="+mn-cs"/>
              </a:rPr>
              <a:t>a</a:t>
            </a:r>
            <a:r>
              <a:rPr kumimoji="0" lang="zh-CN" altLang="en-US" sz="2200" b="1" i="0" u="none" strike="noStrike" kern="1200" cap="none" spc="0" normalizeH="0" baseline="0" noProof="0" dirty="0">
                <a:ln>
                  <a:noFill/>
                </a:ln>
                <a:solidFill>
                  <a:srgbClr val="2D83F4"/>
                </a:solidFill>
                <a:effectLst/>
                <a:highlight>
                  <a:srgbClr val="FFFF00"/>
                </a:highlight>
                <a:uLnTx/>
                <a:uFillTx/>
                <a:latin typeface="+mn-ea"/>
                <a:cs typeface="+mn-cs"/>
              </a:rPr>
              <a:t>时</a:t>
            </a:r>
            <a:r>
              <a:rPr kumimoji="0" lang="zh-CN" altLang="en-US" sz="2200" b="1" i="0" u="none" strike="noStrike" kern="1200" cap="none" spc="0" normalizeH="0" baseline="0" noProof="0" dirty="0">
                <a:ln>
                  <a:noFill/>
                </a:ln>
                <a:solidFill>
                  <a:schemeClr val="tx1"/>
                </a:solidFill>
                <a:effectLst/>
                <a:highlight>
                  <a:srgbClr val="FFFF00"/>
                </a:highlight>
                <a:uLnTx/>
                <a:uFillTx/>
                <a:latin typeface="+mn-ea"/>
                <a:cs typeface="+mn-cs"/>
              </a:rPr>
              <a:t>才可以按照</a:t>
            </a:r>
            <a:r>
              <a:rPr kumimoji="0" lang="en-US" altLang="zh-CN" sz="2200" b="1" i="1" u="none" strike="noStrike" kern="1200" cap="none" spc="0" normalizeH="0" baseline="0" noProof="0" dirty="0" err="1">
                <a:ln>
                  <a:noFill/>
                </a:ln>
                <a:solidFill>
                  <a:schemeClr val="tx1"/>
                </a:solidFill>
                <a:effectLst/>
                <a:highlight>
                  <a:srgbClr val="FFFF00"/>
                </a:highlight>
                <a:uLnTx/>
                <a:uFillTx/>
                <a:ea typeface="宋体" panose="02010600030101010101" pitchFamily="2" charset="-122"/>
                <a:cs typeface="+mn-cs"/>
              </a:rPr>
              <a:t>A</a:t>
            </a:r>
            <a:r>
              <a:rPr kumimoji="0" lang="en-US" altLang="zh-CN" sz="2200" b="1" i="0" u="none" strike="noStrike" kern="1200" cap="none" spc="0" normalizeH="0" baseline="0" noProof="0" dirty="0" err="1">
                <a:ln>
                  <a:noFill/>
                </a:ln>
                <a:solidFill>
                  <a:schemeClr val="tx1"/>
                </a:solidFill>
                <a:effectLst/>
                <a:highlight>
                  <a:srgbClr val="FFFF00"/>
                </a:highlight>
                <a:uLnTx/>
                <a:uFillTx/>
                <a:ea typeface="宋体" panose="02010600030101010101" pitchFamily="2" charset="-122"/>
                <a:cs typeface="+mn-cs"/>
              </a:rPr>
              <a:t>→</a:t>
            </a:r>
            <a:r>
              <a:rPr kumimoji="0" lang="en-US" altLang="zh-CN" sz="2200" b="1" i="1" u="none" strike="noStrike" kern="1200" cap="none" spc="0" normalizeH="0" baseline="0" noProof="0" dirty="0" err="1">
                <a:ln>
                  <a:noFill/>
                </a:ln>
                <a:solidFill>
                  <a:schemeClr val="tx1"/>
                </a:solidFill>
                <a:effectLst/>
                <a:highlight>
                  <a:srgbClr val="FFFF00"/>
                </a:highlight>
                <a:uLnTx/>
                <a:uFillTx/>
                <a:ea typeface="宋体" panose="02010600030101010101" pitchFamily="2" charset="-122"/>
                <a:cs typeface="+mn-cs"/>
              </a:rPr>
              <a:t>α</a:t>
            </a:r>
            <a:r>
              <a:rPr kumimoji="0" lang="en-US" altLang="zh-CN" sz="2200" b="1" i="0" u="none" strike="noStrike" kern="1200" cap="none" spc="0" normalizeH="0" baseline="0" noProof="0" dirty="0">
                <a:ln>
                  <a:noFill/>
                </a:ln>
                <a:solidFill>
                  <a:schemeClr val="tx1"/>
                </a:solidFill>
                <a:effectLst/>
                <a:highlight>
                  <a:srgbClr val="FFFF00"/>
                </a:highlight>
                <a:uLnTx/>
                <a:uFillTx/>
                <a:ea typeface="宋体" panose="02010600030101010101" pitchFamily="2" charset="-122"/>
                <a:cs typeface="+mn-cs"/>
              </a:rPr>
              <a:t> </a:t>
            </a:r>
            <a:r>
              <a:rPr kumimoji="0" lang="zh-CN" altLang="en-US" sz="2200" b="1" i="0" u="none" strike="noStrike" kern="1200" cap="none" spc="0" normalizeH="0" baseline="0" noProof="0" dirty="0">
                <a:ln>
                  <a:noFill/>
                </a:ln>
                <a:solidFill>
                  <a:schemeClr val="tx1"/>
                </a:solidFill>
                <a:effectLst/>
                <a:highlight>
                  <a:srgbClr val="FFFF00"/>
                </a:highlight>
                <a:uLnTx/>
                <a:uFillTx/>
                <a:latin typeface="+mn-ea"/>
                <a:cs typeface="+mn-cs"/>
              </a:rPr>
              <a:t>进行归约</a:t>
            </a:r>
            <a:endParaRPr kumimoji="0" lang="en-US" altLang="zh-CN" sz="2200" b="1" i="0" u="none" strike="noStrike" kern="1200" cap="none" spc="0" normalizeH="0" baseline="0" noProof="0" dirty="0">
              <a:ln>
                <a:noFill/>
              </a:ln>
              <a:solidFill>
                <a:schemeClr val="tx1"/>
              </a:solidFill>
              <a:effectLst/>
              <a:highlight>
                <a:srgbClr val="FFFF00"/>
              </a:highlight>
              <a:uLnTx/>
              <a:uFillTx/>
              <a:latin typeface="+mn-ea"/>
              <a:cs typeface="+mn-cs"/>
            </a:endParaRPr>
          </a:p>
          <a:p>
            <a:pPr marL="855980" marR="0" lvl="2" indent="-228600" algn="l" defTabSz="914400" rtl="0" eaLnBrk="1" fontAlgn="base" latinLnBrk="0" hangingPunct="1">
              <a:lnSpc>
                <a:spcPts val="3500"/>
              </a:lnSpc>
              <a:spcBef>
                <a:spcPct val="20000"/>
              </a:spcBef>
              <a:spcAft>
                <a:spcPct val="0"/>
              </a:spcAft>
              <a:buClr>
                <a:schemeClr val="tx1"/>
              </a:buClr>
              <a:buSzPct val="100000"/>
              <a:buFont typeface="Wingdings" panose="05000000000000000000" pitchFamily="2" charset="2"/>
              <a:buChar char="Ø"/>
              <a:defRPr/>
            </a:pPr>
            <a:r>
              <a:rPr kumimoji="0" lang="zh-CN" altLang="en-US" sz="2000" b="1" i="0" u="none" strike="noStrike" kern="1200" cap="none" spc="0" normalizeH="0" baseline="0" noProof="0" dirty="0">
                <a:ln>
                  <a:noFill/>
                </a:ln>
                <a:solidFill>
                  <a:schemeClr val="tx1"/>
                </a:solidFill>
                <a:effectLst/>
                <a:uLnTx/>
                <a:uFillTx/>
                <a:latin typeface="+mn-ea"/>
                <a:ea typeface="+mn-ea"/>
                <a:cs typeface="+mn-cs"/>
              </a:rPr>
              <a:t>这样的</a:t>
            </a:r>
            <a:r>
              <a:rPr kumimoji="0" lang="en-US" altLang="zh-CN" sz="2000" b="1" i="0"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a</a:t>
            </a:r>
            <a:r>
              <a:rPr kumimoji="0" lang="zh-CN" altLang="en-US" sz="2000" b="1" i="0" u="none" strike="noStrike" kern="1200" cap="none" spc="0" normalizeH="0" baseline="0" noProof="0" dirty="0">
                <a:ln>
                  <a:noFill/>
                </a:ln>
                <a:solidFill>
                  <a:schemeClr val="tx1"/>
                </a:solidFill>
                <a:effectLst/>
                <a:uLnTx/>
                <a:uFillTx/>
                <a:latin typeface="+mn-ea"/>
                <a:ea typeface="+mn-ea"/>
                <a:cs typeface="+mn-cs"/>
              </a:rPr>
              <a:t>的集合总是</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FOLLOW</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zh-CN" altLang="en-US" sz="2000" b="1" i="0" u="none" strike="noStrike" kern="1200" cap="none" spc="0" normalizeH="0" baseline="0" noProof="0" dirty="0">
                <a:ln>
                  <a:noFill/>
                </a:ln>
                <a:solidFill>
                  <a:schemeClr val="tx1"/>
                </a:solidFill>
                <a:effectLst/>
                <a:uLnTx/>
                <a:uFillTx/>
                <a:latin typeface="+mn-ea"/>
                <a:ea typeface="+mn-ea"/>
                <a:cs typeface="+mn-cs"/>
              </a:rPr>
              <a:t>的</a:t>
            </a:r>
            <a:r>
              <a:rPr kumimoji="0" lang="zh-CN" altLang="en-US" sz="2000" b="1" i="0" u="none" strike="noStrike" kern="1200" cap="none" spc="0" normalizeH="0" baseline="0" noProof="0" dirty="0">
                <a:ln>
                  <a:noFill/>
                </a:ln>
                <a:solidFill>
                  <a:srgbClr val="2D83F4"/>
                </a:solidFill>
                <a:effectLst/>
                <a:uLnTx/>
                <a:uFillTx/>
                <a:latin typeface="+mn-ea"/>
                <a:ea typeface="+mn-ea"/>
                <a:cs typeface="+mn-cs"/>
              </a:rPr>
              <a:t>子集</a:t>
            </a:r>
            <a:r>
              <a:rPr kumimoji="0" lang="zh-CN" altLang="en-US" sz="2000" b="1" i="0" u="none" strike="noStrike" kern="1200" cap="none" spc="0" normalizeH="0" baseline="0" noProof="0" dirty="0">
                <a:ln>
                  <a:noFill/>
                </a:ln>
                <a:solidFill>
                  <a:schemeClr val="tx1"/>
                </a:solidFill>
                <a:effectLst/>
                <a:uLnTx/>
                <a:uFillTx/>
                <a:latin typeface="+mn-ea"/>
                <a:ea typeface="+mn-ea"/>
                <a:cs typeface="+mn-cs"/>
              </a:rPr>
              <a:t>，而且它通常是一个真子集</a:t>
            </a:r>
          </a:p>
        </p:txBody>
      </p:sp>
      <p:sp>
        <p:nvSpPr>
          <p:cNvPr id="35843" name="标题 1"/>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zh-CN" altLang="en-US" sz="3000" kern="1200" dirty="0">
                <a:solidFill>
                  <a:schemeClr val="tx1"/>
                </a:solidFill>
                <a:latin typeface="微软雅黑" panose="020B0503020204020204" pitchFamily="34" charset="-122"/>
                <a:ea typeface="微软雅黑" panose="020B0503020204020204" pitchFamily="34" charset="-122"/>
                <a:cs typeface="+mj-cs"/>
              </a:rPr>
              <a:t>规范</a:t>
            </a:r>
            <a:r>
              <a:rPr lang="en-US" altLang="zh-CN" sz="3000" i="1" kern="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LR</a:t>
            </a:r>
            <a:r>
              <a:rPr lang="en-US" altLang="zh-CN" sz="3000" kern="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3000" kern="1200" dirty="0">
                <a:solidFill>
                  <a:schemeClr val="tx1"/>
                </a:solidFill>
                <a:latin typeface="微软雅黑" panose="020B0503020204020204" pitchFamily="34" charset="-122"/>
                <a:ea typeface="微软雅黑" panose="020B0503020204020204" pitchFamily="34" charset="-122"/>
                <a:cs typeface="+mj-cs"/>
              </a:rPr>
              <a:t>项目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1506">
                                            <p:txEl>
                                              <p:pRg st="1" end="1"/>
                                            </p:txEl>
                                          </p:spTgt>
                                        </p:tgtEl>
                                        <p:attrNameLst>
                                          <p:attrName>style.visibility</p:attrName>
                                        </p:attrNameLst>
                                      </p:cBhvr>
                                      <p:to>
                                        <p:strVal val="visible"/>
                                      </p:to>
                                    </p:set>
                                    <p:anim calcmode="lin" valueType="num">
                                      <p:cBhvr>
                                        <p:cTn id="7" dur="500" fill="hold"/>
                                        <p:tgtEl>
                                          <p:spTgt spid="21506">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21506">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21506">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1506">
                                            <p:txEl>
                                              <p:pRg st="2" end="2"/>
                                            </p:txEl>
                                          </p:spTgt>
                                        </p:tgtEl>
                                        <p:attrNameLst>
                                          <p:attrName>style.visibility</p:attrName>
                                        </p:attrNameLst>
                                      </p:cBhvr>
                                      <p:to>
                                        <p:strVal val="visible"/>
                                      </p:to>
                                    </p:set>
                                    <p:anim calcmode="lin" valueType="num">
                                      <p:cBhvr>
                                        <p:cTn id="14" dur="500" fill="hold"/>
                                        <p:tgtEl>
                                          <p:spTgt spid="21506">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21506">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21506">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21506">
                                            <p:txEl>
                                              <p:pRg st="3" end="3"/>
                                            </p:txEl>
                                          </p:spTgt>
                                        </p:tgtEl>
                                        <p:attrNameLst>
                                          <p:attrName>style.visibility</p:attrName>
                                        </p:attrNameLst>
                                      </p:cBhvr>
                                      <p:to>
                                        <p:strVal val="visible"/>
                                      </p:to>
                                    </p:set>
                                    <p:anim calcmode="lin" valueType="num">
                                      <p:cBhvr>
                                        <p:cTn id="21" dur="500" fill="hold"/>
                                        <p:tgtEl>
                                          <p:spTgt spid="21506">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21506">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21506">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1506">
                                            <p:txEl>
                                              <p:pRg st="4" end="4"/>
                                            </p:txEl>
                                          </p:spTgt>
                                        </p:tgtEl>
                                        <p:attrNameLst>
                                          <p:attrName>style.visibility</p:attrName>
                                        </p:attrNameLst>
                                      </p:cBhvr>
                                      <p:to>
                                        <p:strVal val="visible"/>
                                      </p:to>
                                    </p:set>
                                    <p:anim calcmode="lin" valueType="num">
                                      <p:cBhvr>
                                        <p:cTn id="28" dur="500" fill="hold"/>
                                        <p:tgtEl>
                                          <p:spTgt spid="21506">
                                            <p:txEl>
                                              <p:pRg st="4" end="4"/>
                                            </p:txEl>
                                          </p:spTgt>
                                        </p:tgtEl>
                                        <p:attrNameLst>
                                          <p:attrName>ppt_w</p:attrName>
                                        </p:attrNameLst>
                                      </p:cBhvr>
                                      <p:tavLst>
                                        <p:tav tm="0">
                                          <p:val>
                                            <p:fltVal val="0"/>
                                          </p:val>
                                        </p:tav>
                                        <p:tav tm="100000">
                                          <p:val>
                                            <p:strVal val="#ppt_w"/>
                                          </p:val>
                                        </p:tav>
                                      </p:tavLst>
                                    </p:anim>
                                    <p:anim calcmode="lin" valueType="num">
                                      <p:cBhvr>
                                        <p:cTn id="29" dur="500" fill="hold"/>
                                        <p:tgtEl>
                                          <p:spTgt spid="21506">
                                            <p:txEl>
                                              <p:pRg st="4" end="4"/>
                                            </p:txEl>
                                          </p:spTgt>
                                        </p:tgtEl>
                                        <p:attrNameLst>
                                          <p:attrName>ppt_h</p:attrName>
                                        </p:attrNameLst>
                                      </p:cBhvr>
                                      <p:tavLst>
                                        <p:tav tm="0">
                                          <p:val>
                                            <p:fltVal val="0"/>
                                          </p:val>
                                        </p:tav>
                                        <p:tav tm="100000">
                                          <p:val>
                                            <p:strVal val="#ppt_h"/>
                                          </p:val>
                                        </p:tav>
                                      </p:tavLst>
                                    </p:anim>
                                    <p:animEffect transition="in" filter="fade">
                                      <p:cBhvr>
                                        <p:cTn id="30" dur="500"/>
                                        <p:tgtEl>
                                          <p:spTgt spid="2150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6"/>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zh-CN" altLang="en-US" sz="3000" kern="1200" dirty="0">
                <a:solidFill>
                  <a:schemeClr val="tx1"/>
                </a:solidFill>
                <a:latin typeface="微软雅黑" panose="020B0503020204020204" pitchFamily="34" charset="-122"/>
                <a:ea typeface="微软雅黑" panose="020B0503020204020204" pitchFamily="34" charset="-122"/>
                <a:cs typeface="+mj-cs"/>
              </a:rPr>
              <a:t>等价</a:t>
            </a:r>
            <a:r>
              <a:rPr lang="en-US" altLang="zh-CN" sz="3000" i="1" kern="1200" dirty="0">
                <a:solidFill>
                  <a:schemeClr val="tx1"/>
                </a:solidFill>
                <a:latin typeface="Times New Roman" panose="02020603050405020304" pitchFamily="18" charset="0"/>
                <a:ea typeface="黑体" panose="02010609060101010101" pitchFamily="49" charset="-122"/>
                <a:cs typeface="+mj-cs"/>
              </a:rPr>
              <a:t>LR</a:t>
            </a:r>
            <a:r>
              <a:rPr lang="en-US" altLang="zh-CN" sz="3000" kern="1200" dirty="0">
                <a:solidFill>
                  <a:schemeClr val="tx1"/>
                </a:solidFill>
                <a:latin typeface="Times New Roman" panose="02020603050405020304" pitchFamily="18" charset="0"/>
                <a:ea typeface="黑体" panose="02010609060101010101" pitchFamily="49" charset="-122"/>
                <a:cs typeface="+mj-cs"/>
              </a:rPr>
              <a:t>(1)</a:t>
            </a:r>
            <a:r>
              <a:rPr lang="zh-CN" altLang="en-US" sz="3000" kern="1200" dirty="0">
                <a:solidFill>
                  <a:schemeClr val="tx1"/>
                </a:solidFill>
                <a:latin typeface="微软雅黑" panose="020B0503020204020204" pitchFamily="34" charset="-122"/>
                <a:ea typeface="微软雅黑" panose="020B0503020204020204" pitchFamily="34" charset="-122"/>
                <a:cs typeface="+mj-cs"/>
              </a:rPr>
              <a:t>项目</a:t>
            </a:r>
          </a:p>
        </p:txBody>
      </p:sp>
      <p:sp>
        <p:nvSpPr>
          <p:cNvPr id="121870" name="矩形 2"/>
          <p:cNvSpPr/>
          <p:nvPr/>
        </p:nvSpPr>
        <p:spPr>
          <a:xfrm>
            <a:off x="1500188" y="3511550"/>
            <a:ext cx="5892800" cy="989013"/>
          </a:xfrm>
          <a:prstGeom prst="rect">
            <a:avLst/>
          </a:prstGeom>
          <a:solidFill>
            <a:srgbClr val="B5CEED"/>
          </a:solidFill>
          <a:ln w="12700" cap="flat" cmpd="sng">
            <a:solidFill>
              <a:schemeClr val="tx1"/>
            </a:solidFill>
            <a:prstDash val="solid"/>
            <a:round/>
            <a:headEnd type="none" w="med" len="med"/>
            <a:tailEnd type="none" w="med" len="med"/>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lnSpc>
                <a:spcPts val="3500"/>
              </a:lnSpc>
              <a:spcBef>
                <a:spcPct val="0"/>
              </a:spcBef>
              <a:buClrTx/>
              <a:buSzTx/>
              <a:buFont typeface="Arial" panose="020B0604020202020204" pitchFamily="34" charset="0"/>
              <a:buNone/>
            </a:pPr>
            <a:r>
              <a:rPr lang="zh-CN" altLang="en-US" sz="2500" b="1" dirty="0">
                <a:solidFill>
                  <a:schemeClr val="tx1"/>
                </a:solidFill>
                <a:latin typeface="华文楷体" panose="02010600040101010101" pitchFamily="2" charset="-122"/>
                <a:ea typeface="华文楷体" panose="02010600040101010101" pitchFamily="2" charset="-122"/>
              </a:rPr>
              <a:t>当</a:t>
            </a:r>
            <a:r>
              <a:rPr lang="en-US" altLang="zh-CN" sz="2500" b="1" i="1" dirty="0">
                <a:solidFill>
                  <a:schemeClr val="tx1"/>
                </a:solidFill>
                <a:latin typeface="Times New Roman" panose="02020603050405020304" pitchFamily="18" charset="0"/>
                <a:ea typeface="宋体" panose="02010600030101010101" pitchFamily="2" charset="-122"/>
              </a:rPr>
              <a:t>β </a:t>
            </a:r>
            <a:r>
              <a:rPr lang="en-US" altLang="zh-CN" sz="25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2500" b="1"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2500" b="1" i="1" dirty="0">
                <a:solidFill>
                  <a:schemeClr val="tx1"/>
                </a:solidFill>
                <a:latin typeface="Times New Roman" panose="02020603050405020304" pitchFamily="18" charset="0"/>
                <a:ea typeface="宋体" panose="02010600030101010101" pitchFamily="2" charset="-122"/>
              </a:rPr>
              <a:t>ε</a:t>
            </a:r>
            <a:r>
              <a:rPr lang="zh-CN" altLang="en-US" sz="2500" b="1" dirty="0">
                <a:solidFill>
                  <a:schemeClr val="tx1"/>
                </a:solidFill>
                <a:latin typeface="华文楷体" panose="02010600040101010101" pitchFamily="2" charset="-122"/>
                <a:ea typeface="华文楷体" panose="02010600040101010101" pitchFamily="2" charset="-122"/>
              </a:rPr>
              <a:t>时，此时</a:t>
            </a:r>
            <a:r>
              <a:rPr lang="en-US" altLang="zh-CN" sz="2500" b="1" i="1" dirty="0">
                <a:solidFill>
                  <a:schemeClr val="tx1"/>
                </a:solidFill>
                <a:latin typeface="Times New Roman" panose="02020603050405020304" pitchFamily="18" charset="0"/>
                <a:ea typeface="宋体" panose="02010600030101010101" pitchFamily="2" charset="-122"/>
              </a:rPr>
              <a:t>b</a:t>
            </a:r>
            <a:r>
              <a:rPr lang="en-US" altLang="zh-CN" sz="2500" b="1" dirty="0">
                <a:solidFill>
                  <a:schemeClr val="tx1"/>
                </a:solidFill>
                <a:latin typeface="Times New Roman" panose="02020603050405020304" pitchFamily="18" charset="0"/>
                <a:ea typeface="宋体" panose="02010600030101010101" pitchFamily="2" charset="-122"/>
              </a:rPr>
              <a:t>=a</a:t>
            </a:r>
            <a:r>
              <a:rPr lang="zh-CN" altLang="en-US" sz="2500" b="1" dirty="0">
                <a:solidFill>
                  <a:schemeClr val="tx1"/>
                </a:solidFill>
                <a:latin typeface="华文楷体" panose="02010600040101010101" pitchFamily="2" charset="-122"/>
                <a:ea typeface="华文楷体" panose="02010600040101010101" pitchFamily="2" charset="-122"/>
              </a:rPr>
              <a:t>叫</a:t>
            </a:r>
            <a:r>
              <a:rPr lang="zh-CN" altLang="en-US" sz="2500" b="1" dirty="0">
                <a:solidFill>
                  <a:srgbClr val="FF0000"/>
                </a:solidFill>
                <a:latin typeface="华文楷体" panose="02010600040101010101" pitchFamily="2" charset="-122"/>
                <a:ea typeface="华文楷体" panose="02010600040101010101" pitchFamily="2" charset="-122"/>
              </a:rPr>
              <a:t>继承的</a:t>
            </a:r>
            <a:r>
              <a:rPr lang="zh-CN" altLang="en-US" sz="2500" b="1" dirty="0">
                <a:solidFill>
                  <a:schemeClr val="tx1"/>
                </a:solidFill>
                <a:latin typeface="华文楷体" panose="02010600040101010101" pitchFamily="2" charset="-122"/>
                <a:ea typeface="华文楷体" panose="02010600040101010101" pitchFamily="2" charset="-122"/>
              </a:rPr>
              <a:t>后继符，</a:t>
            </a:r>
          </a:p>
          <a:p>
            <a:pPr marL="0" lvl="0" indent="0" eaLnBrk="1" hangingPunct="1">
              <a:lnSpc>
                <a:spcPts val="3500"/>
              </a:lnSpc>
              <a:spcBef>
                <a:spcPct val="0"/>
              </a:spcBef>
              <a:buClrTx/>
              <a:buSzTx/>
              <a:buFont typeface="Arial" panose="020B0604020202020204" pitchFamily="34" charset="0"/>
              <a:buNone/>
            </a:pPr>
            <a:r>
              <a:rPr lang="zh-CN" altLang="en-US" sz="2500" b="1" dirty="0">
                <a:solidFill>
                  <a:schemeClr val="tx1"/>
                </a:solidFill>
                <a:latin typeface="华文楷体" panose="02010600040101010101" pitchFamily="2" charset="-122"/>
                <a:ea typeface="华文楷体" panose="02010600040101010101" pitchFamily="2" charset="-122"/>
              </a:rPr>
              <a:t>否则叫</a:t>
            </a:r>
            <a:r>
              <a:rPr lang="zh-CN" altLang="en-US" sz="2500" b="1" dirty="0">
                <a:solidFill>
                  <a:srgbClr val="FF0000"/>
                </a:solidFill>
                <a:latin typeface="华文楷体" panose="02010600040101010101" pitchFamily="2" charset="-122"/>
                <a:ea typeface="华文楷体" panose="02010600040101010101" pitchFamily="2" charset="-122"/>
              </a:rPr>
              <a:t>自生的</a:t>
            </a:r>
            <a:r>
              <a:rPr lang="zh-CN" altLang="en-US" sz="2500" b="1" dirty="0">
                <a:solidFill>
                  <a:schemeClr val="tx1"/>
                </a:solidFill>
                <a:latin typeface="华文楷体" panose="02010600040101010101" pitchFamily="2" charset="-122"/>
                <a:ea typeface="华文楷体" panose="02010600040101010101" pitchFamily="2" charset="-122"/>
              </a:rPr>
              <a:t>后继符</a:t>
            </a:r>
          </a:p>
        </p:txBody>
      </p:sp>
      <p:sp>
        <p:nvSpPr>
          <p:cNvPr id="39940" name="矩形 2"/>
          <p:cNvSpPr/>
          <p:nvPr/>
        </p:nvSpPr>
        <p:spPr>
          <a:xfrm>
            <a:off x="3246438" y="960438"/>
            <a:ext cx="2058987" cy="523875"/>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500" b="1" dirty="0">
                <a:solidFill>
                  <a:srgbClr val="000000"/>
                </a:solidFill>
                <a:latin typeface="Times New Roman" panose="02020603050405020304" pitchFamily="18" charset="0"/>
                <a:ea typeface="宋体" panose="02010600030101010101" pitchFamily="2" charset="-122"/>
              </a:rPr>
              <a:t>[ </a:t>
            </a:r>
            <a:r>
              <a:rPr lang="en-US" altLang="zh-CN" sz="2500" b="1" i="1" dirty="0">
                <a:solidFill>
                  <a:srgbClr val="000000"/>
                </a:solidFill>
                <a:latin typeface="Times New Roman" panose="02020603050405020304" pitchFamily="18" charset="0"/>
                <a:ea typeface="宋体" panose="02010600030101010101" pitchFamily="2" charset="-122"/>
              </a:rPr>
              <a:t>A</a:t>
            </a:r>
            <a:r>
              <a:rPr lang="en-US" altLang="zh-CN" sz="2500" b="1" dirty="0">
                <a:solidFill>
                  <a:srgbClr val="000000"/>
                </a:solidFill>
                <a:latin typeface="Times New Roman" panose="02020603050405020304" pitchFamily="18" charset="0"/>
                <a:ea typeface="宋体" panose="02010600030101010101" pitchFamily="2" charset="-122"/>
              </a:rPr>
              <a:t>→</a:t>
            </a:r>
            <a:r>
              <a:rPr lang="en-US" altLang="zh-CN" sz="2500" b="1" i="1" dirty="0">
                <a:solidFill>
                  <a:srgbClr val="000000"/>
                </a:solidFill>
                <a:latin typeface="Times New Roman" panose="02020603050405020304" pitchFamily="18" charset="0"/>
                <a:ea typeface="宋体" panose="02010600030101010101" pitchFamily="2" charset="-122"/>
              </a:rPr>
              <a:t>α</a:t>
            </a:r>
            <a:r>
              <a:rPr lang="en-US" altLang="zh-CN" sz="2800" b="1" i="1" dirty="0">
                <a:solidFill>
                  <a:srgbClr val="000000"/>
                </a:solidFill>
                <a:latin typeface="Times New Roman" panose="02020603050405020304" pitchFamily="18" charset="0"/>
                <a:ea typeface="宋体" panose="02010600030101010101" pitchFamily="2" charset="-122"/>
              </a:rPr>
              <a:t>·</a:t>
            </a:r>
            <a:r>
              <a:rPr lang="en-US" altLang="zh-CN" sz="2500" b="1" i="1" dirty="0">
                <a:solidFill>
                  <a:srgbClr val="000000"/>
                </a:solidFill>
                <a:latin typeface="Times New Roman" panose="02020603050405020304" pitchFamily="18" charset="0"/>
                <a:ea typeface="宋体" panose="02010600030101010101" pitchFamily="2" charset="-122"/>
              </a:rPr>
              <a:t>Bβ</a:t>
            </a:r>
            <a:r>
              <a:rPr lang="en-US" altLang="zh-CN" sz="2500" b="1" dirty="0">
                <a:solidFill>
                  <a:srgbClr val="000000"/>
                </a:solidFill>
                <a:latin typeface="Times New Roman" panose="02020603050405020304" pitchFamily="18" charset="0"/>
                <a:ea typeface="宋体" panose="02010600030101010101" pitchFamily="2" charset="-122"/>
              </a:rPr>
              <a:t>, </a:t>
            </a:r>
            <a:r>
              <a:rPr lang="en-US" altLang="zh-CN" sz="2500" b="1" dirty="0">
                <a:solidFill>
                  <a:srgbClr val="FF0000"/>
                </a:solidFill>
                <a:latin typeface="Times New Roman" panose="02020603050405020304" pitchFamily="18" charset="0"/>
                <a:ea typeface="宋体" panose="02010600030101010101" pitchFamily="2" charset="-122"/>
              </a:rPr>
              <a:t>a </a:t>
            </a:r>
            <a:r>
              <a:rPr lang="en-US" altLang="zh-CN" sz="2500" b="1" dirty="0">
                <a:solidFill>
                  <a:srgbClr val="000000"/>
                </a:solidFill>
                <a:latin typeface="Times New Roman" panose="02020603050405020304" pitchFamily="18" charset="0"/>
                <a:ea typeface="宋体" panose="02010600030101010101" pitchFamily="2" charset="-122"/>
              </a:rPr>
              <a:t>]</a:t>
            </a:r>
            <a:endParaRPr lang="zh-CN" altLang="en-US" sz="2500" b="1" dirty="0">
              <a:solidFill>
                <a:srgbClr val="000000"/>
              </a:solidFill>
              <a:latin typeface="Times New Roman" panose="02020603050405020304" pitchFamily="18" charset="0"/>
              <a:ea typeface="宋体" panose="02010600030101010101" pitchFamily="2" charset="-122"/>
            </a:endParaRPr>
          </a:p>
        </p:txBody>
      </p:sp>
      <p:sp>
        <p:nvSpPr>
          <p:cNvPr id="4" name="上下箭头 3"/>
          <p:cNvSpPr/>
          <p:nvPr/>
        </p:nvSpPr>
        <p:spPr>
          <a:xfrm>
            <a:off x="3998913" y="1482725"/>
            <a:ext cx="576263" cy="947738"/>
          </a:xfrm>
          <a:prstGeom prst="upDownArrow">
            <a:avLst/>
          </a:prstGeom>
          <a:solidFill>
            <a:schemeClr val="tx2">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6" name="矩形 5"/>
          <p:cNvSpPr/>
          <p:nvPr/>
        </p:nvSpPr>
        <p:spPr>
          <a:xfrm>
            <a:off x="3155950" y="2430463"/>
            <a:ext cx="2211388" cy="908050"/>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en-US" altLang="zh-CN" sz="2500" b="1" dirty="0">
                <a:solidFill>
                  <a:srgbClr val="000000"/>
                </a:solidFill>
                <a:latin typeface="Times New Roman" panose="02020603050405020304" pitchFamily="18" charset="0"/>
                <a:ea typeface="宋体" panose="02010600030101010101" pitchFamily="2" charset="-122"/>
              </a:rPr>
              <a:t>[</a:t>
            </a:r>
            <a:r>
              <a:rPr lang="en-US" altLang="zh-CN" sz="2500" b="1" i="1" dirty="0">
                <a:solidFill>
                  <a:srgbClr val="000000"/>
                </a:solidFill>
                <a:latin typeface="Times New Roman" panose="02020603050405020304" pitchFamily="18" charset="0"/>
                <a:ea typeface="宋体" panose="02010600030101010101" pitchFamily="2" charset="-122"/>
              </a:rPr>
              <a:t> B</a:t>
            </a:r>
            <a:r>
              <a:rPr lang="en-US" altLang="zh-CN" sz="2500" b="1" dirty="0">
                <a:solidFill>
                  <a:srgbClr val="000000"/>
                </a:solidFill>
                <a:latin typeface="Times New Roman" panose="02020603050405020304" pitchFamily="18" charset="0"/>
                <a:ea typeface="宋体" panose="02010600030101010101" pitchFamily="2" charset="-122"/>
              </a:rPr>
              <a:t>→</a:t>
            </a:r>
            <a:r>
              <a:rPr lang="en-US" altLang="zh-CN" sz="2800" b="1" i="1" dirty="0">
                <a:solidFill>
                  <a:srgbClr val="000000"/>
                </a:solidFill>
                <a:latin typeface="Times New Roman" panose="02020603050405020304" pitchFamily="18" charset="0"/>
                <a:ea typeface="宋体" panose="02010600030101010101" pitchFamily="2" charset="-122"/>
              </a:rPr>
              <a:t>·</a:t>
            </a:r>
            <a:r>
              <a:rPr lang="el-GR" altLang="zh-CN" sz="2500" b="1" i="1" dirty="0">
                <a:solidFill>
                  <a:srgbClr val="000000"/>
                </a:solidFill>
                <a:latin typeface="Times New Roman" panose="02020603050405020304" pitchFamily="18" charset="0"/>
                <a:ea typeface="宋体" panose="02010600030101010101" pitchFamily="2" charset="-122"/>
              </a:rPr>
              <a:t>γ</a:t>
            </a:r>
            <a:r>
              <a:rPr lang="en-US" altLang="zh-CN" sz="2500" b="1" dirty="0">
                <a:solidFill>
                  <a:srgbClr val="000000"/>
                </a:solidFill>
                <a:latin typeface="Times New Roman" panose="02020603050405020304" pitchFamily="18" charset="0"/>
                <a:ea typeface="宋体" panose="02010600030101010101" pitchFamily="2" charset="-122"/>
              </a:rPr>
              <a:t>, </a:t>
            </a:r>
            <a:r>
              <a:rPr lang="el-GR" altLang="zh-CN" sz="2500" b="1" i="1" dirty="0">
                <a:solidFill>
                  <a:schemeClr val="tx1"/>
                </a:solidFill>
                <a:latin typeface="Times New Roman" panose="02020603050405020304" pitchFamily="18" charset="0"/>
                <a:ea typeface="宋体" panose="02010600030101010101" pitchFamily="2" charset="-122"/>
              </a:rPr>
              <a:t>b</a:t>
            </a:r>
            <a:r>
              <a:rPr lang="en-US" altLang="zh-CN" sz="2500" b="1" i="1" dirty="0">
                <a:solidFill>
                  <a:schemeClr val="tx1"/>
                </a:solidFill>
                <a:latin typeface="Times New Roman" panose="02020603050405020304" pitchFamily="18" charset="0"/>
                <a:ea typeface="宋体" panose="02010600030101010101" pitchFamily="2" charset="-122"/>
              </a:rPr>
              <a:t> </a:t>
            </a:r>
            <a:r>
              <a:rPr lang="en-US" altLang="zh-CN" sz="2500" b="1" dirty="0">
                <a:solidFill>
                  <a:srgbClr val="000000"/>
                </a:solidFill>
                <a:latin typeface="Times New Roman" panose="02020603050405020304" pitchFamily="18" charset="0"/>
                <a:ea typeface="宋体" panose="02010600030101010101" pitchFamily="2" charset="-122"/>
              </a:rPr>
              <a:t>]</a:t>
            </a:r>
            <a:r>
              <a:rPr lang="zh-CN" altLang="en-US" sz="2500" b="1" dirty="0">
                <a:solidFill>
                  <a:srgbClr val="000000"/>
                </a:solidFill>
                <a:latin typeface="Times New Roman" panose="02020603050405020304" pitchFamily="18" charset="0"/>
                <a:ea typeface="宋体" panose="02010600030101010101" pitchFamily="2" charset="-122"/>
              </a:rPr>
              <a:t> </a:t>
            </a:r>
            <a:endParaRPr lang="en-US" altLang="zh-CN" sz="2500" b="1" dirty="0">
              <a:solidFill>
                <a:srgbClr val="000000"/>
              </a:solidFill>
              <a:latin typeface="Times New Roman" panose="02020603050405020304" pitchFamily="18" charset="0"/>
              <a:ea typeface="宋体" panose="02010600030101010101" pitchFamily="2" charset="-122"/>
            </a:endParaRPr>
          </a:p>
          <a:p>
            <a:pPr marL="0" lvl="0" indent="0" algn="ctr" eaLnBrk="1" hangingPunct="1">
              <a:spcBef>
                <a:spcPct val="0"/>
              </a:spcBef>
              <a:buClrTx/>
              <a:buSzTx/>
              <a:buFont typeface="Arial" panose="020B0604020202020204" pitchFamily="34" charset="0"/>
              <a:buNone/>
            </a:pPr>
            <a:r>
              <a:rPr lang="el-GR" altLang="zh-CN" sz="2500" b="1" i="1" dirty="0">
                <a:solidFill>
                  <a:srgbClr val="000000"/>
                </a:solidFill>
                <a:latin typeface="Times New Roman" panose="02020603050405020304" pitchFamily="18" charset="0"/>
                <a:ea typeface="宋体" panose="02010600030101010101" pitchFamily="2" charset="-122"/>
              </a:rPr>
              <a:t>b</a:t>
            </a:r>
            <a:r>
              <a:rPr lang="el-GR" altLang="zh-CN" sz="2500" b="1" dirty="0">
                <a:solidFill>
                  <a:srgbClr val="000000"/>
                </a:solidFill>
                <a:latin typeface="Times New Roman" panose="02020603050405020304" pitchFamily="18" charset="0"/>
                <a:ea typeface="宋体" panose="02010600030101010101" pitchFamily="2" charset="-122"/>
              </a:rPr>
              <a:t>∈</a:t>
            </a:r>
            <a:r>
              <a:rPr lang="el-GR" altLang="zh-CN" sz="2500" b="1" i="1" dirty="0">
                <a:solidFill>
                  <a:srgbClr val="000000"/>
                </a:solidFill>
                <a:latin typeface="Times New Roman" panose="02020603050405020304" pitchFamily="18" charset="0"/>
                <a:ea typeface="宋体" panose="02010600030101010101" pitchFamily="2" charset="-122"/>
              </a:rPr>
              <a:t>FIRST</a:t>
            </a:r>
            <a:r>
              <a:rPr lang="en-US" altLang="zh-CN" sz="2500" b="1" i="1" dirty="0">
                <a:solidFill>
                  <a:srgbClr val="000000"/>
                </a:solidFill>
                <a:latin typeface="Times New Roman" panose="02020603050405020304" pitchFamily="18" charset="0"/>
                <a:ea typeface="宋体" panose="02010600030101010101" pitchFamily="2" charset="-122"/>
              </a:rPr>
              <a:t> </a:t>
            </a:r>
            <a:r>
              <a:rPr lang="en-US" altLang="zh-CN" sz="2500" b="1" dirty="0">
                <a:solidFill>
                  <a:srgbClr val="000000"/>
                </a:solidFill>
                <a:latin typeface="Times New Roman" panose="02020603050405020304" pitchFamily="18" charset="0"/>
                <a:ea typeface="宋体" panose="02010600030101010101" pitchFamily="2" charset="-122"/>
              </a:rPr>
              <a:t>(</a:t>
            </a:r>
            <a:r>
              <a:rPr lang="en-US" altLang="zh-CN" sz="2500" b="1" i="1" dirty="0">
                <a:solidFill>
                  <a:srgbClr val="000000"/>
                </a:solidFill>
                <a:latin typeface="Times New Roman" panose="02020603050405020304" pitchFamily="18" charset="0"/>
                <a:ea typeface="宋体" panose="02010600030101010101" pitchFamily="2" charset="-122"/>
              </a:rPr>
              <a:t>β</a:t>
            </a:r>
            <a:r>
              <a:rPr lang="en-US" altLang="zh-CN" sz="2500" b="1" dirty="0">
                <a:solidFill>
                  <a:srgbClr val="000000"/>
                </a:solidFill>
                <a:latin typeface="Times New Roman" panose="02020603050405020304" pitchFamily="18" charset="0"/>
                <a:ea typeface="宋体" panose="02010600030101010101" pitchFamily="2" charset="-122"/>
              </a:rPr>
              <a:t>a</a:t>
            </a:r>
            <a:r>
              <a:rPr lang="en-US" altLang="zh-CN" sz="2500" b="1" dirty="0">
                <a:solidFill>
                  <a:schemeClr val="tx1"/>
                </a:solidFill>
                <a:latin typeface="Times New Roman" panose="02020603050405020304" pitchFamily="18" charset="0"/>
                <a:ea typeface="宋体" panose="02010600030101010101" pitchFamily="2" charset="-122"/>
              </a:rPr>
              <a:t>)</a:t>
            </a:r>
            <a:endParaRPr lang="zh-CN" altLang="en-US" sz="2500" b="1" dirty="0">
              <a:solidFill>
                <a:schemeClr val="tx1"/>
              </a:solidFill>
              <a:latin typeface="Times New Roman" panose="02020603050405020304" pitchFamily="18" charset="0"/>
              <a:ea typeface="宋体" panose="02010600030101010101" pitchFamily="2" charset="-122"/>
            </a:endParaRPr>
          </a:p>
        </p:txBody>
      </p:sp>
      <p:sp>
        <p:nvSpPr>
          <p:cNvPr id="39943" name="矩形 6"/>
          <p:cNvSpPr/>
          <p:nvPr/>
        </p:nvSpPr>
        <p:spPr>
          <a:xfrm>
            <a:off x="2630488" y="1708150"/>
            <a:ext cx="1498600" cy="476250"/>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500" b="1" i="1" dirty="0">
                <a:solidFill>
                  <a:srgbClr val="000000"/>
                </a:solidFill>
                <a:latin typeface="Times New Roman" panose="02020603050405020304" pitchFamily="18" charset="0"/>
                <a:ea typeface="宋体" panose="02010600030101010101" pitchFamily="2" charset="-122"/>
              </a:rPr>
              <a:t>B</a:t>
            </a:r>
            <a:r>
              <a:rPr lang="en-US" altLang="zh-CN" sz="2500" b="1" dirty="0">
                <a:solidFill>
                  <a:srgbClr val="000000"/>
                </a:solidFill>
                <a:latin typeface="Times New Roman" panose="02020603050405020304" pitchFamily="18" charset="0"/>
                <a:ea typeface="宋体" panose="02010600030101010101" pitchFamily="2" charset="-122"/>
              </a:rPr>
              <a:t>→</a:t>
            </a:r>
            <a:r>
              <a:rPr lang="el-GR" altLang="zh-CN" sz="2500" b="1" i="1" dirty="0">
                <a:solidFill>
                  <a:srgbClr val="000000"/>
                </a:solidFill>
                <a:latin typeface="Times New Roman" panose="02020603050405020304" pitchFamily="18" charset="0"/>
                <a:ea typeface="宋体" panose="02010600030101010101" pitchFamily="2" charset="-122"/>
              </a:rPr>
              <a:t>γ</a:t>
            </a:r>
            <a:r>
              <a:rPr lang="el-GR" altLang="zh-CN" sz="2500" b="1" dirty="0">
                <a:solidFill>
                  <a:srgbClr val="000000"/>
                </a:solidFill>
                <a:latin typeface="Times New Roman" panose="02020603050405020304" pitchFamily="18" charset="0"/>
                <a:ea typeface="宋体" panose="02010600030101010101" pitchFamily="2" charset="-122"/>
              </a:rPr>
              <a:t>∈</a:t>
            </a:r>
            <a:r>
              <a:rPr lang="en-US" altLang="zh-CN" sz="2500" b="1" i="1" dirty="0">
                <a:solidFill>
                  <a:srgbClr val="000000"/>
                </a:solidFill>
                <a:latin typeface="Times New Roman" panose="02020603050405020304" pitchFamily="18" charset="0"/>
                <a:ea typeface="宋体" panose="02010600030101010101" pitchFamily="2" charset="-122"/>
              </a:rPr>
              <a:t>P</a:t>
            </a:r>
            <a:endParaRPr lang="zh-CN" altLang="en-US" sz="2500" b="1" i="1" dirty="0">
              <a:solidFill>
                <a:schemeClr val="tx1"/>
              </a:solidFill>
              <a:latin typeface="Times New Roman" panose="02020603050405020304" pitchFamily="18" charset="0"/>
              <a:ea typeface="宋体" panose="02010600030101010101" pitchFamily="2" charset="-122"/>
            </a:endParaRPr>
          </a:p>
        </p:txBody>
      </p:sp>
      <p:sp>
        <p:nvSpPr>
          <p:cNvPr id="19" name="AutoShape 58"/>
          <p:cNvSpPr>
            <a:spLocks noChangeArrowheads="1"/>
          </p:cNvSpPr>
          <p:nvPr/>
        </p:nvSpPr>
        <p:spPr bwMode="auto">
          <a:xfrm>
            <a:off x="5286375" y="1536700"/>
            <a:ext cx="1301750" cy="612775"/>
          </a:xfrm>
          <a:prstGeom prst="cloudCallout">
            <a:avLst>
              <a:gd name="adj1" fmla="val -68411"/>
              <a:gd name="adj2" fmla="val 80852"/>
            </a:avLst>
          </a:prstGeom>
          <a:solidFill>
            <a:schemeClr val="tx2">
              <a:lumMod val="60000"/>
              <a:lumOff val="40000"/>
            </a:schemeClr>
          </a:solidFill>
          <a:ln w="12700">
            <a:solidFill>
              <a:schemeClr val="tx1"/>
            </a:solidFill>
            <a:round/>
          </a:ln>
        </p:spPr>
        <p:txBody>
          <a:bodyPr lIns="46800" rIns="46800"/>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333399"/>
              </a:buClr>
              <a:buSzPct val="75000"/>
              <a:buFont typeface="Monotype Sorts"/>
              <a:buNone/>
              <a:defRPr/>
            </a:pPr>
            <a:r>
              <a:rPr kumimoji="0" lang="en-US" altLang="zh-CN" sz="2500" b="1" i="1"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0" lang="zh-CN" altLang="en-US" sz="2500" b="1" i="1"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500" b="1"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500" b="1"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21870"/>
                                        </p:tgtEl>
                                        <p:attrNameLst>
                                          <p:attrName>style.visibility</p:attrName>
                                        </p:attrNameLst>
                                      </p:cBhvr>
                                      <p:to>
                                        <p:strVal val="visible"/>
                                      </p:to>
                                    </p:set>
                                    <p:anim calcmode="lin" valueType="num">
                                      <p:cBhvr>
                                        <p:cTn id="7" dur="500" fill="hold"/>
                                        <p:tgtEl>
                                          <p:spTgt spid="121870"/>
                                        </p:tgtEl>
                                        <p:attrNameLst>
                                          <p:attrName>ppt_w</p:attrName>
                                        </p:attrNameLst>
                                      </p:cBhvr>
                                      <p:tavLst>
                                        <p:tav tm="0">
                                          <p:val>
                                            <p:fltVal val="0"/>
                                          </p:val>
                                        </p:tav>
                                        <p:tav tm="100000">
                                          <p:val>
                                            <p:strVal val="#ppt_w"/>
                                          </p:val>
                                        </p:tav>
                                      </p:tavLst>
                                    </p:anim>
                                    <p:anim calcmode="lin" valueType="num">
                                      <p:cBhvr>
                                        <p:cTn id="8" dur="500" fill="hold"/>
                                        <p:tgtEl>
                                          <p:spTgt spid="121870"/>
                                        </p:tgtEl>
                                        <p:attrNameLst>
                                          <p:attrName>ppt_h</p:attrName>
                                        </p:attrNameLst>
                                      </p:cBhvr>
                                      <p:tavLst>
                                        <p:tav tm="0">
                                          <p:val>
                                            <p:fltVal val="0"/>
                                          </p:val>
                                        </p:tav>
                                        <p:tav tm="100000">
                                          <p:val>
                                            <p:strVal val="#ppt_h"/>
                                          </p:val>
                                        </p:tav>
                                      </p:tavLst>
                                    </p:anim>
                                    <p:animEffect transition="in" filter="fade">
                                      <p:cBhvr>
                                        <p:cTn id="9" dur="500"/>
                                        <p:tgtEl>
                                          <p:spTgt spid="1218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70"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44" name="Text Box 14"/>
          <p:cNvSpPr txBox="1">
            <a:spLocks noChangeArrowheads="1"/>
          </p:cNvSpPr>
          <p:nvPr/>
        </p:nvSpPr>
        <p:spPr bwMode="auto">
          <a:xfrm>
            <a:off x="3722688" y="2519363"/>
            <a:ext cx="1223963" cy="240030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4</a:t>
            </a: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1800" b="1" i="1"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宋体" panose="02010600030101010101" pitchFamily="2" charset="-122"/>
              </a:rPr>
              <a:t>L→*</a:t>
            </a:r>
            <a:r>
              <a:rPr kumimoji="0" lang="en-US" altLang="zh-CN" sz="1800" b="1" i="1"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1"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宋体" panose="02010600030101010101" pitchFamily="2" charset="-122"/>
              </a:rPr>
              <a:t>R</a:t>
            </a:r>
            <a:r>
              <a:rPr kumimoji="1" lang="zh-CN" altLang="en-US" sz="1800" b="1" i="1"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宋体" panose="02010600030101010101" pitchFamily="2" charset="-122"/>
              </a:rPr>
              <a:t> </a:t>
            </a:r>
            <a:r>
              <a:rPr kumimoji="1" lang="en-US" altLang="zh-CN" sz="1800" b="1" i="1"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宋体" panose="02010600030101010101" pitchFamily="2" charset="-122"/>
              </a:rPr>
              <a:t>, =</a:t>
            </a:r>
          </a:p>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1800" b="1" i="1"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宋体" panose="02010600030101010101" pitchFamily="2" charset="-122"/>
              </a:rPr>
              <a:t>L→*</a:t>
            </a:r>
            <a:r>
              <a:rPr kumimoji="0" lang="en-US" altLang="zh-CN" sz="1800" b="1" i="1"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1"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宋体" panose="02010600030101010101" pitchFamily="2" charset="-122"/>
              </a:rPr>
              <a:t>R , </a:t>
            </a:r>
            <a:r>
              <a:rPr kumimoji="1" lang="en-US" altLang="zh-CN" sz="1800" b="1" i="0" u="none" strike="noStrike" kern="1200" cap="none" spc="0" normalizeH="0" baseline="0" noProof="0" dirty="0">
                <a:ln>
                  <a:noFill/>
                </a:ln>
                <a:solidFill>
                  <a:schemeClr val="tx1"/>
                </a:solidFill>
                <a:effectLst/>
                <a:highlight>
                  <a:srgbClr val="FFFF00"/>
                </a:highlight>
                <a:uLnTx/>
                <a:uFillTx/>
                <a:latin typeface="华文楷体" panose="02010600040101010101" pitchFamily="2" charset="-122"/>
                <a:ea typeface="宋体" panose="02010600030101010101" pitchFamily="2" charset="-122"/>
              </a:rPr>
              <a:t>$</a:t>
            </a:r>
            <a:endParaRPr kumimoji="1" lang="zh-CN" altLang="en-US" sz="1800" b="1" i="1"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R→</a:t>
            </a:r>
            <a:r>
              <a:rPr kumimoji="0" lang="en-US" altLang="zh-CN" sz="1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1" lang="zh-CN" altLang="en-US"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p>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R→</a:t>
            </a:r>
            <a:r>
              <a:rPr kumimoji="0" lang="en-US" altLang="zh-CN" sz="1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L , </a:t>
            </a:r>
            <a:r>
              <a:rPr kumimoji="1" lang="en-US" altLang="zh-CN" sz="18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1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*R</a:t>
            </a:r>
            <a:r>
              <a:rPr kumimoji="1" lang="zh-CN" altLang="en-US"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p>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1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*R , </a:t>
            </a:r>
            <a:r>
              <a:rPr kumimoji="1" lang="en-US" altLang="zh-CN" sz="18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1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id</a:t>
            </a:r>
            <a:r>
              <a:rPr kumimoji="1" lang="zh-CN" altLang="en-US"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p>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1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id</a:t>
            </a: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18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87"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zh-CN" altLang="en-US" sz="3000" kern="1200" dirty="0">
                <a:solidFill>
                  <a:schemeClr val="tx1"/>
                </a:solidFill>
                <a:latin typeface="微软雅黑" panose="020B0503020204020204" pitchFamily="34" charset="-122"/>
                <a:ea typeface="微软雅黑" panose="020B0503020204020204" pitchFamily="34" charset="-122"/>
                <a:cs typeface="+mj-cs"/>
              </a:rPr>
              <a:t>例</a:t>
            </a:r>
            <a:r>
              <a:rPr lang="zh-CN" altLang="en-US" sz="3000" kern="1200" dirty="0">
                <a:solidFill>
                  <a:srgbClr val="000000"/>
                </a:solidFill>
                <a:latin typeface="微软雅黑" panose="020B0503020204020204" pitchFamily="34" charset="-122"/>
                <a:ea typeface="微软雅黑" panose="020B0503020204020204" pitchFamily="34" charset="-122"/>
                <a:cs typeface="+mj-cs"/>
              </a:rPr>
              <a:t>：</a:t>
            </a:r>
            <a:r>
              <a:rPr lang="en-US" altLang="zh-CN" sz="3000" i="1"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LR</a:t>
            </a:r>
            <a:r>
              <a:rPr lang="en-US" altLang="zh-CN" sz="3000"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3000" kern="1200" dirty="0">
                <a:solidFill>
                  <a:srgbClr val="000000"/>
                </a:solidFill>
                <a:latin typeface="微软雅黑" panose="020B0503020204020204" pitchFamily="34" charset="-122"/>
                <a:ea typeface="微软雅黑" panose="020B0503020204020204" pitchFamily="34" charset="-122"/>
                <a:cs typeface="+mj-cs"/>
              </a:rPr>
              <a:t>自动机</a:t>
            </a:r>
            <a:endParaRPr lang="zh-CN" altLang="en-US" sz="3000" kern="1200" dirty="0">
              <a:solidFill>
                <a:schemeClr val="tx1"/>
              </a:solidFill>
              <a:latin typeface="微软雅黑" panose="020B0503020204020204" pitchFamily="34" charset="-122"/>
              <a:ea typeface="微软雅黑" panose="020B0503020204020204" pitchFamily="34" charset="-122"/>
              <a:cs typeface="+mj-cs"/>
            </a:endParaRPr>
          </a:p>
        </p:txBody>
      </p:sp>
      <p:sp>
        <p:nvSpPr>
          <p:cNvPr id="129035" name="Text Box 5"/>
          <p:cNvSpPr txBox="1"/>
          <p:nvPr/>
        </p:nvSpPr>
        <p:spPr>
          <a:xfrm>
            <a:off x="1800225" y="1004888"/>
            <a:ext cx="1504950" cy="2493962"/>
          </a:xfrm>
          <a:prstGeom prst="rect">
            <a:avLst/>
          </a:prstGeom>
          <a:solidFill>
            <a:srgbClr val="B5CEED"/>
          </a:solidFill>
          <a:ln w="12700" cap="flat" cmpd="sng">
            <a:solidFill>
              <a:schemeClr val="tx1"/>
            </a:solidFill>
            <a:prstDash val="solid"/>
            <a:miter/>
            <a:headEnd type="none" w="sm" len="sm"/>
            <a:tailEnd type="none" w="sm" len="sm"/>
          </a:ln>
        </p:spPr>
        <p:txBody>
          <a:bodyPr tIns="0" bIns="0">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I</a:t>
            </a:r>
            <a:r>
              <a:rPr lang="en-US" altLang="zh-CN" sz="1800" b="1" i="1" baseline="-25000" dirty="0">
                <a:solidFill>
                  <a:schemeClr val="tx1"/>
                </a:solidFill>
                <a:latin typeface="Times New Roman" panose="02020603050405020304" pitchFamily="18" charset="0"/>
                <a:ea typeface="宋体" panose="02010600030101010101" pitchFamily="2" charset="-122"/>
              </a:rPr>
              <a:t>0</a:t>
            </a:r>
            <a:r>
              <a:rPr lang="en-US" altLang="zh-CN" sz="1800" b="1" dirty="0">
                <a:solidFill>
                  <a:schemeClr val="tx1"/>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S′ →</a:t>
            </a:r>
            <a:r>
              <a:rPr lang="en-US" altLang="zh-CN" sz="1800" b="1" i="1" dirty="0">
                <a:solidFill>
                  <a:srgbClr val="000000"/>
                </a:solidFill>
                <a:latin typeface="Times New Roman" panose="02020603050405020304" pitchFamily="18" charset="0"/>
                <a:ea typeface="宋体" panose="02010600030101010101" pitchFamily="2" charset="-122"/>
              </a:rPr>
              <a:t> · </a:t>
            </a:r>
            <a:r>
              <a:rPr lang="en-US" altLang="zh-CN" sz="1800" b="1" i="1" dirty="0">
                <a:solidFill>
                  <a:schemeClr val="tx1"/>
                </a:solidFill>
                <a:latin typeface="Times New Roman" panose="02020603050405020304" pitchFamily="18" charset="0"/>
                <a:ea typeface="宋体" panose="02010600030101010101" pitchFamily="2" charset="-122"/>
              </a:rPr>
              <a:t>S , </a:t>
            </a:r>
            <a:r>
              <a:rPr lang="en-US" altLang="zh-CN" sz="1800" b="1" dirty="0">
                <a:solidFill>
                  <a:schemeClr val="tx1"/>
                </a:solidFill>
                <a:latin typeface="华文楷体" panose="02010600040101010101" pitchFamily="2" charset="-122"/>
                <a:ea typeface="华文楷体" panose="02010600040101010101" pitchFamily="2" charset="-122"/>
              </a:rPr>
              <a:t>$</a:t>
            </a:r>
          </a:p>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S→</a:t>
            </a:r>
            <a:r>
              <a:rPr lang="en-US" altLang="zh-CN" sz="1800" b="1" i="1" dirty="0">
                <a:solidFill>
                  <a:srgbClr val="000000"/>
                </a:solidFill>
                <a:latin typeface="Times New Roman" panose="02020603050405020304" pitchFamily="18" charset="0"/>
                <a:ea typeface="宋体" panose="02010600030101010101" pitchFamily="2" charset="-122"/>
              </a:rPr>
              <a:t> · </a:t>
            </a:r>
            <a:r>
              <a:rPr lang="en-US" altLang="zh-CN" sz="1800" b="1" i="1" dirty="0">
                <a:solidFill>
                  <a:schemeClr val="tx1"/>
                </a:solidFill>
                <a:latin typeface="Times New Roman" panose="02020603050405020304" pitchFamily="18" charset="0"/>
                <a:ea typeface="宋体" panose="02010600030101010101" pitchFamily="2" charset="-122"/>
              </a:rPr>
              <a:t>L=R , </a:t>
            </a:r>
            <a:r>
              <a:rPr lang="en-US" altLang="zh-CN" sz="1800" b="1" dirty="0">
                <a:solidFill>
                  <a:schemeClr val="tx1"/>
                </a:solidFill>
                <a:latin typeface="华文楷体" panose="02010600040101010101" pitchFamily="2" charset="-122"/>
                <a:ea typeface="宋体" panose="02010600030101010101" pitchFamily="2" charset="-122"/>
              </a:rPr>
              <a:t>$</a:t>
            </a:r>
            <a:endParaRPr lang="en-US" altLang="zh-CN" sz="1800" b="1" i="1" dirty="0">
              <a:solidFill>
                <a:schemeClr val="tx1"/>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S→</a:t>
            </a:r>
            <a:r>
              <a:rPr lang="en-US" altLang="zh-CN" sz="1800" b="1" i="1" dirty="0">
                <a:solidFill>
                  <a:srgbClr val="000000"/>
                </a:solidFill>
                <a:latin typeface="Times New Roman" panose="02020603050405020304" pitchFamily="18" charset="0"/>
                <a:ea typeface="宋体" panose="02010600030101010101" pitchFamily="2" charset="-122"/>
              </a:rPr>
              <a:t> · </a:t>
            </a:r>
            <a:r>
              <a:rPr lang="en-US" altLang="zh-CN" sz="1800" b="1" i="1" dirty="0">
                <a:solidFill>
                  <a:schemeClr val="tx1"/>
                </a:solidFill>
                <a:latin typeface="Times New Roman" panose="02020603050405020304" pitchFamily="18" charset="0"/>
                <a:ea typeface="宋体" panose="02010600030101010101" pitchFamily="2" charset="-122"/>
              </a:rPr>
              <a:t>R , </a:t>
            </a:r>
            <a:r>
              <a:rPr lang="en-US" altLang="zh-CN" sz="1800" b="1" dirty="0">
                <a:solidFill>
                  <a:schemeClr val="tx1"/>
                </a:solidFill>
                <a:latin typeface="华文楷体" panose="02010600040101010101" pitchFamily="2" charset="-122"/>
                <a:ea typeface="宋体" panose="02010600030101010101" pitchFamily="2" charset="-122"/>
              </a:rPr>
              <a:t>$</a:t>
            </a:r>
            <a:endParaRPr lang="en-US" altLang="zh-CN" sz="1800" b="1" i="1" dirty="0">
              <a:solidFill>
                <a:schemeClr val="tx1"/>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1800" b="1" i="1" dirty="0">
                <a:solidFill>
                  <a:schemeClr val="tx1"/>
                </a:solidFill>
                <a:highlight>
                  <a:srgbClr val="FFFF00"/>
                </a:highlight>
                <a:latin typeface="Times New Roman" panose="02020603050405020304" pitchFamily="18" charset="0"/>
                <a:ea typeface="宋体" panose="02010600030101010101" pitchFamily="2" charset="-122"/>
              </a:rPr>
              <a:t>L→</a:t>
            </a:r>
            <a:r>
              <a:rPr lang="en-US" altLang="zh-CN" sz="1800" b="1" i="1" dirty="0">
                <a:solidFill>
                  <a:srgbClr val="000000"/>
                </a:solidFill>
                <a:highlight>
                  <a:srgbClr val="FFFF00"/>
                </a:highlight>
                <a:latin typeface="Times New Roman" panose="02020603050405020304" pitchFamily="18" charset="0"/>
                <a:ea typeface="宋体" panose="02010600030101010101" pitchFamily="2" charset="-122"/>
              </a:rPr>
              <a:t> · </a:t>
            </a:r>
            <a:r>
              <a:rPr lang="en-US" altLang="zh-CN" sz="1800" b="1" i="1" dirty="0">
                <a:solidFill>
                  <a:schemeClr val="tx1"/>
                </a:solidFill>
                <a:highlight>
                  <a:srgbClr val="FFFF00"/>
                </a:highlight>
                <a:latin typeface="Times New Roman" panose="02020603050405020304" pitchFamily="18" charset="0"/>
                <a:ea typeface="宋体" panose="02010600030101010101" pitchFamily="2" charset="-122"/>
              </a:rPr>
              <a:t>*R , =</a:t>
            </a:r>
          </a:p>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L→</a:t>
            </a:r>
            <a:r>
              <a:rPr lang="en-US" altLang="zh-CN" sz="1800" b="1" i="1" dirty="0">
                <a:solidFill>
                  <a:srgbClr val="000000"/>
                </a:solidFill>
                <a:latin typeface="Times New Roman" panose="02020603050405020304" pitchFamily="18" charset="0"/>
                <a:ea typeface="宋体" panose="02010600030101010101" pitchFamily="2" charset="-122"/>
              </a:rPr>
              <a:t> · </a:t>
            </a:r>
            <a:r>
              <a:rPr lang="en-US" altLang="zh-CN" sz="1800" b="1" dirty="0">
                <a:solidFill>
                  <a:schemeClr val="tx1"/>
                </a:solidFill>
                <a:latin typeface="Times New Roman" panose="02020603050405020304" pitchFamily="18" charset="0"/>
                <a:ea typeface="宋体" panose="02010600030101010101" pitchFamily="2" charset="-122"/>
              </a:rPr>
              <a:t>id</a:t>
            </a:r>
            <a:r>
              <a:rPr lang="en-US" altLang="zh-CN" sz="1800" b="1" i="1" dirty="0">
                <a:solidFill>
                  <a:schemeClr val="tx1"/>
                </a:solidFill>
                <a:latin typeface="Times New Roman" panose="02020603050405020304" pitchFamily="18" charset="0"/>
                <a:ea typeface="宋体" panose="02010600030101010101" pitchFamily="2" charset="-122"/>
              </a:rPr>
              <a:t> , =</a:t>
            </a:r>
          </a:p>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R→</a:t>
            </a:r>
            <a:r>
              <a:rPr lang="en-US" altLang="zh-CN" sz="1800" b="1" i="1" dirty="0">
                <a:solidFill>
                  <a:srgbClr val="000000"/>
                </a:solidFill>
                <a:latin typeface="Times New Roman" panose="02020603050405020304" pitchFamily="18" charset="0"/>
                <a:ea typeface="宋体" panose="02010600030101010101" pitchFamily="2" charset="-122"/>
              </a:rPr>
              <a:t> · </a:t>
            </a:r>
            <a:r>
              <a:rPr lang="en-US" altLang="zh-CN" sz="1800" b="1" i="1" dirty="0">
                <a:solidFill>
                  <a:schemeClr val="tx1"/>
                </a:solidFill>
                <a:latin typeface="Times New Roman" panose="02020603050405020304" pitchFamily="18" charset="0"/>
                <a:ea typeface="宋体" panose="02010600030101010101" pitchFamily="2" charset="-122"/>
              </a:rPr>
              <a:t>L , </a:t>
            </a:r>
            <a:r>
              <a:rPr lang="en-US" altLang="zh-CN" sz="1800" b="1" dirty="0">
                <a:solidFill>
                  <a:schemeClr val="tx1"/>
                </a:solidFill>
                <a:latin typeface="华文楷体" panose="02010600040101010101" pitchFamily="2" charset="-122"/>
                <a:ea typeface="宋体" panose="02010600030101010101" pitchFamily="2" charset="-122"/>
              </a:rPr>
              <a:t>$</a:t>
            </a:r>
            <a:endParaRPr lang="en-US" altLang="zh-CN" sz="1800" b="1" i="1" dirty="0">
              <a:solidFill>
                <a:schemeClr val="tx1"/>
              </a:solidFill>
              <a:latin typeface="Times New Roman" panose="02020603050405020304" pitchFamily="18" charset="0"/>
              <a:ea typeface="宋体" panose="02010600030101010101" pitchFamily="2" charset="-122"/>
            </a:endParaRPr>
          </a:p>
          <a:p>
            <a:pPr marL="0" lvl="0" indent="0" eaLnBrk="1" hangingPunct="1">
              <a:spcBef>
                <a:spcPct val="0"/>
              </a:spcBef>
              <a:buClrTx/>
              <a:buSzTx/>
              <a:buFont typeface="Arial" panose="020B0604020202020204" pitchFamily="34" charset="0"/>
              <a:buNone/>
            </a:pPr>
            <a:r>
              <a:rPr lang="en-US" altLang="zh-CN" sz="1800" b="1" i="1" dirty="0">
                <a:solidFill>
                  <a:schemeClr val="tx1"/>
                </a:solidFill>
                <a:highlight>
                  <a:srgbClr val="FFFF00"/>
                </a:highlight>
                <a:latin typeface="Times New Roman" panose="02020603050405020304" pitchFamily="18" charset="0"/>
                <a:ea typeface="宋体" panose="02010600030101010101" pitchFamily="2" charset="-122"/>
              </a:rPr>
              <a:t>L→</a:t>
            </a:r>
            <a:r>
              <a:rPr lang="en-US" altLang="zh-CN" sz="1800" b="1" i="1" dirty="0">
                <a:solidFill>
                  <a:srgbClr val="000000"/>
                </a:solidFill>
                <a:highlight>
                  <a:srgbClr val="FFFF00"/>
                </a:highlight>
                <a:latin typeface="Times New Roman" panose="02020603050405020304" pitchFamily="18" charset="0"/>
                <a:ea typeface="宋体" panose="02010600030101010101" pitchFamily="2" charset="-122"/>
              </a:rPr>
              <a:t> · </a:t>
            </a:r>
            <a:r>
              <a:rPr lang="en-US" altLang="zh-CN" sz="1800" b="1" i="1" dirty="0">
                <a:solidFill>
                  <a:schemeClr val="tx1"/>
                </a:solidFill>
                <a:highlight>
                  <a:srgbClr val="FFFF00"/>
                </a:highlight>
                <a:latin typeface="Times New Roman" panose="02020603050405020304" pitchFamily="18" charset="0"/>
                <a:ea typeface="宋体" panose="02010600030101010101" pitchFamily="2" charset="-122"/>
              </a:rPr>
              <a:t>*R , </a:t>
            </a:r>
            <a:r>
              <a:rPr lang="en-US" altLang="zh-CN" sz="1800" b="1" dirty="0">
                <a:solidFill>
                  <a:schemeClr val="tx1"/>
                </a:solidFill>
                <a:highlight>
                  <a:srgbClr val="FFFF00"/>
                </a:highlight>
                <a:latin typeface="华文楷体" panose="02010600040101010101" pitchFamily="2" charset="-122"/>
                <a:ea typeface="宋体" panose="02010600030101010101" pitchFamily="2" charset="-122"/>
              </a:rPr>
              <a:t>$</a:t>
            </a:r>
            <a:endParaRPr lang="en-US" altLang="zh-CN" sz="1800" b="1" i="1" dirty="0">
              <a:solidFill>
                <a:schemeClr val="tx1"/>
              </a:solidFill>
              <a:highlight>
                <a:srgbClr val="FFFF00"/>
              </a:highlight>
              <a:latin typeface="Times New Roman" panose="02020603050405020304" pitchFamily="18" charset="0"/>
              <a:ea typeface="宋体" panose="02010600030101010101" pitchFamily="2" charset="-122"/>
            </a:endParaRPr>
          </a:p>
          <a:p>
            <a:pPr marL="0" lvl="0" indent="0"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L→</a:t>
            </a:r>
            <a:r>
              <a:rPr lang="en-US" altLang="zh-CN" sz="1800" b="1" i="1" dirty="0">
                <a:solidFill>
                  <a:srgbClr val="000000"/>
                </a:solidFill>
                <a:latin typeface="Times New Roman" panose="02020603050405020304" pitchFamily="18" charset="0"/>
                <a:ea typeface="宋体" panose="02010600030101010101" pitchFamily="2" charset="-122"/>
              </a:rPr>
              <a:t> · </a:t>
            </a:r>
            <a:r>
              <a:rPr lang="en-US" altLang="zh-CN" sz="1800" b="1" dirty="0">
                <a:solidFill>
                  <a:schemeClr val="tx1"/>
                </a:solidFill>
                <a:latin typeface="Times New Roman" panose="02020603050405020304" pitchFamily="18" charset="0"/>
                <a:ea typeface="宋体" panose="02010600030101010101" pitchFamily="2" charset="-122"/>
              </a:rPr>
              <a:t>id</a:t>
            </a:r>
            <a:r>
              <a:rPr lang="en-US" altLang="zh-CN" sz="1800" b="1" i="1" dirty="0">
                <a:solidFill>
                  <a:schemeClr val="tx1"/>
                </a:solidFill>
                <a:latin typeface="Times New Roman" panose="02020603050405020304" pitchFamily="18" charset="0"/>
                <a:ea typeface="宋体" panose="02010600030101010101" pitchFamily="2" charset="-122"/>
              </a:rPr>
              <a:t> , </a:t>
            </a:r>
            <a:r>
              <a:rPr lang="en-US" altLang="zh-CN" sz="1800" b="1" dirty="0">
                <a:solidFill>
                  <a:schemeClr val="tx1"/>
                </a:solidFill>
                <a:latin typeface="华文楷体" panose="02010600040101010101" pitchFamily="2" charset="-122"/>
                <a:ea typeface="宋体" panose="02010600030101010101" pitchFamily="2" charset="-122"/>
              </a:rPr>
              <a:t>$</a:t>
            </a:r>
            <a:endParaRPr lang="en-US" altLang="zh-CN" sz="1800" b="1" i="1" dirty="0">
              <a:solidFill>
                <a:schemeClr val="tx1"/>
              </a:solidFill>
              <a:latin typeface="Times New Roman" panose="02020603050405020304" pitchFamily="18" charset="0"/>
              <a:ea typeface="宋体" panose="02010600030101010101" pitchFamily="2" charset="-122"/>
            </a:endParaRPr>
          </a:p>
        </p:txBody>
      </p:sp>
      <p:sp>
        <p:nvSpPr>
          <p:cNvPr id="129036" name="Text Box 6"/>
          <p:cNvSpPr txBox="1"/>
          <p:nvPr/>
        </p:nvSpPr>
        <p:spPr>
          <a:xfrm>
            <a:off x="3851275" y="39688"/>
            <a:ext cx="1223963" cy="646112"/>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I</a:t>
            </a:r>
            <a:r>
              <a:rPr lang="en-US" altLang="zh-CN" sz="1800" b="1" i="1" baseline="-25000" dirty="0">
                <a:solidFill>
                  <a:schemeClr val="tx1"/>
                </a:solidFill>
                <a:latin typeface="Times New Roman" panose="02020603050405020304" pitchFamily="18" charset="0"/>
                <a:ea typeface="宋体" panose="02010600030101010101" pitchFamily="2" charset="-122"/>
              </a:rPr>
              <a:t>1</a:t>
            </a:r>
            <a:r>
              <a:rPr lang="en-US" altLang="zh-CN" sz="1800" b="1" dirty="0">
                <a:solidFill>
                  <a:schemeClr val="tx1"/>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S′ →S</a:t>
            </a:r>
            <a:r>
              <a:rPr lang="en-US" altLang="zh-CN" sz="1800" b="1" i="1" dirty="0">
                <a:solidFill>
                  <a:srgbClr val="000000"/>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 , </a:t>
            </a:r>
            <a:r>
              <a:rPr lang="en-US" altLang="zh-CN" sz="1800" b="1" dirty="0">
                <a:solidFill>
                  <a:schemeClr val="tx1"/>
                </a:solidFill>
                <a:latin typeface="华文楷体" panose="02010600040101010101" pitchFamily="2" charset="-122"/>
                <a:ea typeface="宋体" panose="02010600030101010101" pitchFamily="2" charset="-122"/>
              </a:rPr>
              <a:t>$</a:t>
            </a:r>
            <a:endParaRPr lang="en-US" altLang="zh-CN" sz="1800" b="1" i="1" dirty="0">
              <a:solidFill>
                <a:schemeClr val="tx1"/>
              </a:solidFill>
              <a:latin typeface="Times New Roman" panose="02020603050405020304" pitchFamily="18" charset="0"/>
              <a:ea typeface="宋体" panose="02010600030101010101" pitchFamily="2" charset="-122"/>
            </a:endParaRPr>
          </a:p>
        </p:txBody>
      </p:sp>
      <p:sp>
        <p:nvSpPr>
          <p:cNvPr id="129037" name="Line 7"/>
          <p:cNvSpPr/>
          <p:nvPr/>
        </p:nvSpPr>
        <p:spPr>
          <a:xfrm flipV="1">
            <a:off x="3305175" y="538163"/>
            <a:ext cx="525463" cy="550862"/>
          </a:xfrm>
          <a:prstGeom prst="line">
            <a:avLst/>
          </a:prstGeom>
          <a:ln w="38100" cap="flat" cmpd="sng">
            <a:solidFill>
              <a:schemeClr val="tx1"/>
            </a:solidFill>
            <a:prstDash val="solid"/>
            <a:headEnd type="none" w="sm" len="sm"/>
            <a:tailEnd type="triangle" w="med" len="med"/>
          </a:ln>
        </p:spPr>
      </p:sp>
      <p:sp>
        <p:nvSpPr>
          <p:cNvPr id="129038" name="Text Box 8"/>
          <p:cNvSpPr txBox="1">
            <a:spLocks noChangeArrowheads="1"/>
          </p:cNvSpPr>
          <p:nvPr/>
        </p:nvSpPr>
        <p:spPr bwMode="auto">
          <a:xfrm>
            <a:off x="3709988" y="768350"/>
            <a:ext cx="1343025" cy="9239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2</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S→L</a:t>
            </a: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 ,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R→L</a:t>
            </a: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9039" name="Line 9"/>
          <p:cNvSpPr/>
          <p:nvPr/>
        </p:nvSpPr>
        <p:spPr>
          <a:xfrm flipV="1">
            <a:off x="3295650" y="1365250"/>
            <a:ext cx="384175" cy="1588"/>
          </a:xfrm>
          <a:prstGeom prst="line">
            <a:avLst/>
          </a:prstGeom>
          <a:ln w="38100" cap="flat" cmpd="sng">
            <a:solidFill>
              <a:schemeClr val="tx1"/>
            </a:solidFill>
            <a:prstDash val="solid"/>
            <a:headEnd type="none" w="sm" len="sm"/>
            <a:tailEnd type="triangle" w="med" len="med"/>
          </a:ln>
        </p:spPr>
      </p:sp>
      <p:sp>
        <p:nvSpPr>
          <p:cNvPr id="129040" name="Text Box 10"/>
          <p:cNvSpPr txBox="1"/>
          <p:nvPr/>
        </p:nvSpPr>
        <p:spPr>
          <a:xfrm>
            <a:off x="3327400" y="1000125"/>
            <a:ext cx="503238" cy="36830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L</a:t>
            </a:r>
          </a:p>
        </p:txBody>
      </p:sp>
      <p:sp>
        <p:nvSpPr>
          <p:cNvPr id="129041" name="Text Box 11"/>
          <p:cNvSpPr txBox="1">
            <a:spLocks noChangeArrowheads="1"/>
          </p:cNvSpPr>
          <p:nvPr/>
        </p:nvSpPr>
        <p:spPr bwMode="auto">
          <a:xfrm>
            <a:off x="3719513" y="1781175"/>
            <a:ext cx="1223963" cy="6461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3</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S→R</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9042" name="Line 12"/>
          <p:cNvSpPr/>
          <p:nvPr/>
        </p:nvSpPr>
        <p:spPr>
          <a:xfrm>
            <a:off x="3317875" y="2139950"/>
            <a:ext cx="433388" cy="0"/>
          </a:xfrm>
          <a:prstGeom prst="line">
            <a:avLst/>
          </a:prstGeom>
          <a:ln w="38100" cap="flat" cmpd="sng">
            <a:solidFill>
              <a:schemeClr val="tx1"/>
            </a:solidFill>
            <a:prstDash val="solid"/>
            <a:headEnd type="none" w="sm" len="sm"/>
            <a:tailEnd type="triangle" w="med" len="med"/>
          </a:ln>
        </p:spPr>
      </p:sp>
      <p:sp>
        <p:nvSpPr>
          <p:cNvPr id="129043" name="Text Box 13"/>
          <p:cNvSpPr txBox="1"/>
          <p:nvPr/>
        </p:nvSpPr>
        <p:spPr>
          <a:xfrm>
            <a:off x="3319463" y="1770063"/>
            <a:ext cx="609600" cy="369887"/>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R</a:t>
            </a:r>
          </a:p>
        </p:txBody>
      </p:sp>
      <p:sp>
        <p:nvSpPr>
          <p:cNvPr id="129045" name="Text Box 15"/>
          <p:cNvSpPr txBox="1">
            <a:spLocks noChangeArrowheads="1"/>
          </p:cNvSpPr>
          <p:nvPr/>
        </p:nvSpPr>
        <p:spPr bwMode="auto">
          <a:xfrm>
            <a:off x="5572125" y="4176713"/>
            <a:ext cx="1296988" cy="9239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5</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id </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id</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9046" name="Text Box 16"/>
          <p:cNvSpPr txBox="1"/>
          <p:nvPr/>
        </p:nvSpPr>
        <p:spPr>
          <a:xfrm>
            <a:off x="3362325" y="2959100"/>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宋体" panose="02010600030101010101" pitchFamily="2" charset="-122"/>
              </a:rPr>
              <a:t>*</a:t>
            </a:r>
          </a:p>
        </p:txBody>
      </p:sp>
      <p:sp>
        <p:nvSpPr>
          <p:cNvPr id="129047" name="Text Box 17"/>
          <p:cNvSpPr txBox="1"/>
          <p:nvPr/>
        </p:nvSpPr>
        <p:spPr>
          <a:xfrm>
            <a:off x="2801938" y="3951288"/>
            <a:ext cx="533400" cy="369887"/>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dirty="0">
                <a:solidFill>
                  <a:schemeClr val="tx1"/>
                </a:solidFill>
                <a:latin typeface="Times New Roman" panose="02020603050405020304" pitchFamily="18" charset="0"/>
                <a:ea typeface="宋体" panose="02010600030101010101" pitchFamily="2" charset="-122"/>
              </a:rPr>
              <a:t>id</a:t>
            </a:r>
          </a:p>
        </p:txBody>
      </p:sp>
      <p:sp>
        <p:nvSpPr>
          <p:cNvPr id="129048" name="Text Box 18"/>
          <p:cNvSpPr txBox="1">
            <a:spLocks noChangeArrowheads="1"/>
          </p:cNvSpPr>
          <p:nvPr/>
        </p:nvSpPr>
        <p:spPr bwMode="auto">
          <a:xfrm>
            <a:off x="5572125" y="555625"/>
            <a:ext cx="1485900" cy="147796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6</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S→L=</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 ,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 ,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 ,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id</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9049" name="Line 19"/>
          <p:cNvSpPr/>
          <p:nvPr/>
        </p:nvSpPr>
        <p:spPr>
          <a:xfrm flipV="1">
            <a:off x="5121275" y="1198563"/>
            <a:ext cx="430213" cy="0"/>
          </a:xfrm>
          <a:prstGeom prst="line">
            <a:avLst/>
          </a:prstGeom>
          <a:ln w="38100" cap="flat" cmpd="sng">
            <a:solidFill>
              <a:schemeClr val="tx1"/>
            </a:solidFill>
            <a:prstDash val="solid"/>
            <a:headEnd type="none" w="sm" len="sm"/>
            <a:tailEnd type="triangle" w="med" len="med"/>
          </a:ln>
        </p:spPr>
      </p:sp>
      <p:sp>
        <p:nvSpPr>
          <p:cNvPr id="129050" name="Text Box 20"/>
          <p:cNvSpPr txBox="1"/>
          <p:nvPr/>
        </p:nvSpPr>
        <p:spPr>
          <a:xfrm>
            <a:off x="5154613" y="779463"/>
            <a:ext cx="4572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chemeClr val="tx1"/>
                </a:solidFill>
                <a:latin typeface="Times New Roman" panose="02020603050405020304" pitchFamily="18" charset="0"/>
                <a:ea typeface="宋体" panose="02010600030101010101" pitchFamily="2" charset="-122"/>
              </a:rPr>
              <a:t>=</a:t>
            </a:r>
          </a:p>
        </p:txBody>
      </p:sp>
      <p:sp>
        <p:nvSpPr>
          <p:cNvPr id="129051" name="Text Box 21"/>
          <p:cNvSpPr txBox="1">
            <a:spLocks noChangeArrowheads="1"/>
          </p:cNvSpPr>
          <p:nvPr/>
        </p:nvSpPr>
        <p:spPr bwMode="auto">
          <a:xfrm>
            <a:off x="5572125" y="2149475"/>
            <a:ext cx="1296988" cy="9239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7</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L→*R</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L→*R</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9052" name="Line 22"/>
          <p:cNvSpPr/>
          <p:nvPr/>
        </p:nvSpPr>
        <p:spPr>
          <a:xfrm flipV="1">
            <a:off x="4956175" y="2671763"/>
            <a:ext cx="604838" cy="0"/>
          </a:xfrm>
          <a:prstGeom prst="line">
            <a:avLst/>
          </a:prstGeom>
          <a:ln w="38100" cap="flat" cmpd="sng">
            <a:solidFill>
              <a:schemeClr val="tx1"/>
            </a:solidFill>
            <a:prstDash val="solid"/>
            <a:headEnd type="none" w="sm" len="sm"/>
            <a:tailEnd type="triangle" w="med" len="med"/>
          </a:ln>
        </p:spPr>
      </p:sp>
      <p:sp>
        <p:nvSpPr>
          <p:cNvPr id="129053" name="Text Box 23"/>
          <p:cNvSpPr txBox="1"/>
          <p:nvPr/>
        </p:nvSpPr>
        <p:spPr>
          <a:xfrm>
            <a:off x="5094288" y="2346325"/>
            <a:ext cx="457200" cy="369888"/>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R</a:t>
            </a:r>
          </a:p>
        </p:txBody>
      </p:sp>
      <p:sp>
        <p:nvSpPr>
          <p:cNvPr id="129054" name="Text Box 24"/>
          <p:cNvSpPr txBox="1">
            <a:spLocks noChangeArrowheads="1"/>
          </p:cNvSpPr>
          <p:nvPr/>
        </p:nvSpPr>
        <p:spPr bwMode="auto">
          <a:xfrm>
            <a:off x="5562600" y="3165475"/>
            <a:ext cx="1296988" cy="9239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8</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R→L</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R→L</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9055" name="Line 25"/>
          <p:cNvSpPr/>
          <p:nvPr/>
        </p:nvSpPr>
        <p:spPr>
          <a:xfrm>
            <a:off x="4933950" y="3736975"/>
            <a:ext cx="647700" cy="0"/>
          </a:xfrm>
          <a:prstGeom prst="line">
            <a:avLst/>
          </a:prstGeom>
          <a:ln w="38100" cap="flat" cmpd="sng">
            <a:solidFill>
              <a:schemeClr val="tx1"/>
            </a:solidFill>
            <a:prstDash val="solid"/>
            <a:headEnd type="none" w="sm" len="sm"/>
            <a:tailEnd type="triangle" w="med" len="med"/>
          </a:ln>
        </p:spPr>
      </p:sp>
      <p:sp>
        <p:nvSpPr>
          <p:cNvPr id="129056" name="Text Box 26"/>
          <p:cNvSpPr txBox="1"/>
          <p:nvPr/>
        </p:nvSpPr>
        <p:spPr>
          <a:xfrm>
            <a:off x="5078413" y="3363913"/>
            <a:ext cx="381000" cy="369887"/>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L</a:t>
            </a:r>
          </a:p>
        </p:txBody>
      </p:sp>
      <p:sp>
        <p:nvSpPr>
          <p:cNvPr id="129057" name="Text Box 27"/>
          <p:cNvSpPr txBox="1">
            <a:spLocks noChangeArrowheads="1"/>
          </p:cNvSpPr>
          <p:nvPr/>
        </p:nvSpPr>
        <p:spPr bwMode="auto">
          <a:xfrm>
            <a:off x="7408863" y="109538"/>
            <a:ext cx="1512888" cy="6461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9</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S→L=R</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9058" name="Line 28"/>
          <p:cNvSpPr/>
          <p:nvPr/>
        </p:nvSpPr>
        <p:spPr>
          <a:xfrm>
            <a:off x="7065963" y="636588"/>
            <a:ext cx="361950" cy="0"/>
          </a:xfrm>
          <a:prstGeom prst="line">
            <a:avLst/>
          </a:prstGeom>
          <a:ln w="38100" cap="flat" cmpd="sng">
            <a:solidFill>
              <a:schemeClr val="tx1"/>
            </a:solidFill>
            <a:prstDash val="solid"/>
            <a:headEnd type="none" w="sm" len="sm"/>
            <a:tailEnd type="triangle" w="med" len="med"/>
          </a:ln>
        </p:spPr>
      </p:sp>
      <p:sp>
        <p:nvSpPr>
          <p:cNvPr id="129059" name="Text Box 29"/>
          <p:cNvSpPr txBox="1"/>
          <p:nvPr/>
        </p:nvSpPr>
        <p:spPr>
          <a:xfrm>
            <a:off x="7034213" y="258763"/>
            <a:ext cx="533400" cy="36830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R</a:t>
            </a:r>
          </a:p>
        </p:txBody>
      </p:sp>
      <p:sp>
        <p:nvSpPr>
          <p:cNvPr id="129062" name="Text Box 32"/>
          <p:cNvSpPr txBox="1"/>
          <p:nvPr/>
        </p:nvSpPr>
        <p:spPr>
          <a:xfrm>
            <a:off x="7064375" y="2346325"/>
            <a:ext cx="503238" cy="369888"/>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dirty="0">
                <a:solidFill>
                  <a:schemeClr val="tx1"/>
                </a:solidFill>
                <a:latin typeface="Times New Roman" panose="02020603050405020304" pitchFamily="18" charset="0"/>
                <a:ea typeface="宋体" panose="02010600030101010101" pitchFamily="2" charset="-122"/>
              </a:rPr>
              <a:t>id</a:t>
            </a:r>
          </a:p>
        </p:txBody>
      </p:sp>
      <p:sp>
        <p:nvSpPr>
          <p:cNvPr id="129063" name="Text Box 33"/>
          <p:cNvSpPr txBox="1"/>
          <p:nvPr/>
        </p:nvSpPr>
        <p:spPr>
          <a:xfrm>
            <a:off x="3101975" y="673100"/>
            <a:ext cx="533400" cy="369888"/>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S</a:t>
            </a:r>
          </a:p>
        </p:txBody>
      </p:sp>
      <p:sp>
        <p:nvSpPr>
          <p:cNvPr id="129064" name="Line 34"/>
          <p:cNvSpPr/>
          <p:nvPr/>
        </p:nvSpPr>
        <p:spPr>
          <a:xfrm>
            <a:off x="4946650" y="4427538"/>
            <a:ext cx="638175" cy="0"/>
          </a:xfrm>
          <a:prstGeom prst="line">
            <a:avLst/>
          </a:prstGeom>
          <a:ln w="38100" cap="flat" cmpd="sng">
            <a:solidFill>
              <a:schemeClr val="tx1"/>
            </a:solidFill>
            <a:prstDash val="solid"/>
            <a:headEnd type="none" w="med" len="med"/>
            <a:tailEnd type="triangle" w="med" len="med"/>
          </a:ln>
        </p:spPr>
      </p:sp>
      <p:sp>
        <p:nvSpPr>
          <p:cNvPr id="129065" name="Text Box 35"/>
          <p:cNvSpPr txBox="1"/>
          <p:nvPr/>
        </p:nvSpPr>
        <p:spPr>
          <a:xfrm>
            <a:off x="5046663" y="4084638"/>
            <a:ext cx="407987" cy="36830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dirty="0">
                <a:solidFill>
                  <a:schemeClr val="tx1"/>
                </a:solidFill>
                <a:latin typeface="Times New Roman" panose="02020603050405020304" pitchFamily="18" charset="0"/>
                <a:ea typeface="宋体" panose="02010600030101010101" pitchFamily="2" charset="-122"/>
              </a:rPr>
              <a:t>id</a:t>
            </a:r>
          </a:p>
        </p:txBody>
      </p:sp>
      <p:sp>
        <p:nvSpPr>
          <p:cNvPr id="129067" name="Text Box 40"/>
          <p:cNvSpPr txBox="1"/>
          <p:nvPr/>
        </p:nvSpPr>
        <p:spPr>
          <a:xfrm>
            <a:off x="3384550" y="3625850"/>
            <a:ext cx="533400" cy="400050"/>
          </a:xfrm>
          <a:prstGeom prst="rect">
            <a:avLst/>
          </a:prstGeom>
          <a:noFill/>
          <a:ln w="381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宋体" panose="02010600030101010101" pitchFamily="2" charset="-122"/>
              </a:rPr>
              <a:t>*</a:t>
            </a:r>
          </a:p>
        </p:txBody>
      </p:sp>
      <p:sp>
        <p:nvSpPr>
          <p:cNvPr id="129068" name="Line 41"/>
          <p:cNvSpPr/>
          <p:nvPr/>
        </p:nvSpPr>
        <p:spPr>
          <a:xfrm>
            <a:off x="3327400" y="3295650"/>
            <a:ext cx="423863" cy="0"/>
          </a:xfrm>
          <a:prstGeom prst="line">
            <a:avLst/>
          </a:prstGeom>
          <a:ln w="41275" cap="flat" cmpd="sng">
            <a:solidFill>
              <a:schemeClr val="tx1"/>
            </a:solidFill>
            <a:prstDash val="solid"/>
            <a:headEnd type="none" w="med" len="med"/>
            <a:tailEnd type="triangle" w="med" len="med"/>
          </a:ln>
        </p:spPr>
      </p:sp>
      <p:sp>
        <p:nvSpPr>
          <p:cNvPr id="129069" name="Text Box 42"/>
          <p:cNvSpPr txBox="1">
            <a:spLocks noChangeArrowheads="1"/>
          </p:cNvSpPr>
          <p:nvPr/>
        </p:nvSpPr>
        <p:spPr bwMode="auto">
          <a:xfrm>
            <a:off x="7413625" y="844550"/>
            <a:ext cx="1296988" cy="6461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10</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R→L</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9070" name="Line 43"/>
          <p:cNvSpPr/>
          <p:nvPr/>
        </p:nvSpPr>
        <p:spPr>
          <a:xfrm>
            <a:off x="7065963" y="1198563"/>
            <a:ext cx="371475" cy="0"/>
          </a:xfrm>
          <a:prstGeom prst="line">
            <a:avLst/>
          </a:prstGeom>
          <a:ln w="38100" cap="flat" cmpd="sng">
            <a:solidFill>
              <a:schemeClr val="tx1"/>
            </a:solidFill>
            <a:prstDash val="solid"/>
            <a:headEnd type="none" w="sm" len="sm"/>
            <a:tailEnd type="triangle" w="med" len="med"/>
          </a:ln>
        </p:spPr>
      </p:sp>
      <p:sp>
        <p:nvSpPr>
          <p:cNvPr id="129071" name="Text Box 44"/>
          <p:cNvSpPr txBox="1"/>
          <p:nvPr/>
        </p:nvSpPr>
        <p:spPr>
          <a:xfrm>
            <a:off x="7062788" y="842963"/>
            <a:ext cx="533400" cy="369887"/>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L</a:t>
            </a:r>
          </a:p>
        </p:txBody>
      </p:sp>
      <p:sp>
        <p:nvSpPr>
          <p:cNvPr id="129072" name="Text Box 45"/>
          <p:cNvSpPr txBox="1">
            <a:spLocks noChangeArrowheads="1"/>
          </p:cNvSpPr>
          <p:nvPr/>
        </p:nvSpPr>
        <p:spPr bwMode="auto">
          <a:xfrm>
            <a:off x="7445375" y="1779588"/>
            <a:ext cx="1223963" cy="147796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11</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 ,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zh-CN" altLang="en-US"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 ,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 ,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id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9073" name="Text Box 46"/>
          <p:cNvSpPr txBox="1"/>
          <p:nvPr/>
        </p:nvSpPr>
        <p:spPr>
          <a:xfrm>
            <a:off x="7062788" y="1666875"/>
            <a:ext cx="36036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宋体" panose="02010600030101010101" pitchFamily="2" charset="-122"/>
              </a:rPr>
              <a:t>*</a:t>
            </a:r>
          </a:p>
        </p:txBody>
      </p:sp>
      <p:sp>
        <p:nvSpPr>
          <p:cNvPr id="129074" name="Line 47"/>
          <p:cNvSpPr/>
          <p:nvPr/>
        </p:nvSpPr>
        <p:spPr>
          <a:xfrm>
            <a:off x="7081838" y="1893888"/>
            <a:ext cx="350837" cy="241300"/>
          </a:xfrm>
          <a:prstGeom prst="line">
            <a:avLst/>
          </a:prstGeom>
          <a:ln w="41275" cap="flat" cmpd="sng">
            <a:solidFill>
              <a:schemeClr val="tx1"/>
            </a:solidFill>
            <a:prstDash val="solid"/>
            <a:headEnd type="none" w="med" len="med"/>
            <a:tailEnd type="triangle" w="med" len="med"/>
          </a:ln>
        </p:spPr>
      </p:sp>
      <p:sp>
        <p:nvSpPr>
          <p:cNvPr id="129075" name="Text Box 48"/>
          <p:cNvSpPr txBox="1">
            <a:spLocks noChangeArrowheads="1"/>
          </p:cNvSpPr>
          <p:nvPr/>
        </p:nvSpPr>
        <p:spPr bwMode="auto">
          <a:xfrm>
            <a:off x="7450138" y="3594100"/>
            <a:ext cx="1296988" cy="6461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12</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id</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9076" name="Line 49"/>
          <p:cNvSpPr/>
          <p:nvPr/>
        </p:nvSpPr>
        <p:spPr>
          <a:xfrm>
            <a:off x="6900863" y="2033588"/>
            <a:ext cx="500062" cy="1741487"/>
          </a:xfrm>
          <a:prstGeom prst="line">
            <a:avLst/>
          </a:prstGeom>
          <a:ln w="41275" cap="flat" cmpd="sng">
            <a:solidFill>
              <a:schemeClr val="tx1"/>
            </a:solidFill>
            <a:prstDash val="solid"/>
            <a:headEnd type="none" w="med" len="med"/>
            <a:tailEnd type="triangle" w="med" len="med"/>
          </a:ln>
        </p:spPr>
      </p:sp>
      <p:sp>
        <p:nvSpPr>
          <p:cNvPr id="129077" name="Text Box 50"/>
          <p:cNvSpPr txBox="1">
            <a:spLocks noChangeArrowheads="1"/>
          </p:cNvSpPr>
          <p:nvPr/>
        </p:nvSpPr>
        <p:spPr bwMode="auto">
          <a:xfrm>
            <a:off x="7450138" y="4321175"/>
            <a:ext cx="1296988" cy="6461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13</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L→*R</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9078" name="Freeform 51"/>
          <p:cNvSpPr/>
          <p:nvPr/>
        </p:nvSpPr>
        <p:spPr>
          <a:xfrm>
            <a:off x="8678863" y="3087688"/>
            <a:ext cx="360362" cy="1612900"/>
          </a:xfrm>
          <a:custGeom>
            <a:avLst/>
            <a:gdLst>
              <a:gd name="txL" fmla="*/ 0 w 416"/>
              <a:gd name="txT" fmla="*/ 0 h 862"/>
              <a:gd name="txR" fmla="*/ 416 w 416"/>
              <a:gd name="txB" fmla="*/ 862 h 862"/>
            </a:gdLst>
            <a:ahLst/>
            <a:cxnLst>
              <a:cxn ang="0">
                <a:pos x="0" y="0"/>
              </a:cxn>
              <a:cxn ang="0">
                <a:pos x="2147483646" y="2147483646"/>
              </a:cxn>
              <a:cxn ang="0">
                <a:pos x="2147483646" y="2147483646"/>
              </a:cxn>
            </a:cxnLst>
            <a:rect l="txL" t="txT" r="txR" b="txB"/>
            <a:pathLst>
              <a:path w="416" h="862">
                <a:moveTo>
                  <a:pt x="0" y="0"/>
                </a:moveTo>
                <a:cubicBezTo>
                  <a:pt x="200" y="177"/>
                  <a:pt x="400" y="355"/>
                  <a:pt x="408" y="499"/>
                </a:cubicBezTo>
                <a:cubicBezTo>
                  <a:pt x="416" y="643"/>
                  <a:pt x="231" y="752"/>
                  <a:pt x="46" y="862"/>
                </a:cubicBezTo>
              </a:path>
            </a:pathLst>
          </a:custGeom>
          <a:noFill/>
          <a:ln w="38100" cap="flat" cmpd="sng">
            <a:solidFill>
              <a:schemeClr val="tx1">
                <a:alpha val="100000"/>
              </a:schemeClr>
            </a:solidFill>
            <a:prstDash val="solid"/>
            <a:round/>
            <a:headEnd type="none" w="med" len="med"/>
            <a:tailEnd type="stealth" w="med" len="med"/>
          </a:ln>
        </p:spPr>
        <p:txBody>
          <a:bodyPr/>
          <a:lstStyle/>
          <a:p>
            <a:endParaRPr lang="zh-CN" altLang="en-US"/>
          </a:p>
        </p:txBody>
      </p:sp>
      <p:sp>
        <p:nvSpPr>
          <p:cNvPr id="127023" name="Text Box 52"/>
          <p:cNvSpPr txBox="1"/>
          <p:nvPr/>
        </p:nvSpPr>
        <p:spPr>
          <a:xfrm>
            <a:off x="8645525" y="2901950"/>
            <a:ext cx="457200" cy="369888"/>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R</a:t>
            </a:r>
          </a:p>
        </p:txBody>
      </p:sp>
      <p:sp>
        <p:nvSpPr>
          <p:cNvPr id="129080" name="Freeform 53"/>
          <p:cNvSpPr/>
          <p:nvPr/>
        </p:nvSpPr>
        <p:spPr>
          <a:xfrm>
            <a:off x="8678863" y="2519363"/>
            <a:ext cx="360362" cy="354012"/>
          </a:xfrm>
          <a:custGeom>
            <a:avLst/>
            <a:gdLst>
              <a:gd name="txL" fmla="*/ 0 w 227"/>
              <a:gd name="txT" fmla="*/ 0 h 227"/>
              <a:gd name="txR" fmla="*/ 227 w 227"/>
              <a:gd name="txB" fmla="*/ 227 h 227"/>
            </a:gdLst>
            <a:ahLst/>
            <a:cxnLst>
              <a:cxn ang="0">
                <a:pos x="0" y="0"/>
              </a:cxn>
              <a:cxn ang="0">
                <a:pos x="2147483646" y="2147483646"/>
              </a:cxn>
              <a:cxn ang="0">
                <a:pos x="0" y="2147483646"/>
              </a:cxn>
            </a:cxnLst>
            <a:rect l="txL" t="txT" r="txR" b="txB"/>
            <a:pathLst>
              <a:path w="227" h="227">
                <a:moveTo>
                  <a:pt x="0" y="0"/>
                </a:moveTo>
                <a:cubicBezTo>
                  <a:pt x="113" y="3"/>
                  <a:pt x="227" y="7"/>
                  <a:pt x="227" y="45"/>
                </a:cubicBezTo>
                <a:cubicBezTo>
                  <a:pt x="227" y="83"/>
                  <a:pt x="113" y="155"/>
                  <a:pt x="0" y="227"/>
                </a:cubicBezTo>
              </a:path>
            </a:pathLst>
          </a:custGeom>
          <a:noFill/>
          <a:ln w="38100" cap="flat" cmpd="sng">
            <a:solidFill>
              <a:schemeClr val="tx1">
                <a:alpha val="100000"/>
              </a:schemeClr>
            </a:solidFill>
            <a:prstDash val="solid"/>
            <a:round/>
            <a:headEnd type="none" w="med" len="med"/>
            <a:tailEnd type="stealth" w="med" len="med"/>
          </a:ln>
        </p:spPr>
        <p:txBody>
          <a:bodyPr/>
          <a:lstStyle/>
          <a:p>
            <a:endParaRPr lang="zh-CN" altLang="en-US"/>
          </a:p>
        </p:txBody>
      </p:sp>
      <p:sp>
        <p:nvSpPr>
          <p:cNvPr id="129081" name="Text Box 54"/>
          <p:cNvSpPr txBox="1"/>
          <p:nvPr/>
        </p:nvSpPr>
        <p:spPr>
          <a:xfrm>
            <a:off x="8647113" y="2500313"/>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宋体" panose="02010600030101010101" pitchFamily="2" charset="-122"/>
              </a:rPr>
              <a:t>*</a:t>
            </a:r>
          </a:p>
        </p:txBody>
      </p:sp>
      <p:sp>
        <p:nvSpPr>
          <p:cNvPr id="129082" name="Text Box 55"/>
          <p:cNvSpPr txBox="1"/>
          <p:nvPr/>
        </p:nvSpPr>
        <p:spPr>
          <a:xfrm>
            <a:off x="7999413" y="1482725"/>
            <a:ext cx="381000" cy="36830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L</a:t>
            </a:r>
          </a:p>
        </p:txBody>
      </p:sp>
      <p:sp>
        <p:nvSpPr>
          <p:cNvPr id="129083" name="Line 56"/>
          <p:cNvSpPr/>
          <p:nvPr/>
        </p:nvSpPr>
        <p:spPr>
          <a:xfrm flipV="1">
            <a:off x="7967663" y="1492250"/>
            <a:ext cx="0" cy="269875"/>
          </a:xfrm>
          <a:prstGeom prst="line">
            <a:avLst/>
          </a:prstGeom>
          <a:ln w="38100" cap="flat" cmpd="sng">
            <a:solidFill>
              <a:schemeClr val="tx1"/>
            </a:solidFill>
            <a:prstDash val="solid"/>
            <a:headEnd type="none" w="med" len="med"/>
            <a:tailEnd type="triangle" w="med" len="med"/>
          </a:ln>
        </p:spPr>
      </p:sp>
      <p:sp>
        <p:nvSpPr>
          <p:cNvPr id="129084" name="Line 57"/>
          <p:cNvSpPr/>
          <p:nvPr/>
        </p:nvSpPr>
        <p:spPr>
          <a:xfrm flipV="1">
            <a:off x="4986338" y="4987925"/>
            <a:ext cx="574675" cy="55563"/>
          </a:xfrm>
          <a:prstGeom prst="line">
            <a:avLst/>
          </a:prstGeom>
          <a:ln w="38100" cap="flat" cmpd="sng">
            <a:solidFill>
              <a:schemeClr val="tx1"/>
            </a:solidFill>
            <a:prstDash val="solid"/>
            <a:headEnd type="none" w="sm" len="sm"/>
            <a:tailEnd type="triangle" w="med" len="med"/>
          </a:ln>
        </p:spPr>
      </p:sp>
      <p:sp>
        <p:nvSpPr>
          <p:cNvPr id="129085" name="Line 58"/>
          <p:cNvSpPr/>
          <p:nvPr/>
        </p:nvSpPr>
        <p:spPr>
          <a:xfrm flipH="1" flipV="1">
            <a:off x="3197225" y="5022850"/>
            <a:ext cx="1798638" cy="28575"/>
          </a:xfrm>
          <a:prstGeom prst="line">
            <a:avLst/>
          </a:prstGeom>
          <a:ln w="38100" cap="flat" cmpd="sng">
            <a:solidFill>
              <a:schemeClr val="tx1"/>
            </a:solidFill>
            <a:prstDash val="solid"/>
            <a:headEnd type="none" w="med" len="med"/>
            <a:tailEnd type="none" w="med" len="med"/>
          </a:ln>
        </p:spPr>
      </p:sp>
      <p:sp>
        <p:nvSpPr>
          <p:cNvPr id="129086" name="Line 59"/>
          <p:cNvSpPr/>
          <p:nvPr/>
        </p:nvSpPr>
        <p:spPr>
          <a:xfrm flipH="1" flipV="1">
            <a:off x="3178175" y="3498850"/>
            <a:ext cx="19050" cy="1509713"/>
          </a:xfrm>
          <a:prstGeom prst="line">
            <a:avLst/>
          </a:prstGeom>
          <a:ln w="38100" cap="flat" cmpd="sng">
            <a:solidFill>
              <a:schemeClr val="tx1"/>
            </a:solidFill>
            <a:prstDash val="solid"/>
            <a:headEnd type="none" w="med" len="med"/>
            <a:tailEnd type="none" w="med" len="med"/>
          </a:ln>
        </p:spPr>
      </p:sp>
      <p:sp>
        <p:nvSpPr>
          <p:cNvPr id="60" name="Line 56"/>
          <p:cNvSpPr/>
          <p:nvPr/>
        </p:nvSpPr>
        <p:spPr>
          <a:xfrm flipH="1">
            <a:off x="8077200" y="3286125"/>
            <a:ext cx="9525" cy="317500"/>
          </a:xfrm>
          <a:prstGeom prst="line">
            <a:avLst/>
          </a:prstGeom>
          <a:ln w="38100" cap="flat" cmpd="sng">
            <a:solidFill>
              <a:schemeClr val="tx1"/>
            </a:solidFill>
            <a:prstDash val="solid"/>
            <a:headEnd type="none" w="med" len="med"/>
            <a:tailEnd type="triangle" w="med" len="med"/>
          </a:ln>
        </p:spPr>
      </p:sp>
      <p:sp>
        <p:nvSpPr>
          <p:cNvPr id="61" name="Text Box 17"/>
          <p:cNvSpPr txBox="1"/>
          <p:nvPr/>
        </p:nvSpPr>
        <p:spPr>
          <a:xfrm>
            <a:off x="8113713" y="3219450"/>
            <a:ext cx="533400" cy="369888"/>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dirty="0">
                <a:solidFill>
                  <a:schemeClr val="tx1"/>
                </a:solidFill>
                <a:latin typeface="Times New Roman" panose="02020603050405020304" pitchFamily="18" charset="0"/>
                <a:ea typeface="宋体" panose="02010600030101010101" pitchFamily="2" charset="-122"/>
              </a:rPr>
              <a:t>id</a:t>
            </a:r>
          </a:p>
        </p:txBody>
      </p:sp>
      <p:sp>
        <p:nvSpPr>
          <p:cNvPr id="59" name="Rectangle 37"/>
          <p:cNvSpPr>
            <a:spLocks noChangeArrowheads="1"/>
          </p:cNvSpPr>
          <p:nvPr/>
        </p:nvSpPr>
        <p:spPr bwMode="auto">
          <a:xfrm>
            <a:off x="230188" y="1012825"/>
            <a:ext cx="1290638" cy="1908175"/>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lnSpc>
                <a:spcPts val="2000"/>
              </a:lnSpc>
              <a:spcBef>
                <a:spcPct val="20000"/>
              </a:spcBef>
              <a:buFont typeface="Wingdings" panose="05000000000000000000" pitchFamily="2" charset="2"/>
              <a:buNone/>
            </a:pPr>
            <a:r>
              <a:rPr lang="en-US" altLang="zh-CN" b="1" dirty="0">
                <a:latin typeface="Times New Roman" panose="02020603050405020304" pitchFamily="18" charset="0"/>
                <a:cs typeface="Times New Roman" panose="02020603050405020304" pitchFamily="18" charset="0"/>
              </a:rPr>
              <a:t>0) </a:t>
            </a:r>
            <a:r>
              <a:rPr lang="en-US" altLang="zh-CN" b="1" i="1" dirty="0">
                <a:latin typeface="Times New Roman" panose="02020603050405020304" pitchFamily="18" charset="0"/>
                <a:cs typeface="Times New Roman" panose="02020603050405020304" pitchFamily="18" charset="0"/>
              </a:rPr>
              <a:t>S</a:t>
            </a:r>
            <a:r>
              <a:rPr lang="en-US" altLang="zh-CN" sz="1600" b="1" i="1" dirty="0">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→S</a:t>
            </a:r>
          </a:p>
          <a:p>
            <a:pPr marL="609600" indent="-609600" eaLnBrk="1" hangingPunct="1">
              <a:lnSpc>
                <a:spcPts val="2000"/>
              </a:lnSpc>
              <a:spcBef>
                <a:spcPct val="20000"/>
              </a:spcBef>
              <a:buFont typeface="Wingdings" panose="05000000000000000000" pitchFamily="2" charset="2"/>
              <a:buNone/>
            </a:pPr>
            <a:r>
              <a:rPr lang="en-US" altLang="zh-CN" b="1" dirty="0">
                <a:latin typeface="Times New Roman" panose="02020603050405020304" pitchFamily="18" charset="0"/>
                <a:cs typeface="Times New Roman" panose="02020603050405020304" pitchFamily="18" charset="0"/>
              </a:rPr>
              <a:t>1) </a:t>
            </a:r>
            <a:r>
              <a:rPr lang="en-US" altLang="zh-CN" b="1" i="1" dirty="0">
                <a:latin typeface="Times New Roman" panose="02020603050405020304" pitchFamily="18" charset="0"/>
                <a:cs typeface="Times New Roman" panose="02020603050405020304" pitchFamily="18" charset="0"/>
              </a:rPr>
              <a:t>S→L=R</a:t>
            </a:r>
          </a:p>
          <a:p>
            <a:pPr marL="609600" indent="-609600" eaLnBrk="1" hangingPunct="1">
              <a:lnSpc>
                <a:spcPts val="2000"/>
              </a:lnSpc>
              <a:spcBef>
                <a:spcPct val="20000"/>
              </a:spcBef>
              <a:buFont typeface="Wingdings" panose="05000000000000000000" pitchFamily="2" charset="2"/>
              <a:buNone/>
            </a:pPr>
            <a:r>
              <a:rPr lang="en-US" altLang="zh-CN" b="1" dirty="0">
                <a:latin typeface="Times New Roman" panose="02020603050405020304" pitchFamily="18" charset="0"/>
                <a:cs typeface="Times New Roman" panose="02020603050405020304" pitchFamily="18" charset="0"/>
              </a:rPr>
              <a:t>2) </a:t>
            </a:r>
            <a:r>
              <a:rPr lang="en-US" altLang="zh-CN" b="1" i="1" dirty="0">
                <a:latin typeface="Times New Roman" panose="02020603050405020304" pitchFamily="18" charset="0"/>
                <a:cs typeface="Times New Roman" panose="02020603050405020304" pitchFamily="18" charset="0"/>
              </a:rPr>
              <a:t>S→R</a:t>
            </a:r>
          </a:p>
          <a:p>
            <a:pPr marL="609600" indent="-609600" eaLnBrk="1" hangingPunct="1">
              <a:lnSpc>
                <a:spcPts val="2000"/>
              </a:lnSpc>
              <a:spcBef>
                <a:spcPct val="20000"/>
              </a:spcBef>
              <a:buFont typeface="Wingdings" panose="05000000000000000000" pitchFamily="2" charset="2"/>
              <a:buNone/>
            </a:pPr>
            <a:r>
              <a:rPr lang="en-US" altLang="zh-CN" b="1" dirty="0">
                <a:latin typeface="Times New Roman" panose="02020603050405020304" pitchFamily="18" charset="0"/>
                <a:cs typeface="Times New Roman" panose="02020603050405020304" pitchFamily="18" charset="0"/>
              </a:rPr>
              <a:t>3) </a:t>
            </a:r>
            <a:r>
              <a:rPr lang="en-US" altLang="zh-CN" b="1" i="1" dirty="0">
                <a:latin typeface="Times New Roman" panose="02020603050405020304" pitchFamily="18" charset="0"/>
                <a:cs typeface="Times New Roman" panose="02020603050405020304" pitchFamily="18" charset="0"/>
              </a:rPr>
              <a:t>L→*R</a:t>
            </a:r>
          </a:p>
          <a:p>
            <a:pPr marL="609600" indent="-609600" eaLnBrk="1" hangingPunct="1">
              <a:lnSpc>
                <a:spcPts val="2000"/>
              </a:lnSpc>
              <a:spcBef>
                <a:spcPct val="20000"/>
              </a:spcBef>
              <a:buFont typeface="Wingdings" panose="05000000000000000000" pitchFamily="2" charset="2"/>
              <a:buNone/>
            </a:pPr>
            <a:r>
              <a:rPr lang="en-US" altLang="zh-CN" b="1" dirty="0">
                <a:latin typeface="Times New Roman" panose="02020603050405020304" pitchFamily="18" charset="0"/>
                <a:cs typeface="Times New Roman" panose="02020603050405020304" pitchFamily="18" charset="0"/>
              </a:rPr>
              <a:t>4) </a:t>
            </a:r>
            <a:r>
              <a:rPr lang="en-US" altLang="zh-CN" b="1" i="1" dirty="0">
                <a:latin typeface="Times New Roman" panose="02020603050405020304" pitchFamily="18" charset="0"/>
                <a:cs typeface="Times New Roman" panose="02020603050405020304" pitchFamily="18" charset="0"/>
              </a:rPr>
              <a:t>L→</a:t>
            </a:r>
            <a:r>
              <a:rPr lang="en-US" altLang="zh-CN" b="1" dirty="0">
                <a:latin typeface="Times New Roman" panose="02020603050405020304" pitchFamily="18" charset="0"/>
                <a:cs typeface="Times New Roman" panose="02020603050405020304" pitchFamily="18" charset="0"/>
              </a:rPr>
              <a:t>id</a:t>
            </a:r>
          </a:p>
          <a:p>
            <a:pPr marL="609600" indent="-609600" eaLnBrk="1" hangingPunct="1">
              <a:lnSpc>
                <a:spcPts val="2000"/>
              </a:lnSpc>
              <a:spcBef>
                <a:spcPct val="20000"/>
              </a:spcBef>
              <a:buFont typeface="Wingdings" panose="05000000000000000000" pitchFamily="2" charset="2"/>
              <a:buNone/>
            </a:pPr>
            <a:r>
              <a:rPr lang="en-US" altLang="zh-CN" b="1" dirty="0">
                <a:latin typeface="Times New Roman" panose="02020603050405020304" pitchFamily="18" charset="0"/>
                <a:cs typeface="Times New Roman" panose="02020603050405020304" pitchFamily="18" charset="0"/>
              </a:rPr>
              <a:t>5) </a:t>
            </a:r>
            <a:r>
              <a:rPr lang="en-US" altLang="zh-CN" b="1" i="1" dirty="0">
                <a:latin typeface="Times New Roman" panose="02020603050405020304" pitchFamily="18" charset="0"/>
                <a:cs typeface="Times New Roman" panose="02020603050405020304" pitchFamily="18" charset="0"/>
              </a:rPr>
              <a:t>R→L</a:t>
            </a:r>
            <a:endParaRPr lang="en-US" altLang="zh-CN" b="1" i="1" dirty="0">
              <a:latin typeface="Times New Roman" panose="02020603050405020304" pitchFamily="18" charset="0"/>
              <a:ea typeface="Times New Roman" panose="02020603050405020304" pitchFamily="18" charset="0"/>
            </a:endParaRPr>
          </a:p>
        </p:txBody>
      </p:sp>
      <p:sp>
        <p:nvSpPr>
          <p:cNvPr id="63" name="Freeform 53"/>
          <p:cNvSpPr/>
          <p:nvPr/>
        </p:nvSpPr>
        <p:spPr>
          <a:xfrm flipH="1">
            <a:off x="3359150" y="3651250"/>
            <a:ext cx="365125" cy="449263"/>
          </a:xfrm>
          <a:custGeom>
            <a:avLst/>
            <a:gdLst>
              <a:gd name="txL" fmla="*/ 0 w 227"/>
              <a:gd name="txT" fmla="*/ 0 h 227"/>
              <a:gd name="txR" fmla="*/ 227 w 227"/>
              <a:gd name="txB" fmla="*/ 227 h 227"/>
            </a:gdLst>
            <a:ahLst/>
            <a:cxnLst>
              <a:cxn ang="0">
                <a:pos x="0" y="0"/>
              </a:cxn>
              <a:cxn ang="0">
                <a:pos x="2147483646" y="2147483646"/>
              </a:cxn>
              <a:cxn ang="0">
                <a:pos x="0" y="2147483646"/>
              </a:cxn>
            </a:cxnLst>
            <a:rect l="txL" t="txT" r="txR" b="txB"/>
            <a:pathLst>
              <a:path w="227" h="227">
                <a:moveTo>
                  <a:pt x="0" y="0"/>
                </a:moveTo>
                <a:cubicBezTo>
                  <a:pt x="113" y="3"/>
                  <a:pt x="227" y="7"/>
                  <a:pt x="227" y="45"/>
                </a:cubicBezTo>
                <a:cubicBezTo>
                  <a:pt x="227" y="83"/>
                  <a:pt x="113" y="155"/>
                  <a:pt x="0" y="227"/>
                </a:cubicBezTo>
              </a:path>
            </a:pathLst>
          </a:custGeom>
          <a:noFill/>
          <a:ln w="38100" cap="flat" cmpd="sng">
            <a:solidFill>
              <a:schemeClr val="tx1">
                <a:alpha val="100000"/>
              </a:schemeClr>
            </a:solidFill>
            <a:prstDash val="solid"/>
            <a:round/>
            <a:headEnd type="none" w="med" len="med"/>
            <a:tailEnd type="stealth" w="med" len="me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29035">
                                            <p:bg/>
                                          </p:spTgt>
                                        </p:tgtEl>
                                        <p:attrNameLst>
                                          <p:attrName>style.visibility</p:attrName>
                                        </p:attrNameLst>
                                      </p:cBhvr>
                                      <p:to>
                                        <p:strVal val="visible"/>
                                      </p:to>
                                    </p:set>
                                    <p:anim calcmode="lin" valueType="num">
                                      <p:cBhvr>
                                        <p:cTn id="7" dur="500" fill="hold"/>
                                        <p:tgtEl>
                                          <p:spTgt spid="129035">
                                            <p:bg/>
                                          </p:spTgt>
                                        </p:tgtEl>
                                        <p:attrNameLst>
                                          <p:attrName>ppt_w</p:attrName>
                                        </p:attrNameLst>
                                      </p:cBhvr>
                                      <p:tavLst>
                                        <p:tav tm="0">
                                          <p:val>
                                            <p:fltVal val="0"/>
                                          </p:val>
                                        </p:tav>
                                        <p:tav tm="100000">
                                          <p:val>
                                            <p:strVal val="#ppt_w"/>
                                          </p:val>
                                        </p:tav>
                                      </p:tavLst>
                                    </p:anim>
                                    <p:anim calcmode="lin" valueType="num">
                                      <p:cBhvr>
                                        <p:cTn id="8" dur="500" fill="hold"/>
                                        <p:tgtEl>
                                          <p:spTgt spid="129035">
                                            <p:bg/>
                                          </p:spTgt>
                                        </p:tgtEl>
                                        <p:attrNameLst>
                                          <p:attrName>ppt_h</p:attrName>
                                        </p:attrNameLst>
                                      </p:cBhvr>
                                      <p:tavLst>
                                        <p:tav tm="0">
                                          <p:val>
                                            <p:fltVal val="0"/>
                                          </p:val>
                                        </p:tav>
                                        <p:tav tm="100000">
                                          <p:val>
                                            <p:strVal val="#ppt_h"/>
                                          </p:val>
                                        </p:tav>
                                      </p:tavLst>
                                    </p:anim>
                                    <p:animEffect transition="in" filter="fade">
                                      <p:cBhvr>
                                        <p:cTn id="9" dur="500"/>
                                        <p:tgtEl>
                                          <p:spTgt spid="129035">
                                            <p:bg/>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29035">
                                            <p:txEl>
                                              <p:pRg st="0" end="0"/>
                                            </p:txEl>
                                          </p:spTgt>
                                        </p:tgtEl>
                                        <p:attrNameLst>
                                          <p:attrName>style.visibility</p:attrName>
                                        </p:attrNameLst>
                                      </p:cBhvr>
                                      <p:to>
                                        <p:strVal val="visible"/>
                                      </p:to>
                                    </p:set>
                                    <p:anim calcmode="lin" valueType="num">
                                      <p:cBhvr>
                                        <p:cTn id="12" dur="500" fill="hold"/>
                                        <p:tgtEl>
                                          <p:spTgt spid="129035">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129035">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129035">
                                            <p:txEl>
                                              <p:pRg st="0" end="0"/>
                                            </p:txEl>
                                          </p:spTgt>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29035">
                                            <p:txEl>
                                              <p:pRg st="1" end="1"/>
                                            </p:txEl>
                                          </p:spTgt>
                                        </p:tgtEl>
                                        <p:attrNameLst>
                                          <p:attrName>style.visibility</p:attrName>
                                        </p:attrNameLst>
                                      </p:cBhvr>
                                      <p:to>
                                        <p:strVal val="visible"/>
                                      </p:to>
                                    </p:set>
                                    <p:anim calcmode="lin" valueType="num">
                                      <p:cBhvr>
                                        <p:cTn id="17" dur="500" fill="hold"/>
                                        <p:tgtEl>
                                          <p:spTgt spid="129035">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29035">
                                            <p:txEl>
                                              <p:pRg st="1" end="1"/>
                                            </p:txEl>
                                          </p:spTgt>
                                        </p:tgtEl>
                                        <p:attrNameLst>
                                          <p:attrName>ppt_h</p:attrName>
                                        </p:attrNameLst>
                                      </p:cBhvr>
                                      <p:tavLst>
                                        <p:tav tm="0">
                                          <p:val>
                                            <p:fltVal val="0"/>
                                          </p:val>
                                        </p:tav>
                                        <p:tav tm="100000">
                                          <p:val>
                                            <p:strVal val="#ppt_h"/>
                                          </p:val>
                                        </p:tav>
                                      </p:tavLst>
                                    </p:anim>
                                    <p:animEffect transition="in" filter="fade">
                                      <p:cBhvr>
                                        <p:cTn id="19" dur="500"/>
                                        <p:tgtEl>
                                          <p:spTgt spid="129035">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29035">
                                            <p:txEl>
                                              <p:pRg st="2" end="2"/>
                                            </p:txEl>
                                          </p:spTgt>
                                        </p:tgtEl>
                                        <p:attrNameLst>
                                          <p:attrName>style.visibility</p:attrName>
                                        </p:attrNameLst>
                                      </p:cBhvr>
                                      <p:to>
                                        <p:strVal val="visible"/>
                                      </p:to>
                                    </p:set>
                                    <p:anim calcmode="lin" valueType="num">
                                      <p:cBhvr>
                                        <p:cTn id="24" dur="500" fill="hold"/>
                                        <p:tgtEl>
                                          <p:spTgt spid="129035">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129035">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129035">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29035">
                                            <p:txEl>
                                              <p:pRg st="3" end="3"/>
                                            </p:txEl>
                                          </p:spTgt>
                                        </p:tgtEl>
                                        <p:attrNameLst>
                                          <p:attrName>style.visibility</p:attrName>
                                        </p:attrNameLst>
                                      </p:cBhvr>
                                      <p:to>
                                        <p:strVal val="visible"/>
                                      </p:to>
                                    </p:set>
                                    <p:anim calcmode="lin" valueType="num">
                                      <p:cBhvr>
                                        <p:cTn id="31" dur="500" fill="hold"/>
                                        <p:tgtEl>
                                          <p:spTgt spid="129035">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129035">
                                            <p:txEl>
                                              <p:pRg st="3" end="3"/>
                                            </p:txEl>
                                          </p:spTgt>
                                        </p:tgtEl>
                                        <p:attrNameLst>
                                          <p:attrName>ppt_h</p:attrName>
                                        </p:attrNameLst>
                                      </p:cBhvr>
                                      <p:tavLst>
                                        <p:tav tm="0">
                                          <p:val>
                                            <p:fltVal val="0"/>
                                          </p:val>
                                        </p:tav>
                                        <p:tav tm="100000">
                                          <p:val>
                                            <p:strVal val="#ppt_h"/>
                                          </p:val>
                                        </p:tav>
                                      </p:tavLst>
                                    </p:anim>
                                    <p:animEffect transition="in" filter="fade">
                                      <p:cBhvr>
                                        <p:cTn id="33" dur="500"/>
                                        <p:tgtEl>
                                          <p:spTgt spid="129035">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129035">
                                            <p:txEl>
                                              <p:pRg st="4" end="4"/>
                                            </p:txEl>
                                          </p:spTgt>
                                        </p:tgtEl>
                                        <p:attrNameLst>
                                          <p:attrName>style.visibility</p:attrName>
                                        </p:attrNameLst>
                                      </p:cBhvr>
                                      <p:to>
                                        <p:strVal val="visible"/>
                                      </p:to>
                                    </p:set>
                                    <p:anim calcmode="lin" valueType="num">
                                      <p:cBhvr>
                                        <p:cTn id="38" dur="500" fill="hold"/>
                                        <p:tgtEl>
                                          <p:spTgt spid="129035">
                                            <p:txEl>
                                              <p:pRg st="4" end="4"/>
                                            </p:txEl>
                                          </p:spTgt>
                                        </p:tgtEl>
                                        <p:attrNameLst>
                                          <p:attrName>ppt_w</p:attrName>
                                        </p:attrNameLst>
                                      </p:cBhvr>
                                      <p:tavLst>
                                        <p:tav tm="0">
                                          <p:val>
                                            <p:fltVal val="0"/>
                                          </p:val>
                                        </p:tav>
                                        <p:tav tm="100000">
                                          <p:val>
                                            <p:strVal val="#ppt_w"/>
                                          </p:val>
                                        </p:tav>
                                      </p:tavLst>
                                    </p:anim>
                                    <p:anim calcmode="lin" valueType="num">
                                      <p:cBhvr>
                                        <p:cTn id="39" dur="500" fill="hold"/>
                                        <p:tgtEl>
                                          <p:spTgt spid="129035">
                                            <p:txEl>
                                              <p:pRg st="4" end="4"/>
                                            </p:txEl>
                                          </p:spTgt>
                                        </p:tgtEl>
                                        <p:attrNameLst>
                                          <p:attrName>ppt_h</p:attrName>
                                        </p:attrNameLst>
                                      </p:cBhvr>
                                      <p:tavLst>
                                        <p:tav tm="0">
                                          <p:val>
                                            <p:fltVal val="0"/>
                                          </p:val>
                                        </p:tav>
                                        <p:tav tm="100000">
                                          <p:val>
                                            <p:strVal val="#ppt_h"/>
                                          </p:val>
                                        </p:tav>
                                      </p:tavLst>
                                    </p:anim>
                                    <p:animEffect transition="in" filter="fade">
                                      <p:cBhvr>
                                        <p:cTn id="40" dur="500"/>
                                        <p:tgtEl>
                                          <p:spTgt spid="129035">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129035">
                                            <p:txEl>
                                              <p:pRg st="5" end="5"/>
                                            </p:txEl>
                                          </p:spTgt>
                                        </p:tgtEl>
                                        <p:attrNameLst>
                                          <p:attrName>style.visibility</p:attrName>
                                        </p:attrNameLst>
                                      </p:cBhvr>
                                      <p:to>
                                        <p:strVal val="visible"/>
                                      </p:to>
                                    </p:set>
                                    <p:anim calcmode="lin" valueType="num">
                                      <p:cBhvr>
                                        <p:cTn id="45" dur="500" fill="hold"/>
                                        <p:tgtEl>
                                          <p:spTgt spid="129035">
                                            <p:txEl>
                                              <p:pRg st="5" end="5"/>
                                            </p:txEl>
                                          </p:spTgt>
                                        </p:tgtEl>
                                        <p:attrNameLst>
                                          <p:attrName>ppt_w</p:attrName>
                                        </p:attrNameLst>
                                      </p:cBhvr>
                                      <p:tavLst>
                                        <p:tav tm="0">
                                          <p:val>
                                            <p:fltVal val="0"/>
                                          </p:val>
                                        </p:tav>
                                        <p:tav tm="100000">
                                          <p:val>
                                            <p:strVal val="#ppt_w"/>
                                          </p:val>
                                        </p:tav>
                                      </p:tavLst>
                                    </p:anim>
                                    <p:anim calcmode="lin" valueType="num">
                                      <p:cBhvr>
                                        <p:cTn id="46" dur="500" fill="hold"/>
                                        <p:tgtEl>
                                          <p:spTgt spid="129035">
                                            <p:txEl>
                                              <p:pRg st="5" end="5"/>
                                            </p:txEl>
                                          </p:spTgt>
                                        </p:tgtEl>
                                        <p:attrNameLst>
                                          <p:attrName>ppt_h</p:attrName>
                                        </p:attrNameLst>
                                      </p:cBhvr>
                                      <p:tavLst>
                                        <p:tav tm="0">
                                          <p:val>
                                            <p:fltVal val="0"/>
                                          </p:val>
                                        </p:tav>
                                        <p:tav tm="100000">
                                          <p:val>
                                            <p:strVal val="#ppt_h"/>
                                          </p:val>
                                        </p:tav>
                                      </p:tavLst>
                                    </p:anim>
                                    <p:animEffect transition="in" filter="fade">
                                      <p:cBhvr>
                                        <p:cTn id="47" dur="500"/>
                                        <p:tgtEl>
                                          <p:spTgt spid="129035">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129035">
                                            <p:txEl>
                                              <p:pRg st="6" end="6"/>
                                            </p:txEl>
                                          </p:spTgt>
                                        </p:tgtEl>
                                        <p:attrNameLst>
                                          <p:attrName>style.visibility</p:attrName>
                                        </p:attrNameLst>
                                      </p:cBhvr>
                                      <p:to>
                                        <p:strVal val="visible"/>
                                      </p:to>
                                    </p:set>
                                    <p:anim calcmode="lin" valueType="num">
                                      <p:cBhvr>
                                        <p:cTn id="52" dur="500" fill="hold"/>
                                        <p:tgtEl>
                                          <p:spTgt spid="129035">
                                            <p:txEl>
                                              <p:pRg st="6" end="6"/>
                                            </p:txEl>
                                          </p:spTgt>
                                        </p:tgtEl>
                                        <p:attrNameLst>
                                          <p:attrName>ppt_w</p:attrName>
                                        </p:attrNameLst>
                                      </p:cBhvr>
                                      <p:tavLst>
                                        <p:tav tm="0">
                                          <p:val>
                                            <p:fltVal val="0"/>
                                          </p:val>
                                        </p:tav>
                                        <p:tav tm="100000">
                                          <p:val>
                                            <p:strVal val="#ppt_w"/>
                                          </p:val>
                                        </p:tav>
                                      </p:tavLst>
                                    </p:anim>
                                    <p:anim calcmode="lin" valueType="num">
                                      <p:cBhvr>
                                        <p:cTn id="53" dur="500" fill="hold"/>
                                        <p:tgtEl>
                                          <p:spTgt spid="129035">
                                            <p:txEl>
                                              <p:pRg st="6" end="6"/>
                                            </p:txEl>
                                          </p:spTgt>
                                        </p:tgtEl>
                                        <p:attrNameLst>
                                          <p:attrName>ppt_h</p:attrName>
                                        </p:attrNameLst>
                                      </p:cBhvr>
                                      <p:tavLst>
                                        <p:tav tm="0">
                                          <p:val>
                                            <p:fltVal val="0"/>
                                          </p:val>
                                        </p:tav>
                                        <p:tav tm="100000">
                                          <p:val>
                                            <p:strVal val="#ppt_h"/>
                                          </p:val>
                                        </p:tav>
                                      </p:tavLst>
                                    </p:anim>
                                    <p:animEffect transition="in" filter="fade">
                                      <p:cBhvr>
                                        <p:cTn id="54" dur="500"/>
                                        <p:tgtEl>
                                          <p:spTgt spid="129035">
                                            <p:txEl>
                                              <p:pRg st="6" end="6"/>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53" presetClass="entr" presetSubtype="16" fill="hold" grpId="0" nodeType="clickEffect">
                                  <p:stCondLst>
                                    <p:cond delay="0"/>
                                  </p:stCondLst>
                                  <p:childTnLst>
                                    <p:set>
                                      <p:cBhvr>
                                        <p:cTn id="58" dur="1" fill="hold">
                                          <p:stCondLst>
                                            <p:cond delay="0"/>
                                          </p:stCondLst>
                                        </p:cTn>
                                        <p:tgtEl>
                                          <p:spTgt spid="129035">
                                            <p:txEl>
                                              <p:pRg st="7" end="7"/>
                                            </p:txEl>
                                          </p:spTgt>
                                        </p:tgtEl>
                                        <p:attrNameLst>
                                          <p:attrName>style.visibility</p:attrName>
                                        </p:attrNameLst>
                                      </p:cBhvr>
                                      <p:to>
                                        <p:strVal val="visible"/>
                                      </p:to>
                                    </p:set>
                                    <p:anim calcmode="lin" valueType="num">
                                      <p:cBhvr>
                                        <p:cTn id="59" dur="500" fill="hold"/>
                                        <p:tgtEl>
                                          <p:spTgt spid="129035">
                                            <p:txEl>
                                              <p:pRg st="7" end="7"/>
                                            </p:txEl>
                                          </p:spTgt>
                                        </p:tgtEl>
                                        <p:attrNameLst>
                                          <p:attrName>ppt_w</p:attrName>
                                        </p:attrNameLst>
                                      </p:cBhvr>
                                      <p:tavLst>
                                        <p:tav tm="0">
                                          <p:val>
                                            <p:fltVal val="0"/>
                                          </p:val>
                                        </p:tav>
                                        <p:tav tm="100000">
                                          <p:val>
                                            <p:strVal val="#ppt_w"/>
                                          </p:val>
                                        </p:tav>
                                      </p:tavLst>
                                    </p:anim>
                                    <p:anim calcmode="lin" valueType="num">
                                      <p:cBhvr>
                                        <p:cTn id="60" dur="500" fill="hold"/>
                                        <p:tgtEl>
                                          <p:spTgt spid="129035">
                                            <p:txEl>
                                              <p:pRg st="7" end="7"/>
                                            </p:txEl>
                                          </p:spTgt>
                                        </p:tgtEl>
                                        <p:attrNameLst>
                                          <p:attrName>ppt_h</p:attrName>
                                        </p:attrNameLst>
                                      </p:cBhvr>
                                      <p:tavLst>
                                        <p:tav tm="0">
                                          <p:val>
                                            <p:fltVal val="0"/>
                                          </p:val>
                                        </p:tav>
                                        <p:tav tm="100000">
                                          <p:val>
                                            <p:strVal val="#ppt_h"/>
                                          </p:val>
                                        </p:tav>
                                      </p:tavLst>
                                    </p:anim>
                                    <p:animEffect transition="in" filter="fade">
                                      <p:cBhvr>
                                        <p:cTn id="61" dur="500"/>
                                        <p:tgtEl>
                                          <p:spTgt spid="129035">
                                            <p:txEl>
                                              <p:pRg st="7" end="7"/>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53" presetClass="entr" presetSubtype="16" fill="hold" grpId="0" nodeType="clickEffect">
                                  <p:stCondLst>
                                    <p:cond delay="0"/>
                                  </p:stCondLst>
                                  <p:childTnLst>
                                    <p:set>
                                      <p:cBhvr>
                                        <p:cTn id="65" dur="1" fill="hold">
                                          <p:stCondLst>
                                            <p:cond delay="0"/>
                                          </p:stCondLst>
                                        </p:cTn>
                                        <p:tgtEl>
                                          <p:spTgt spid="129035">
                                            <p:txEl>
                                              <p:pRg st="8" end="8"/>
                                            </p:txEl>
                                          </p:spTgt>
                                        </p:tgtEl>
                                        <p:attrNameLst>
                                          <p:attrName>style.visibility</p:attrName>
                                        </p:attrNameLst>
                                      </p:cBhvr>
                                      <p:to>
                                        <p:strVal val="visible"/>
                                      </p:to>
                                    </p:set>
                                    <p:anim calcmode="lin" valueType="num">
                                      <p:cBhvr>
                                        <p:cTn id="66" dur="500" fill="hold"/>
                                        <p:tgtEl>
                                          <p:spTgt spid="129035">
                                            <p:txEl>
                                              <p:pRg st="8" end="8"/>
                                            </p:txEl>
                                          </p:spTgt>
                                        </p:tgtEl>
                                        <p:attrNameLst>
                                          <p:attrName>ppt_w</p:attrName>
                                        </p:attrNameLst>
                                      </p:cBhvr>
                                      <p:tavLst>
                                        <p:tav tm="0">
                                          <p:val>
                                            <p:fltVal val="0"/>
                                          </p:val>
                                        </p:tav>
                                        <p:tav tm="100000">
                                          <p:val>
                                            <p:strVal val="#ppt_w"/>
                                          </p:val>
                                        </p:tav>
                                      </p:tavLst>
                                    </p:anim>
                                    <p:anim calcmode="lin" valueType="num">
                                      <p:cBhvr>
                                        <p:cTn id="67" dur="500" fill="hold"/>
                                        <p:tgtEl>
                                          <p:spTgt spid="129035">
                                            <p:txEl>
                                              <p:pRg st="8" end="8"/>
                                            </p:txEl>
                                          </p:spTgt>
                                        </p:tgtEl>
                                        <p:attrNameLst>
                                          <p:attrName>ppt_h</p:attrName>
                                        </p:attrNameLst>
                                      </p:cBhvr>
                                      <p:tavLst>
                                        <p:tav tm="0">
                                          <p:val>
                                            <p:fltVal val="0"/>
                                          </p:val>
                                        </p:tav>
                                        <p:tav tm="100000">
                                          <p:val>
                                            <p:strVal val="#ppt_h"/>
                                          </p:val>
                                        </p:tav>
                                      </p:tavLst>
                                    </p:anim>
                                    <p:animEffect transition="in" filter="fade">
                                      <p:cBhvr>
                                        <p:cTn id="68" dur="500"/>
                                        <p:tgtEl>
                                          <p:spTgt spid="129035">
                                            <p:txEl>
                                              <p:pRg st="8" end="8"/>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nodeType="clickEffect">
                                  <p:stCondLst>
                                    <p:cond delay="0"/>
                                  </p:stCondLst>
                                  <p:childTnLst>
                                    <p:set>
                                      <p:cBhvr>
                                        <p:cTn id="72" dur="1" fill="hold">
                                          <p:stCondLst>
                                            <p:cond delay="0"/>
                                          </p:stCondLst>
                                        </p:cTn>
                                        <p:tgtEl>
                                          <p:spTgt spid="129037"/>
                                        </p:tgtEl>
                                        <p:attrNameLst>
                                          <p:attrName>style.visibility</p:attrName>
                                        </p:attrNameLst>
                                      </p:cBhvr>
                                      <p:to>
                                        <p:strVal val="visible"/>
                                      </p:to>
                                    </p:set>
                                    <p:anim calcmode="lin" valueType="num">
                                      <p:cBhvr>
                                        <p:cTn id="73" dur="500" fill="hold"/>
                                        <p:tgtEl>
                                          <p:spTgt spid="129037"/>
                                        </p:tgtEl>
                                        <p:attrNameLst>
                                          <p:attrName>ppt_w</p:attrName>
                                        </p:attrNameLst>
                                      </p:cBhvr>
                                      <p:tavLst>
                                        <p:tav tm="0">
                                          <p:val>
                                            <p:fltVal val="0"/>
                                          </p:val>
                                        </p:tav>
                                        <p:tav tm="100000">
                                          <p:val>
                                            <p:strVal val="#ppt_w"/>
                                          </p:val>
                                        </p:tav>
                                      </p:tavLst>
                                    </p:anim>
                                    <p:anim calcmode="lin" valueType="num">
                                      <p:cBhvr>
                                        <p:cTn id="74" dur="500" fill="hold"/>
                                        <p:tgtEl>
                                          <p:spTgt spid="129037"/>
                                        </p:tgtEl>
                                        <p:attrNameLst>
                                          <p:attrName>ppt_h</p:attrName>
                                        </p:attrNameLst>
                                      </p:cBhvr>
                                      <p:tavLst>
                                        <p:tav tm="0">
                                          <p:val>
                                            <p:fltVal val="0"/>
                                          </p:val>
                                        </p:tav>
                                        <p:tav tm="100000">
                                          <p:val>
                                            <p:strVal val="#ppt_h"/>
                                          </p:val>
                                        </p:tav>
                                      </p:tavLst>
                                    </p:anim>
                                    <p:animEffect transition="in" filter="fade">
                                      <p:cBhvr>
                                        <p:cTn id="75" dur="500"/>
                                        <p:tgtEl>
                                          <p:spTgt spid="129037"/>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129063"/>
                                        </p:tgtEl>
                                        <p:attrNameLst>
                                          <p:attrName>style.visibility</p:attrName>
                                        </p:attrNameLst>
                                      </p:cBhvr>
                                      <p:to>
                                        <p:strVal val="visible"/>
                                      </p:to>
                                    </p:set>
                                    <p:anim calcmode="lin" valueType="num">
                                      <p:cBhvr>
                                        <p:cTn id="78" dur="500" fill="hold"/>
                                        <p:tgtEl>
                                          <p:spTgt spid="129063"/>
                                        </p:tgtEl>
                                        <p:attrNameLst>
                                          <p:attrName>ppt_w</p:attrName>
                                        </p:attrNameLst>
                                      </p:cBhvr>
                                      <p:tavLst>
                                        <p:tav tm="0">
                                          <p:val>
                                            <p:fltVal val="0"/>
                                          </p:val>
                                        </p:tav>
                                        <p:tav tm="100000">
                                          <p:val>
                                            <p:strVal val="#ppt_w"/>
                                          </p:val>
                                        </p:tav>
                                      </p:tavLst>
                                    </p:anim>
                                    <p:anim calcmode="lin" valueType="num">
                                      <p:cBhvr>
                                        <p:cTn id="79" dur="500" fill="hold"/>
                                        <p:tgtEl>
                                          <p:spTgt spid="129063"/>
                                        </p:tgtEl>
                                        <p:attrNameLst>
                                          <p:attrName>ppt_h</p:attrName>
                                        </p:attrNameLst>
                                      </p:cBhvr>
                                      <p:tavLst>
                                        <p:tav tm="0">
                                          <p:val>
                                            <p:fltVal val="0"/>
                                          </p:val>
                                        </p:tav>
                                        <p:tav tm="100000">
                                          <p:val>
                                            <p:strVal val="#ppt_h"/>
                                          </p:val>
                                        </p:tav>
                                      </p:tavLst>
                                    </p:anim>
                                    <p:animEffect transition="in" filter="fade">
                                      <p:cBhvr>
                                        <p:cTn id="80" dur="500"/>
                                        <p:tgtEl>
                                          <p:spTgt spid="129063"/>
                                        </p:tgtEl>
                                      </p:cBhvr>
                                    </p:animEffect>
                                  </p:childTnLst>
                                </p:cTn>
                              </p:par>
                            </p:childTnLst>
                          </p:cTn>
                        </p:par>
                        <p:par>
                          <p:cTn id="81" fill="hold">
                            <p:stCondLst>
                              <p:cond delay="500"/>
                            </p:stCondLst>
                            <p:childTnLst>
                              <p:par>
                                <p:cTn id="82" presetID="53" presetClass="entr" presetSubtype="16" fill="hold" grpId="0" nodeType="afterEffect">
                                  <p:stCondLst>
                                    <p:cond delay="0"/>
                                  </p:stCondLst>
                                  <p:childTnLst>
                                    <p:set>
                                      <p:cBhvr>
                                        <p:cTn id="83" dur="1" fill="hold">
                                          <p:stCondLst>
                                            <p:cond delay="0"/>
                                          </p:stCondLst>
                                        </p:cTn>
                                        <p:tgtEl>
                                          <p:spTgt spid="129036"/>
                                        </p:tgtEl>
                                        <p:attrNameLst>
                                          <p:attrName>style.visibility</p:attrName>
                                        </p:attrNameLst>
                                      </p:cBhvr>
                                      <p:to>
                                        <p:strVal val="visible"/>
                                      </p:to>
                                    </p:set>
                                    <p:anim calcmode="lin" valueType="num">
                                      <p:cBhvr>
                                        <p:cTn id="84" dur="500" fill="hold"/>
                                        <p:tgtEl>
                                          <p:spTgt spid="129036"/>
                                        </p:tgtEl>
                                        <p:attrNameLst>
                                          <p:attrName>ppt_w</p:attrName>
                                        </p:attrNameLst>
                                      </p:cBhvr>
                                      <p:tavLst>
                                        <p:tav tm="0">
                                          <p:val>
                                            <p:fltVal val="0"/>
                                          </p:val>
                                        </p:tav>
                                        <p:tav tm="100000">
                                          <p:val>
                                            <p:strVal val="#ppt_w"/>
                                          </p:val>
                                        </p:tav>
                                      </p:tavLst>
                                    </p:anim>
                                    <p:anim calcmode="lin" valueType="num">
                                      <p:cBhvr>
                                        <p:cTn id="85" dur="500" fill="hold"/>
                                        <p:tgtEl>
                                          <p:spTgt spid="129036"/>
                                        </p:tgtEl>
                                        <p:attrNameLst>
                                          <p:attrName>ppt_h</p:attrName>
                                        </p:attrNameLst>
                                      </p:cBhvr>
                                      <p:tavLst>
                                        <p:tav tm="0">
                                          <p:val>
                                            <p:fltVal val="0"/>
                                          </p:val>
                                        </p:tav>
                                        <p:tav tm="100000">
                                          <p:val>
                                            <p:strVal val="#ppt_h"/>
                                          </p:val>
                                        </p:tav>
                                      </p:tavLst>
                                    </p:anim>
                                    <p:animEffect transition="in" filter="fade">
                                      <p:cBhvr>
                                        <p:cTn id="86" dur="500"/>
                                        <p:tgtEl>
                                          <p:spTgt spid="129036"/>
                                        </p:tgtEl>
                                      </p:cBhvr>
                                    </p:animEffect>
                                  </p:childTnLst>
                                </p:cTn>
                              </p:par>
                            </p:childTnLst>
                          </p:cTn>
                        </p:par>
                      </p:childTnLst>
                    </p:cTn>
                  </p:par>
                  <p:par>
                    <p:cTn id="87" fill="hold">
                      <p:stCondLst>
                        <p:cond delay="indefinite"/>
                      </p:stCondLst>
                      <p:childTnLst>
                        <p:par>
                          <p:cTn id="88" fill="hold">
                            <p:stCondLst>
                              <p:cond delay="0"/>
                            </p:stCondLst>
                            <p:childTnLst>
                              <p:par>
                                <p:cTn id="89" presetID="53" presetClass="entr" presetSubtype="16" fill="hold" grpId="0" nodeType="clickEffect">
                                  <p:stCondLst>
                                    <p:cond delay="0"/>
                                  </p:stCondLst>
                                  <p:childTnLst>
                                    <p:set>
                                      <p:cBhvr>
                                        <p:cTn id="90" dur="1" fill="hold">
                                          <p:stCondLst>
                                            <p:cond delay="0"/>
                                          </p:stCondLst>
                                        </p:cTn>
                                        <p:tgtEl>
                                          <p:spTgt spid="129040"/>
                                        </p:tgtEl>
                                        <p:attrNameLst>
                                          <p:attrName>style.visibility</p:attrName>
                                        </p:attrNameLst>
                                      </p:cBhvr>
                                      <p:to>
                                        <p:strVal val="visible"/>
                                      </p:to>
                                    </p:set>
                                    <p:anim calcmode="lin" valueType="num">
                                      <p:cBhvr>
                                        <p:cTn id="91" dur="500" fill="hold"/>
                                        <p:tgtEl>
                                          <p:spTgt spid="129040"/>
                                        </p:tgtEl>
                                        <p:attrNameLst>
                                          <p:attrName>ppt_w</p:attrName>
                                        </p:attrNameLst>
                                      </p:cBhvr>
                                      <p:tavLst>
                                        <p:tav tm="0">
                                          <p:val>
                                            <p:fltVal val="0"/>
                                          </p:val>
                                        </p:tav>
                                        <p:tav tm="100000">
                                          <p:val>
                                            <p:strVal val="#ppt_w"/>
                                          </p:val>
                                        </p:tav>
                                      </p:tavLst>
                                    </p:anim>
                                    <p:anim calcmode="lin" valueType="num">
                                      <p:cBhvr>
                                        <p:cTn id="92" dur="500" fill="hold"/>
                                        <p:tgtEl>
                                          <p:spTgt spid="129040"/>
                                        </p:tgtEl>
                                        <p:attrNameLst>
                                          <p:attrName>ppt_h</p:attrName>
                                        </p:attrNameLst>
                                      </p:cBhvr>
                                      <p:tavLst>
                                        <p:tav tm="0">
                                          <p:val>
                                            <p:fltVal val="0"/>
                                          </p:val>
                                        </p:tav>
                                        <p:tav tm="100000">
                                          <p:val>
                                            <p:strVal val="#ppt_h"/>
                                          </p:val>
                                        </p:tav>
                                      </p:tavLst>
                                    </p:anim>
                                    <p:animEffect transition="in" filter="fade">
                                      <p:cBhvr>
                                        <p:cTn id="93" dur="500"/>
                                        <p:tgtEl>
                                          <p:spTgt spid="129040"/>
                                        </p:tgtEl>
                                      </p:cBhvr>
                                    </p:animEffect>
                                  </p:childTnLst>
                                </p:cTn>
                              </p:par>
                              <p:par>
                                <p:cTn id="94" presetID="53" presetClass="entr" presetSubtype="16" fill="hold" nodeType="withEffect">
                                  <p:stCondLst>
                                    <p:cond delay="0"/>
                                  </p:stCondLst>
                                  <p:childTnLst>
                                    <p:set>
                                      <p:cBhvr>
                                        <p:cTn id="95" dur="1" fill="hold">
                                          <p:stCondLst>
                                            <p:cond delay="0"/>
                                          </p:stCondLst>
                                        </p:cTn>
                                        <p:tgtEl>
                                          <p:spTgt spid="129039"/>
                                        </p:tgtEl>
                                        <p:attrNameLst>
                                          <p:attrName>style.visibility</p:attrName>
                                        </p:attrNameLst>
                                      </p:cBhvr>
                                      <p:to>
                                        <p:strVal val="visible"/>
                                      </p:to>
                                    </p:set>
                                    <p:anim calcmode="lin" valueType="num">
                                      <p:cBhvr>
                                        <p:cTn id="96" dur="500" fill="hold"/>
                                        <p:tgtEl>
                                          <p:spTgt spid="129039"/>
                                        </p:tgtEl>
                                        <p:attrNameLst>
                                          <p:attrName>ppt_w</p:attrName>
                                        </p:attrNameLst>
                                      </p:cBhvr>
                                      <p:tavLst>
                                        <p:tav tm="0">
                                          <p:val>
                                            <p:fltVal val="0"/>
                                          </p:val>
                                        </p:tav>
                                        <p:tav tm="100000">
                                          <p:val>
                                            <p:strVal val="#ppt_w"/>
                                          </p:val>
                                        </p:tav>
                                      </p:tavLst>
                                    </p:anim>
                                    <p:anim calcmode="lin" valueType="num">
                                      <p:cBhvr>
                                        <p:cTn id="97" dur="500" fill="hold"/>
                                        <p:tgtEl>
                                          <p:spTgt spid="129039"/>
                                        </p:tgtEl>
                                        <p:attrNameLst>
                                          <p:attrName>ppt_h</p:attrName>
                                        </p:attrNameLst>
                                      </p:cBhvr>
                                      <p:tavLst>
                                        <p:tav tm="0">
                                          <p:val>
                                            <p:fltVal val="0"/>
                                          </p:val>
                                        </p:tav>
                                        <p:tav tm="100000">
                                          <p:val>
                                            <p:strVal val="#ppt_h"/>
                                          </p:val>
                                        </p:tav>
                                      </p:tavLst>
                                    </p:anim>
                                    <p:animEffect transition="in" filter="fade">
                                      <p:cBhvr>
                                        <p:cTn id="98" dur="500"/>
                                        <p:tgtEl>
                                          <p:spTgt spid="129039"/>
                                        </p:tgtEl>
                                      </p:cBhvr>
                                    </p:animEffect>
                                  </p:childTnLst>
                                </p:cTn>
                              </p:par>
                            </p:childTnLst>
                          </p:cTn>
                        </p:par>
                        <p:par>
                          <p:cTn id="99" fill="hold">
                            <p:stCondLst>
                              <p:cond delay="500"/>
                            </p:stCondLst>
                            <p:childTnLst>
                              <p:par>
                                <p:cTn id="100" presetID="53" presetClass="entr" presetSubtype="16" fill="hold" grpId="0" nodeType="afterEffect">
                                  <p:stCondLst>
                                    <p:cond delay="0"/>
                                  </p:stCondLst>
                                  <p:childTnLst>
                                    <p:set>
                                      <p:cBhvr>
                                        <p:cTn id="101" dur="1" fill="hold">
                                          <p:stCondLst>
                                            <p:cond delay="0"/>
                                          </p:stCondLst>
                                        </p:cTn>
                                        <p:tgtEl>
                                          <p:spTgt spid="129038">
                                            <p:bg/>
                                          </p:spTgt>
                                        </p:tgtEl>
                                        <p:attrNameLst>
                                          <p:attrName>style.visibility</p:attrName>
                                        </p:attrNameLst>
                                      </p:cBhvr>
                                      <p:to>
                                        <p:strVal val="visible"/>
                                      </p:to>
                                    </p:set>
                                    <p:anim calcmode="lin" valueType="num">
                                      <p:cBhvr>
                                        <p:cTn id="102" dur="500" fill="hold"/>
                                        <p:tgtEl>
                                          <p:spTgt spid="129038">
                                            <p:bg/>
                                          </p:spTgt>
                                        </p:tgtEl>
                                        <p:attrNameLst>
                                          <p:attrName>ppt_w</p:attrName>
                                        </p:attrNameLst>
                                      </p:cBhvr>
                                      <p:tavLst>
                                        <p:tav tm="0">
                                          <p:val>
                                            <p:fltVal val="0"/>
                                          </p:val>
                                        </p:tav>
                                        <p:tav tm="100000">
                                          <p:val>
                                            <p:strVal val="#ppt_w"/>
                                          </p:val>
                                        </p:tav>
                                      </p:tavLst>
                                    </p:anim>
                                    <p:anim calcmode="lin" valueType="num">
                                      <p:cBhvr>
                                        <p:cTn id="103" dur="500" fill="hold"/>
                                        <p:tgtEl>
                                          <p:spTgt spid="129038">
                                            <p:bg/>
                                          </p:spTgt>
                                        </p:tgtEl>
                                        <p:attrNameLst>
                                          <p:attrName>ppt_h</p:attrName>
                                        </p:attrNameLst>
                                      </p:cBhvr>
                                      <p:tavLst>
                                        <p:tav tm="0">
                                          <p:val>
                                            <p:fltVal val="0"/>
                                          </p:val>
                                        </p:tav>
                                        <p:tav tm="100000">
                                          <p:val>
                                            <p:strVal val="#ppt_h"/>
                                          </p:val>
                                        </p:tav>
                                      </p:tavLst>
                                    </p:anim>
                                    <p:animEffect transition="in" filter="fade">
                                      <p:cBhvr>
                                        <p:cTn id="104" dur="500"/>
                                        <p:tgtEl>
                                          <p:spTgt spid="129038">
                                            <p:bg/>
                                          </p:spTgt>
                                        </p:tgtEl>
                                      </p:cBhvr>
                                    </p:animEffect>
                                  </p:childTnLst>
                                </p:cTn>
                              </p:par>
                              <p:par>
                                <p:cTn id="105" presetID="53" presetClass="entr" presetSubtype="16" fill="hold" grpId="0" nodeType="withEffect">
                                  <p:stCondLst>
                                    <p:cond delay="0"/>
                                  </p:stCondLst>
                                  <p:childTnLst>
                                    <p:set>
                                      <p:cBhvr>
                                        <p:cTn id="106" dur="1" fill="hold">
                                          <p:stCondLst>
                                            <p:cond delay="0"/>
                                          </p:stCondLst>
                                        </p:cTn>
                                        <p:tgtEl>
                                          <p:spTgt spid="129038">
                                            <p:txEl>
                                              <p:pRg st="0" end="0"/>
                                            </p:txEl>
                                          </p:spTgt>
                                        </p:tgtEl>
                                        <p:attrNameLst>
                                          <p:attrName>style.visibility</p:attrName>
                                        </p:attrNameLst>
                                      </p:cBhvr>
                                      <p:to>
                                        <p:strVal val="visible"/>
                                      </p:to>
                                    </p:set>
                                    <p:anim calcmode="lin" valueType="num">
                                      <p:cBhvr>
                                        <p:cTn id="107" dur="500" fill="hold"/>
                                        <p:tgtEl>
                                          <p:spTgt spid="129038">
                                            <p:txEl>
                                              <p:pRg st="0" end="0"/>
                                            </p:txEl>
                                          </p:spTgt>
                                        </p:tgtEl>
                                        <p:attrNameLst>
                                          <p:attrName>ppt_w</p:attrName>
                                        </p:attrNameLst>
                                      </p:cBhvr>
                                      <p:tavLst>
                                        <p:tav tm="0">
                                          <p:val>
                                            <p:fltVal val="0"/>
                                          </p:val>
                                        </p:tav>
                                        <p:tav tm="100000">
                                          <p:val>
                                            <p:strVal val="#ppt_w"/>
                                          </p:val>
                                        </p:tav>
                                      </p:tavLst>
                                    </p:anim>
                                    <p:anim calcmode="lin" valueType="num">
                                      <p:cBhvr>
                                        <p:cTn id="108" dur="500" fill="hold"/>
                                        <p:tgtEl>
                                          <p:spTgt spid="129038">
                                            <p:txEl>
                                              <p:pRg st="0" end="0"/>
                                            </p:txEl>
                                          </p:spTgt>
                                        </p:tgtEl>
                                        <p:attrNameLst>
                                          <p:attrName>ppt_h</p:attrName>
                                        </p:attrNameLst>
                                      </p:cBhvr>
                                      <p:tavLst>
                                        <p:tav tm="0">
                                          <p:val>
                                            <p:fltVal val="0"/>
                                          </p:val>
                                        </p:tav>
                                        <p:tav tm="100000">
                                          <p:val>
                                            <p:strVal val="#ppt_h"/>
                                          </p:val>
                                        </p:tav>
                                      </p:tavLst>
                                    </p:anim>
                                    <p:animEffect transition="in" filter="fade">
                                      <p:cBhvr>
                                        <p:cTn id="109" dur="500"/>
                                        <p:tgtEl>
                                          <p:spTgt spid="129038">
                                            <p:txEl>
                                              <p:pRg st="0" end="0"/>
                                            </p:txEl>
                                          </p:spTgt>
                                        </p:tgtEl>
                                      </p:cBhvr>
                                    </p:animEffect>
                                  </p:childTnLst>
                                </p:cTn>
                              </p:par>
                              <p:par>
                                <p:cTn id="110" presetID="53" presetClass="entr" presetSubtype="16" fill="hold" grpId="0" nodeType="withEffect">
                                  <p:stCondLst>
                                    <p:cond delay="0"/>
                                  </p:stCondLst>
                                  <p:childTnLst>
                                    <p:set>
                                      <p:cBhvr>
                                        <p:cTn id="111" dur="1" fill="hold">
                                          <p:stCondLst>
                                            <p:cond delay="0"/>
                                          </p:stCondLst>
                                        </p:cTn>
                                        <p:tgtEl>
                                          <p:spTgt spid="129038">
                                            <p:txEl>
                                              <p:pRg st="1" end="1"/>
                                            </p:txEl>
                                          </p:spTgt>
                                        </p:tgtEl>
                                        <p:attrNameLst>
                                          <p:attrName>style.visibility</p:attrName>
                                        </p:attrNameLst>
                                      </p:cBhvr>
                                      <p:to>
                                        <p:strVal val="visible"/>
                                      </p:to>
                                    </p:set>
                                    <p:anim calcmode="lin" valueType="num">
                                      <p:cBhvr>
                                        <p:cTn id="112" dur="500" fill="hold"/>
                                        <p:tgtEl>
                                          <p:spTgt spid="129038">
                                            <p:txEl>
                                              <p:pRg st="1" end="1"/>
                                            </p:txEl>
                                          </p:spTgt>
                                        </p:tgtEl>
                                        <p:attrNameLst>
                                          <p:attrName>ppt_w</p:attrName>
                                        </p:attrNameLst>
                                      </p:cBhvr>
                                      <p:tavLst>
                                        <p:tav tm="0">
                                          <p:val>
                                            <p:fltVal val="0"/>
                                          </p:val>
                                        </p:tav>
                                        <p:tav tm="100000">
                                          <p:val>
                                            <p:strVal val="#ppt_w"/>
                                          </p:val>
                                        </p:tav>
                                      </p:tavLst>
                                    </p:anim>
                                    <p:anim calcmode="lin" valueType="num">
                                      <p:cBhvr>
                                        <p:cTn id="113" dur="500" fill="hold"/>
                                        <p:tgtEl>
                                          <p:spTgt spid="129038">
                                            <p:txEl>
                                              <p:pRg st="1" end="1"/>
                                            </p:txEl>
                                          </p:spTgt>
                                        </p:tgtEl>
                                        <p:attrNameLst>
                                          <p:attrName>ppt_h</p:attrName>
                                        </p:attrNameLst>
                                      </p:cBhvr>
                                      <p:tavLst>
                                        <p:tav tm="0">
                                          <p:val>
                                            <p:fltVal val="0"/>
                                          </p:val>
                                        </p:tav>
                                        <p:tav tm="100000">
                                          <p:val>
                                            <p:strVal val="#ppt_h"/>
                                          </p:val>
                                        </p:tav>
                                      </p:tavLst>
                                    </p:anim>
                                    <p:animEffect transition="in" filter="fade">
                                      <p:cBhvr>
                                        <p:cTn id="114" dur="500"/>
                                        <p:tgtEl>
                                          <p:spTgt spid="129038">
                                            <p:txEl>
                                              <p:pRg st="1" end="1"/>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53" presetClass="entr" presetSubtype="16" fill="hold" grpId="0" nodeType="clickEffect">
                                  <p:stCondLst>
                                    <p:cond delay="0"/>
                                  </p:stCondLst>
                                  <p:childTnLst>
                                    <p:set>
                                      <p:cBhvr>
                                        <p:cTn id="118" dur="1" fill="hold">
                                          <p:stCondLst>
                                            <p:cond delay="0"/>
                                          </p:stCondLst>
                                        </p:cTn>
                                        <p:tgtEl>
                                          <p:spTgt spid="129038">
                                            <p:txEl>
                                              <p:pRg st="2" end="2"/>
                                            </p:txEl>
                                          </p:spTgt>
                                        </p:tgtEl>
                                        <p:attrNameLst>
                                          <p:attrName>style.visibility</p:attrName>
                                        </p:attrNameLst>
                                      </p:cBhvr>
                                      <p:to>
                                        <p:strVal val="visible"/>
                                      </p:to>
                                    </p:set>
                                    <p:anim calcmode="lin" valueType="num">
                                      <p:cBhvr>
                                        <p:cTn id="119" dur="500" fill="hold"/>
                                        <p:tgtEl>
                                          <p:spTgt spid="129038">
                                            <p:txEl>
                                              <p:pRg st="2" end="2"/>
                                            </p:txEl>
                                          </p:spTgt>
                                        </p:tgtEl>
                                        <p:attrNameLst>
                                          <p:attrName>ppt_w</p:attrName>
                                        </p:attrNameLst>
                                      </p:cBhvr>
                                      <p:tavLst>
                                        <p:tav tm="0">
                                          <p:val>
                                            <p:fltVal val="0"/>
                                          </p:val>
                                        </p:tav>
                                        <p:tav tm="100000">
                                          <p:val>
                                            <p:strVal val="#ppt_w"/>
                                          </p:val>
                                        </p:tav>
                                      </p:tavLst>
                                    </p:anim>
                                    <p:anim calcmode="lin" valueType="num">
                                      <p:cBhvr>
                                        <p:cTn id="120" dur="500" fill="hold"/>
                                        <p:tgtEl>
                                          <p:spTgt spid="129038">
                                            <p:txEl>
                                              <p:pRg st="2" end="2"/>
                                            </p:txEl>
                                          </p:spTgt>
                                        </p:tgtEl>
                                        <p:attrNameLst>
                                          <p:attrName>ppt_h</p:attrName>
                                        </p:attrNameLst>
                                      </p:cBhvr>
                                      <p:tavLst>
                                        <p:tav tm="0">
                                          <p:val>
                                            <p:fltVal val="0"/>
                                          </p:val>
                                        </p:tav>
                                        <p:tav tm="100000">
                                          <p:val>
                                            <p:strVal val="#ppt_h"/>
                                          </p:val>
                                        </p:tav>
                                      </p:tavLst>
                                    </p:anim>
                                    <p:animEffect transition="in" filter="fade">
                                      <p:cBhvr>
                                        <p:cTn id="121" dur="500"/>
                                        <p:tgtEl>
                                          <p:spTgt spid="129038">
                                            <p:txEl>
                                              <p:pRg st="2" end="2"/>
                                            </p:txEl>
                                          </p:spTgt>
                                        </p:tgtEl>
                                      </p:cBhvr>
                                    </p:animEffect>
                                  </p:childTnLst>
                                </p:cTn>
                              </p:par>
                            </p:childTnLst>
                          </p:cTn>
                        </p:par>
                      </p:childTnLst>
                    </p:cTn>
                  </p:par>
                  <p:par>
                    <p:cTn id="122" fill="hold">
                      <p:stCondLst>
                        <p:cond delay="indefinite"/>
                      </p:stCondLst>
                      <p:childTnLst>
                        <p:par>
                          <p:cTn id="123" fill="hold">
                            <p:stCondLst>
                              <p:cond delay="0"/>
                            </p:stCondLst>
                            <p:childTnLst>
                              <p:par>
                                <p:cTn id="124" presetID="53" presetClass="entr" presetSubtype="16" fill="hold" grpId="0" nodeType="clickEffect">
                                  <p:stCondLst>
                                    <p:cond delay="0"/>
                                  </p:stCondLst>
                                  <p:childTnLst>
                                    <p:set>
                                      <p:cBhvr>
                                        <p:cTn id="125" dur="1" fill="hold">
                                          <p:stCondLst>
                                            <p:cond delay="0"/>
                                          </p:stCondLst>
                                        </p:cTn>
                                        <p:tgtEl>
                                          <p:spTgt spid="129043"/>
                                        </p:tgtEl>
                                        <p:attrNameLst>
                                          <p:attrName>style.visibility</p:attrName>
                                        </p:attrNameLst>
                                      </p:cBhvr>
                                      <p:to>
                                        <p:strVal val="visible"/>
                                      </p:to>
                                    </p:set>
                                    <p:anim calcmode="lin" valueType="num">
                                      <p:cBhvr>
                                        <p:cTn id="126" dur="500" fill="hold"/>
                                        <p:tgtEl>
                                          <p:spTgt spid="129043"/>
                                        </p:tgtEl>
                                        <p:attrNameLst>
                                          <p:attrName>ppt_w</p:attrName>
                                        </p:attrNameLst>
                                      </p:cBhvr>
                                      <p:tavLst>
                                        <p:tav tm="0">
                                          <p:val>
                                            <p:fltVal val="0"/>
                                          </p:val>
                                        </p:tav>
                                        <p:tav tm="100000">
                                          <p:val>
                                            <p:strVal val="#ppt_w"/>
                                          </p:val>
                                        </p:tav>
                                      </p:tavLst>
                                    </p:anim>
                                    <p:anim calcmode="lin" valueType="num">
                                      <p:cBhvr>
                                        <p:cTn id="127" dur="500" fill="hold"/>
                                        <p:tgtEl>
                                          <p:spTgt spid="129043"/>
                                        </p:tgtEl>
                                        <p:attrNameLst>
                                          <p:attrName>ppt_h</p:attrName>
                                        </p:attrNameLst>
                                      </p:cBhvr>
                                      <p:tavLst>
                                        <p:tav tm="0">
                                          <p:val>
                                            <p:fltVal val="0"/>
                                          </p:val>
                                        </p:tav>
                                        <p:tav tm="100000">
                                          <p:val>
                                            <p:strVal val="#ppt_h"/>
                                          </p:val>
                                        </p:tav>
                                      </p:tavLst>
                                    </p:anim>
                                    <p:animEffect transition="in" filter="fade">
                                      <p:cBhvr>
                                        <p:cTn id="128" dur="500"/>
                                        <p:tgtEl>
                                          <p:spTgt spid="129043"/>
                                        </p:tgtEl>
                                      </p:cBhvr>
                                    </p:animEffect>
                                  </p:childTnLst>
                                </p:cTn>
                              </p:par>
                              <p:par>
                                <p:cTn id="129" presetID="53" presetClass="entr" presetSubtype="16" fill="hold" nodeType="withEffect">
                                  <p:stCondLst>
                                    <p:cond delay="0"/>
                                  </p:stCondLst>
                                  <p:childTnLst>
                                    <p:set>
                                      <p:cBhvr>
                                        <p:cTn id="130" dur="1" fill="hold">
                                          <p:stCondLst>
                                            <p:cond delay="0"/>
                                          </p:stCondLst>
                                        </p:cTn>
                                        <p:tgtEl>
                                          <p:spTgt spid="129042"/>
                                        </p:tgtEl>
                                        <p:attrNameLst>
                                          <p:attrName>style.visibility</p:attrName>
                                        </p:attrNameLst>
                                      </p:cBhvr>
                                      <p:to>
                                        <p:strVal val="visible"/>
                                      </p:to>
                                    </p:set>
                                    <p:anim calcmode="lin" valueType="num">
                                      <p:cBhvr>
                                        <p:cTn id="131" dur="500" fill="hold"/>
                                        <p:tgtEl>
                                          <p:spTgt spid="129042"/>
                                        </p:tgtEl>
                                        <p:attrNameLst>
                                          <p:attrName>ppt_w</p:attrName>
                                        </p:attrNameLst>
                                      </p:cBhvr>
                                      <p:tavLst>
                                        <p:tav tm="0">
                                          <p:val>
                                            <p:fltVal val="0"/>
                                          </p:val>
                                        </p:tav>
                                        <p:tav tm="100000">
                                          <p:val>
                                            <p:strVal val="#ppt_w"/>
                                          </p:val>
                                        </p:tav>
                                      </p:tavLst>
                                    </p:anim>
                                    <p:anim calcmode="lin" valueType="num">
                                      <p:cBhvr>
                                        <p:cTn id="132" dur="500" fill="hold"/>
                                        <p:tgtEl>
                                          <p:spTgt spid="129042"/>
                                        </p:tgtEl>
                                        <p:attrNameLst>
                                          <p:attrName>ppt_h</p:attrName>
                                        </p:attrNameLst>
                                      </p:cBhvr>
                                      <p:tavLst>
                                        <p:tav tm="0">
                                          <p:val>
                                            <p:fltVal val="0"/>
                                          </p:val>
                                        </p:tav>
                                        <p:tav tm="100000">
                                          <p:val>
                                            <p:strVal val="#ppt_h"/>
                                          </p:val>
                                        </p:tav>
                                      </p:tavLst>
                                    </p:anim>
                                    <p:animEffect transition="in" filter="fade">
                                      <p:cBhvr>
                                        <p:cTn id="133" dur="500"/>
                                        <p:tgtEl>
                                          <p:spTgt spid="129042"/>
                                        </p:tgtEl>
                                      </p:cBhvr>
                                    </p:animEffect>
                                  </p:childTnLst>
                                </p:cTn>
                              </p:par>
                            </p:childTnLst>
                          </p:cTn>
                        </p:par>
                        <p:par>
                          <p:cTn id="134" fill="hold">
                            <p:stCondLst>
                              <p:cond delay="500"/>
                            </p:stCondLst>
                            <p:childTnLst>
                              <p:par>
                                <p:cTn id="135" presetID="53" presetClass="entr" presetSubtype="16" fill="hold" grpId="0" nodeType="afterEffect">
                                  <p:stCondLst>
                                    <p:cond delay="0"/>
                                  </p:stCondLst>
                                  <p:childTnLst>
                                    <p:set>
                                      <p:cBhvr>
                                        <p:cTn id="136" dur="1" fill="hold">
                                          <p:stCondLst>
                                            <p:cond delay="0"/>
                                          </p:stCondLst>
                                        </p:cTn>
                                        <p:tgtEl>
                                          <p:spTgt spid="129041"/>
                                        </p:tgtEl>
                                        <p:attrNameLst>
                                          <p:attrName>style.visibility</p:attrName>
                                        </p:attrNameLst>
                                      </p:cBhvr>
                                      <p:to>
                                        <p:strVal val="visible"/>
                                      </p:to>
                                    </p:set>
                                    <p:anim calcmode="lin" valueType="num">
                                      <p:cBhvr>
                                        <p:cTn id="137" dur="500" fill="hold"/>
                                        <p:tgtEl>
                                          <p:spTgt spid="129041"/>
                                        </p:tgtEl>
                                        <p:attrNameLst>
                                          <p:attrName>ppt_w</p:attrName>
                                        </p:attrNameLst>
                                      </p:cBhvr>
                                      <p:tavLst>
                                        <p:tav tm="0">
                                          <p:val>
                                            <p:fltVal val="0"/>
                                          </p:val>
                                        </p:tav>
                                        <p:tav tm="100000">
                                          <p:val>
                                            <p:strVal val="#ppt_w"/>
                                          </p:val>
                                        </p:tav>
                                      </p:tavLst>
                                    </p:anim>
                                    <p:anim calcmode="lin" valueType="num">
                                      <p:cBhvr>
                                        <p:cTn id="138" dur="500" fill="hold"/>
                                        <p:tgtEl>
                                          <p:spTgt spid="129041"/>
                                        </p:tgtEl>
                                        <p:attrNameLst>
                                          <p:attrName>ppt_h</p:attrName>
                                        </p:attrNameLst>
                                      </p:cBhvr>
                                      <p:tavLst>
                                        <p:tav tm="0">
                                          <p:val>
                                            <p:fltVal val="0"/>
                                          </p:val>
                                        </p:tav>
                                        <p:tav tm="100000">
                                          <p:val>
                                            <p:strVal val="#ppt_h"/>
                                          </p:val>
                                        </p:tav>
                                      </p:tavLst>
                                    </p:anim>
                                    <p:animEffect transition="in" filter="fade">
                                      <p:cBhvr>
                                        <p:cTn id="139" dur="500"/>
                                        <p:tgtEl>
                                          <p:spTgt spid="129041"/>
                                        </p:tgtEl>
                                      </p:cBhvr>
                                    </p:animEffect>
                                  </p:childTnLst>
                                </p:cTn>
                              </p:par>
                            </p:childTnLst>
                          </p:cTn>
                        </p:par>
                      </p:childTnLst>
                    </p:cTn>
                  </p:par>
                  <p:par>
                    <p:cTn id="140" fill="hold">
                      <p:stCondLst>
                        <p:cond delay="indefinite"/>
                      </p:stCondLst>
                      <p:childTnLst>
                        <p:par>
                          <p:cTn id="141" fill="hold">
                            <p:stCondLst>
                              <p:cond delay="0"/>
                            </p:stCondLst>
                            <p:childTnLst>
                              <p:par>
                                <p:cTn id="142" presetID="53" presetClass="entr" presetSubtype="16" fill="hold" grpId="0" nodeType="clickEffect">
                                  <p:stCondLst>
                                    <p:cond delay="0"/>
                                  </p:stCondLst>
                                  <p:childTnLst>
                                    <p:set>
                                      <p:cBhvr>
                                        <p:cTn id="143" dur="1" fill="hold">
                                          <p:stCondLst>
                                            <p:cond delay="0"/>
                                          </p:stCondLst>
                                        </p:cTn>
                                        <p:tgtEl>
                                          <p:spTgt spid="129046"/>
                                        </p:tgtEl>
                                        <p:attrNameLst>
                                          <p:attrName>style.visibility</p:attrName>
                                        </p:attrNameLst>
                                      </p:cBhvr>
                                      <p:to>
                                        <p:strVal val="visible"/>
                                      </p:to>
                                    </p:set>
                                    <p:anim calcmode="lin" valueType="num">
                                      <p:cBhvr>
                                        <p:cTn id="144" dur="500" fill="hold"/>
                                        <p:tgtEl>
                                          <p:spTgt spid="129046"/>
                                        </p:tgtEl>
                                        <p:attrNameLst>
                                          <p:attrName>ppt_w</p:attrName>
                                        </p:attrNameLst>
                                      </p:cBhvr>
                                      <p:tavLst>
                                        <p:tav tm="0">
                                          <p:val>
                                            <p:fltVal val="0"/>
                                          </p:val>
                                        </p:tav>
                                        <p:tav tm="100000">
                                          <p:val>
                                            <p:strVal val="#ppt_w"/>
                                          </p:val>
                                        </p:tav>
                                      </p:tavLst>
                                    </p:anim>
                                    <p:anim calcmode="lin" valueType="num">
                                      <p:cBhvr>
                                        <p:cTn id="145" dur="500" fill="hold"/>
                                        <p:tgtEl>
                                          <p:spTgt spid="129046"/>
                                        </p:tgtEl>
                                        <p:attrNameLst>
                                          <p:attrName>ppt_h</p:attrName>
                                        </p:attrNameLst>
                                      </p:cBhvr>
                                      <p:tavLst>
                                        <p:tav tm="0">
                                          <p:val>
                                            <p:fltVal val="0"/>
                                          </p:val>
                                        </p:tav>
                                        <p:tav tm="100000">
                                          <p:val>
                                            <p:strVal val="#ppt_h"/>
                                          </p:val>
                                        </p:tav>
                                      </p:tavLst>
                                    </p:anim>
                                    <p:animEffect transition="in" filter="fade">
                                      <p:cBhvr>
                                        <p:cTn id="146" dur="500"/>
                                        <p:tgtEl>
                                          <p:spTgt spid="129046"/>
                                        </p:tgtEl>
                                      </p:cBhvr>
                                    </p:animEffect>
                                  </p:childTnLst>
                                </p:cTn>
                              </p:par>
                              <p:par>
                                <p:cTn id="147" presetID="53" presetClass="entr" presetSubtype="16" fill="hold" nodeType="withEffect">
                                  <p:stCondLst>
                                    <p:cond delay="0"/>
                                  </p:stCondLst>
                                  <p:childTnLst>
                                    <p:set>
                                      <p:cBhvr>
                                        <p:cTn id="148" dur="1" fill="hold">
                                          <p:stCondLst>
                                            <p:cond delay="0"/>
                                          </p:stCondLst>
                                        </p:cTn>
                                        <p:tgtEl>
                                          <p:spTgt spid="129068"/>
                                        </p:tgtEl>
                                        <p:attrNameLst>
                                          <p:attrName>style.visibility</p:attrName>
                                        </p:attrNameLst>
                                      </p:cBhvr>
                                      <p:to>
                                        <p:strVal val="visible"/>
                                      </p:to>
                                    </p:set>
                                    <p:anim calcmode="lin" valueType="num">
                                      <p:cBhvr>
                                        <p:cTn id="149" dur="500" fill="hold"/>
                                        <p:tgtEl>
                                          <p:spTgt spid="129068"/>
                                        </p:tgtEl>
                                        <p:attrNameLst>
                                          <p:attrName>ppt_w</p:attrName>
                                        </p:attrNameLst>
                                      </p:cBhvr>
                                      <p:tavLst>
                                        <p:tav tm="0">
                                          <p:val>
                                            <p:fltVal val="0"/>
                                          </p:val>
                                        </p:tav>
                                        <p:tav tm="100000">
                                          <p:val>
                                            <p:strVal val="#ppt_w"/>
                                          </p:val>
                                        </p:tav>
                                      </p:tavLst>
                                    </p:anim>
                                    <p:anim calcmode="lin" valueType="num">
                                      <p:cBhvr>
                                        <p:cTn id="150" dur="500" fill="hold"/>
                                        <p:tgtEl>
                                          <p:spTgt spid="129068"/>
                                        </p:tgtEl>
                                        <p:attrNameLst>
                                          <p:attrName>ppt_h</p:attrName>
                                        </p:attrNameLst>
                                      </p:cBhvr>
                                      <p:tavLst>
                                        <p:tav tm="0">
                                          <p:val>
                                            <p:fltVal val="0"/>
                                          </p:val>
                                        </p:tav>
                                        <p:tav tm="100000">
                                          <p:val>
                                            <p:strVal val="#ppt_h"/>
                                          </p:val>
                                        </p:tav>
                                      </p:tavLst>
                                    </p:anim>
                                    <p:animEffect transition="in" filter="fade">
                                      <p:cBhvr>
                                        <p:cTn id="151" dur="500"/>
                                        <p:tgtEl>
                                          <p:spTgt spid="129068"/>
                                        </p:tgtEl>
                                      </p:cBhvr>
                                    </p:animEffect>
                                  </p:childTnLst>
                                </p:cTn>
                              </p:par>
                            </p:childTnLst>
                          </p:cTn>
                        </p:par>
                        <p:par>
                          <p:cTn id="152" fill="hold">
                            <p:stCondLst>
                              <p:cond delay="500"/>
                            </p:stCondLst>
                            <p:childTnLst>
                              <p:par>
                                <p:cTn id="153" presetID="53" presetClass="entr" presetSubtype="16" fill="hold" grpId="0" nodeType="afterEffect">
                                  <p:stCondLst>
                                    <p:cond delay="0"/>
                                  </p:stCondLst>
                                  <p:childTnLst>
                                    <p:set>
                                      <p:cBhvr>
                                        <p:cTn id="154" dur="1" fill="hold">
                                          <p:stCondLst>
                                            <p:cond delay="0"/>
                                          </p:stCondLst>
                                        </p:cTn>
                                        <p:tgtEl>
                                          <p:spTgt spid="129044">
                                            <p:bg/>
                                          </p:spTgt>
                                        </p:tgtEl>
                                        <p:attrNameLst>
                                          <p:attrName>style.visibility</p:attrName>
                                        </p:attrNameLst>
                                      </p:cBhvr>
                                      <p:to>
                                        <p:strVal val="visible"/>
                                      </p:to>
                                    </p:set>
                                    <p:anim calcmode="lin" valueType="num">
                                      <p:cBhvr>
                                        <p:cTn id="155" dur="500" fill="hold"/>
                                        <p:tgtEl>
                                          <p:spTgt spid="129044">
                                            <p:bg/>
                                          </p:spTgt>
                                        </p:tgtEl>
                                        <p:attrNameLst>
                                          <p:attrName>ppt_w</p:attrName>
                                        </p:attrNameLst>
                                      </p:cBhvr>
                                      <p:tavLst>
                                        <p:tav tm="0">
                                          <p:val>
                                            <p:fltVal val="0"/>
                                          </p:val>
                                        </p:tav>
                                        <p:tav tm="100000">
                                          <p:val>
                                            <p:strVal val="#ppt_w"/>
                                          </p:val>
                                        </p:tav>
                                      </p:tavLst>
                                    </p:anim>
                                    <p:anim calcmode="lin" valueType="num">
                                      <p:cBhvr>
                                        <p:cTn id="156" dur="500" fill="hold"/>
                                        <p:tgtEl>
                                          <p:spTgt spid="129044">
                                            <p:bg/>
                                          </p:spTgt>
                                        </p:tgtEl>
                                        <p:attrNameLst>
                                          <p:attrName>ppt_h</p:attrName>
                                        </p:attrNameLst>
                                      </p:cBhvr>
                                      <p:tavLst>
                                        <p:tav tm="0">
                                          <p:val>
                                            <p:fltVal val="0"/>
                                          </p:val>
                                        </p:tav>
                                        <p:tav tm="100000">
                                          <p:val>
                                            <p:strVal val="#ppt_h"/>
                                          </p:val>
                                        </p:tav>
                                      </p:tavLst>
                                    </p:anim>
                                    <p:animEffect transition="in" filter="fade">
                                      <p:cBhvr>
                                        <p:cTn id="157" dur="500"/>
                                        <p:tgtEl>
                                          <p:spTgt spid="129044">
                                            <p:bg/>
                                          </p:spTgt>
                                        </p:tgtEl>
                                      </p:cBhvr>
                                    </p:animEffect>
                                  </p:childTnLst>
                                </p:cTn>
                              </p:par>
                            </p:childTnLst>
                          </p:cTn>
                        </p:par>
                        <p:par>
                          <p:cTn id="158" fill="hold">
                            <p:stCondLst>
                              <p:cond delay="1000"/>
                            </p:stCondLst>
                            <p:childTnLst>
                              <p:par>
                                <p:cTn id="159" presetID="53" presetClass="entr" presetSubtype="16" fill="hold" grpId="0" nodeType="afterEffect">
                                  <p:stCondLst>
                                    <p:cond delay="0"/>
                                  </p:stCondLst>
                                  <p:childTnLst>
                                    <p:set>
                                      <p:cBhvr>
                                        <p:cTn id="160" dur="1" fill="hold">
                                          <p:stCondLst>
                                            <p:cond delay="0"/>
                                          </p:stCondLst>
                                        </p:cTn>
                                        <p:tgtEl>
                                          <p:spTgt spid="129044">
                                            <p:txEl>
                                              <p:pRg st="0" end="0"/>
                                            </p:txEl>
                                          </p:spTgt>
                                        </p:tgtEl>
                                        <p:attrNameLst>
                                          <p:attrName>style.visibility</p:attrName>
                                        </p:attrNameLst>
                                      </p:cBhvr>
                                      <p:to>
                                        <p:strVal val="visible"/>
                                      </p:to>
                                    </p:set>
                                    <p:anim calcmode="lin" valueType="num">
                                      <p:cBhvr>
                                        <p:cTn id="161" dur="500" fill="hold"/>
                                        <p:tgtEl>
                                          <p:spTgt spid="129044">
                                            <p:txEl>
                                              <p:pRg st="0" end="0"/>
                                            </p:txEl>
                                          </p:spTgt>
                                        </p:tgtEl>
                                        <p:attrNameLst>
                                          <p:attrName>ppt_w</p:attrName>
                                        </p:attrNameLst>
                                      </p:cBhvr>
                                      <p:tavLst>
                                        <p:tav tm="0">
                                          <p:val>
                                            <p:fltVal val="0"/>
                                          </p:val>
                                        </p:tav>
                                        <p:tav tm="100000">
                                          <p:val>
                                            <p:strVal val="#ppt_w"/>
                                          </p:val>
                                        </p:tav>
                                      </p:tavLst>
                                    </p:anim>
                                    <p:anim calcmode="lin" valueType="num">
                                      <p:cBhvr>
                                        <p:cTn id="162" dur="500" fill="hold"/>
                                        <p:tgtEl>
                                          <p:spTgt spid="129044">
                                            <p:txEl>
                                              <p:pRg st="0" end="0"/>
                                            </p:txEl>
                                          </p:spTgt>
                                        </p:tgtEl>
                                        <p:attrNameLst>
                                          <p:attrName>ppt_h</p:attrName>
                                        </p:attrNameLst>
                                      </p:cBhvr>
                                      <p:tavLst>
                                        <p:tav tm="0">
                                          <p:val>
                                            <p:fltVal val="0"/>
                                          </p:val>
                                        </p:tav>
                                        <p:tav tm="100000">
                                          <p:val>
                                            <p:strVal val="#ppt_h"/>
                                          </p:val>
                                        </p:tav>
                                      </p:tavLst>
                                    </p:anim>
                                    <p:animEffect transition="in" filter="fade">
                                      <p:cBhvr>
                                        <p:cTn id="163" dur="500"/>
                                        <p:tgtEl>
                                          <p:spTgt spid="129044">
                                            <p:txEl>
                                              <p:pRg st="0" end="0"/>
                                            </p:txEl>
                                          </p:spTgt>
                                        </p:tgtEl>
                                      </p:cBhvr>
                                    </p:animEffect>
                                  </p:childTnLst>
                                </p:cTn>
                              </p:par>
                            </p:childTnLst>
                          </p:cTn>
                        </p:par>
                        <p:par>
                          <p:cTn id="164" fill="hold">
                            <p:stCondLst>
                              <p:cond delay="1500"/>
                            </p:stCondLst>
                            <p:childTnLst>
                              <p:par>
                                <p:cTn id="165" presetID="53" presetClass="entr" presetSubtype="16" fill="hold" grpId="0" nodeType="afterEffect">
                                  <p:stCondLst>
                                    <p:cond delay="0"/>
                                  </p:stCondLst>
                                  <p:childTnLst>
                                    <p:set>
                                      <p:cBhvr>
                                        <p:cTn id="166" dur="1" fill="hold">
                                          <p:stCondLst>
                                            <p:cond delay="0"/>
                                          </p:stCondLst>
                                        </p:cTn>
                                        <p:tgtEl>
                                          <p:spTgt spid="129044">
                                            <p:txEl>
                                              <p:pRg st="1" end="1"/>
                                            </p:txEl>
                                          </p:spTgt>
                                        </p:tgtEl>
                                        <p:attrNameLst>
                                          <p:attrName>style.visibility</p:attrName>
                                        </p:attrNameLst>
                                      </p:cBhvr>
                                      <p:to>
                                        <p:strVal val="visible"/>
                                      </p:to>
                                    </p:set>
                                    <p:anim calcmode="lin" valueType="num">
                                      <p:cBhvr>
                                        <p:cTn id="167" dur="500" fill="hold"/>
                                        <p:tgtEl>
                                          <p:spTgt spid="129044">
                                            <p:txEl>
                                              <p:pRg st="1" end="1"/>
                                            </p:txEl>
                                          </p:spTgt>
                                        </p:tgtEl>
                                        <p:attrNameLst>
                                          <p:attrName>ppt_w</p:attrName>
                                        </p:attrNameLst>
                                      </p:cBhvr>
                                      <p:tavLst>
                                        <p:tav tm="0">
                                          <p:val>
                                            <p:fltVal val="0"/>
                                          </p:val>
                                        </p:tav>
                                        <p:tav tm="100000">
                                          <p:val>
                                            <p:strVal val="#ppt_w"/>
                                          </p:val>
                                        </p:tav>
                                      </p:tavLst>
                                    </p:anim>
                                    <p:anim calcmode="lin" valueType="num">
                                      <p:cBhvr>
                                        <p:cTn id="168" dur="500" fill="hold"/>
                                        <p:tgtEl>
                                          <p:spTgt spid="129044">
                                            <p:txEl>
                                              <p:pRg st="1" end="1"/>
                                            </p:txEl>
                                          </p:spTgt>
                                        </p:tgtEl>
                                        <p:attrNameLst>
                                          <p:attrName>ppt_h</p:attrName>
                                        </p:attrNameLst>
                                      </p:cBhvr>
                                      <p:tavLst>
                                        <p:tav tm="0">
                                          <p:val>
                                            <p:fltVal val="0"/>
                                          </p:val>
                                        </p:tav>
                                        <p:tav tm="100000">
                                          <p:val>
                                            <p:strVal val="#ppt_h"/>
                                          </p:val>
                                        </p:tav>
                                      </p:tavLst>
                                    </p:anim>
                                    <p:animEffect transition="in" filter="fade">
                                      <p:cBhvr>
                                        <p:cTn id="169" dur="500"/>
                                        <p:tgtEl>
                                          <p:spTgt spid="129044">
                                            <p:txEl>
                                              <p:pRg st="1" end="1"/>
                                            </p:txEl>
                                          </p:spTgt>
                                        </p:tgtEl>
                                      </p:cBhvr>
                                    </p:animEffect>
                                  </p:childTnLst>
                                </p:cTn>
                              </p:par>
                            </p:childTnLst>
                          </p:cTn>
                        </p:par>
                        <p:par>
                          <p:cTn id="170" fill="hold">
                            <p:stCondLst>
                              <p:cond delay="2000"/>
                            </p:stCondLst>
                            <p:childTnLst>
                              <p:par>
                                <p:cTn id="171" presetID="53" presetClass="entr" presetSubtype="16" fill="hold" grpId="0" nodeType="afterEffect">
                                  <p:stCondLst>
                                    <p:cond delay="0"/>
                                  </p:stCondLst>
                                  <p:childTnLst>
                                    <p:set>
                                      <p:cBhvr>
                                        <p:cTn id="172" dur="1" fill="hold">
                                          <p:stCondLst>
                                            <p:cond delay="0"/>
                                          </p:stCondLst>
                                        </p:cTn>
                                        <p:tgtEl>
                                          <p:spTgt spid="129044">
                                            <p:txEl>
                                              <p:pRg st="2" end="2"/>
                                            </p:txEl>
                                          </p:spTgt>
                                        </p:tgtEl>
                                        <p:attrNameLst>
                                          <p:attrName>style.visibility</p:attrName>
                                        </p:attrNameLst>
                                      </p:cBhvr>
                                      <p:to>
                                        <p:strVal val="visible"/>
                                      </p:to>
                                    </p:set>
                                    <p:anim calcmode="lin" valueType="num">
                                      <p:cBhvr>
                                        <p:cTn id="173" dur="500" fill="hold"/>
                                        <p:tgtEl>
                                          <p:spTgt spid="129044">
                                            <p:txEl>
                                              <p:pRg st="2" end="2"/>
                                            </p:txEl>
                                          </p:spTgt>
                                        </p:tgtEl>
                                        <p:attrNameLst>
                                          <p:attrName>ppt_w</p:attrName>
                                        </p:attrNameLst>
                                      </p:cBhvr>
                                      <p:tavLst>
                                        <p:tav tm="0">
                                          <p:val>
                                            <p:fltVal val="0"/>
                                          </p:val>
                                        </p:tav>
                                        <p:tav tm="100000">
                                          <p:val>
                                            <p:strVal val="#ppt_w"/>
                                          </p:val>
                                        </p:tav>
                                      </p:tavLst>
                                    </p:anim>
                                    <p:anim calcmode="lin" valueType="num">
                                      <p:cBhvr>
                                        <p:cTn id="174" dur="500" fill="hold"/>
                                        <p:tgtEl>
                                          <p:spTgt spid="129044">
                                            <p:txEl>
                                              <p:pRg st="2" end="2"/>
                                            </p:txEl>
                                          </p:spTgt>
                                        </p:tgtEl>
                                        <p:attrNameLst>
                                          <p:attrName>ppt_h</p:attrName>
                                        </p:attrNameLst>
                                      </p:cBhvr>
                                      <p:tavLst>
                                        <p:tav tm="0">
                                          <p:val>
                                            <p:fltVal val="0"/>
                                          </p:val>
                                        </p:tav>
                                        <p:tav tm="100000">
                                          <p:val>
                                            <p:strVal val="#ppt_h"/>
                                          </p:val>
                                        </p:tav>
                                      </p:tavLst>
                                    </p:anim>
                                    <p:animEffect transition="in" filter="fade">
                                      <p:cBhvr>
                                        <p:cTn id="175" dur="500"/>
                                        <p:tgtEl>
                                          <p:spTgt spid="129044">
                                            <p:txEl>
                                              <p:pRg st="2" end="2"/>
                                            </p:txEl>
                                          </p:spTgt>
                                        </p:tgtEl>
                                      </p:cBhvr>
                                    </p:animEffect>
                                  </p:childTnLst>
                                </p:cTn>
                              </p:par>
                            </p:childTnLst>
                          </p:cTn>
                        </p:par>
                      </p:childTnLst>
                    </p:cTn>
                  </p:par>
                  <p:par>
                    <p:cTn id="176" fill="hold">
                      <p:stCondLst>
                        <p:cond delay="indefinite"/>
                      </p:stCondLst>
                      <p:childTnLst>
                        <p:par>
                          <p:cTn id="177" fill="hold">
                            <p:stCondLst>
                              <p:cond delay="0"/>
                            </p:stCondLst>
                            <p:childTnLst>
                              <p:par>
                                <p:cTn id="178" presetID="53" presetClass="entr" presetSubtype="16" fill="hold" grpId="0" nodeType="clickEffect">
                                  <p:stCondLst>
                                    <p:cond delay="0"/>
                                  </p:stCondLst>
                                  <p:childTnLst>
                                    <p:set>
                                      <p:cBhvr>
                                        <p:cTn id="179" dur="1" fill="hold">
                                          <p:stCondLst>
                                            <p:cond delay="0"/>
                                          </p:stCondLst>
                                        </p:cTn>
                                        <p:tgtEl>
                                          <p:spTgt spid="129044">
                                            <p:txEl>
                                              <p:pRg st="3" end="3"/>
                                            </p:txEl>
                                          </p:spTgt>
                                        </p:tgtEl>
                                        <p:attrNameLst>
                                          <p:attrName>style.visibility</p:attrName>
                                        </p:attrNameLst>
                                      </p:cBhvr>
                                      <p:to>
                                        <p:strVal val="visible"/>
                                      </p:to>
                                    </p:set>
                                    <p:anim calcmode="lin" valueType="num">
                                      <p:cBhvr>
                                        <p:cTn id="180" dur="500" fill="hold"/>
                                        <p:tgtEl>
                                          <p:spTgt spid="129044">
                                            <p:txEl>
                                              <p:pRg st="3" end="3"/>
                                            </p:txEl>
                                          </p:spTgt>
                                        </p:tgtEl>
                                        <p:attrNameLst>
                                          <p:attrName>ppt_w</p:attrName>
                                        </p:attrNameLst>
                                      </p:cBhvr>
                                      <p:tavLst>
                                        <p:tav tm="0">
                                          <p:val>
                                            <p:fltVal val="0"/>
                                          </p:val>
                                        </p:tav>
                                        <p:tav tm="100000">
                                          <p:val>
                                            <p:strVal val="#ppt_w"/>
                                          </p:val>
                                        </p:tav>
                                      </p:tavLst>
                                    </p:anim>
                                    <p:anim calcmode="lin" valueType="num">
                                      <p:cBhvr>
                                        <p:cTn id="181" dur="500" fill="hold"/>
                                        <p:tgtEl>
                                          <p:spTgt spid="129044">
                                            <p:txEl>
                                              <p:pRg st="3" end="3"/>
                                            </p:txEl>
                                          </p:spTgt>
                                        </p:tgtEl>
                                        <p:attrNameLst>
                                          <p:attrName>ppt_h</p:attrName>
                                        </p:attrNameLst>
                                      </p:cBhvr>
                                      <p:tavLst>
                                        <p:tav tm="0">
                                          <p:val>
                                            <p:fltVal val="0"/>
                                          </p:val>
                                        </p:tav>
                                        <p:tav tm="100000">
                                          <p:val>
                                            <p:strVal val="#ppt_h"/>
                                          </p:val>
                                        </p:tav>
                                      </p:tavLst>
                                    </p:anim>
                                    <p:animEffect transition="in" filter="fade">
                                      <p:cBhvr>
                                        <p:cTn id="182" dur="500"/>
                                        <p:tgtEl>
                                          <p:spTgt spid="129044">
                                            <p:txEl>
                                              <p:pRg st="3" end="3"/>
                                            </p:txEl>
                                          </p:spTgt>
                                        </p:tgtEl>
                                      </p:cBhvr>
                                    </p:animEffect>
                                  </p:childTnLst>
                                </p:cTn>
                              </p:par>
                            </p:childTnLst>
                          </p:cTn>
                        </p:par>
                        <p:par>
                          <p:cTn id="183" fill="hold">
                            <p:stCondLst>
                              <p:cond delay="500"/>
                            </p:stCondLst>
                            <p:childTnLst>
                              <p:par>
                                <p:cTn id="184" presetID="53" presetClass="entr" presetSubtype="16" fill="hold" grpId="0" nodeType="afterEffect">
                                  <p:stCondLst>
                                    <p:cond delay="0"/>
                                  </p:stCondLst>
                                  <p:childTnLst>
                                    <p:set>
                                      <p:cBhvr>
                                        <p:cTn id="185" dur="1" fill="hold">
                                          <p:stCondLst>
                                            <p:cond delay="0"/>
                                          </p:stCondLst>
                                        </p:cTn>
                                        <p:tgtEl>
                                          <p:spTgt spid="129044">
                                            <p:txEl>
                                              <p:pRg st="4" end="4"/>
                                            </p:txEl>
                                          </p:spTgt>
                                        </p:tgtEl>
                                        <p:attrNameLst>
                                          <p:attrName>style.visibility</p:attrName>
                                        </p:attrNameLst>
                                      </p:cBhvr>
                                      <p:to>
                                        <p:strVal val="visible"/>
                                      </p:to>
                                    </p:set>
                                    <p:anim calcmode="lin" valueType="num">
                                      <p:cBhvr>
                                        <p:cTn id="186" dur="500" fill="hold"/>
                                        <p:tgtEl>
                                          <p:spTgt spid="129044">
                                            <p:txEl>
                                              <p:pRg st="4" end="4"/>
                                            </p:txEl>
                                          </p:spTgt>
                                        </p:tgtEl>
                                        <p:attrNameLst>
                                          <p:attrName>ppt_w</p:attrName>
                                        </p:attrNameLst>
                                      </p:cBhvr>
                                      <p:tavLst>
                                        <p:tav tm="0">
                                          <p:val>
                                            <p:fltVal val="0"/>
                                          </p:val>
                                        </p:tav>
                                        <p:tav tm="100000">
                                          <p:val>
                                            <p:strVal val="#ppt_w"/>
                                          </p:val>
                                        </p:tav>
                                      </p:tavLst>
                                    </p:anim>
                                    <p:anim calcmode="lin" valueType="num">
                                      <p:cBhvr>
                                        <p:cTn id="187" dur="500" fill="hold"/>
                                        <p:tgtEl>
                                          <p:spTgt spid="129044">
                                            <p:txEl>
                                              <p:pRg st="4" end="4"/>
                                            </p:txEl>
                                          </p:spTgt>
                                        </p:tgtEl>
                                        <p:attrNameLst>
                                          <p:attrName>ppt_h</p:attrName>
                                        </p:attrNameLst>
                                      </p:cBhvr>
                                      <p:tavLst>
                                        <p:tav tm="0">
                                          <p:val>
                                            <p:fltVal val="0"/>
                                          </p:val>
                                        </p:tav>
                                        <p:tav tm="100000">
                                          <p:val>
                                            <p:strVal val="#ppt_h"/>
                                          </p:val>
                                        </p:tav>
                                      </p:tavLst>
                                    </p:anim>
                                    <p:animEffect transition="in" filter="fade">
                                      <p:cBhvr>
                                        <p:cTn id="188" dur="500"/>
                                        <p:tgtEl>
                                          <p:spTgt spid="129044">
                                            <p:txEl>
                                              <p:pRg st="4" end="4"/>
                                            </p:txEl>
                                          </p:spTgt>
                                        </p:tgtEl>
                                      </p:cBhvr>
                                    </p:animEffect>
                                  </p:childTnLst>
                                </p:cTn>
                              </p:par>
                            </p:childTnLst>
                          </p:cTn>
                        </p:par>
                      </p:childTnLst>
                    </p:cTn>
                  </p:par>
                  <p:par>
                    <p:cTn id="189" fill="hold">
                      <p:stCondLst>
                        <p:cond delay="indefinite"/>
                      </p:stCondLst>
                      <p:childTnLst>
                        <p:par>
                          <p:cTn id="190" fill="hold">
                            <p:stCondLst>
                              <p:cond delay="0"/>
                            </p:stCondLst>
                            <p:childTnLst>
                              <p:par>
                                <p:cTn id="191" presetID="53" presetClass="entr" presetSubtype="16" fill="hold" grpId="0" nodeType="clickEffect">
                                  <p:stCondLst>
                                    <p:cond delay="0"/>
                                  </p:stCondLst>
                                  <p:childTnLst>
                                    <p:set>
                                      <p:cBhvr>
                                        <p:cTn id="192" dur="1" fill="hold">
                                          <p:stCondLst>
                                            <p:cond delay="0"/>
                                          </p:stCondLst>
                                        </p:cTn>
                                        <p:tgtEl>
                                          <p:spTgt spid="129044">
                                            <p:txEl>
                                              <p:pRg st="5" end="5"/>
                                            </p:txEl>
                                          </p:spTgt>
                                        </p:tgtEl>
                                        <p:attrNameLst>
                                          <p:attrName>style.visibility</p:attrName>
                                        </p:attrNameLst>
                                      </p:cBhvr>
                                      <p:to>
                                        <p:strVal val="visible"/>
                                      </p:to>
                                    </p:set>
                                    <p:anim calcmode="lin" valueType="num">
                                      <p:cBhvr>
                                        <p:cTn id="193" dur="500" fill="hold"/>
                                        <p:tgtEl>
                                          <p:spTgt spid="129044">
                                            <p:txEl>
                                              <p:pRg st="5" end="5"/>
                                            </p:txEl>
                                          </p:spTgt>
                                        </p:tgtEl>
                                        <p:attrNameLst>
                                          <p:attrName>ppt_w</p:attrName>
                                        </p:attrNameLst>
                                      </p:cBhvr>
                                      <p:tavLst>
                                        <p:tav tm="0">
                                          <p:val>
                                            <p:fltVal val="0"/>
                                          </p:val>
                                        </p:tav>
                                        <p:tav tm="100000">
                                          <p:val>
                                            <p:strVal val="#ppt_w"/>
                                          </p:val>
                                        </p:tav>
                                      </p:tavLst>
                                    </p:anim>
                                    <p:anim calcmode="lin" valueType="num">
                                      <p:cBhvr>
                                        <p:cTn id="194" dur="500" fill="hold"/>
                                        <p:tgtEl>
                                          <p:spTgt spid="129044">
                                            <p:txEl>
                                              <p:pRg st="5" end="5"/>
                                            </p:txEl>
                                          </p:spTgt>
                                        </p:tgtEl>
                                        <p:attrNameLst>
                                          <p:attrName>ppt_h</p:attrName>
                                        </p:attrNameLst>
                                      </p:cBhvr>
                                      <p:tavLst>
                                        <p:tav tm="0">
                                          <p:val>
                                            <p:fltVal val="0"/>
                                          </p:val>
                                        </p:tav>
                                        <p:tav tm="100000">
                                          <p:val>
                                            <p:strVal val="#ppt_h"/>
                                          </p:val>
                                        </p:tav>
                                      </p:tavLst>
                                    </p:anim>
                                    <p:animEffect transition="in" filter="fade">
                                      <p:cBhvr>
                                        <p:cTn id="195" dur="500"/>
                                        <p:tgtEl>
                                          <p:spTgt spid="129044">
                                            <p:txEl>
                                              <p:pRg st="5" end="5"/>
                                            </p:txEl>
                                          </p:spTgt>
                                        </p:tgtEl>
                                      </p:cBhvr>
                                    </p:animEffect>
                                  </p:childTnLst>
                                </p:cTn>
                              </p:par>
                            </p:childTnLst>
                          </p:cTn>
                        </p:par>
                        <p:par>
                          <p:cTn id="196" fill="hold">
                            <p:stCondLst>
                              <p:cond delay="500"/>
                            </p:stCondLst>
                            <p:childTnLst>
                              <p:par>
                                <p:cTn id="197" presetID="53" presetClass="entr" presetSubtype="16" fill="hold" grpId="0" nodeType="afterEffect">
                                  <p:stCondLst>
                                    <p:cond delay="0"/>
                                  </p:stCondLst>
                                  <p:childTnLst>
                                    <p:set>
                                      <p:cBhvr>
                                        <p:cTn id="198" dur="1" fill="hold">
                                          <p:stCondLst>
                                            <p:cond delay="0"/>
                                          </p:stCondLst>
                                        </p:cTn>
                                        <p:tgtEl>
                                          <p:spTgt spid="129044">
                                            <p:txEl>
                                              <p:pRg st="6" end="6"/>
                                            </p:txEl>
                                          </p:spTgt>
                                        </p:tgtEl>
                                        <p:attrNameLst>
                                          <p:attrName>style.visibility</p:attrName>
                                        </p:attrNameLst>
                                      </p:cBhvr>
                                      <p:to>
                                        <p:strVal val="visible"/>
                                      </p:to>
                                    </p:set>
                                    <p:anim calcmode="lin" valueType="num">
                                      <p:cBhvr>
                                        <p:cTn id="199" dur="500" fill="hold"/>
                                        <p:tgtEl>
                                          <p:spTgt spid="129044">
                                            <p:txEl>
                                              <p:pRg st="6" end="6"/>
                                            </p:txEl>
                                          </p:spTgt>
                                        </p:tgtEl>
                                        <p:attrNameLst>
                                          <p:attrName>ppt_w</p:attrName>
                                        </p:attrNameLst>
                                      </p:cBhvr>
                                      <p:tavLst>
                                        <p:tav tm="0">
                                          <p:val>
                                            <p:fltVal val="0"/>
                                          </p:val>
                                        </p:tav>
                                        <p:tav tm="100000">
                                          <p:val>
                                            <p:strVal val="#ppt_w"/>
                                          </p:val>
                                        </p:tav>
                                      </p:tavLst>
                                    </p:anim>
                                    <p:anim calcmode="lin" valueType="num">
                                      <p:cBhvr>
                                        <p:cTn id="200" dur="500" fill="hold"/>
                                        <p:tgtEl>
                                          <p:spTgt spid="129044">
                                            <p:txEl>
                                              <p:pRg st="6" end="6"/>
                                            </p:txEl>
                                          </p:spTgt>
                                        </p:tgtEl>
                                        <p:attrNameLst>
                                          <p:attrName>ppt_h</p:attrName>
                                        </p:attrNameLst>
                                      </p:cBhvr>
                                      <p:tavLst>
                                        <p:tav tm="0">
                                          <p:val>
                                            <p:fltVal val="0"/>
                                          </p:val>
                                        </p:tav>
                                        <p:tav tm="100000">
                                          <p:val>
                                            <p:strVal val="#ppt_h"/>
                                          </p:val>
                                        </p:tav>
                                      </p:tavLst>
                                    </p:anim>
                                    <p:animEffect transition="in" filter="fade">
                                      <p:cBhvr>
                                        <p:cTn id="201" dur="500"/>
                                        <p:tgtEl>
                                          <p:spTgt spid="129044">
                                            <p:txEl>
                                              <p:pRg st="6" end="6"/>
                                            </p:txEl>
                                          </p:spTgt>
                                        </p:tgtEl>
                                      </p:cBhvr>
                                    </p:animEffect>
                                  </p:childTnLst>
                                </p:cTn>
                              </p:par>
                            </p:childTnLst>
                          </p:cTn>
                        </p:par>
                      </p:childTnLst>
                    </p:cTn>
                  </p:par>
                  <p:par>
                    <p:cTn id="202" fill="hold">
                      <p:stCondLst>
                        <p:cond delay="indefinite"/>
                      </p:stCondLst>
                      <p:childTnLst>
                        <p:par>
                          <p:cTn id="203" fill="hold">
                            <p:stCondLst>
                              <p:cond delay="0"/>
                            </p:stCondLst>
                            <p:childTnLst>
                              <p:par>
                                <p:cTn id="204" presetID="53" presetClass="entr" presetSubtype="16" fill="hold" grpId="0" nodeType="clickEffect">
                                  <p:stCondLst>
                                    <p:cond delay="0"/>
                                  </p:stCondLst>
                                  <p:childTnLst>
                                    <p:set>
                                      <p:cBhvr>
                                        <p:cTn id="205" dur="1" fill="hold">
                                          <p:stCondLst>
                                            <p:cond delay="0"/>
                                          </p:stCondLst>
                                        </p:cTn>
                                        <p:tgtEl>
                                          <p:spTgt spid="129044">
                                            <p:txEl>
                                              <p:pRg st="7" end="7"/>
                                            </p:txEl>
                                          </p:spTgt>
                                        </p:tgtEl>
                                        <p:attrNameLst>
                                          <p:attrName>style.visibility</p:attrName>
                                        </p:attrNameLst>
                                      </p:cBhvr>
                                      <p:to>
                                        <p:strVal val="visible"/>
                                      </p:to>
                                    </p:set>
                                    <p:anim calcmode="lin" valueType="num">
                                      <p:cBhvr>
                                        <p:cTn id="206" dur="500" fill="hold"/>
                                        <p:tgtEl>
                                          <p:spTgt spid="129044">
                                            <p:txEl>
                                              <p:pRg st="7" end="7"/>
                                            </p:txEl>
                                          </p:spTgt>
                                        </p:tgtEl>
                                        <p:attrNameLst>
                                          <p:attrName>ppt_w</p:attrName>
                                        </p:attrNameLst>
                                      </p:cBhvr>
                                      <p:tavLst>
                                        <p:tav tm="0">
                                          <p:val>
                                            <p:fltVal val="0"/>
                                          </p:val>
                                        </p:tav>
                                        <p:tav tm="100000">
                                          <p:val>
                                            <p:strVal val="#ppt_w"/>
                                          </p:val>
                                        </p:tav>
                                      </p:tavLst>
                                    </p:anim>
                                    <p:anim calcmode="lin" valueType="num">
                                      <p:cBhvr>
                                        <p:cTn id="207" dur="500" fill="hold"/>
                                        <p:tgtEl>
                                          <p:spTgt spid="129044">
                                            <p:txEl>
                                              <p:pRg st="7" end="7"/>
                                            </p:txEl>
                                          </p:spTgt>
                                        </p:tgtEl>
                                        <p:attrNameLst>
                                          <p:attrName>ppt_h</p:attrName>
                                        </p:attrNameLst>
                                      </p:cBhvr>
                                      <p:tavLst>
                                        <p:tav tm="0">
                                          <p:val>
                                            <p:fltVal val="0"/>
                                          </p:val>
                                        </p:tav>
                                        <p:tav tm="100000">
                                          <p:val>
                                            <p:strVal val="#ppt_h"/>
                                          </p:val>
                                        </p:tav>
                                      </p:tavLst>
                                    </p:anim>
                                    <p:animEffect transition="in" filter="fade">
                                      <p:cBhvr>
                                        <p:cTn id="208" dur="500"/>
                                        <p:tgtEl>
                                          <p:spTgt spid="129044">
                                            <p:txEl>
                                              <p:pRg st="7" end="7"/>
                                            </p:txEl>
                                          </p:spTgt>
                                        </p:tgtEl>
                                      </p:cBhvr>
                                    </p:animEffect>
                                  </p:childTnLst>
                                </p:cTn>
                              </p:par>
                            </p:childTnLst>
                          </p:cTn>
                        </p:par>
                        <p:par>
                          <p:cTn id="209" fill="hold">
                            <p:stCondLst>
                              <p:cond delay="500"/>
                            </p:stCondLst>
                            <p:childTnLst>
                              <p:par>
                                <p:cTn id="210" presetID="53" presetClass="entr" presetSubtype="16" fill="hold" grpId="0" nodeType="afterEffect">
                                  <p:stCondLst>
                                    <p:cond delay="0"/>
                                  </p:stCondLst>
                                  <p:childTnLst>
                                    <p:set>
                                      <p:cBhvr>
                                        <p:cTn id="211" dur="1" fill="hold">
                                          <p:stCondLst>
                                            <p:cond delay="0"/>
                                          </p:stCondLst>
                                        </p:cTn>
                                        <p:tgtEl>
                                          <p:spTgt spid="129044">
                                            <p:txEl>
                                              <p:pRg st="8" end="8"/>
                                            </p:txEl>
                                          </p:spTgt>
                                        </p:tgtEl>
                                        <p:attrNameLst>
                                          <p:attrName>style.visibility</p:attrName>
                                        </p:attrNameLst>
                                      </p:cBhvr>
                                      <p:to>
                                        <p:strVal val="visible"/>
                                      </p:to>
                                    </p:set>
                                    <p:anim calcmode="lin" valueType="num">
                                      <p:cBhvr>
                                        <p:cTn id="212" dur="500" fill="hold"/>
                                        <p:tgtEl>
                                          <p:spTgt spid="129044">
                                            <p:txEl>
                                              <p:pRg st="8" end="8"/>
                                            </p:txEl>
                                          </p:spTgt>
                                        </p:tgtEl>
                                        <p:attrNameLst>
                                          <p:attrName>ppt_w</p:attrName>
                                        </p:attrNameLst>
                                      </p:cBhvr>
                                      <p:tavLst>
                                        <p:tav tm="0">
                                          <p:val>
                                            <p:fltVal val="0"/>
                                          </p:val>
                                        </p:tav>
                                        <p:tav tm="100000">
                                          <p:val>
                                            <p:strVal val="#ppt_w"/>
                                          </p:val>
                                        </p:tav>
                                      </p:tavLst>
                                    </p:anim>
                                    <p:anim calcmode="lin" valueType="num">
                                      <p:cBhvr>
                                        <p:cTn id="213" dur="500" fill="hold"/>
                                        <p:tgtEl>
                                          <p:spTgt spid="129044">
                                            <p:txEl>
                                              <p:pRg st="8" end="8"/>
                                            </p:txEl>
                                          </p:spTgt>
                                        </p:tgtEl>
                                        <p:attrNameLst>
                                          <p:attrName>ppt_h</p:attrName>
                                        </p:attrNameLst>
                                      </p:cBhvr>
                                      <p:tavLst>
                                        <p:tav tm="0">
                                          <p:val>
                                            <p:fltVal val="0"/>
                                          </p:val>
                                        </p:tav>
                                        <p:tav tm="100000">
                                          <p:val>
                                            <p:strVal val="#ppt_h"/>
                                          </p:val>
                                        </p:tav>
                                      </p:tavLst>
                                    </p:anim>
                                    <p:animEffect transition="in" filter="fade">
                                      <p:cBhvr>
                                        <p:cTn id="214" dur="500"/>
                                        <p:tgtEl>
                                          <p:spTgt spid="129044">
                                            <p:txEl>
                                              <p:pRg st="8" end="8"/>
                                            </p:txEl>
                                          </p:spTgt>
                                        </p:tgtEl>
                                      </p:cBhvr>
                                    </p:animEffect>
                                  </p:childTnLst>
                                </p:cTn>
                              </p:par>
                            </p:childTnLst>
                          </p:cTn>
                        </p:par>
                      </p:childTnLst>
                    </p:cTn>
                  </p:par>
                  <p:par>
                    <p:cTn id="215" fill="hold">
                      <p:stCondLst>
                        <p:cond delay="indefinite"/>
                      </p:stCondLst>
                      <p:childTnLst>
                        <p:par>
                          <p:cTn id="216" fill="hold">
                            <p:stCondLst>
                              <p:cond delay="0"/>
                            </p:stCondLst>
                            <p:childTnLst>
                              <p:par>
                                <p:cTn id="217" presetID="53" presetClass="entr" presetSubtype="16" fill="hold" nodeType="clickEffect">
                                  <p:stCondLst>
                                    <p:cond delay="0"/>
                                  </p:stCondLst>
                                  <p:childTnLst>
                                    <p:set>
                                      <p:cBhvr>
                                        <p:cTn id="218" dur="1" fill="hold">
                                          <p:stCondLst>
                                            <p:cond delay="0"/>
                                          </p:stCondLst>
                                        </p:cTn>
                                        <p:tgtEl>
                                          <p:spTgt spid="129086"/>
                                        </p:tgtEl>
                                        <p:attrNameLst>
                                          <p:attrName>style.visibility</p:attrName>
                                        </p:attrNameLst>
                                      </p:cBhvr>
                                      <p:to>
                                        <p:strVal val="visible"/>
                                      </p:to>
                                    </p:set>
                                    <p:anim calcmode="lin" valueType="num">
                                      <p:cBhvr>
                                        <p:cTn id="219" dur="500" fill="hold"/>
                                        <p:tgtEl>
                                          <p:spTgt spid="129086"/>
                                        </p:tgtEl>
                                        <p:attrNameLst>
                                          <p:attrName>ppt_w</p:attrName>
                                        </p:attrNameLst>
                                      </p:cBhvr>
                                      <p:tavLst>
                                        <p:tav tm="0">
                                          <p:val>
                                            <p:fltVal val="0"/>
                                          </p:val>
                                        </p:tav>
                                        <p:tav tm="100000">
                                          <p:val>
                                            <p:strVal val="#ppt_w"/>
                                          </p:val>
                                        </p:tav>
                                      </p:tavLst>
                                    </p:anim>
                                    <p:anim calcmode="lin" valueType="num">
                                      <p:cBhvr>
                                        <p:cTn id="220" dur="500" fill="hold"/>
                                        <p:tgtEl>
                                          <p:spTgt spid="129086"/>
                                        </p:tgtEl>
                                        <p:attrNameLst>
                                          <p:attrName>ppt_h</p:attrName>
                                        </p:attrNameLst>
                                      </p:cBhvr>
                                      <p:tavLst>
                                        <p:tav tm="0">
                                          <p:val>
                                            <p:fltVal val="0"/>
                                          </p:val>
                                        </p:tav>
                                        <p:tav tm="100000">
                                          <p:val>
                                            <p:strVal val="#ppt_h"/>
                                          </p:val>
                                        </p:tav>
                                      </p:tavLst>
                                    </p:anim>
                                    <p:animEffect transition="in" filter="fade">
                                      <p:cBhvr>
                                        <p:cTn id="221" dur="500"/>
                                        <p:tgtEl>
                                          <p:spTgt spid="129086"/>
                                        </p:tgtEl>
                                      </p:cBhvr>
                                    </p:animEffect>
                                  </p:childTnLst>
                                </p:cTn>
                              </p:par>
                              <p:par>
                                <p:cTn id="222" presetID="53" presetClass="entr" presetSubtype="16" fill="hold" grpId="0" nodeType="withEffect">
                                  <p:stCondLst>
                                    <p:cond delay="0"/>
                                  </p:stCondLst>
                                  <p:childTnLst>
                                    <p:set>
                                      <p:cBhvr>
                                        <p:cTn id="223" dur="1" fill="hold">
                                          <p:stCondLst>
                                            <p:cond delay="0"/>
                                          </p:stCondLst>
                                        </p:cTn>
                                        <p:tgtEl>
                                          <p:spTgt spid="129047"/>
                                        </p:tgtEl>
                                        <p:attrNameLst>
                                          <p:attrName>style.visibility</p:attrName>
                                        </p:attrNameLst>
                                      </p:cBhvr>
                                      <p:to>
                                        <p:strVal val="visible"/>
                                      </p:to>
                                    </p:set>
                                    <p:anim calcmode="lin" valueType="num">
                                      <p:cBhvr>
                                        <p:cTn id="224" dur="500" fill="hold"/>
                                        <p:tgtEl>
                                          <p:spTgt spid="129047"/>
                                        </p:tgtEl>
                                        <p:attrNameLst>
                                          <p:attrName>ppt_w</p:attrName>
                                        </p:attrNameLst>
                                      </p:cBhvr>
                                      <p:tavLst>
                                        <p:tav tm="0">
                                          <p:val>
                                            <p:fltVal val="0"/>
                                          </p:val>
                                        </p:tav>
                                        <p:tav tm="100000">
                                          <p:val>
                                            <p:strVal val="#ppt_w"/>
                                          </p:val>
                                        </p:tav>
                                      </p:tavLst>
                                    </p:anim>
                                    <p:anim calcmode="lin" valueType="num">
                                      <p:cBhvr>
                                        <p:cTn id="225" dur="500" fill="hold"/>
                                        <p:tgtEl>
                                          <p:spTgt spid="129047"/>
                                        </p:tgtEl>
                                        <p:attrNameLst>
                                          <p:attrName>ppt_h</p:attrName>
                                        </p:attrNameLst>
                                      </p:cBhvr>
                                      <p:tavLst>
                                        <p:tav tm="0">
                                          <p:val>
                                            <p:fltVal val="0"/>
                                          </p:val>
                                        </p:tav>
                                        <p:tav tm="100000">
                                          <p:val>
                                            <p:strVal val="#ppt_h"/>
                                          </p:val>
                                        </p:tav>
                                      </p:tavLst>
                                    </p:anim>
                                    <p:animEffect transition="in" filter="fade">
                                      <p:cBhvr>
                                        <p:cTn id="226" dur="500"/>
                                        <p:tgtEl>
                                          <p:spTgt spid="129047"/>
                                        </p:tgtEl>
                                      </p:cBhvr>
                                    </p:animEffect>
                                  </p:childTnLst>
                                </p:cTn>
                              </p:par>
                              <p:par>
                                <p:cTn id="227" presetID="53" presetClass="entr" presetSubtype="16" fill="hold" nodeType="withEffect">
                                  <p:stCondLst>
                                    <p:cond delay="0"/>
                                  </p:stCondLst>
                                  <p:childTnLst>
                                    <p:set>
                                      <p:cBhvr>
                                        <p:cTn id="228" dur="1" fill="hold">
                                          <p:stCondLst>
                                            <p:cond delay="0"/>
                                          </p:stCondLst>
                                        </p:cTn>
                                        <p:tgtEl>
                                          <p:spTgt spid="129085"/>
                                        </p:tgtEl>
                                        <p:attrNameLst>
                                          <p:attrName>style.visibility</p:attrName>
                                        </p:attrNameLst>
                                      </p:cBhvr>
                                      <p:to>
                                        <p:strVal val="visible"/>
                                      </p:to>
                                    </p:set>
                                    <p:anim calcmode="lin" valueType="num">
                                      <p:cBhvr>
                                        <p:cTn id="229" dur="500" fill="hold"/>
                                        <p:tgtEl>
                                          <p:spTgt spid="129085"/>
                                        </p:tgtEl>
                                        <p:attrNameLst>
                                          <p:attrName>ppt_w</p:attrName>
                                        </p:attrNameLst>
                                      </p:cBhvr>
                                      <p:tavLst>
                                        <p:tav tm="0">
                                          <p:val>
                                            <p:fltVal val="0"/>
                                          </p:val>
                                        </p:tav>
                                        <p:tav tm="100000">
                                          <p:val>
                                            <p:strVal val="#ppt_w"/>
                                          </p:val>
                                        </p:tav>
                                      </p:tavLst>
                                    </p:anim>
                                    <p:anim calcmode="lin" valueType="num">
                                      <p:cBhvr>
                                        <p:cTn id="230" dur="500" fill="hold"/>
                                        <p:tgtEl>
                                          <p:spTgt spid="129085"/>
                                        </p:tgtEl>
                                        <p:attrNameLst>
                                          <p:attrName>ppt_h</p:attrName>
                                        </p:attrNameLst>
                                      </p:cBhvr>
                                      <p:tavLst>
                                        <p:tav tm="0">
                                          <p:val>
                                            <p:fltVal val="0"/>
                                          </p:val>
                                        </p:tav>
                                        <p:tav tm="100000">
                                          <p:val>
                                            <p:strVal val="#ppt_h"/>
                                          </p:val>
                                        </p:tav>
                                      </p:tavLst>
                                    </p:anim>
                                    <p:animEffect transition="in" filter="fade">
                                      <p:cBhvr>
                                        <p:cTn id="231" dur="500"/>
                                        <p:tgtEl>
                                          <p:spTgt spid="129085"/>
                                        </p:tgtEl>
                                      </p:cBhvr>
                                    </p:animEffect>
                                  </p:childTnLst>
                                </p:cTn>
                              </p:par>
                              <p:par>
                                <p:cTn id="232" presetID="53" presetClass="entr" presetSubtype="16" fill="hold" nodeType="withEffect">
                                  <p:stCondLst>
                                    <p:cond delay="0"/>
                                  </p:stCondLst>
                                  <p:childTnLst>
                                    <p:set>
                                      <p:cBhvr>
                                        <p:cTn id="233" dur="1" fill="hold">
                                          <p:stCondLst>
                                            <p:cond delay="0"/>
                                          </p:stCondLst>
                                        </p:cTn>
                                        <p:tgtEl>
                                          <p:spTgt spid="129084"/>
                                        </p:tgtEl>
                                        <p:attrNameLst>
                                          <p:attrName>style.visibility</p:attrName>
                                        </p:attrNameLst>
                                      </p:cBhvr>
                                      <p:to>
                                        <p:strVal val="visible"/>
                                      </p:to>
                                    </p:set>
                                    <p:anim calcmode="lin" valueType="num">
                                      <p:cBhvr>
                                        <p:cTn id="234" dur="500" fill="hold"/>
                                        <p:tgtEl>
                                          <p:spTgt spid="129084"/>
                                        </p:tgtEl>
                                        <p:attrNameLst>
                                          <p:attrName>ppt_w</p:attrName>
                                        </p:attrNameLst>
                                      </p:cBhvr>
                                      <p:tavLst>
                                        <p:tav tm="0">
                                          <p:val>
                                            <p:fltVal val="0"/>
                                          </p:val>
                                        </p:tav>
                                        <p:tav tm="100000">
                                          <p:val>
                                            <p:strVal val="#ppt_w"/>
                                          </p:val>
                                        </p:tav>
                                      </p:tavLst>
                                    </p:anim>
                                    <p:anim calcmode="lin" valueType="num">
                                      <p:cBhvr>
                                        <p:cTn id="235" dur="500" fill="hold"/>
                                        <p:tgtEl>
                                          <p:spTgt spid="129084"/>
                                        </p:tgtEl>
                                        <p:attrNameLst>
                                          <p:attrName>ppt_h</p:attrName>
                                        </p:attrNameLst>
                                      </p:cBhvr>
                                      <p:tavLst>
                                        <p:tav tm="0">
                                          <p:val>
                                            <p:fltVal val="0"/>
                                          </p:val>
                                        </p:tav>
                                        <p:tav tm="100000">
                                          <p:val>
                                            <p:strVal val="#ppt_h"/>
                                          </p:val>
                                        </p:tav>
                                      </p:tavLst>
                                    </p:anim>
                                    <p:animEffect transition="in" filter="fade">
                                      <p:cBhvr>
                                        <p:cTn id="236" dur="500"/>
                                        <p:tgtEl>
                                          <p:spTgt spid="129084"/>
                                        </p:tgtEl>
                                      </p:cBhvr>
                                    </p:animEffect>
                                  </p:childTnLst>
                                </p:cTn>
                              </p:par>
                            </p:childTnLst>
                          </p:cTn>
                        </p:par>
                        <p:par>
                          <p:cTn id="237" fill="hold">
                            <p:stCondLst>
                              <p:cond delay="500"/>
                            </p:stCondLst>
                            <p:childTnLst>
                              <p:par>
                                <p:cTn id="238" presetID="53" presetClass="entr" presetSubtype="16" fill="hold" grpId="0" nodeType="afterEffect">
                                  <p:stCondLst>
                                    <p:cond delay="0"/>
                                  </p:stCondLst>
                                  <p:childTnLst>
                                    <p:set>
                                      <p:cBhvr>
                                        <p:cTn id="239" dur="1" fill="hold">
                                          <p:stCondLst>
                                            <p:cond delay="0"/>
                                          </p:stCondLst>
                                        </p:cTn>
                                        <p:tgtEl>
                                          <p:spTgt spid="129045"/>
                                        </p:tgtEl>
                                        <p:attrNameLst>
                                          <p:attrName>style.visibility</p:attrName>
                                        </p:attrNameLst>
                                      </p:cBhvr>
                                      <p:to>
                                        <p:strVal val="visible"/>
                                      </p:to>
                                    </p:set>
                                    <p:anim calcmode="lin" valueType="num">
                                      <p:cBhvr>
                                        <p:cTn id="240" dur="500" fill="hold"/>
                                        <p:tgtEl>
                                          <p:spTgt spid="129045"/>
                                        </p:tgtEl>
                                        <p:attrNameLst>
                                          <p:attrName>ppt_w</p:attrName>
                                        </p:attrNameLst>
                                      </p:cBhvr>
                                      <p:tavLst>
                                        <p:tav tm="0">
                                          <p:val>
                                            <p:fltVal val="0"/>
                                          </p:val>
                                        </p:tav>
                                        <p:tav tm="100000">
                                          <p:val>
                                            <p:strVal val="#ppt_w"/>
                                          </p:val>
                                        </p:tav>
                                      </p:tavLst>
                                    </p:anim>
                                    <p:anim calcmode="lin" valueType="num">
                                      <p:cBhvr>
                                        <p:cTn id="241" dur="500" fill="hold"/>
                                        <p:tgtEl>
                                          <p:spTgt spid="129045"/>
                                        </p:tgtEl>
                                        <p:attrNameLst>
                                          <p:attrName>ppt_h</p:attrName>
                                        </p:attrNameLst>
                                      </p:cBhvr>
                                      <p:tavLst>
                                        <p:tav tm="0">
                                          <p:val>
                                            <p:fltVal val="0"/>
                                          </p:val>
                                        </p:tav>
                                        <p:tav tm="100000">
                                          <p:val>
                                            <p:strVal val="#ppt_h"/>
                                          </p:val>
                                        </p:tav>
                                      </p:tavLst>
                                    </p:anim>
                                    <p:animEffect transition="in" filter="fade">
                                      <p:cBhvr>
                                        <p:cTn id="242" dur="500"/>
                                        <p:tgtEl>
                                          <p:spTgt spid="129045"/>
                                        </p:tgtEl>
                                      </p:cBhvr>
                                    </p:animEffect>
                                  </p:childTnLst>
                                </p:cTn>
                              </p:par>
                            </p:childTnLst>
                          </p:cTn>
                        </p:par>
                      </p:childTnLst>
                    </p:cTn>
                  </p:par>
                  <p:par>
                    <p:cTn id="243" fill="hold">
                      <p:stCondLst>
                        <p:cond delay="indefinite"/>
                      </p:stCondLst>
                      <p:childTnLst>
                        <p:par>
                          <p:cTn id="244" fill="hold">
                            <p:stCondLst>
                              <p:cond delay="0"/>
                            </p:stCondLst>
                            <p:childTnLst>
                              <p:par>
                                <p:cTn id="245" presetID="53" presetClass="entr" presetSubtype="16" fill="hold" nodeType="clickEffect">
                                  <p:stCondLst>
                                    <p:cond delay="0"/>
                                  </p:stCondLst>
                                  <p:childTnLst>
                                    <p:set>
                                      <p:cBhvr>
                                        <p:cTn id="246" dur="1" fill="hold">
                                          <p:stCondLst>
                                            <p:cond delay="0"/>
                                          </p:stCondLst>
                                        </p:cTn>
                                        <p:tgtEl>
                                          <p:spTgt spid="129049"/>
                                        </p:tgtEl>
                                        <p:attrNameLst>
                                          <p:attrName>style.visibility</p:attrName>
                                        </p:attrNameLst>
                                      </p:cBhvr>
                                      <p:to>
                                        <p:strVal val="visible"/>
                                      </p:to>
                                    </p:set>
                                    <p:anim calcmode="lin" valueType="num">
                                      <p:cBhvr>
                                        <p:cTn id="247" dur="500" fill="hold"/>
                                        <p:tgtEl>
                                          <p:spTgt spid="129049"/>
                                        </p:tgtEl>
                                        <p:attrNameLst>
                                          <p:attrName>ppt_w</p:attrName>
                                        </p:attrNameLst>
                                      </p:cBhvr>
                                      <p:tavLst>
                                        <p:tav tm="0">
                                          <p:val>
                                            <p:fltVal val="0"/>
                                          </p:val>
                                        </p:tav>
                                        <p:tav tm="100000">
                                          <p:val>
                                            <p:strVal val="#ppt_w"/>
                                          </p:val>
                                        </p:tav>
                                      </p:tavLst>
                                    </p:anim>
                                    <p:anim calcmode="lin" valueType="num">
                                      <p:cBhvr>
                                        <p:cTn id="248" dur="500" fill="hold"/>
                                        <p:tgtEl>
                                          <p:spTgt spid="129049"/>
                                        </p:tgtEl>
                                        <p:attrNameLst>
                                          <p:attrName>ppt_h</p:attrName>
                                        </p:attrNameLst>
                                      </p:cBhvr>
                                      <p:tavLst>
                                        <p:tav tm="0">
                                          <p:val>
                                            <p:fltVal val="0"/>
                                          </p:val>
                                        </p:tav>
                                        <p:tav tm="100000">
                                          <p:val>
                                            <p:strVal val="#ppt_h"/>
                                          </p:val>
                                        </p:tav>
                                      </p:tavLst>
                                    </p:anim>
                                    <p:animEffect transition="in" filter="fade">
                                      <p:cBhvr>
                                        <p:cTn id="249" dur="500"/>
                                        <p:tgtEl>
                                          <p:spTgt spid="129049"/>
                                        </p:tgtEl>
                                      </p:cBhvr>
                                    </p:animEffect>
                                  </p:childTnLst>
                                </p:cTn>
                              </p:par>
                              <p:par>
                                <p:cTn id="250" presetID="53" presetClass="entr" presetSubtype="16" fill="hold" grpId="0" nodeType="withEffect">
                                  <p:stCondLst>
                                    <p:cond delay="0"/>
                                  </p:stCondLst>
                                  <p:childTnLst>
                                    <p:set>
                                      <p:cBhvr>
                                        <p:cTn id="251" dur="1" fill="hold">
                                          <p:stCondLst>
                                            <p:cond delay="0"/>
                                          </p:stCondLst>
                                        </p:cTn>
                                        <p:tgtEl>
                                          <p:spTgt spid="129050"/>
                                        </p:tgtEl>
                                        <p:attrNameLst>
                                          <p:attrName>style.visibility</p:attrName>
                                        </p:attrNameLst>
                                      </p:cBhvr>
                                      <p:to>
                                        <p:strVal val="visible"/>
                                      </p:to>
                                    </p:set>
                                    <p:anim calcmode="lin" valueType="num">
                                      <p:cBhvr>
                                        <p:cTn id="252" dur="500" fill="hold"/>
                                        <p:tgtEl>
                                          <p:spTgt spid="129050"/>
                                        </p:tgtEl>
                                        <p:attrNameLst>
                                          <p:attrName>ppt_w</p:attrName>
                                        </p:attrNameLst>
                                      </p:cBhvr>
                                      <p:tavLst>
                                        <p:tav tm="0">
                                          <p:val>
                                            <p:fltVal val="0"/>
                                          </p:val>
                                        </p:tav>
                                        <p:tav tm="100000">
                                          <p:val>
                                            <p:strVal val="#ppt_w"/>
                                          </p:val>
                                        </p:tav>
                                      </p:tavLst>
                                    </p:anim>
                                    <p:anim calcmode="lin" valueType="num">
                                      <p:cBhvr>
                                        <p:cTn id="253" dur="500" fill="hold"/>
                                        <p:tgtEl>
                                          <p:spTgt spid="129050"/>
                                        </p:tgtEl>
                                        <p:attrNameLst>
                                          <p:attrName>ppt_h</p:attrName>
                                        </p:attrNameLst>
                                      </p:cBhvr>
                                      <p:tavLst>
                                        <p:tav tm="0">
                                          <p:val>
                                            <p:fltVal val="0"/>
                                          </p:val>
                                        </p:tav>
                                        <p:tav tm="100000">
                                          <p:val>
                                            <p:strVal val="#ppt_h"/>
                                          </p:val>
                                        </p:tav>
                                      </p:tavLst>
                                    </p:anim>
                                    <p:animEffect transition="in" filter="fade">
                                      <p:cBhvr>
                                        <p:cTn id="254" dur="500"/>
                                        <p:tgtEl>
                                          <p:spTgt spid="129050"/>
                                        </p:tgtEl>
                                      </p:cBhvr>
                                    </p:animEffect>
                                  </p:childTnLst>
                                </p:cTn>
                              </p:par>
                            </p:childTnLst>
                          </p:cTn>
                        </p:par>
                        <p:par>
                          <p:cTn id="255" fill="hold">
                            <p:stCondLst>
                              <p:cond delay="500"/>
                            </p:stCondLst>
                            <p:childTnLst>
                              <p:par>
                                <p:cTn id="256" presetID="53" presetClass="entr" presetSubtype="16" fill="hold" grpId="0" nodeType="afterEffect">
                                  <p:stCondLst>
                                    <p:cond delay="0"/>
                                  </p:stCondLst>
                                  <p:childTnLst>
                                    <p:set>
                                      <p:cBhvr>
                                        <p:cTn id="257" dur="1" fill="hold">
                                          <p:stCondLst>
                                            <p:cond delay="0"/>
                                          </p:stCondLst>
                                        </p:cTn>
                                        <p:tgtEl>
                                          <p:spTgt spid="129048">
                                            <p:bg/>
                                          </p:spTgt>
                                        </p:tgtEl>
                                        <p:attrNameLst>
                                          <p:attrName>style.visibility</p:attrName>
                                        </p:attrNameLst>
                                      </p:cBhvr>
                                      <p:to>
                                        <p:strVal val="visible"/>
                                      </p:to>
                                    </p:set>
                                    <p:anim calcmode="lin" valueType="num">
                                      <p:cBhvr>
                                        <p:cTn id="258" dur="500" fill="hold"/>
                                        <p:tgtEl>
                                          <p:spTgt spid="129048">
                                            <p:bg/>
                                          </p:spTgt>
                                        </p:tgtEl>
                                        <p:attrNameLst>
                                          <p:attrName>ppt_w</p:attrName>
                                        </p:attrNameLst>
                                      </p:cBhvr>
                                      <p:tavLst>
                                        <p:tav tm="0">
                                          <p:val>
                                            <p:fltVal val="0"/>
                                          </p:val>
                                        </p:tav>
                                        <p:tav tm="100000">
                                          <p:val>
                                            <p:strVal val="#ppt_w"/>
                                          </p:val>
                                        </p:tav>
                                      </p:tavLst>
                                    </p:anim>
                                    <p:anim calcmode="lin" valueType="num">
                                      <p:cBhvr>
                                        <p:cTn id="259" dur="500" fill="hold"/>
                                        <p:tgtEl>
                                          <p:spTgt spid="129048">
                                            <p:bg/>
                                          </p:spTgt>
                                        </p:tgtEl>
                                        <p:attrNameLst>
                                          <p:attrName>ppt_h</p:attrName>
                                        </p:attrNameLst>
                                      </p:cBhvr>
                                      <p:tavLst>
                                        <p:tav tm="0">
                                          <p:val>
                                            <p:fltVal val="0"/>
                                          </p:val>
                                        </p:tav>
                                        <p:tav tm="100000">
                                          <p:val>
                                            <p:strVal val="#ppt_h"/>
                                          </p:val>
                                        </p:tav>
                                      </p:tavLst>
                                    </p:anim>
                                    <p:animEffect transition="in" filter="fade">
                                      <p:cBhvr>
                                        <p:cTn id="260" dur="500"/>
                                        <p:tgtEl>
                                          <p:spTgt spid="129048">
                                            <p:bg/>
                                          </p:spTgt>
                                        </p:tgtEl>
                                      </p:cBhvr>
                                    </p:animEffect>
                                  </p:childTnLst>
                                </p:cTn>
                              </p:par>
                            </p:childTnLst>
                          </p:cTn>
                        </p:par>
                        <p:par>
                          <p:cTn id="261" fill="hold">
                            <p:stCondLst>
                              <p:cond delay="1000"/>
                            </p:stCondLst>
                            <p:childTnLst>
                              <p:par>
                                <p:cTn id="262" presetID="53" presetClass="entr" presetSubtype="16" fill="hold" grpId="0" nodeType="afterEffect">
                                  <p:stCondLst>
                                    <p:cond delay="0"/>
                                  </p:stCondLst>
                                  <p:childTnLst>
                                    <p:set>
                                      <p:cBhvr>
                                        <p:cTn id="263" dur="1" fill="hold">
                                          <p:stCondLst>
                                            <p:cond delay="0"/>
                                          </p:stCondLst>
                                        </p:cTn>
                                        <p:tgtEl>
                                          <p:spTgt spid="129048">
                                            <p:txEl>
                                              <p:pRg st="0" end="0"/>
                                            </p:txEl>
                                          </p:spTgt>
                                        </p:tgtEl>
                                        <p:attrNameLst>
                                          <p:attrName>style.visibility</p:attrName>
                                        </p:attrNameLst>
                                      </p:cBhvr>
                                      <p:to>
                                        <p:strVal val="visible"/>
                                      </p:to>
                                    </p:set>
                                    <p:anim calcmode="lin" valueType="num">
                                      <p:cBhvr>
                                        <p:cTn id="264" dur="500" fill="hold"/>
                                        <p:tgtEl>
                                          <p:spTgt spid="129048">
                                            <p:txEl>
                                              <p:pRg st="0" end="0"/>
                                            </p:txEl>
                                          </p:spTgt>
                                        </p:tgtEl>
                                        <p:attrNameLst>
                                          <p:attrName>ppt_w</p:attrName>
                                        </p:attrNameLst>
                                      </p:cBhvr>
                                      <p:tavLst>
                                        <p:tav tm="0">
                                          <p:val>
                                            <p:fltVal val="0"/>
                                          </p:val>
                                        </p:tav>
                                        <p:tav tm="100000">
                                          <p:val>
                                            <p:strVal val="#ppt_w"/>
                                          </p:val>
                                        </p:tav>
                                      </p:tavLst>
                                    </p:anim>
                                    <p:anim calcmode="lin" valueType="num">
                                      <p:cBhvr>
                                        <p:cTn id="265" dur="500" fill="hold"/>
                                        <p:tgtEl>
                                          <p:spTgt spid="129048">
                                            <p:txEl>
                                              <p:pRg st="0" end="0"/>
                                            </p:txEl>
                                          </p:spTgt>
                                        </p:tgtEl>
                                        <p:attrNameLst>
                                          <p:attrName>ppt_h</p:attrName>
                                        </p:attrNameLst>
                                      </p:cBhvr>
                                      <p:tavLst>
                                        <p:tav tm="0">
                                          <p:val>
                                            <p:fltVal val="0"/>
                                          </p:val>
                                        </p:tav>
                                        <p:tav tm="100000">
                                          <p:val>
                                            <p:strVal val="#ppt_h"/>
                                          </p:val>
                                        </p:tav>
                                      </p:tavLst>
                                    </p:anim>
                                    <p:animEffect transition="in" filter="fade">
                                      <p:cBhvr>
                                        <p:cTn id="266" dur="500"/>
                                        <p:tgtEl>
                                          <p:spTgt spid="129048">
                                            <p:txEl>
                                              <p:pRg st="0" end="0"/>
                                            </p:txEl>
                                          </p:spTgt>
                                        </p:tgtEl>
                                      </p:cBhvr>
                                    </p:animEffect>
                                  </p:childTnLst>
                                </p:cTn>
                              </p:par>
                            </p:childTnLst>
                          </p:cTn>
                        </p:par>
                        <p:par>
                          <p:cTn id="267" fill="hold">
                            <p:stCondLst>
                              <p:cond delay="1500"/>
                            </p:stCondLst>
                            <p:childTnLst>
                              <p:par>
                                <p:cTn id="268" presetID="53" presetClass="entr" presetSubtype="16" fill="hold" grpId="0" nodeType="afterEffect">
                                  <p:stCondLst>
                                    <p:cond delay="0"/>
                                  </p:stCondLst>
                                  <p:childTnLst>
                                    <p:set>
                                      <p:cBhvr>
                                        <p:cTn id="269" dur="1" fill="hold">
                                          <p:stCondLst>
                                            <p:cond delay="0"/>
                                          </p:stCondLst>
                                        </p:cTn>
                                        <p:tgtEl>
                                          <p:spTgt spid="129048">
                                            <p:txEl>
                                              <p:pRg st="1" end="1"/>
                                            </p:txEl>
                                          </p:spTgt>
                                        </p:tgtEl>
                                        <p:attrNameLst>
                                          <p:attrName>style.visibility</p:attrName>
                                        </p:attrNameLst>
                                      </p:cBhvr>
                                      <p:to>
                                        <p:strVal val="visible"/>
                                      </p:to>
                                    </p:set>
                                    <p:anim calcmode="lin" valueType="num">
                                      <p:cBhvr>
                                        <p:cTn id="270" dur="500" fill="hold"/>
                                        <p:tgtEl>
                                          <p:spTgt spid="129048">
                                            <p:txEl>
                                              <p:pRg st="1" end="1"/>
                                            </p:txEl>
                                          </p:spTgt>
                                        </p:tgtEl>
                                        <p:attrNameLst>
                                          <p:attrName>ppt_w</p:attrName>
                                        </p:attrNameLst>
                                      </p:cBhvr>
                                      <p:tavLst>
                                        <p:tav tm="0">
                                          <p:val>
                                            <p:fltVal val="0"/>
                                          </p:val>
                                        </p:tav>
                                        <p:tav tm="100000">
                                          <p:val>
                                            <p:strVal val="#ppt_w"/>
                                          </p:val>
                                        </p:tav>
                                      </p:tavLst>
                                    </p:anim>
                                    <p:anim calcmode="lin" valueType="num">
                                      <p:cBhvr>
                                        <p:cTn id="271" dur="500" fill="hold"/>
                                        <p:tgtEl>
                                          <p:spTgt spid="129048">
                                            <p:txEl>
                                              <p:pRg st="1" end="1"/>
                                            </p:txEl>
                                          </p:spTgt>
                                        </p:tgtEl>
                                        <p:attrNameLst>
                                          <p:attrName>ppt_h</p:attrName>
                                        </p:attrNameLst>
                                      </p:cBhvr>
                                      <p:tavLst>
                                        <p:tav tm="0">
                                          <p:val>
                                            <p:fltVal val="0"/>
                                          </p:val>
                                        </p:tav>
                                        <p:tav tm="100000">
                                          <p:val>
                                            <p:strVal val="#ppt_h"/>
                                          </p:val>
                                        </p:tav>
                                      </p:tavLst>
                                    </p:anim>
                                    <p:animEffect transition="in" filter="fade">
                                      <p:cBhvr>
                                        <p:cTn id="272" dur="500"/>
                                        <p:tgtEl>
                                          <p:spTgt spid="129048">
                                            <p:txEl>
                                              <p:pRg st="1" end="1"/>
                                            </p:txEl>
                                          </p:spTgt>
                                        </p:tgtEl>
                                      </p:cBhvr>
                                    </p:animEffect>
                                  </p:childTnLst>
                                </p:cTn>
                              </p:par>
                            </p:childTnLst>
                          </p:cTn>
                        </p:par>
                      </p:childTnLst>
                    </p:cTn>
                  </p:par>
                  <p:par>
                    <p:cTn id="273" fill="hold">
                      <p:stCondLst>
                        <p:cond delay="indefinite"/>
                      </p:stCondLst>
                      <p:childTnLst>
                        <p:par>
                          <p:cTn id="274" fill="hold">
                            <p:stCondLst>
                              <p:cond delay="0"/>
                            </p:stCondLst>
                            <p:childTnLst>
                              <p:par>
                                <p:cTn id="275" presetID="53" presetClass="entr" presetSubtype="16" fill="hold" grpId="0" nodeType="clickEffect">
                                  <p:stCondLst>
                                    <p:cond delay="0"/>
                                  </p:stCondLst>
                                  <p:childTnLst>
                                    <p:set>
                                      <p:cBhvr>
                                        <p:cTn id="276" dur="1" fill="hold">
                                          <p:stCondLst>
                                            <p:cond delay="0"/>
                                          </p:stCondLst>
                                        </p:cTn>
                                        <p:tgtEl>
                                          <p:spTgt spid="129048">
                                            <p:txEl>
                                              <p:pRg st="2" end="2"/>
                                            </p:txEl>
                                          </p:spTgt>
                                        </p:tgtEl>
                                        <p:attrNameLst>
                                          <p:attrName>style.visibility</p:attrName>
                                        </p:attrNameLst>
                                      </p:cBhvr>
                                      <p:to>
                                        <p:strVal val="visible"/>
                                      </p:to>
                                    </p:set>
                                    <p:anim calcmode="lin" valueType="num">
                                      <p:cBhvr>
                                        <p:cTn id="277" dur="500" fill="hold"/>
                                        <p:tgtEl>
                                          <p:spTgt spid="129048">
                                            <p:txEl>
                                              <p:pRg st="2" end="2"/>
                                            </p:txEl>
                                          </p:spTgt>
                                        </p:tgtEl>
                                        <p:attrNameLst>
                                          <p:attrName>ppt_w</p:attrName>
                                        </p:attrNameLst>
                                      </p:cBhvr>
                                      <p:tavLst>
                                        <p:tav tm="0">
                                          <p:val>
                                            <p:fltVal val="0"/>
                                          </p:val>
                                        </p:tav>
                                        <p:tav tm="100000">
                                          <p:val>
                                            <p:strVal val="#ppt_w"/>
                                          </p:val>
                                        </p:tav>
                                      </p:tavLst>
                                    </p:anim>
                                    <p:anim calcmode="lin" valueType="num">
                                      <p:cBhvr>
                                        <p:cTn id="278" dur="500" fill="hold"/>
                                        <p:tgtEl>
                                          <p:spTgt spid="129048">
                                            <p:txEl>
                                              <p:pRg st="2" end="2"/>
                                            </p:txEl>
                                          </p:spTgt>
                                        </p:tgtEl>
                                        <p:attrNameLst>
                                          <p:attrName>ppt_h</p:attrName>
                                        </p:attrNameLst>
                                      </p:cBhvr>
                                      <p:tavLst>
                                        <p:tav tm="0">
                                          <p:val>
                                            <p:fltVal val="0"/>
                                          </p:val>
                                        </p:tav>
                                        <p:tav tm="100000">
                                          <p:val>
                                            <p:strVal val="#ppt_h"/>
                                          </p:val>
                                        </p:tav>
                                      </p:tavLst>
                                    </p:anim>
                                    <p:animEffect transition="in" filter="fade">
                                      <p:cBhvr>
                                        <p:cTn id="279" dur="500"/>
                                        <p:tgtEl>
                                          <p:spTgt spid="129048">
                                            <p:txEl>
                                              <p:pRg st="2" end="2"/>
                                            </p:txEl>
                                          </p:spTgt>
                                        </p:tgtEl>
                                      </p:cBhvr>
                                    </p:animEffect>
                                  </p:childTnLst>
                                </p:cTn>
                              </p:par>
                            </p:childTnLst>
                          </p:cTn>
                        </p:par>
                      </p:childTnLst>
                    </p:cTn>
                  </p:par>
                  <p:par>
                    <p:cTn id="280" fill="hold">
                      <p:stCondLst>
                        <p:cond delay="indefinite"/>
                      </p:stCondLst>
                      <p:childTnLst>
                        <p:par>
                          <p:cTn id="281" fill="hold">
                            <p:stCondLst>
                              <p:cond delay="0"/>
                            </p:stCondLst>
                            <p:childTnLst>
                              <p:par>
                                <p:cTn id="282" presetID="53" presetClass="entr" presetSubtype="16" fill="hold" grpId="0" nodeType="clickEffect">
                                  <p:stCondLst>
                                    <p:cond delay="0"/>
                                  </p:stCondLst>
                                  <p:childTnLst>
                                    <p:set>
                                      <p:cBhvr>
                                        <p:cTn id="283" dur="1" fill="hold">
                                          <p:stCondLst>
                                            <p:cond delay="0"/>
                                          </p:stCondLst>
                                        </p:cTn>
                                        <p:tgtEl>
                                          <p:spTgt spid="129048">
                                            <p:txEl>
                                              <p:pRg st="3" end="3"/>
                                            </p:txEl>
                                          </p:spTgt>
                                        </p:tgtEl>
                                        <p:attrNameLst>
                                          <p:attrName>style.visibility</p:attrName>
                                        </p:attrNameLst>
                                      </p:cBhvr>
                                      <p:to>
                                        <p:strVal val="visible"/>
                                      </p:to>
                                    </p:set>
                                    <p:anim calcmode="lin" valueType="num">
                                      <p:cBhvr>
                                        <p:cTn id="284" dur="500" fill="hold"/>
                                        <p:tgtEl>
                                          <p:spTgt spid="129048">
                                            <p:txEl>
                                              <p:pRg st="3" end="3"/>
                                            </p:txEl>
                                          </p:spTgt>
                                        </p:tgtEl>
                                        <p:attrNameLst>
                                          <p:attrName>ppt_w</p:attrName>
                                        </p:attrNameLst>
                                      </p:cBhvr>
                                      <p:tavLst>
                                        <p:tav tm="0">
                                          <p:val>
                                            <p:fltVal val="0"/>
                                          </p:val>
                                        </p:tav>
                                        <p:tav tm="100000">
                                          <p:val>
                                            <p:strVal val="#ppt_w"/>
                                          </p:val>
                                        </p:tav>
                                      </p:tavLst>
                                    </p:anim>
                                    <p:anim calcmode="lin" valueType="num">
                                      <p:cBhvr>
                                        <p:cTn id="285" dur="500" fill="hold"/>
                                        <p:tgtEl>
                                          <p:spTgt spid="129048">
                                            <p:txEl>
                                              <p:pRg st="3" end="3"/>
                                            </p:txEl>
                                          </p:spTgt>
                                        </p:tgtEl>
                                        <p:attrNameLst>
                                          <p:attrName>ppt_h</p:attrName>
                                        </p:attrNameLst>
                                      </p:cBhvr>
                                      <p:tavLst>
                                        <p:tav tm="0">
                                          <p:val>
                                            <p:fltVal val="0"/>
                                          </p:val>
                                        </p:tav>
                                        <p:tav tm="100000">
                                          <p:val>
                                            <p:strVal val="#ppt_h"/>
                                          </p:val>
                                        </p:tav>
                                      </p:tavLst>
                                    </p:anim>
                                    <p:animEffect transition="in" filter="fade">
                                      <p:cBhvr>
                                        <p:cTn id="286" dur="500"/>
                                        <p:tgtEl>
                                          <p:spTgt spid="129048">
                                            <p:txEl>
                                              <p:pRg st="3" end="3"/>
                                            </p:txEl>
                                          </p:spTgt>
                                        </p:tgtEl>
                                      </p:cBhvr>
                                    </p:animEffect>
                                  </p:childTnLst>
                                </p:cTn>
                              </p:par>
                            </p:childTnLst>
                          </p:cTn>
                        </p:par>
                      </p:childTnLst>
                    </p:cTn>
                  </p:par>
                  <p:par>
                    <p:cTn id="287" fill="hold">
                      <p:stCondLst>
                        <p:cond delay="indefinite"/>
                      </p:stCondLst>
                      <p:childTnLst>
                        <p:par>
                          <p:cTn id="288" fill="hold">
                            <p:stCondLst>
                              <p:cond delay="0"/>
                            </p:stCondLst>
                            <p:childTnLst>
                              <p:par>
                                <p:cTn id="289" presetID="53" presetClass="entr" presetSubtype="16" fill="hold" grpId="0" nodeType="clickEffect">
                                  <p:stCondLst>
                                    <p:cond delay="0"/>
                                  </p:stCondLst>
                                  <p:childTnLst>
                                    <p:set>
                                      <p:cBhvr>
                                        <p:cTn id="290" dur="1" fill="hold">
                                          <p:stCondLst>
                                            <p:cond delay="0"/>
                                          </p:stCondLst>
                                        </p:cTn>
                                        <p:tgtEl>
                                          <p:spTgt spid="129048">
                                            <p:txEl>
                                              <p:pRg st="4" end="4"/>
                                            </p:txEl>
                                          </p:spTgt>
                                        </p:tgtEl>
                                        <p:attrNameLst>
                                          <p:attrName>style.visibility</p:attrName>
                                        </p:attrNameLst>
                                      </p:cBhvr>
                                      <p:to>
                                        <p:strVal val="visible"/>
                                      </p:to>
                                    </p:set>
                                    <p:anim calcmode="lin" valueType="num">
                                      <p:cBhvr>
                                        <p:cTn id="291" dur="500" fill="hold"/>
                                        <p:tgtEl>
                                          <p:spTgt spid="129048">
                                            <p:txEl>
                                              <p:pRg st="4" end="4"/>
                                            </p:txEl>
                                          </p:spTgt>
                                        </p:tgtEl>
                                        <p:attrNameLst>
                                          <p:attrName>ppt_w</p:attrName>
                                        </p:attrNameLst>
                                      </p:cBhvr>
                                      <p:tavLst>
                                        <p:tav tm="0">
                                          <p:val>
                                            <p:fltVal val="0"/>
                                          </p:val>
                                        </p:tav>
                                        <p:tav tm="100000">
                                          <p:val>
                                            <p:strVal val="#ppt_w"/>
                                          </p:val>
                                        </p:tav>
                                      </p:tavLst>
                                    </p:anim>
                                    <p:anim calcmode="lin" valueType="num">
                                      <p:cBhvr>
                                        <p:cTn id="292" dur="500" fill="hold"/>
                                        <p:tgtEl>
                                          <p:spTgt spid="129048">
                                            <p:txEl>
                                              <p:pRg st="4" end="4"/>
                                            </p:txEl>
                                          </p:spTgt>
                                        </p:tgtEl>
                                        <p:attrNameLst>
                                          <p:attrName>ppt_h</p:attrName>
                                        </p:attrNameLst>
                                      </p:cBhvr>
                                      <p:tavLst>
                                        <p:tav tm="0">
                                          <p:val>
                                            <p:fltVal val="0"/>
                                          </p:val>
                                        </p:tav>
                                        <p:tav tm="100000">
                                          <p:val>
                                            <p:strVal val="#ppt_h"/>
                                          </p:val>
                                        </p:tav>
                                      </p:tavLst>
                                    </p:anim>
                                    <p:animEffect transition="in" filter="fade">
                                      <p:cBhvr>
                                        <p:cTn id="293" dur="500"/>
                                        <p:tgtEl>
                                          <p:spTgt spid="129048">
                                            <p:txEl>
                                              <p:pRg st="4" end="4"/>
                                            </p:txEl>
                                          </p:spTgt>
                                        </p:tgtEl>
                                      </p:cBhvr>
                                    </p:animEffect>
                                  </p:childTnLst>
                                </p:cTn>
                              </p:par>
                            </p:childTnLst>
                          </p:cTn>
                        </p:par>
                      </p:childTnLst>
                    </p:cTn>
                  </p:par>
                  <p:par>
                    <p:cTn id="294" fill="hold">
                      <p:stCondLst>
                        <p:cond delay="indefinite"/>
                      </p:stCondLst>
                      <p:childTnLst>
                        <p:par>
                          <p:cTn id="295" fill="hold">
                            <p:stCondLst>
                              <p:cond delay="0"/>
                            </p:stCondLst>
                            <p:childTnLst>
                              <p:par>
                                <p:cTn id="296" presetID="53" presetClass="entr" presetSubtype="16" fill="hold" grpId="0" nodeType="clickEffect">
                                  <p:stCondLst>
                                    <p:cond delay="0"/>
                                  </p:stCondLst>
                                  <p:childTnLst>
                                    <p:set>
                                      <p:cBhvr>
                                        <p:cTn id="297" dur="1" fill="hold">
                                          <p:stCondLst>
                                            <p:cond delay="0"/>
                                          </p:stCondLst>
                                        </p:cTn>
                                        <p:tgtEl>
                                          <p:spTgt spid="129053"/>
                                        </p:tgtEl>
                                        <p:attrNameLst>
                                          <p:attrName>style.visibility</p:attrName>
                                        </p:attrNameLst>
                                      </p:cBhvr>
                                      <p:to>
                                        <p:strVal val="visible"/>
                                      </p:to>
                                    </p:set>
                                    <p:anim calcmode="lin" valueType="num">
                                      <p:cBhvr>
                                        <p:cTn id="298" dur="500" fill="hold"/>
                                        <p:tgtEl>
                                          <p:spTgt spid="129053"/>
                                        </p:tgtEl>
                                        <p:attrNameLst>
                                          <p:attrName>ppt_w</p:attrName>
                                        </p:attrNameLst>
                                      </p:cBhvr>
                                      <p:tavLst>
                                        <p:tav tm="0">
                                          <p:val>
                                            <p:fltVal val="0"/>
                                          </p:val>
                                        </p:tav>
                                        <p:tav tm="100000">
                                          <p:val>
                                            <p:strVal val="#ppt_w"/>
                                          </p:val>
                                        </p:tav>
                                      </p:tavLst>
                                    </p:anim>
                                    <p:anim calcmode="lin" valueType="num">
                                      <p:cBhvr>
                                        <p:cTn id="299" dur="500" fill="hold"/>
                                        <p:tgtEl>
                                          <p:spTgt spid="129053"/>
                                        </p:tgtEl>
                                        <p:attrNameLst>
                                          <p:attrName>ppt_h</p:attrName>
                                        </p:attrNameLst>
                                      </p:cBhvr>
                                      <p:tavLst>
                                        <p:tav tm="0">
                                          <p:val>
                                            <p:fltVal val="0"/>
                                          </p:val>
                                        </p:tav>
                                        <p:tav tm="100000">
                                          <p:val>
                                            <p:strVal val="#ppt_h"/>
                                          </p:val>
                                        </p:tav>
                                      </p:tavLst>
                                    </p:anim>
                                    <p:animEffect transition="in" filter="fade">
                                      <p:cBhvr>
                                        <p:cTn id="300" dur="500"/>
                                        <p:tgtEl>
                                          <p:spTgt spid="129053"/>
                                        </p:tgtEl>
                                      </p:cBhvr>
                                    </p:animEffect>
                                  </p:childTnLst>
                                </p:cTn>
                              </p:par>
                              <p:par>
                                <p:cTn id="301" presetID="53" presetClass="entr" presetSubtype="16" fill="hold" nodeType="withEffect">
                                  <p:stCondLst>
                                    <p:cond delay="0"/>
                                  </p:stCondLst>
                                  <p:childTnLst>
                                    <p:set>
                                      <p:cBhvr>
                                        <p:cTn id="302" dur="1" fill="hold">
                                          <p:stCondLst>
                                            <p:cond delay="0"/>
                                          </p:stCondLst>
                                        </p:cTn>
                                        <p:tgtEl>
                                          <p:spTgt spid="129052"/>
                                        </p:tgtEl>
                                        <p:attrNameLst>
                                          <p:attrName>style.visibility</p:attrName>
                                        </p:attrNameLst>
                                      </p:cBhvr>
                                      <p:to>
                                        <p:strVal val="visible"/>
                                      </p:to>
                                    </p:set>
                                    <p:anim calcmode="lin" valueType="num">
                                      <p:cBhvr>
                                        <p:cTn id="303" dur="500" fill="hold"/>
                                        <p:tgtEl>
                                          <p:spTgt spid="129052"/>
                                        </p:tgtEl>
                                        <p:attrNameLst>
                                          <p:attrName>ppt_w</p:attrName>
                                        </p:attrNameLst>
                                      </p:cBhvr>
                                      <p:tavLst>
                                        <p:tav tm="0">
                                          <p:val>
                                            <p:fltVal val="0"/>
                                          </p:val>
                                        </p:tav>
                                        <p:tav tm="100000">
                                          <p:val>
                                            <p:strVal val="#ppt_w"/>
                                          </p:val>
                                        </p:tav>
                                      </p:tavLst>
                                    </p:anim>
                                    <p:anim calcmode="lin" valueType="num">
                                      <p:cBhvr>
                                        <p:cTn id="304" dur="500" fill="hold"/>
                                        <p:tgtEl>
                                          <p:spTgt spid="129052"/>
                                        </p:tgtEl>
                                        <p:attrNameLst>
                                          <p:attrName>ppt_h</p:attrName>
                                        </p:attrNameLst>
                                      </p:cBhvr>
                                      <p:tavLst>
                                        <p:tav tm="0">
                                          <p:val>
                                            <p:fltVal val="0"/>
                                          </p:val>
                                        </p:tav>
                                        <p:tav tm="100000">
                                          <p:val>
                                            <p:strVal val="#ppt_h"/>
                                          </p:val>
                                        </p:tav>
                                      </p:tavLst>
                                    </p:anim>
                                    <p:animEffect transition="in" filter="fade">
                                      <p:cBhvr>
                                        <p:cTn id="305" dur="500"/>
                                        <p:tgtEl>
                                          <p:spTgt spid="129052"/>
                                        </p:tgtEl>
                                      </p:cBhvr>
                                    </p:animEffect>
                                  </p:childTnLst>
                                </p:cTn>
                              </p:par>
                            </p:childTnLst>
                          </p:cTn>
                        </p:par>
                        <p:par>
                          <p:cTn id="306" fill="hold">
                            <p:stCondLst>
                              <p:cond delay="500"/>
                            </p:stCondLst>
                            <p:childTnLst>
                              <p:par>
                                <p:cTn id="307" presetID="53" presetClass="entr" presetSubtype="16" fill="hold" grpId="0" nodeType="afterEffect">
                                  <p:stCondLst>
                                    <p:cond delay="0"/>
                                  </p:stCondLst>
                                  <p:childTnLst>
                                    <p:set>
                                      <p:cBhvr>
                                        <p:cTn id="308" dur="1" fill="hold">
                                          <p:stCondLst>
                                            <p:cond delay="0"/>
                                          </p:stCondLst>
                                        </p:cTn>
                                        <p:tgtEl>
                                          <p:spTgt spid="129051"/>
                                        </p:tgtEl>
                                        <p:attrNameLst>
                                          <p:attrName>style.visibility</p:attrName>
                                        </p:attrNameLst>
                                      </p:cBhvr>
                                      <p:to>
                                        <p:strVal val="visible"/>
                                      </p:to>
                                    </p:set>
                                    <p:anim calcmode="lin" valueType="num">
                                      <p:cBhvr>
                                        <p:cTn id="309" dur="500" fill="hold"/>
                                        <p:tgtEl>
                                          <p:spTgt spid="129051"/>
                                        </p:tgtEl>
                                        <p:attrNameLst>
                                          <p:attrName>ppt_w</p:attrName>
                                        </p:attrNameLst>
                                      </p:cBhvr>
                                      <p:tavLst>
                                        <p:tav tm="0">
                                          <p:val>
                                            <p:fltVal val="0"/>
                                          </p:val>
                                        </p:tav>
                                        <p:tav tm="100000">
                                          <p:val>
                                            <p:strVal val="#ppt_w"/>
                                          </p:val>
                                        </p:tav>
                                      </p:tavLst>
                                    </p:anim>
                                    <p:anim calcmode="lin" valueType="num">
                                      <p:cBhvr>
                                        <p:cTn id="310" dur="500" fill="hold"/>
                                        <p:tgtEl>
                                          <p:spTgt spid="129051"/>
                                        </p:tgtEl>
                                        <p:attrNameLst>
                                          <p:attrName>ppt_h</p:attrName>
                                        </p:attrNameLst>
                                      </p:cBhvr>
                                      <p:tavLst>
                                        <p:tav tm="0">
                                          <p:val>
                                            <p:fltVal val="0"/>
                                          </p:val>
                                        </p:tav>
                                        <p:tav tm="100000">
                                          <p:val>
                                            <p:strVal val="#ppt_h"/>
                                          </p:val>
                                        </p:tav>
                                      </p:tavLst>
                                    </p:anim>
                                    <p:animEffect transition="in" filter="fade">
                                      <p:cBhvr>
                                        <p:cTn id="311" dur="500"/>
                                        <p:tgtEl>
                                          <p:spTgt spid="129051"/>
                                        </p:tgtEl>
                                      </p:cBhvr>
                                    </p:animEffect>
                                  </p:childTnLst>
                                </p:cTn>
                              </p:par>
                            </p:childTnLst>
                          </p:cTn>
                        </p:par>
                      </p:childTnLst>
                    </p:cTn>
                  </p:par>
                  <p:par>
                    <p:cTn id="312" fill="hold">
                      <p:stCondLst>
                        <p:cond delay="indefinite"/>
                      </p:stCondLst>
                      <p:childTnLst>
                        <p:par>
                          <p:cTn id="313" fill="hold">
                            <p:stCondLst>
                              <p:cond delay="0"/>
                            </p:stCondLst>
                            <p:childTnLst>
                              <p:par>
                                <p:cTn id="314" presetID="53" presetClass="entr" presetSubtype="16" fill="hold" grpId="0" nodeType="clickEffect">
                                  <p:stCondLst>
                                    <p:cond delay="0"/>
                                  </p:stCondLst>
                                  <p:childTnLst>
                                    <p:set>
                                      <p:cBhvr>
                                        <p:cTn id="315" dur="1" fill="hold">
                                          <p:stCondLst>
                                            <p:cond delay="0"/>
                                          </p:stCondLst>
                                        </p:cTn>
                                        <p:tgtEl>
                                          <p:spTgt spid="129056"/>
                                        </p:tgtEl>
                                        <p:attrNameLst>
                                          <p:attrName>style.visibility</p:attrName>
                                        </p:attrNameLst>
                                      </p:cBhvr>
                                      <p:to>
                                        <p:strVal val="visible"/>
                                      </p:to>
                                    </p:set>
                                    <p:anim calcmode="lin" valueType="num">
                                      <p:cBhvr>
                                        <p:cTn id="316" dur="500" fill="hold"/>
                                        <p:tgtEl>
                                          <p:spTgt spid="129056"/>
                                        </p:tgtEl>
                                        <p:attrNameLst>
                                          <p:attrName>ppt_w</p:attrName>
                                        </p:attrNameLst>
                                      </p:cBhvr>
                                      <p:tavLst>
                                        <p:tav tm="0">
                                          <p:val>
                                            <p:fltVal val="0"/>
                                          </p:val>
                                        </p:tav>
                                        <p:tav tm="100000">
                                          <p:val>
                                            <p:strVal val="#ppt_w"/>
                                          </p:val>
                                        </p:tav>
                                      </p:tavLst>
                                    </p:anim>
                                    <p:anim calcmode="lin" valueType="num">
                                      <p:cBhvr>
                                        <p:cTn id="317" dur="500" fill="hold"/>
                                        <p:tgtEl>
                                          <p:spTgt spid="129056"/>
                                        </p:tgtEl>
                                        <p:attrNameLst>
                                          <p:attrName>ppt_h</p:attrName>
                                        </p:attrNameLst>
                                      </p:cBhvr>
                                      <p:tavLst>
                                        <p:tav tm="0">
                                          <p:val>
                                            <p:fltVal val="0"/>
                                          </p:val>
                                        </p:tav>
                                        <p:tav tm="100000">
                                          <p:val>
                                            <p:strVal val="#ppt_h"/>
                                          </p:val>
                                        </p:tav>
                                      </p:tavLst>
                                    </p:anim>
                                    <p:animEffect transition="in" filter="fade">
                                      <p:cBhvr>
                                        <p:cTn id="318" dur="500"/>
                                        <p:tgtEl>
                                          <p:spTgt spid="129056"/>
                                        </p:tgtEl>
                                      </p:cBhvr>
                                    </p:animEffect>
                                  </p:childTnLst>
                                </p:cTn>
                              </p:par>
                              <p:par>
                                <p:cTn id="319" presetID="53" presetClass="entr" presetSubtype="16" fill="hold" nodeType="withEffect">
                                  <p:stCondLst>
                                    <p:cond delay="0"/>
                                  </p:stCondLst>
                                  <p:childTnLst>
                                    <p:set>
                                      <p:cBhvr>
                                        <p:cTn id="320" dur="1" fill="hold">
                                          <p:stCondLst>
                                            <p:cond delay="0"/>
                                          </p:stCondLst>
                                        </p:cTn>
                                        <p:tgtEl>
                                          <p:spTgt spid="129055"/>
                                        </p:tgtEl>
                                        <p:attrNameLst>
                                          <p:attrName>style.visibility</p:attrName>
                                        </p:attrNameLst>
                                      </p:cBhvr>
                                      <p:to>
                                        <p:strVal val="visible"/>
                                      </p:to>
                                    </p:set>
                                    <p:anim calcmode="lin" valueType="num">
                                      <p:cBhvr>
                                        <p:cTn id="321" dur="500" fill="hold"/>
                                        <p:tgtEl>
                                          <p:spTgt spid="129055"/>
                                        </p:tgtEl>
                                        <p:attrNameLst>
                                          <p:attrName>ppt_w</p:attrName>
                                        </p:attrNameLst>
                                      </p:cBhvr>
                                      <p:tavLst>
                                        <p:tav tm="0">
                                          <p:val>
                                            <p:fltVal val="0"/>
                                          </p:val>
                                        </p:tav>
                                        <p:tav tm="100000">
                                          <p:val>
                                            <p:strVal val="#ppt_w"/>
                                          </p:val>
                                        </p:tav>
                                      </p:tavLst>
                                    </p:anim>
                                    <p:anim calcmode="lin" valueType="num">
                                      <p:cBhvr>
                                        <p:cTn id="322" dur="500" fill="hold"/>
                                        <p:tgtEl>
                                          <p:spTgt spid="129055"/>
                                        </p:tgtEl>
                                        <p:attrNameLst>
                                          <p:attrName>ppt_h</p:attrName>
                                        </p:attrNameLst>
                                      </p:cBhvr>
                                      <p:tavLst>
                                        <p:tav tm="0">
                                          <p:val>
                                            <p:fltVal val="0"/>
                                          </p:val>
                                        </p:tav>
                                        <p:tav tm="100000">
                                          <p:val>
                                            <p:strVal val="#ppt_h"/>
                                          </p:val>
                                        </p:tav>
                                      </p:tavLst>
                                    </p:anim>
                                    <p:animEffect transition="in" filter="fade">
                                      <p:cBhvr>
                                        <p:cTn id="323" dur="500"/>
                                        <p:tgtEl>
                                          <p:spTgt spid="129055"/>
                                        </p:tgtEl>
                                      </p:cBhvr>
                                    </p:animEffect>
                                  </p:childTnLst>
                                </p:cTn>
                              </p:par>
                            </p:childTnLst>
                          </p:cTn>
                        </p:par>
                        <p:par>
                          <p:cTn id="324" fill="hold">
                            <p:stCondLst>
                              <p:cond delay="500"/>
                            </p:stCondLst>
                            <p:childTnLst>
                              <p:par>
                                <p:cTn id="325" presetID="53" presetClass="entr" presetSubtype="16" fill="hold" grpId="0" nodeType="afterEffect">
                                  <p:stCondLst>
                                    <p:cond delay="0"/>
                                  </p:stCondLst>
                                  <p:childTnLst>
                                    <p:set>
                                      <p:cBhvr>
                                        <p:cTn id="326" dur="1" fill="hold">
                                          <p:stCondLst>
                                            <p:cond delay="0"/>
                                          </p:stCondLst>
                                        </p:cTn>
                                        <p:tgtEl>
                                          <p:spTgt spid="129054"/>
                                        </p:tgtEl>
                                        <p:attrNameLst>
                                          <p:attrName>style.visibility</p:attrName>
                                        </p:attrNameLst>
                                      </p:cBhvr>
                                      <p:to>
                                        <p:strVal val="visible"/>
                                      </p:to>
                                    </p:set>
                                    <p:anim calcmode="lin" valueType="num">
                                      <p:cBhvr>
                                        <p:cTn id="327" dur="500" fill="hold"/>
                                        <p:tgtEl>
                                          <p:spTgt spid="129054"/>
                                        </p:tgtEl>
                                        <p:attrNameLst>
                                          <p:attrName>ppt_w</p:attrName>
                                        </p:attrNameLst>
                                      </p:cBhvr>
                                      <p:tavLst>
                                        <p:tav tm="0">
                                          <p:val>
                                            <p:fltVal val="0"/>
                                          </p:val>
                                        </p:tav>
                                        <p:tav tm="100000">
                                          <p:val>
                                            <p:strVal val="#ppt_w"/>
                                          </p:val>
                                        </p:tav>
                                      </p:tavLst>
                                    </p:anim>
                                    <p:anim calcmode="lin" valueType="num">
                                      <p:cBhvr>
                                        <p:cTn id="328" dur="500" fill="hold"/>
                                        <p:tgtEl>
                                          <p:spTgt spid="129054"/>
                                        </p:tgtEl>
                                        <p:attrNameLst>
                                          <p:attrName>ppt_h</p:attrName>
                                        </p:attrNameLst>
                                      </p:cBhvr>
                                      <p:tavLst>
                                        <p:tav tm="0">
                                          <p:val>
                                            <p:fltVal val="0"/>
                                          </p:val>
                                        </p:tav>
                                        <p:tav tm="100000">
                                          <p:val>
                                            <p:strVal val="#ppt_h"/>
                                          </p:val>
                                        </p:tav>
                                      </p:tavLst>
                                    </p:anim>
                                    <p:animEffect transition="in" filter="fade">
                                      <p:cBhvr>
                                        <p:cTn id="329" dur="500"/>
                                        <p:tgtEl>
                                          <p:spTgt spid="129054"/>
                                        </p:tgtEl>
                                      </p:cBhvr>
                                    </p:animEffect>
                                  </p:childTnLst>
                                </p:cTn>
                              </p:par>
                            </p:childTnLst>
                          </p:cTn>
                        </p:par>
                      </p:childTnLst>
                    </p:cTn>
                  </p:par>
                  <p:par>
                    <p:cTn id="330" fill="hold">
                      <p:stCondLst>
                        <p:cond delay="indefinite"/>
                      </p:stCondLst>
                      <p:childTnLst>
                        <p:par>
                          <p:cTn id="331" fill="hold">
                            <p:stCondLst>
                              <p:cond delay="0"/>
                            </p:stCondLst>
                            <p:childTnLst>
                              <p:par>
                                <p:cTn id="332" presetID="53" presetClass="entr" presetSubtype="16" fill="hold" grpId="0" nodeType="clickEffect">
                                  <p:stCondLst>
                                    <p:cond delay="0"/>
                                  </p:stCondLst>
                                  <p:childTnLst>
                                    <p:set>
                                      <p:cBhvr>
                                        <p:cTn id="333" dur="1" fill="hold">
                                          <p:stCondLst>
                                            <p:cond delay="0"/>
                                          </p:stCondLst>
                                        </p:cTn>
                                        <p:tgtEl>
                                          <p:spTgt spid="129067"/>
                                        </p:tgtEl>
                                        <p:attrNameLst>
                                          <p:attrName>style.visibility</p:attrName>
                                        </p:attrNameLst>
                                      </p:cBhvr>
                                      <p:to>
                                        <p:strVal val="visible"/>
                                      </p:to>
                                    </p:set>
                                    <p:anim calcmode="lin" valueType="num">
                                      <p:cBhvr>
                                        <p:cTn id="334" dur="500" fill="hold"/>
                                        <p:tgtEl>
                                          <p:spTgt spid="129067"/>
                                        </p:tgtEl>
                                        <p:attrNameLst>
                                          <p:attrName>ppt_w</p:attrName>
                                        </p:attrNameLst>
                                      </p:cBhvr>
                                      <p:tavLst>
                                        <p:tav tm="0">
                                          <p:val>
                                            <p:fltVal val="0"/>
                                          </p:val>
                                        </p:tav>
                                        <p:tav tm="100000">
                                          <p:val>
                                            <p:strVal val="#ppt_w"/>
                                          </p:val>
                                        </p:tav>
                                      </p:tavLst>
                                    </p:anim>
                                    <p:anim calcmode="lin" valueType="num">
                                      <p:cBhvr>
                                        <p:cTn id="335" dur="500" fill="hold"/>
                                        <p:tgtEl>
                                          <p:spTgt spid="129067"/>
                                        </p:tgtEl>
                                        <p:attrNameLst>
                                          <p:attrName>ppt_h</p:attrName>
                                        </p:attrNameLst>
                                      </p:cBhvr>
                                      <p:tavLst>
                                        <p:tav tm="0">
                                          <p:val>
                                            <p:fltVal val="0"/>
                                          </p:val>
                                        </p:tav>
                                        <p:tav tm="100000">
                                          <p:val>
                                            <p:strVal val="#ppt_h"/>
                                          </p:val>
                                        </p:tav>
                                      </p:tavLst>
                                    </p:anim>
                                    <p:animEffect transition="in" filter="fade">
                                      <p:cBhvr>
                                        <p:cTn id="336" dur="500"/>
                                        <p:tgtEl>
                                          <p:spTgt spid="129067"/>
                                        </p:tgtEl>
                                      </p:cBhvr>
                                    </p:animEffect>
                                  </p:childTnLst>
                                </p:cTn>
                              </p:par>
                              <p:par>
                                <p:cTn id="337" presetID="53" presetClass="entr" presetSubtype="16" fill="hold" nodeType="withEffect">
                                  <p:stCondLst>
                                    <p:cond delay="0"/>
                                  </p:stCondLst>
                                  <p:childTnLst>
                                    <p:set>
                                      <p:cBhvr>
                                        <p:cTn id="338" dur="1" fill="hold">
                                          <p:stCondLst>
                                            <p:cond delay="0"/>
                                          </p:stCondLst>
                                        </p:cTn>
                                        <p:tgtEl>
                                          <p:spTgt spid="63"/>
                                        </p:tgtEl>
                                        <p:attrNameLst>
                                          <p:attrName>style.visibility</p:attrName>
                                        </p:attrNameLst>
                                      </p:cBhvr>
                                      <p:to>
                                        <p:strVal val="visible"/>
                                      </p:to>
                                    </p:set>
                                    <p:anim calcmode="lin" valueType="num">
                                      <p:cBhvr>
                                        <p:cTn id="339" dur="500" fill="hold"/>
                                        <p:tgtEl>
                                          <p:spTgt spid="63"/>
                                        </p:tgtEl>
                                        <p:attrNameLst>
                                          <p:attrName>ppt_w</p:attrName>
                                        </p:attrNameLst>
                                      </p:cBhvr>
                                      <p:tavLst>
                                        <p:tav tm="0">
                                          <p:val>
                                            <p:fltVal val="0"/>
                                          </p:val>
                                        </p:tav>
                                        <p:tav tm="100000">
                                          <p:val>
                                            <p:strVal val="#ppt_w"/>
                                          </p:val>
                                        </p:tav>
                                      </p:tavLst>
                                    </p:anim>
                                    <p:anim calcmode="lin" valueType="num">
                                      <p:cBhvr>
                                        <p:cTn id="340" dur="500" fill="hold"/>
                                        <p:tgtEl>
                                          <p:spTgt spid="63"/>
                                        </p:tgtEl>
                                        <p:attrNameLst>
                                          <p:attrName>ppt_h</p:attrName>
                                        </p:attrNameLst>
                                      </p:cBhvr>
                                      <p:tavLst>
                                        <p:tav tm="0">
                                          <p:val>
                                            <p:fltVal val="0"/>
                                          </p:val>
                                        </p:tav>
                                        <p:tav tm="100000">
                                          <p:val>
                                            <p:strVal val="#ppt_h"/>
                                          </p:val>
                                        </p:tav>
                                      </p:tavLst>
                                    </p:anim>
                                    <p:animEffect transition="in" filter="fade">
                                      <p:cBhvr>
                                        <p:cTn id="341" dur="500"/>
                                        <p:tgtEl>
                                          <p:spTgt spid="63"/>
                                        </p:tgtEl>
                                      </p:cBhvr>
                                    </p:animEffect>
                                  </p:childTnLst>
                                </p:cTn>
                              </p:par>
                            </p:childTnLst>
                          </p:cTn>
                        </p:par>
                      </p:childTnLst>
                    </p:cTn>
                  </p:par>
                  <p:par>
                    <p:cTn id="342" fill="hold">
                      <p:stCondLst>
                        <p:cond delay="indefinite"/>
                      </p:stCondLst>
                      <p:childTnLst>
                        <p:par>
                          <p:cTn id="343" fill="hold">
                            <p:stCondLst>
                              <p:cond delay="0"/>
                            </p:stCondLst>
                            <p:childTnLst>
                              <p:par>
                                <p:cTn id="344" presetID="53" presetClass="entr" presetSubtype="16" fill="hold" grpId="0" nodeType="clickEffect">
                                  <p:stCondLst>
                                    <p:cond delay="0"/>
                                  </p:stCondLst>
                                  <p:childTnLst>
                                    <p:set>
                                      <p:cBhvr>
                                        <p:cTn id="345" dur="1" fill="hold">
                                          <p:stCondLst>
                                            <p:cond delay="0"/>
                                          </p:stCondLst>
                                        </p:cTn>
                                        <p:tgtEl>
                                          <p:spTgt spid="129065"/>
                                        </p:tgtEl>
                                        <p:attrNameLst>
                                          <p:attrName>style.visibility</p:attrName>
                                        </p:attrNameLst>
                                      </p:cBhvr>
                                      <p:to>
                                        <p:strVal val="visible"/>
                                      </p:to>
                                    </p:set>
                                    <p:anim calcmode="lin" valueType="num">
                                      <p:cBhvr>
                                        <p:cTn id="346" dur="500" fill="hold"/>
                                        <p:tgtEl>
                                          <p:spTgt spid="129065"/>
                                        </p:tgtEl>
                                        <p:attrNameLst>
                                          <p:attrName>ppt_w</p:attrName>
                                        </p:attrNameLst>
                                      </p:cBhvr>
                                      <p:tavLst>
                                        <p:tav tm="0">
                                          <p:val>
                                            <p:fltVal val="0"/>
                                          </p:val>
                                        </p:tav>
                                        <p:tav tm="100000">
                                          <p:val>
                                            <p:strVal val="#ppt_w"/>
                                          </p:val>
                                        </p:tav>
                                      </p:tavLst>
                                    </p:anim>
                                    <p:anim calcmode="lin" valueType="num">
                                      <p:cBhvr>
                                        <p:cTn id="347" dur="500" fill="hold"/>
                                        <p:tgtEl>
                                          <p:spTgt spid="129065"/>
                                        </p:tgtEl>
                                        <p:attrNameLst>
                                          <p:attrName>ppt_h</p:attrName>
                                        </p:attrNameLst>
                                      </p:cBhvr>
                                      <p:tavLst>
                                        <p:tav tm="0">
                                          <p:val>
                                            <p:fltVal val="0"/>
                                          </p:val>
                                        </p:tav>
                                        <p:tav tm="100000">
                                          <p:val>
                                            <p:strVal val="#ppt_h"/>
                                          </p:val>
                                        </p:tav>
                                      </p:tavLst>
                                    </p:anim>
                                    <p:animEffect transition="in" filter="fade">
                                      <p:cBhvr>
                                        <p:cTn id="348" dur="500"/>
                                        <p:tgtEl>
                                          <p:spTgt spid="129065"/>
                                        </p:tgtEl>
                                      </p:cBhvr>
                                    </p:animEffect>
                                  </p:childTnLst>
                                </p:cTn>
                              </p:par>
                              <p:par>
                                <p:cTn id="349" presetID="53" presetClass="entr" presetSubtype="16" fill="hold" nodeType="withEffect">
                                  <p:stCondLst>
                                    <p:cond delay="0"/>
                                  </p:stCondLst>
                                  <p:childTnLst>
                                    <p:set>
                                      <p:cBhvr>
                                        <p:cTn id="350" dur="1" fill="hold">
                                          <p:stCondLst>
                                            <p:cond delay="0"/>
                                          </p:stCondLst>
                                        </p:cTn>
                                        <p:tgtEl>
                                          <p:spTgt spid="129064"/>
                                        </p:tgtEl>
                                        <p:attrNameLst>
                                          <p:attrName>style.visibility</p:attrName>
                                        </p:attrNameLst>
                                      </p:cBhvr>
                                      <p:to>
                                        <p:strVal val="visible"/>
                                      </p:to>
                                    </p:set>
                                    <p:anim calcmode="lin" valueType="num">
                                      <p:cBhvr>
                                        <p:cTn id="351" dur="500" fill="hold"/>
                                        <p:tgtEl>
                                          <p:spTgt spid="129064"/>
                                        </p:tgtEl>
                                        <p:attrNameLst>
                                          <p:attrName>ppt_w</p:attrName>
                                        </p:attrNameLst>
                                      </p:cBhvr>
                                      <p:tavLst>
                                        <p:tav tm="0">
                                          <p:val>
                                            <p:fltVal val="0"/>
                                          </p:val>
                                        </p:tav>
                                        <p:tav tm="100000">
                                          <p:val>
                                            <p:strVal val="#ppt_w"/>
                                          </p:val>
                                        </p:tav>
                                      </p:tavLst>
                                    </p:anim>
                                    <p:anim calcmode="lin" valueType="num">
                                      <p:cBhvr>
                                        <p:cTn id="352" dur="500" fill="hold"/>
                                        <p:tgtEl>
                                          <p:spTgt spid="129064"/>
                                        </p:tgtEl>
                                        <p:attrNameLst>
                                          <p:attrName>ppt_h</p:attrName>
                                        </p:attrNameLst>
                                      </p:cBhvr>
                                      <p:tavLst>
                                        <p:tav tm="0">
                                          <p:val>
                                            <p:fltVal val="0"/>
                                          </p:val>
                                        </p:tav>
                                        <p:tav tm="100000">
                                          <p:val>
                                            <p:strVal val="#ppt_h"/>
                                          </p:val>
                                        </p:tav>
                                      </p:tavLst>
                                    </p:anim>
                                    <p:animEffect transition="in" filter="fade">
                                      <p:cBhvr>
                                        <p:cTn id="353" dur="500"/>
                                        <p:tgtEl>
                                          <p:spTgt spid="129064"/>
                                        </p:tgtEl>
                                      </p:cBhvr>
                                    </p:animEffect>
                                  </p:childTnLst>
                                </p:cTn>
                              </p:par>
                            </p:childTnLst>
                          </p:cTn>
                        </p:par>
                      </p:childTnLst>
                    </p:cTn>
                  </p:par>
                  <p:par>
                    <p:cTn id="354" fill="hold">
                      <p:stCondLst>
                        <p:cond delay="indefinite"/>
                      </p:stCondLst>
                      <p:childTnLst>
                        <p:par>
                          <p:cTn id="355" fill="hold">
                            <p:stCondLst>
                              <p:cond delay="0"/>
                            </p:stCondLst>
                            <p:childTnLst>
                              <p:par>
                                <p:cTn id="356" presetID="53" presetClass="entr" presetSubtype="16" fill="hold" nodeType="clickEffect">
                                  <p:stCondLst>
                                    <p:cond delay="0"/>
                                  </p:stCondLst>
                                  <p:childTnLst>
                                    <p:set>
                                      <p:cBhvr>
                                        <p:cTn id="357" dur="1" fill="hold">
                                          <p:stCondLst>
                                            <p:cond delay="0"/>
                                          </p:stCondLst>
                                        </p:cTn>
                                        <p:tgtEl>
                                          <p:spTgt spid="129058"/>
                                        </p:tgtEl>
                                        <p:attrNameLst>
                                          <p:attrName>style.visibility</p:attrName>
                                        </p:attrNameLst>
                                      </p:cBhvr>
                                      <p:to>
                                        <p:strVal val="visible"/>
                                      </p:to>
                                    </p:set>
                                    <p:anim calcmode="lin" valueType="num">
                                      <p:cBhvr>
                                        <p:cTn id="358" dur="500" fill="hold"/>
                                        <p:tgtEl>
                                          <p:spTgt spid="129058"/>
                                        </p:tgtEl>
                                        <p:attrNameLst>
                                          <p:attrName>ppt_w</p:attrName>
                                        </p:attrNameLst>
                                      </p:cBhvr>
                                      <p:tavLst>
                                        <p:tav tm="0">
                                          <p:val>
                                            <p:fltVal val="0"/>
                                          </p:val>
                                        </p:tav>
                                        <p:tav tm="100000">
                                          <p:val>
                                            <p:strVal val="#ppt_w"/>
                                          </p:val>
                                        </p:tav>
                                      </p:tavLst>
                                    </p:anim>
                                    <p:anim calcmode="lin" valueType="num">
                                      <p:cBhvr>
                                        <p:cTn id="359" dur="500" fill="hold"/>
                                        <p:tgtEl>
                                          <p:spTgt spid="129058"/>
                                        </p:tgtEl>
                                        <p:attrNameLst>
                                          <p:attrName>ppt_h</p:attrName>
                                        </p:attrNameLst>
                                      </p:cBhvr>
                                      <p:tavLst>
                                        <p:tav tm="0">
                                          <p:val>
                                            <p:fltVal val="0"/>
                                          </p:val>
                                        </p:tav>
                                        <p:tav tm="100000">
                                          <p:val>
                                            <p:strVal val="#ppt_h"/>
                                          </p:val>
                                        </p:tav>
                                      </p:tavLst>
                                    </p:anim>
                                    <p:animEffect transition="in" filter="fade">
                                      <p:cBhvr>
                                        <p:cTn id="360" dur="500"/>
                                        <p:tgtEl>
                                          <p:spTgt spid="129058"/>
                                        </p:tgtEl>
                                      </p:cBhvr>
                                    </p:animEffect>
                                  </p:childTnLst>
                                </p:cTn>
                              </p:par>
                              <p:par>
                                <p:cTn id="361" presetID="53" presetClass="entr" presetSubtype="16" fill="hold" grpId="0" nodeType="withEffect">
                                  <p:stCondLst>
                                    <p:cond delay="0"/>
                                  </p:stCondLst>
                                  <p:childTnLst>
                                    <p:set>
                                      <p:cBhvr>
                                        <p:cTn id="362" dur="1" fill="hold">
                                          <p:stCondLst>
                                            <p:cond delay="0"/>
                                          </p:stCondLst>
                                        </p:cTn>
                                        <p:tgtEl>
                                          <p:spTgt spid="129059"/>
                                        </p:tgtEl>
                                        <p:attrNameLst>
                                          <p:attrName>style.visibility</p:attrName>
                                        </p:attrNameLst>
                                      </p:cBhvr>
                                      <p:to>
                                        <p:strVal val="visible"/>
                                      </p:to>
                                    </p:set>
                                    <p:anim calcmode="lin" valueType="num">
                                      <p:cBhvr>
                                        <p:cTn id="363" dur="500" fill="hold"/>
                                        <p:tgtEl>
                                          <p:spTgt spid="129059"/>
                                        </p:tgtEl>
                                        <p:attrNameLst>
                                          <p:attrName>ppt_w</p:attrName>
                                        </p:attrNameLst>
                                      </p:cBhvr>
                                      <p:tavLst>
                                        <p:tav tm="0">
                                          <p:val>
                                            <p:fltVal val="0"/>
                                          </p:val>
                                        </p:tav>
                                        <p:tav tm="100000">
                                          <p:val>
                                            <p:strVal val="#ppt_w"/>
                                          </p:val>
                                        </p:tav>
                                      </p:tavLst>
                                    </p:anim>
                                    <p:anim calcmode="lin" valueType="num">
                                      <p:cBhvr>
                                        <p:cTn id="364" dur="500" fill="hold"/>
                                        <p:tgtEl>
                                          <p:spTgt spid="129059"/>
                                        </p:tgtEl>
                                        <p:attrNameLst>
                                          <p:attrName>ppt_h</p:attrName>
                                        </p:attrNameLst>
                                      </p:cBhvr>
                                      <p:tavLst>
                                        <p:tav tm="0">
                                          <p:val>
                                            <p:fltVal val="0"/>
                                          </p:val>
                                        </p:tav>
                                        <p:tav tm="100000">
                                          <p:val>
                                            <p:strVal val="#ppt_h"/>
                                          </p:val>
                                        </p:tav>
                                      </p:tavLst>
                                    </p:anim>
                                    <p:animEffect transition="in" filter="fade">
                                      <p:cBhvr>
                                        <p:cTn id="365" dur="500"/>
                                        <p:tgtEl>
                                          <p:spTgt spid="129059"/>
                                        </p:tgtEl>
                                      </p:cBhvr>
                                    </p:animEffect>
                                  </p:childTnLst>
                                </p:cTn>
                              </p:par>
                            </p:childTnLst>
                          </p:cTn>
                        </p:par>
                        <p:par>
                          <p:cTn id="366" fill="hold">
                            <p:stCondLst>
                              <p:cond delay="500"/>
                            </p:stCondLst>
                            <p:childTnLst>
                              <p:par>
                                <p:cTn id="367" presetID="53" presetClass="entr" presetSubtype="16" fill="hold" grpId="0" nodeType="afterEffect">
                                  <p:stCondLst>
                                    <p:cond delay="0"/>
                                  </p:stCondLst>
                                  <p:childTnLst>
                                    <p:set>
                                      <p:cBhvr>
                                        <p:cTn id="368" dur="1" fill="hold">
                                          <p:stCondLst>
                                            <p:cond delay="0"/>
                                          </p:stCondLst>
                                        </p:cTn>
                                        <p:tgtEl>
                                          <p:spTgt spid="129057"/>
                                        </p:tgtEl>
                                        <p:attrNameLst>
                                          <p:attrName>style.visibility</p:attrName>
                                        </p:attrNameLst>
                                      </p:cBhvr>
                                      <p:to>
                                        <p:strVal val="visible"/>
                                      </p:to>
                                    </p:set>
                                    <p:anim calcmode="lin" valueType="num">
                                      <p:cBhvr>
                                        <p:cTn id="369" dur="500" fill="hold"/>
                                        <p:tgtEl>
                                          <p:spTgt spid="129057"/>
                                        </p:tgtEl>
                                        <p:attrNameLst>
                                          <p:attrName>ppt_w</p:attrName>
                                        </p:attrNameLst>
                                      </p:cBhvr>
                                      <p:tavLst>
                                        <p:tav tm="0">
                                          <p:val>
                                            <p:fltVal val="0"/>
                                          </p:val>
                                        </p:tav>
                                        <p:tav tm="100000">
                                          <p:val>
                                            <p:strVal val="#ppt_w"/>
                                          </p:val>
                                        </p:tav>
                                      </p:tavLst>
                                    </p:anim>
                                    <p:anim calcmode="lin" valueType="num">
                                      <p:cBhvr>
                                        <p:cTn id="370" dur="500" fill="hold"/>
                                        <p:tgtEl>
                                          <p:spTgt spid="129057"/>
                                        </p:tgtEl>
                                        <p:attrNameLst>
                                          <p:attrName>ppt_h</p:attrName>
                                        </p:attrNameLst>
                                      </p:cBhvr>
                                      <p:tavLst>
                                        <p:tav tm="0">
                                          <p:val>
                                            <p:fltVal val="0"/>
                                          </p:val>
                                        </p:tav>
                                        <p:tav tm="100000">
                                          <p:val>
                                            <p:strVal val="#ppt_h"/>
                                          </p:val>
                                        </p:tav>
                                      </p:tavLst>
                                    </p:anim>
                                    <p:animEffect transition="in" filter="fade">
                                      <p:cBhvr>
                                        <p:cTn id="371" dur="500"/>
                                        <p:tgtEl>
                                          <p:spTgt spid="129057"/>
                                        </p:tgtEl>
                                      </p:cBhvr>
                                    </p:animEffect>
                                  </p:childTnLst>
                                </p:cTn>
                              </p:par>
                            </p:childTnLst>
                          </p:cTn>
                        </p:par>
                      </p:childTnLst>
                    </p:cTn>
                  </p:par>
                  <p:par>
                    <p:cTn id="372" fill="hold">
                      <p:stCondLst>
                        <p:cond delay="indefinite"/>
                      </p:stCondLst>
                      <p:childTnLst>
                        <p:par>
                          <p:cTn id="373" fill="hold">
                            <p:stCondLst>
                              <p:cond delay="0"/>
                            </p:stCondLst>
                            <p:childTnLst>
                              <p:par>
                                <p:cTn id="374" presetID="53" presetClass="entr" presetSubtype="16" fill="hold" grpId="0" nodeType="clickEffect">
                                  <p:stCondLst>
                                    <p:cond delay="0"/>
                                  </p:stCondLst>
                                  <p:childTnLst>
                                    <p:set>
                                      <p:cBhvr>
                                        <p:cTn id="375" dur="1" fill="hold">
                                          <p:stCondLst>
                                            <p:cond delay="0"/>
                                          </p:stCondLst>
                                        </p:cTn>
                                        <p:tgtEl>
                                          <p:spTgt spid="129071"/>
                                        </p:tgtEl>
                                        <p:attrNameLst>
                                          <p:attrName>style.visibility</p:attrName>
                                        </p:attrNameLst>
                                      </p:cBhvr>
                                      <p:to>
                                        <p:strVal val="visible"/>
                                      </p:to>
                                    </p:set>
                                    <p:anim calcmode="lin" valueType="num">
                                      <p:cBhvr>
                                        <p:cTn id="376" dur="500" fill="hold"/>
                                        <p:tgtEl>
                                          <p:spTgt spid="129071"/>
                                        </p:tgtEl>
                                        <p:attrNameLst>
                                          <p:attrName>ppt_w</p:attrName>
                                        </p:attrNameLst>
                                      </p:cBhvr>
                                      <p:tavLst>
                                        <p:tav tm="0">
                                          <p:val>
                                            <p:fltVal val="0"/>
                                          </p:val>
                                        </p:tav>
                                        <p:tav tm="100000">
                                          <p:val>
                                            <p:strVal val="#ppt_w"/>
                                          </p:val>
                                        </p:tav>
                                      </p:tavLst>
                                    </p:anim>
                                    <p:anim calcmode="lin" valueType="num">
                                      <p:cBhvr>
                                        <p:cTn id="377" dur="500" fill="hold"/>
                                        <p:tgtEl>
                                          <p:spTgt spid="129071"/>
                                        </p:tgtEl>
                                        <p:attrNameLst>
                                          <p:attrName>ppt_h</p:attrName>
                                        </p:attrNameLst>
                                      </p:cBhvr>
                                      <p:tavLst>
                                        <p:tav tm="0">
                                          <p:val>
                                            <p:fltVal val="0"/>
                                          </p:val>
                                        </p:tav>
                                        <p:tav tm="100000">
                                          <p:val>
                                            <p:strVal val="#ppt_h"/>
                                          </p:val>
                                        </p:tav>
                                      </p:tavLst>
                                    </p:anim>
                                    <p:animEffect transition="in" filter="fade">
                                      <p:cBhvr>
                                        <p:cTn id="378" dur="500"/>
                                        <p:tgtEl>
                                          <p:spTgt spid="129071"/>
                                        </p:tgtEl>
                                      </p:cBhvr>
                                    </p:animEffect>
                                  </p:childTnLst>
                                </p:cTn>
                              </p:par>
                              <p:par>
                                <p:cTn id="379" presetID="53" presetClass="entr" presetSubtype="16" fill="hold" nodeType="withEffect">
                                  <p:stCondLst>
                                    <p:cond delay="0"/>
                                  </p:stCondLst>
                                  <p:childTnLst>
                                    <p:set>
                                      <p:cBhvr>
                                        <p:cTn id="380" dur="1" fill="hold">
                                          <p:stCondLst>
                                            <p:cond delay="0"/>
                                          </p:stCondLst>
                                        </p:cTn>
                                        <p:tgtEl>
                                          <p:spTgt spid="129070"/>
                                        </p:tgtEl>
                                        <p:attrNameLst>
                                          <p:attrName>style.visibility</p:attrName>
                                        </p:attrNameLst>
                                      </p:cBhvr>
                                      <p:to>
                                        <p:strVal val="visible"/>
                                      </p:to>
                                    </p:set>
                                    <p:anim calcmode="lin" valueType="num">
                                      <p:cBhvr>
                                        <p:cTn id="381" dur="500" fill="hold"/>
                                        <p:tgtEl>
                                          <p:spTgt spid="129070"/>
                                        </p:tgtEl>
                                        <p:attrNameLst>
                                          <p:attrName>ppt_w</p:attrName>
                                        </p:attrNameLst>
                                      </p:cBhvr>
                                      <p:tavLst>
                                        <p:tav tm="0">
                                          <p:val>
                                            <p:fltVal val="0"/>
                                          </p:val>
                                        </p:tav>
                                        <p:tav tm="100000">
                                          <p:val>
                                            <p:strVal val="#ppt_w"/>
                                          </p:val>
                                        </p:tav>
                                      </p:tavLst>
                                    </p:anim>
                                    <p:anim calcmode="lin" valueType="num">
                                      <p:cBhvr>
                                        <p:cTn id="382" dur="500" fill="hold"/>
                                        <p:tgtEl>
                                          <p:spTgt spid="129070"/>
                                        </p:tgtEl>
                                        <p:attrNameLst>
                                          <p:attrName>ppt_h</p:attrName>
                                        </p:attrNameLst>
                                      </p:cBhvr>
                                      <p:tavLst>
                                        <p:tav tm="0">
                                          <p:val>
                                            <p:fltVal val="0"/>
                                          </p:val>
                                        </p:tav>
                                        <p:tav tm="100000">
                                          <p:val>
                                            <p:strVal val="#ppt_h"/>
                                          </p:val>
                                        </p:tav>
                                      </p:tavLst>
                                    </p:anim>
                                    <p:animEffect transition="in" filter="fade">
                                      <p:cBhvr>
                                        <p:cTn id="383" dur="500"/>
                                        <p:tgtEl>
                                          <p:spTgt spid="129070"/>
                                        </p:tgtEl>
                                      </p:cBhvr>
                                    </p:animEffect>
                                  </p:childTnLst>
                                </p:cTn>
                              </p:par>
                            </p:childTnLst>
                          </p:cTn>
                        </p:par>
                        <p:par>
                          <p:cTn id="384" fill="hold">
                            <p:stCondLst>
                              <p:cond delay="500"/>
                            </p:stCondLst>
                            <p:childTnLst>
                              <p:par>
                                <p:cTn id="385" presetID="53" presetClass="entr" presetSubtype="16" fill="hold" grpId="0" nodeType="afterEffect">
                                  <p:stCondLst>
                                    <p:cond delay="0"/>
                                  </p:stCondLst>
                                  <p:childTnLst>
                                    <p:set>
                                      <p:cBhvr>
                                        <p:cTn id="386" dur="1" fill="hold">
                                          <p:stCondLst>
                                            <p:cond delay="0"/>
                                          </p:stCondLst>
                                        </p:cTn>
                                        <p:tgtEl>
                                          <p:spTgt spid="129069"/>
                                        </p:tgtEl>
                                        <p:attrNameLst>
                                          <p:attrName>style.visibility</p:attrName>
                                        </p:attrNameLst>
                                      </p:cBhvr>
                                      <p:to>
                                        <p:strVal val="visible"/>
                                      </p:to>
                                    </p:set>
                                    <p:anim calcmode="lin" valueType="num">
                                      <p:cBhvr>
                                        <p:cTn id="387" dur="500" fill="hold"/>
                                        <p:tgtEl>
                                          <p:spTgt spid="129069"/>
                                        </p:tgtEl>
                                        <p:attrNameLst>
                                          <p:attrName>ppt_w</p:attrName>
                                        </p:attrNameLst>
                                      </p:cBhvr>
                                      <p:tavLst>
                                        <p:tav tm="0">
                                          <p:val>
                                            <p:fltVal val="0"/>
                                          </p:val>
                                        </p:tav>
                                        <p:tav tm="100000">
                                          <p:val>
                                            <p:strVal val="#ppt_w"/>
                                          </p:val>
                                        </p:tav>
                                      </p:tavLst>
                                    </p:anim>
                                    <p:anim calcmode="lin" valueType="num">
                                      <p:cBhvr>
                                        <p:cTn id="388" dur="500" fill="hold"/>
                                        <p:tgtEl>
                                          <p:spTgt spid="129069"/>
                                        </p:tgtEl>
                                        <p:attrNameLst>
                                          <p:attrName>ppt_h</p:attrName>
                                        </p:attrNameLst>
                                      </p:cBhvr>
                                      <p:tavLst>
                                        <p:tav tm="0">
                                          <p:val>
                                            <p:fltVal val="0"/>
                                          </p:val>
                                        </p:tav>
                                        <p:tav tm="100000">
                                          <p:val>
                                            <p:strVal val="#ppt_h"/>
                                          </p:val>
                                        </p:tav>
                                      </p:tavLst>
                                    </p:anim>
                                    <p:animEffect transition="in" filter="fade">
                                      <p:cBhvr>
                                        <p:cTn id="389" dur="500"/>
                                        <p:tgtEl>
                                          <p:spTgt spid="129069"/>
                                        </p:tgtEl>
                                      </p:cBhvr>
                                    </p:animEffect>
                                  </p:childTnLst>
                                </p:cTn>
                              </p:par>
                            </p:childTnLst>
                          </p:cTn>
                        </p:par>
                      </p:childTnLst>
                    </p:cTn>
                  </p:par>
                  <p:par>
                    <p:cTn id="390" fill="hold">
                      <p:stCondLst>
                        <p:cond delay="indefinite"/>
                      </p:stCondLst>
                      <p:childTnLst>
                        <p:par>
                          <p:cTn id="391" fill="hold">
                            <p:stCondLst>
                              <p:cond delay="0"/>
                            </p:stCondLst>
                            <p:childTnLst>
                              <p:par>
                                <p:cTn id="392" presetID="53" presetClass="entr" presetSubtype="16" fill="hold" grpId="0" nodeType="clickEffect">
                                  <p:stCondLst>
                                    <p:cond delay="0"/>
                                  </p:stCondLst>
                                  <p:childTnLst>
                                    <p:set>
                                      <p:cBhvr>
                                        <p:cTn id="393" dur="1" fill="hold">
                                          <p:stCondLst>
                                            <p:cond delay="0"/>
                                          </p:stCondLst>
                                        </p:cTn>
                                        <p:tgtEl>
                                          <p:spTgt spid="129073"/>
                                        </p:tgtEl>
                                        <p:attrNameLst>
                                          <p:attrName>style.visibility</p:attrName>
                                        </p:attrNameLst>
                                      </p:cBhvr>
                                      <p:to>
                                        <p:strVal val="visible"/>
                                      </p:to>
                                    </p:set>
                                    <p:anim calcmode="lin" valueType="num">
                                      <p:cBhvr>
                                        <p:cTn id="394" dur="500" fill="hold"/>
                                        <p:tgtEl>
                                          <p:spTgt spid="129073"/>
                                        </p:tgtEl>
                                        <p:attrNameLst>
                                          <p:attrName>ppt_w</p:attrName>
                                        </p:attrNameLst>
                                      </p:cBhvr>
                                      <p:tavLst>
                                        <p:tav tm="0">
                                          <p:val>
                                            <p:fltVal val="0"/>
                                          </p:val>
                                        </p:tav>
                                        <p:tav tm="100000">
                                          <p:val>
                                            <p:strVal val="#ppt_w"/>
                                          </p:val>
                                        </p:tav>
                                      </p:tavLst>
                                    </p:anim>
                                    <p:anim calcmode="lin" valueType="num">
                                      <p:cBhvr>
                                        <p:cTn id="395" dur="500" fill="hold"/>
                                        <p:tgtEl>
                                          <p:spTgt spid="129073"/>
                                        </p:tgtEl>
                                        <p:attrNameLst>
                                          <p:attrName>ppt_h</p:attrName>
                                        </p:attrNameLst>
                                      </p:cBhvr>
                                      <p:tavLst>
                                        <p:tav tm="0">
                                          <p:val>
                                            <p:fltVal val="0"/>
                                          </p:val>
                                        </p:tav>
                                        <p:tav tm="100000">
                                          <p:val>
                                            <p:strVal val="#ppt_h"/>
                                          </p:val>
                                        </p:tav>
                                      </p:tavLst>
                                    </p:anim>
                                    <p:animEffect transition="in" filter="fade">
                                      <p:cBhvr>
                                        <p:cTn id="396" dur="500"/>
                                        <p:tgtEl>
                                          <p:spTgt spid="129073"/>
                                        </p:tgtEl>
                                      </p:cBhvr>
                                    </p:animEffect>
                                  </p:childTnLst>
                                </p:cTn>
                              </p:par>
                              <p:par>
                                <p:cTn id="397" presetID="53" presetClass="entr" presetSubtype="16" fill="hold" nodeType="withEffect">
                                  <p:stCondLst>
                                    <p:cond delay="0"/>
                                  </p:stCondLst>
                                  <p:childTnLst>
                                    <p:set>
                                      <p:cBhvr>
                                        <p:cTn id="398" dur="1" fill="hold">
                                          <p:stCondLst>
                                            <p:cond delay="0"/>
                                          </p:stCondLst>
                                        </p:cTn>
                                        <p:tgtEl>
                                          <p:spTgt spid="129074"/>
                                        </p:tgtEl>
                                        <p:attrNameLst>
                                          <p:attrName>style.visibility</p:attrName>
                                        </p:attrNameLst>
                                      </p:cBhvr>
                                      <p:to>
                                        <p:strVal val="visible"/>
                                      </p:to>
                                    </p:set>
                                    <p:anim calcmode="lin" valueType="num">
                                      <p:cBhvr>
                                        <p:cTn id="399" dur="500" fill="hold"/>
                                        <p:tgtEl>
                                          <p:spTgt spid="129074"/>
                                        </p:tgtEl>
                                        <p:attrNameLst>
                                          <p:attrName>ppt_w</p:attrName>
                                        </p:attrNameLst>
                                      </p:cBhvr>
                                      <p:tavLst>
                                        <p:tav tm="0">
                                          <p:val>
                                            <p:fltVal val="0"/>
                                          </p:val>
                                        </p:tav>
                                        <p:tav tm="100000">
                                          <p:val>
                                            <p:strVal val="#ppt_w"/>
                                          </p:val>
                                        </p:tav>
                                      </p:tavLst>
                                    </p:anim>
                                    <p:anim calcmode="lin" valueType="num">
                                      <p:cBhvr>
                                        <p:cTn id="400" dur="500" fill="hold"/>
                                        <p:tgtEl>
                                          <p:spTgt spid="129074"/>
                                        </p:tgtEl>
                                        <p:attrNameLst>
                                          <p:attrName>ppt_h</p:attrName>
                                        </p:attrNameLst>
                                      </p:cBhvr>
                                      <p:tavLst>
                                        <p:tav tm="0">
                                          <p:val>
                                            <p:fltVal val="0"/>
                                          </p:val>
                                        </p:tav>
                                        <p:tav tm="100000">
                                          <p:val>
                                            <p:strVal val="#ppt_h"/>
                                          </p:val>
                                        </p:tav>
                                      </p:tavLst>
                                    </p:anim>
                                    <p:animEffect transition="in" filter="fade">
                                      <p:cBhvr>
                                        <p:cTn id="401" dur="500"/>
                                        <p:tgtEl>
                                          <p:spTgt spid="129074"/>
                                        </p:tgtEl>
                                      </p:cBhvr>
                                    </p:animEffect>
                                  </p:childTnLst>
                                </p:cTn>
                              </p:par>
                            </p:childTnLst>
                          </p:cTn>
                        </p:par>
                        <p:par>
                          <p:cTn id="402" fill="hold">
                            <p:stCondLst>
                              <p:cond delay="500"/>
                            </p:stCondLst>
                            <p:childTnLst>
                              <p:par>
                                <p:cTn id="403" presetID="53" presetClass="entr" presetSubtype="16" fill="hold" grpId="0" nodeType="afterEffect">
                                  <p:stCondLst>
                                    <p:cond delay="0"/>
                                  </p:stCondLst>
                                  <p:childTnLst>
                                    <p:set>
                                      <p:cBhvr>
                                        <p:cTn id="404" dur="1" fill="hold">
                                          <p:stCondLst>
                                            <p:cond delay="0"/>
                                          </p:stCondLst>
                                        </p:cTn>
                                        <p:tgtEl>
                                          <p:spTgt spid="129072">
                                            <p:bg/>
                                          </p:spTgt>
                                        </p:tgtEl>
                                        <p:attrNameLst>
                                          <p:attrName>style.visibility</p:attrName>
                                        </p:attrNameLst>
                                      </p:cBhvr>
                                      <p:to>
                                        <p:strVal val="visible"/>
                                      </p:to>
                                    </p:set>
                                    <p:anim calcmode="lin" valueType="num">
                                      <p:cBhvr>
                                        <p:cTn id="405" dur="500" fill="hold"/>
                                        <p:tgtEl>
                                          <p:spTgt spid="129072">
                                            <p:bg/>
                                          </p:spTgt>
                                        </p:tgtEl>
                                        <p:attrNameLst>
                                          <p:attrName>ppt_w</p:attrName>
                                        </p:attrNameLst>
                                      </p:cBhvr>
                                      <p:tavLst>
                                        <p:tav tm="0">
                                          <p:val>
                                            <p:fltVal val="0"/>
                                          </p:val>
                                        </p:tav>
                                        <p:tav tm="100000">
                                          <p:val>
                                            <p:strVal val="#ppt_w"/>
                                          </p:val>
                                        </p:tav>
                                      </p:tavLst>
                                    </p:anim>
                                    <p:anim calcmode="lin" valueType="num">
                                      <p:cBhvr>
                                        <p:cTn id="406" dur="500" fill="hold"/>
                                        <p:tgtEl>
                                          <p:spTgt spid="129072">
                                            <p:bg/>
                                          </p:spTgt>
                                        </p:tgtEl>
                                        <p:attrNameLst>
                                          <p:attrName>ppt_h</p:attrName>
                                        </p:attrNameLst>
                                      </p:cBhvr>
                                      <p:tavLst>
                                        <p:tav tm="0">
                                          <p:val>
                                            <p:fltVal val="0"/>
                                          </p:val>
                                        </p:tav>
                                        <p:tav tm="100000">
                                          <p:val>
                                            <p:strVal val="#ppt_h"/>
                                          </p:val>
                                        </p:tav>
                                      </p:tavLst>
                                    </p:anim>
                                    <p:animEffect transition="in" filter="fade">
                                      <p:cBhvr>
                                        <p:cTn id="407" dur="500"/>
                                        <p:tgtEl>
                                          <p:spTgt spid="129072">
                                            <p:bg/>
                                          </p:spTgt>
                                        </p:tgtEl>
                                      </p:cBhvr>
                                    </p:animEffect>
                                  </p:childTnLst>
                                </p:cTn>
                              </p:par>
                            </p:childTnLst>
                          </p:cTn>
                        </p:par>
                        <p:par>
                          <p:cTn id="408" fill="hold">
                            <p:stCondLst>
                              <p:cond delay="1000"/>
                            </p:stCondLst>
                            <p:childTnLst>
                              <p:par>
                                <p:cTn id="409" presetID="53" presetClass="entr" presetSubtype="16" fill="hold" grpId="0" nodeType="afterEffect">
                                  <p:stCondLst>
                                    <p:cond delay="0"/>
                                  </p:stCondLst>
                                  <p:childTnLst>
                                    <p:set>
                                      <p:cBhvr>
                                        <p:cTn id="410" dur="1" fill="hold">
                                          <p:stCondLst>
                                            <p:cond delay="0"/>
                                          </p:stCondLst>
                                        </p:cTn>
                                        <p:tgtEl>
                                          <p:spTgt spid="129072">
                                            <p:txEl>
                                              <p:pRg st="0" end="0"/>
                                            </p:txEl>
                                          </p:spTgt>
                                        </p:tgtEl>
                                        <p:attrNameLst>
                                          <p:attrName>style.visibility</p:attrName>
                                        </p:attrNameLst>
                                      </p:cBhvr>
                                      <p:to>
                                        <p:strVal val="visible"/>
                                      </p:to>
                                    </p:set>
                                    <p:anim calcmode="lin" valueType="num">
                                      <p:cBhvr>
                                        <p:cTn id="411" dur="500" fill="hold"/>
                                        <p:tgtEl>
                                          <p:spTgt spid="129072">
                                            <p:txEl>
                                              <p:pRg st="0" end="0"/>
                                            </p:txEl>
                                          </p:spTgt>
                                        </p:tgtEl>
                                        <p:attrNameLst>
                                          <p:attrName>ppt_w</p:attrName>
                                        </p:attrNameLst>
                                      </p:cBhvr>
                                      <p:tavLst>
                                        <p:tav tm="0">
                                          <p:val>
                                            <p:fltVal val="0"/>
                                          </p:val>
                                        </p:tav>
                                        <p:tav tm="100000">
                                          <p:val>
                                            <p:strVal val="#ppt_w"/>
                                          </p:val>
                                        </p:tav>
                                      </p:tavLst>
                                    </p:anim>
                                    <p:anim calcmode="lin" valueType="num">
                                      <p:cBhvr>
                                        <p:cTn id="412" dur="500" fill="hold"/>
                                        <p:tgtEl>
                                          <p:spTgt spid="129072">
                                            <p:txEl>
                                              <p:pRg st="0" end="0"/>
                                            </p:txEl>
                                          </p:spTgt>
                                        </p:tgtEl>
                                        <p:attrNameLst>
                                          <p:attrName>ppt_h</p:attrName>
                                        </p:attrNameLst>
                                      </p:cBhvr>
                                      <p:tavLst>
                                        <p:tav tm="0">
                                          <p:val>
                                            <p:fltVal val="0"/>
                                          </p:val>
                                        </p:tav>
                                        <p:tav tm="100000">
                                          <p:val>
                                            <p:strVal val="#ppt_h"/>
                                          </p:val>
                                        </p:tav>
                                      </p:tavLst>
                                    </p:anim>
                                    <p:animEffect transition="in" filter="fade">
                                      <p:cBhvr>
                                        <p:cTn id="413" dur="500"/>
                                        <p:tgtEl>
                                          <p:spTgt spid="129072">
                                            <p:txEl>
                                              <p:pRg st="0" end="0"/>
                                            </p:txEl>
                                          </p:spTgt>
                                        </p:tgtEl>
                                      </p:cBhvr>
                                    </p:animEffect>
                                  </p:childTnLst>
                                </p:cTn>
                              </p:par>
                            </p:childTnLst>
                          </p:cTn>
                        </p:par>
                        <p:par>
                          <p:cTn id="414" fill="hold">
                            <p:stCondLst>
                              <p:cond delay="1500"/>
                            </p:stCondLst>
                            <p:childTnLst>
                              <p:par>
                                <p:cTn id="415" presetID="53" presetClass="entr" presetSubtype="16" fill="hold" grpId="0" nodeType="afterEffect">
                                  <p:stCondLst>
                                    <p:cond delay="0"/>
                                  </p:stCondLst>
                                  <p:childTnLst>
                                    <p:set>
                                      <p:cBhvr>
                                        <p:cTn id="416" dur="1" fill="hold">
                                          <p:stCondLst>
                                            <p:cond delay="0"/>
                                          </p:stCondLst>
                                        </p:cTn>
                                        <p:tgtEl>
                                          <p:spTgt spid="129072">
                                            <p:txEl>
                                              <p:pRg st="1" end="1"/>
                                            </p:txEl>
                                          </p:spTgt>
                                        </p:tgtEl>
                                        <p:attrNameLst>
                                          <p:attrName>style.visibility</p:attrName>
                                        </p:attrNameLst>
                                      </p:cBhvr>
                                      <p:to>
                                        <p:strVal val="visible"/>
                                      </p:to>
                                    </p:set>
                                    <p:anim calcmode="lin" valueType="num">
                                      <p:cBhvr>
                                        <p:cTn id="417" dur="500" fill="hold"/>
                                        <p:tgtEl>
                                          <p:spTgt spid="129072">
                                            <p:txEl>
                                              <p:pRg st="1" end="1"/>
                                            </p:txEl>
                                          </p:spTgt>
                                        </p:tgtEl>
                                        <p:attrNameLst>
                                          <p:attrName>ppt_w</p:attrName>
                                        </p:attrNameLst>
                                      </p:cBhvr>
                                      <p:tavLst>
                                        <p:tav tm="0">
                                          <p:val>
                                            <p:fltVal val="0"/>
                                          </p:val>
                                        </p:tav>
                                        <p:tav tm="100000">
                                          <p:val>
                                            <p:strVal val="#ppt_w"/>
                                          </p:val>
                                        </p:tav>
                                      </p:tavLst>
                                    </p:anim>
                                    <p:anim calcmode="lin" valueType="num">
                                      <p:cBhvr>
                                        <p:cTn id="418" dur="500" fill="hold"/>
                                        <p:tgtEl>
                                          <p:spTgt spid="129072">
                                            <p:txEl>
                                              <p:pRg st="1" end="1"/>
                                            </p:txEl>
                                          </p:spTgt>
                                        </p:tgtEl>
                                        <p:attrNameLst>
                                          <p:attrName>ppt_h</p:attrName>
                                        </p:attrNameLst>
                                      </p:cBhvr>
                                      <p:tavLst>
                                        <p:tav tm="0">
                                          <p:val>
                                            <p:fltVal val="0"/>
                                          </p:val>
                                        </p:tav>
                                        <p:tav tm="100000">
                                          <p:val>
                                            <p:strVal val="#ppt_h"/>
                                          </p:val>
                                        </p:tav>
                                      </p:tavLst>
                                    </p:anim>
                                    <p:animEffect transition="in" filter="fade">
                                      <p:cBhvr>
                                        <p:cTn id="419" dur="500"/>
                                        <p:tgtEl>
                                          <p:spTgt spid="129072">
                                            <p:txEl>
                                              <p:pRg st="1" end="1"/>
                                            </p:txEl>
                                          </p:spTgt>
                                        </p:tgtEl>
                                      </p:cBhvr>
                                    </p:animEffect>
                                  </p:childTnLst>
                                </p:cTn>
                              </p:par>
                            </p:childTnLst>
                          </p:cTn>
                        </p:par>
                      </p:childTnLst>
                    </p:cTn>
                  </p:par>
                  <p:par>
                    <p:cTn id="420" fill="hold">
                      <p:stCondLst>
                        <p:cond delay="indefinite"/>
                      </p:stCondLst>
                      <p:childTnLst>
                        <p:par>
                          <p:cTn id="421" fill="hold">
                            <p:stCondLst>
                              <p:cond delay="0"/>
                            </p:stCondLst>
                            <p:childTnLst>
                              <p:par>
                                <p:cTn id="422" presetID="53" presetClass="entr" presetSubtype="16" fill="hold" grpId="0" nodeType="clickEffect">
                                  <p:stCondLst>
                                    <p:cond delay="0"/>
                                  </p:stCondLst>
                                  <p:childTnLst>
                                    <p:set>
                                      <p:cBhvr>
                                        <p:cTn id="423" dur="1" fill="hold">
                                          <p:stCondLst>
                                            <p:cond delay="0"/>
                                          </p:stCondLst>
                                        </p:cTn>
                                        <p:tgtEl>
                                          <p:spTgt spid="129072">
                                            <p:txEl>
                                              <p:pRg st="2" end="2"/>
                                            </p:txEl>
                                          </p:spTgt>
                                        </p:tgtEl>
                                        <p:attrNameLst>
                                          <p:attrName>style.visibility</p:attrName>
                                        </p:attrNameLst>
                                      </p:cBhvr>
                                      <p:to>
                                        <p:strVal val="visible"/>
                                      </p:to>
                                    </p:set>
                                    <p:anim calcmode="lin" valueType="num">
                                      <p:cBhvr>
                                        <p:cTn id="424" dur="500" fill="hold"/>
                                        <p:tgtEl>
                                          <p:spTgt spid="129072">
                                            <p:txEl>
                                              <p:pRg st="2" end="2"/>
                                            </p:txEl>
                                          </p:spTgt>
                                        </p:tgtEl>
                                        <p:attrNameLst>
                                          <p:attrName>ppt_w</p:attrName>
                                        </p:attrNameLst>
                                      </p:cBhvr>
                                      <p:tavLst>
                                        <p:tav tm="0">
                                          <p:val>
                                            <p:fltVal val="0"/>
                                          </p:val>
                                        </p:tav>
                                        <p:tav tm="100000">
                                          <p:val>
                                            <p:strVal val="#ppt_w"/>
                                          </p:val>
                                        </p:tav>
                                      </p:tavLst>
                                    </p:anim>
                                    <p:anim calcmode="lin" valueType="num">
                                      <p:cBhvr>
                                        <p:cTn id="425" dur="500" fill="hold"/>
                                        <p:tgtEl>
                                          <p:spTgt spid="129072">
                                            <p:txEl>
                                              <p:pRg st="2" end="2"/>
                                            </p:txEl>
                                          </p:spTgt>
                                        </p:tgtEl>
                                        <p:attrNameLst>
                                          <p:attrName>ppt_h</p:attrName>
                                        </p:attrNameLst>
                                      </p:cBhvr>
                                      <p:tavLst>
                                        <p:tav tm="0">
                                          <p:val>
                                            <p:fltVal val="0"/>
                                          </p:val>
                                        </p:tav>
                                        <p:tav tm="100000">
                                          <p:val>
                                            <p:strVal val="#ppt_h"/>
                                          </p:val>
                                        </p:tav>
                                      </p:tavLst>
                                    </p:anim>
                                    <p:animEffect transition="in" filter="fade">
                                      <p:cBhvr>
                                        <p:cTn id="426" dur="500"/>
                                        <p:tgtEl>
                                          <p:spTgt spid="129072">
                                            <p:txEl>
                                              <p:pRg st="2" end="2"/>
                                            </p:txEl>
                                          </p:spTgt>
                                        </p:tgtEl>
                                      </p:cBhvr>
                                    </p:animEffect>
                                  </p:childTnLst>
                                </p:cTn>
                              </p:par>
                            </p:childTnLst>
                          </p:cTn>
                        </p:par>
                      </p:childTnLst>
                    </p:cTn>
                  </p:par>
                  <p:par>
                    <p:cTn id="427" fill="hold">
                      <p:stCondLst>
                        <p:cond delay="indefinite"/>
                      </p:stCondLst>
                      <p:childTnLst>
                        <p:par>
                          <p:cTn id="428" fill="hold">
                            <p:stCondLst>
                              <p:cond delay="0"/>
                            </p:stCondLst>
                            <p:childTnLst>
                              <p:par>
                                <p:cTn id="429" presetID="53" presetClass="entr" presetSubtype="16" fill="hold" grpId="0" nodeType="clickEffect">
                                  <p:stCondLst>
                                    <p:cond delay="0"/>
                                  </p:stCondLst>
                                  <p:childTnLst>
                                    <p:set>
                                      <p:cBhvr>
                                        <p:cTn id="430" dur="1" fill="hold">
                                          <p:stCondLst>
                                            <p:cond delay="0"/>
                                          </p:stCondLst>
                                        </p:cTn>
                                        <p:tgtEl>
                                          <p:spTgt spid="129072">
                                            <p:txEl>
                                              <p:pRg st="3" end="3"/>
                                            </p:txEl>
                                          </p:spTgt>
                                        </p:tgtEl>
                                        <p:attrNameLst>
                                          <p:attrName>style.visibility</p:attrName>
                                        </p:attrNameLst>
                                      </p:cBhvr>
                                      <p:to>
                                        <p:strVal val="visible"/>
                                      </p:to>
                                    </p:set>
                                    <p:anim calcmode="lin" valueType="num">
                                      <p:cBhvr>
                                        <p:cTn id="431" dur="500" fill="hold"/>
                                        <p:tgtEl>
                                          <p:spTgt spid="129072">
                                            <p:txEl>
                                              <p:pRg st="3" end="3"/>
                                            </p:txEl>
                                          </p:spTgt>
                                        </p:tgtEl>
                                        <p:attrNameLst>
                                          <p:attrName>ppt_w</p:attrName>
                                        </p:attrNameLst>
                                      </p:cBhvr>
                                      <p:tavLst>
                                        <p:tav tm="0">
                                          <p:val>
                                            <p:fltVal val="0"/>
                                          </p:val>
                                        </p:tav>
                                        <p:tav tm="100000">
                                          <p:val>
                                            <p:strVal val="#ppt_w"/>
                                          </p:val>
                                        </p:tav>
                                      </p:tavLst>
                                    </p:anim>
                                    <p:anim calcmode="lin" valueType="num">
                                      <p:cBhvr>
                                        <p:cTn id="432" dur="500" fill="hold"/>
                                        <p:tgtEl>
                                          <p:spTgt spid="129072">
                                            <p:txEl>
                                              <p:pRg st="3" end="3"/>
                                            </p:txEl>
                                          </p:spTgt>
                                        </p:tgtEl>
                                        <p:attrNameLst>
                                          <p:attrName>ppt_h</p:attrName>
                                        </p:attrNameLst>
                                      </p:cBhvr>
                                      <p:tavLst>
                                        <p:tav tm="0">
                                          <p:val>
                                            <p:fltVal val="0"/>
                                          </p:val>
                                        </p:tav>
                                        <p:tav tm="100000">
                                          <p:val>
                                            <p:strVal val="#ppt_h"/>
                                          </p:val>
                                        </p:tav>
                                      </p:tavLst>
                                    </p:anim>
                                    <p:animEffect transition="in" filter="fade">
                                      <p:cBhvr>
                                        <p:cTn id="433" dur="500"/>
                                        <p:tgtEl>
                                          <p:spTgt spid="129072">
                                            <p:txEl>
                                              <p:pRg st="3" end="3"/>
                                            </p:txEl>
                                          </p:spTgt>
                                        </p:tgtEl>
                                      </p:cBhvr>
                                    </p:animEffect>
                                  </p:childTnLst>
                                </p:cTn>
                              </p:par>
                            </p:childTnLst>
                          </p:cTn>
                        </p:par>
                      </p:childTnLst>
                    </p:cTn>
                  </p:par>
                  <p:par>
                    <p:cTn id="434" fill="hold">
                      <p:stCondLst>
                        <p:cond delay="indefinite"/>
                      </p:stCondLst>
                      <p:childTnLst>
                        <p:par>
                          <p:cTn id="435" fill="hold">
                            <p:stCondLst>
                              <p:cond delay="0"/>
                            </p:stCondLst>
                            <p:childTnLst>
                              <p:par>
                                <p:cTn id="436" presetID="53" presetClass="entr" presetSubtype="16" fill="hold" grpId="0" nodeType="clickEffect">
                                  <p:stCondLst>
                                    <p:cond delay="0"/>
                                  </p:stCondLst>
                                  <p:childTnLst>
                                    <p:set>
                                      <p:cBhvr>
                                        <p:cTn id="437" dur="1" fill="hold">
                                          <p:stCondLst>
                                            <p:cond delay="0"/>
                                          </p:stCondLst>
                                        </p:cTn>
                                        <p:tgtEl>
                                          <p:spTgt spid="129072">
                                            <p:txEl>
                                              <p:pRg st="4" end="4"/>
                                            </p:txEl>
                                          </p:spTgt>
                                        </p:tgtEl>
                                        <p:attrNameLst>
                                          <p:attrName>style.visibility</p:attrName>
                                        </p:attrNameLst>
                                      </p:cBhvr>
                                      <p:to>
                                        <p:strVal val="visible"/>
                                      </p:to>
                                    </p:set>
                                    <p:anim calcmode="lin" valueType="num">
                                      <p:cBhvr>
                                        <p:cTn id="438" dur="500" fill="hold"/>
                                        <p:tgtEl>
                                          <p:spTgt spid="129072">
                                            <p:txEl>
                                              <p:pRg st="4" end="4"/>
                                            </p:txEl>
                                          </p:spTgt>
                                        </p:tgtEl>
                                        <p:attrNameLst>
                                          <p:attrName>ppt_w</p:attrName>
                                        </p:attrNameLst>
                                      </p:cBhvr>
                                      <p:tavLst>
                                        <p:tav tm="0">
                                          <p:val>
                                            <p:fltVal val="0"/>
                                          </p:val>
                                        </p:tav>
                                        <p:tav tm="100000">
                                          <p:val>
                                            <p:strVal val="#ppt_w"/>
                                          </p:val>
                                        </p:tav>
                                      </p:tavLst>
                                    </p:anim>
                                    <p:anim calcmode="lin" valueType="num">
                                      <p:cBhvr>
                                        <p:cTn id="439" dur="500" fill="hold"/>
                                        <p:tgtEl>
                                          <p:spTgt spid="129072">
                                            <p:txEl>
                                              <p:pRg st="4" end="4"/>
                                            </p:txEl>
                                          </p:spTgt>
                                        </p:tgtEl>
                                        <p:attrNameLst>
                                          <p:attrName>ppt_h</p:attrName>
                                        </p:attrNameLst>
                                      </p:cBhvr>
                                      <p:tavLst>
                                        <p:tav tm="0">
                                          <p:val>
                                            <p:fltVal val="0"/>
                                          </p:val>
                                        </p:tav>
                                        <p:tav tm="100000">
                                          <p:val>
                                            <p:strVal val="#ppt_h"/>
                                          </p:val>
                                        </p:tav>
                                      </p:tavLst>
                                    </p:anim>
                                    <p:animEffect transition="in" filter="fade">
                                      <p:cBhvr>
                                        <p:cTn id="440" dur="500"/>
                                        <p:tgtEl>
                                          <p:spTgt spid="129072">
                                            <p:txEl>
                                              <p:pRg st="4" end="4"/>
                                            </p:txEl>
                                          </p:spTgt>
                                        </p:tgtEl>
                                      </p:cBhvr>
                                    </p:animEffect>
                                  </p:childTnLst>
                                </p:cTn>
                              </p:par>
                            </p:childTnLst>
                          </p:cTn>
                        </p:par>
                      </p:childTnLst>
                    </p:cTn>
                  </p:par>
                  <p:par>
                    <p:cTn id="441" fill="hold">
                      <p:stCondLst>
                        <p:cond delay="indefinite"/>
                      </p:stCondLst>
                      <p:childTnLst>
                        <p:par>
                          <p:cTn id="442" fill="hold">
                            <p:stCondLst>
                              <p:cond delay="0"/>
                            </p:stCondLst>
                            <p:childTnLst>
                              <p:par>
                                <p:cTn id="443" presetID="53" presetClass="entr" presetSubtype="16" fill="hold" nodeType="clickEffect">
                                  <p:stCondLst>
                                    <p:cond delay="0"/>
                                  </p:stCondLst>
                                  <p:childTnLst>
                                    <p:set>
                                      <p:cBhvr>
                                        <p:cTn id="444" dur="1" fill="hold">
                                          <p:stCondLst>
                                            <p:cond delay="0"/>
                                          </p:stCondLst>
                                        </p:cTn>
                                        <p:tgtEl>
                                          <p:spTgt spid="129076"/>
                                        </p:tgtEl>
                                        <p:attrNameLst>
                                          <p:attrName>style.visibility</p:attrName>
                                        </p:attrNameLst>
                                      </p:cBhvr>
                                      <p:to>
                                        <p:strVal val="visible"/>
                                      </p:to>
                                    </p:set>
                                    <p:anim calcmode="lin" valueType="num">
                                      <p:cBhvr>
                                        <p:cTn id="445" dur="500" fill="hold"/>
                                        <p:tgtEl>
                                          <p:spTgt spid="129076"/>
                                        </p:tgtEl>
                                        <p:attrNameLst>
                                          <p:attrName>ppt_w</p:attrName>
                                        </p:attrNameLst>
                                      </p:cBhvr>
                                      <p:tavLst>
                                        <p:tav tm="0">
                                          <p:val>
                                            <p:fltVal val="0"/>
                                          </p:val>
                                        </p:tav>
                                        <p:tav tm="100000">
                                          <p:val>
                                            <p:strVal val="#ppt_w"/>
                                          </p:val>
                                        </p:tav>
                                      </p:tavLst>
                                    </p:anim>
                                    <p:anim calcmode="lin" valueType="num">
                                      <p:cBhvr>
                                        <p:cTn id="446" dur="500" fill="hold"/>
                                        <p:tgtEl>
                                          <p:spTgt spid="129076"/>
                                        </p:tgtEl>
                                        <p:attrNameLst>
                                          <p:attrName>ppt_h</p:attrName>
                                        </p:attrNameLst>
                                      </p:cBhvr>
                                      <p:tavLst>
                                        <p:tav tm="0">
                                          <p:val>
                                            <p:fltVal val="0"/>
                                          </p:val>
                                        </p:tav>
                                        <p:tav tm="100000">
                                          <p:val>
                                            <p:strVal val="#ppt_h"/>
                                          </p:val>
                                        </p:tav>
                                      </p:tavLst>
                                    </p:anim>
                                    <p:animEffect transition="in" filter="fade">
                                      <p:cBhvr>
                                        <p:cTn id="447" dur="500"/>
                                        <p:tgtEl>
                                          <p:spTgt spid="129076"/>
                                        </p:tgtEl>
                                      </p:cBhvr>
                                    </p:animEffect>
                                  </p:childTnLst>
                                </p:cTn>
                              </p:par>
                              <p:par>
                                <p:cTn id="448" presetID="53" presetClass="entr" presetSubtype="16" fill="hold" grpId="0" nodeType="withEffect">
                                  <p:stCondLst>
                                    <p:cond delay="0"/>
                                  </p:stCondLst>
                                  <p:childTnLst>
                                    <p:set>
                                      <p:cBhvr>
                                        <p:cTn id="449" dur="1" fill="hold">
                                          <p:stCondLst>
                                            <p:cond delay="0"/>
                                          </p:stCondLst>
                                        </p:cTn>
                                        <p:tgtEl>
                                          <p:spTgt spid="129062"/>
                                        </p:tgtEl>
                                        <p:attrNameLst>
                                          <p:attrName>style.visibility</p:attrName>
                                        </p:attrNameLst>
                                      </p:cBhvr>
                                      <p:to>
                                        <p:strVal val="visible"/>
                                      </p:to>
                                    </p:set>
                                    <p:anim calcmode="lin" valueType="num">
                                      <p:cBhvr>
                                        <p:cTn id="450" dur="500" fill="hold"/>
                                        <p:tgtEl>
                                          <p:spTgt spid="129062"/>
                                        </p:tgtEl>
                                        <p:attrNameLst>
                                          <p:attrName>ppt_w</p:attrName>
                                        </p:attrNameLst>
                                      </p:cBhvr>
                                      <p:tavLst>
                                        <p:tav tm="0">
                                          <p:val>
                                            <p:fltVal val="0"/>
                                          </p:val>
                                        </p:tav>
                                        <p:tav tm="100000">
                                          <p:val>
                                            <p:strVal val="#ppt_w"/>
                                          </p:val>
                                        </p:tav>
                                      </p:tavLst>
                                    </p:anim>
                                    <p:anim calcmode="lin" valueType="num">
                                      <p:cBhvr>
                                        <p:cTn id="451" dur="500" fill="hold"/>
                                        <p:tgtEl>
                                          <p:spTgt spid="129062"/>
                                        </p:tgtEl>
                                        <p:attrNameLst>
                                          <p:attrName>ppt_h</p:attrName>
                                        </p:attrNameLst>
                                      </p:cBhvr>
                                      <p:tavLst>
                                        <p:tav tm="0">
                                          <p:val>
                                            <p:fltVal val="0"/>
                                          </p:val>
                                        </p:tav>
                                        <p:tav tm="100000">
                                          <p:val>
                                            <p:strVal val="#ppt_h"/>
                                          </p:val>
                                        </p:tav>
                                      </p:tavLst>
                                    </p:anim>
                                    <p:animEffect transition="in" filter="fade">
                                      <p:cBhvr>
                                        <p:cTn id="452" dur="500"/>
                                        <p:tgtEl>
                                          <p:spTgt spid="129062"/>
                                        </p:tgtEl>
                                      </p:cBhvr>
                                    </p:animEffect>
                                  </p:childTnLst>
                                </p:cTn>
                              </p:par>
                            </p:childTnLst>
                          </p:cTn>
                        </p:par>
                        <p:par>
                          <p:cTn id="453" fill="hold">
                            <p:stCondLst>
                              <p:cond delay="500"/>
                            </p:stCondLst>
                            <p:childTnLst>
                              <p:par>
                                <p:cTn id="454" presetID="53" presetClass="entr" presetSubtype="16" fill="hold" grpId="0" nodeType="afterEffect">
                                  <p:stCondLst>
                                    <p:cond delay="0"/>
                                  </p:stCondLst>
                                  <p:childTnLst>
                                    <p:set>
                                      <p:cBhvr>
                                        <p:cTn id="455" dur="1" fill="hold">
                                          <p:stCondLst>
                                            <p:cond delay="0"/>
                                          </p:stCondLst>
                                        </p:cTn>
                                        <p:tgtEl>
                                          <p:spTgt spid="129075"/>
                                        </p:tgtEl>
                                        <p:attrNameLst>
                                          <p:attrName>style.visibility</p:attrName>
                                        </p:attrNameLst>
                                      </p:cBhvr>
                                      <p:to>
                                        <p:strVal val="visible"/>
                                      </p:to>
                                    </p:set>
                                    <p:anim calcmode="lin" valueType="num">
                                      <p:cBhvr>
                                        <p:cTn id="456" dur="500" fill="hold"/>
                                        <p:tgtEl>
                                          <p:spTgt spid="129075"/>
                                        </p:tgtEl>
                                        <p:attrNameLst>
                                          <p:attrName>ppt_w</p:attrName>
                                        </p:attrNameLst>
                                      </p:cBhvr>
                                      <p:tavLst>
                                        <p:tav tm="0">
                                          <p:val>
                                            <p:fltVal val="0"/>
                                          </p:val>
                                        </p:tav>
                                        <p:tav tm="100000">
                                          <p:val>
                                            <p:strVal val="#ppt_w"/>
                                          </p:val>
                                        </p:tav>
                                      </p:tavLst>
                                    </p:anim>
                                    <p:anim calcmode="lin" valueType="num">
                                      <p:cBhvr>
                                        <p:cTn id="457" dur="500" fill="hold"/>
                                        <p:tgtEl>
                                          <p:spTgt spid="129075"/>
                                        </p:tgtEl>
                                        <p:attrNameLst>
                                          <p:attrName>ppt_h</p:attrName>
                                        </p:attrNameLst>
                                      </p:cBhvr>
                                      <p:tavLst>
                                        <p:tav tm="0">
                                          <p:val>
                                            <p:fltVal val="0"/>
                                          </p:val>
                                        </p:tav>
                                        <p:tav tm="100000">
                                          <p:val>
                                            <p:strVal val="#ppt_h"/>
                                          </p:val>
                                        </p:tav>
                                      </p:tavLst>
                                    </p:anim>
                                    <p:animEffect transition="in" filter="fade">
                                      <p:cBhvr>
                                        <p:cTn id="458" dur="500"/>
                                        <p:tgtEl>
                                          <p:spTgt spid="129075"/>
                                        </p:tgtEl>
                                      </p:cBhvr>
                                    </p:animEffect>
                                  </p:childTnLst>
                                </p:cTn>
                              </p:par>
                            </p:childTnLst>
                          </p:cTn>
                        </p:par>
                      </p:childTnLst>
                    </p:cTn>
                  </p:par>
                  <p:par>
                    <p:cTn id="459" fill="hold">
                      <p:stCondLst>
                        <p:cond delay="indefinite"/>
                      </p:stCondLst>
                      <p:childTnLst>
                        <p:par>
                          <p:cTn id="460" fill="hold">
                            <p:stCondLst>
                              <p:cond delay="0"/>
                            </p:stCondLst>
                            <p:childTnLst>
                              <p:par>
                                <p:cTn id="461" presetID="53" presetClass="entr" presetSubtype="16" fill="hold" nodeType="clickEffect">
                                  <p:stCondLst>
                                    <p:cond delay="0"/>
                                  </p:stCondLst>
                                  <p:childTnLst>
                                    <p:set>
                                      <p:cBhvr>
                                        <p:cTn id="462" dur="1" fill="hold">
                                          <p:stCondLst>
                                            <p:cond delay="0"/>
                                          </p:stCondLst>
                                        </p:cTn>
                                        <p:tgtEl>
                                          <p:spTgt spid="129078"/>
                                        </p:tgtEl>
                                        <p:attrNameLst>
                                          <p:attrName>style.visibility</p:attrName>
                                        </p:attrNameLst>
                                      </p:cBhvr>
                                      <p:to>
                                        <p:strVal val="visible"/>
                                      </p:to>
                                    </p:set>
                                    <p:anim calcmode="lin" valueType="num">
                                      <p:cBhvr>
                                        <p:cTn id="463" dur="500" fill="hold"/>
                                        <p:tgtEl>
                                          <p:spTgt spid="129078"/>
                                        </p:tgtEl>
                                        <p:attrNameLst>
                                          <p:attrName>ppt_w</p:attrName>
                                        </p:attrNameLst>
                                      </p:cBhvr>
                                      <p:tavLst>
                                        <p:tav tm="0">
                                          <p:val>
                                            <p:fltVal val="0"/>
                                          </p:val>
                                        </p:tav>
                                        <p:tav tm="100000">
                                          <p:val>
                                            <p:strVal val="#ppt_w"/>
                                          </p:val>
                                        </p:tav>
                                      </p:tavLst>
                                    </p:anim>
                                    <p:anim calcmode="lin" valueType="num">
                                      <p:cBhvr>
                                        <p:cTn id="464" dur="500" fill="hold"/>
                                        <p:tgtEl>
                                          <p:spTgt spid="129078"/>
                                        </p:tgtEl>
                                        <p:attrNameLst>
                                          <p:attrName>ppt_h</p:attrName>
                                        </p:attrNameLst>
                                      </p:cBhvr>
                                      <p:tavLst>
                                        <p:tav tm="0">
                                          <p:val>
                                            <p:fltVal val="0"/>
                                          </p:val>
                                        </p:tav>
                                        <p:tav tm="100000">
                                          <p:val>
                                            <p:strVal val="#ppt_h"/>
                                          </p:val>
                                        </p:tav>
                                      </p:tavLst>
                                    </p:anim>
                                    <p:animEffect transition="in" filter="fade">
                                      <p:cBhvr>
                                        <p:cTn id="465" dur="500"/>
                                        <p:tgtEl>
                                          <p:spTgt spid="129078"/>
                                        </p:tgtEl>
                                      </p:cBhvr>
                                    </p:animEffect>
                                  </p:childTnLst>
                                </p:cTn>
                              </p:par>
                              <p:par>
                                <p:cTn id="466" presetID="53" presetClass="entr" presetSubtype="16" fill="hold" grpId="0" nodeType="withEffect">
                                  <p:stCondLst>
                                    <p:cond delay="0"/>
                                  </p:stCondLst>
                                  <p:childTnLst>
                                    <p:set>
                                      <p:cBhvr>
                                        <p:cTn id="467" dur="1" fill="hold">
                                          <p:stCondLst>
                                            <p:cond delay="0"/>
                                          </p:stCondLst>
                                        </p:cTn>
                                        <p:tgtEl>
                                          <p:spTgt spid="127023"/>
                                        </p:tgtEl>
                                        <p:attrNameLst>
                                          <p:attrName>style.visibility</p:attrName>
                                        </p:attrNameLst>
                                      </p:cBhvr>
                                      <p:to>
                                        <p:strVal val="visible"/>
                                      </p:to>
                                    </p:set>
                                    <p:anim calcmode="lin" valueType="num">
                                      <p:cBhvr>
                                        <p:cTn id="468" dur="500" fill="hold"/>
                                        <p:tgtEl>
                                          <p:spTgt spid="127023"/>
                                        </p:tgtEl>
                                        <p:attrNameLst>
                                          <p:attrName>ppt_w</p:attrName>
                                        </p:attrNameLst>
                                      </p:cBhvr>
                                      <p:tavLst>
                                        <p:tav tm="0">
                                          <p:val>
                                            <p:fltVal val="0"/>
                                          </p:val>
                                        </p:tav>
                                        <p:tav tm="100000">
                                          <p:val>
                                            <p:strVal val="#ppt_w"/>
                                          </p:val>
                                        </p:tav>
                                      </p:tavLst>
                                    </p:anim>
                                    <p:anim calcmode="lin" valueType="num">
                                      <p:cBhvr>
                                        <p:cTn id="469" dur="500" fill="hold"/>
                                        <p:tgtEl>
                                          <p:spTgt spid="127023"/>
                                        </p:tgtEl>
                                        <p:attrNameLst>
                                          <p:attrName>ppt_h</p:attrName>
                                        </p:attrNameLst>
                                      </p:cBhvr>
                                      <p:tavLst>
                                        <p:tav tm="0">
                                          <p:val>
                                            <p:fltVal val="0"/>
                                          </p:val>
                                        </p:tav>
                                        <p:tav tm="100000">
                                          <p:val>
                                            <p:strVal val="#ppt_h"/>
                                          </p:val>
                                        </p:tav>
                                      </p:tavLst>
                                    </p:anim>
                                    <p:animEffect transition="in" filter="fade">
                                      <p:cBhvr>
                                        <p:cTn id="470" dur="500"/>
                                        <p:tgtEl>
                                          <p:spTgt spid="127023"/>
                                        </p:tgtEl>
                                      </p:cBhvr>
                                    </p:animEffect>
                                  </p:childTnLst>
                                </p:cTn>
                              </p:par>
                            </p:childTnLst>
                          </p:cTn>
                        </p:par>
                        <p:par>
                          <p:cTn id="471" fill="hold">
                            <p:stCondLst>
                              <p:cond delay="500"/>
                            </p:stCondLst>
                            <p:childTnLst>
                              <p:par>
                                <p:cTn id="472" presetID="53" presetClass="entr" presetSubtype="16" fill="hold" grpId="0" nodeType="afterEffect">
                                  <p:stCondLst>
                                    <p:cond delay="0"/>
                                  </p:stCondLst>
                                  <p:childTnLst>
                                    <p:set>
                                      <p:cBhvr>
                                        <p:cTn id="473" dur="1" fill="hold">
                                          <p:stCondLst>
                                            <p:cond delay="0"/>
                                          </p:stCondLst>
                                        </p:cTn>
                                        <p:tgtEl>
                                          <p:spTgt spid="129077"/>
                                        </p:tgtEl>
                                        <p:attrNameLst>
                                          <p:attrName>style.visibility</p:attrName>
                                        </p:attrNameLst>
                                      </p:cBhvr>
                                      <p:to>
                                        <p:strVal val="visible"/>
                                      </p:to>
                                    </p:set>
                                    <p:anim calcmode="lin" valueType="num">
                                      <p:cBhvr>
                                        <p:cTn id="474" dur="500" fill="hold"/>
                                        <p:tgtEl>
                                          <p:spTgt spid="129077"/>
                                        </p:tgtEl>
                                        <p:attrNameLst>
                                          <p:attrName>ppt_w</p:attrName>
                                        </p:attrNameLst>
                                      </p:cBhvr>
                                      <p:tavLst>
                                        <p:tav tm="0">
                                          <p:val>
                                            <p:fltVal val="0"/>
                                          </p:val>
                                        </p:tav>
                                        <p:tav tm="100000">
                                          <p:val>
                                            <p:strVal val="#ppt_w"/>
                                          </p:val>
                                        </p:tav>
                                      </p:tavLst>
                                    </p:anim>
                                    <p:anim calcmode="lin" valueType="num">
                                      <p:cBhvr>
                                        <p:cTn id="475" dur="500" fill="hold"/>
                                        <p:tgtEl>
                                          <p:spTgt spid="129077"/>
                                        </p:tgtEl>
                                        <p:attrNameLst>
                                          <p:attrName>ppt_h</p:attrName>
                                        </p:attrNameLst>
                                      </p:cBhvr>
                                      <p:tavLst>
                                        <p:tav tm="0">
                                          <p:val>
                                            <p:fltVal val="0"/>
                                          </p:val>
                                        </p:tav>
                                        <p:tav tm="100000">
                                          <p:val>
                                            <p:strVal val="#ppt_h"/>
                                          </p:val>
                                        </p:tav>
                                      </p:tavLst>
                                    </p:anim>
                                    <p:animEffect transition="in" filter="fade">
                                      <p:cBhvr>
                                        <p:cTn id="476" dur="500"/>
                                        <p:tgtEl>
                                          <p:spTgt spid="129077"/>
                                        </p:tgtEl>
                                      </p:cBhvr>
                                    </p:animEffect>
                                  </p:childTnLst>
                                </p:cTn>
                              </p:par>
                            </p:childTnLst>
                          </p:cTn>
                        </p:par>
                      </p:childTnLst>
                    </p:cTn>
                  </p:par>
                  <p:par>
                    <p:cTn id="477" fill="hold">
                      <p:stCondLst>
                        <p:cond delay="indefinite"/>
                      </p:stCondLst>
                      <p:childTnLst>
                        <p:par>
                          <p:cTn id="478" fill="hold">
                            <p:stCondLst>
                              <p:cond delay="0"/>
                            </p:stCondLst>
                            <p:childTnLst>
                              <p:par>
                                <p:cTn id="479" presetID="53" presetClass="entr" presetSubtype="16" fill="hold" grpId="0" nodeType="clickEffect">
                                  <p:stCondLst>
                                    <p:cond delay="0"/>
                                  </p:stCondLst>
                                  <p:childTnLst>
                                    <p:set>
                                      <p:cBhvr>
                                        <p:cTn id="480" dur="1" fill="hold">
                                          <p:stCondLst>
                                            <p:cond delay="0"/>
                                          </p:stCondLst>
                                        </p:cTn>
                                        <p:tgtEl>
                                          <p:spTgt spid="129082"/>
                                        </p:tgtEl>
                                        <p:attrNameLst>
                                          <p:attrName>style.visibility</p:attrName>
                                        </p:attrNameLst>
                                      </p:cBhvr>
                                      <p:to>
                                        <p:strVal val="visible"/>
                                      </p:to>
                                    </p:set>
                                    <p:anim calcmode="lin" valueType="num">
                                      <p:cBhvr>
                                        <p:cTn id="481" dur="500" fill="hold"/>
                                        <p:tgtEl>
                                          <p:spTgt spid="129082"/>
                                        </p:tgtEl>
                                        <p:attrNameLst>
                                          <p:attrName>ppt_w</p:attrName>
                                        </p:attrNameLst>
                                      </p:cBhvr>
                                      <p:tavLst>
                                        <p:tav tm="0">
                                          <p:val>
                                            <p:fltVal val="0"/>
                                          </p:val>
                                        </p:tav>
                                        <p:tav tm="100000">
                                          <p:val>
                                            <p:strVal val="#ppt_w"/>
                                          </p:val>
                                        </p:tav>
                                      </p:tavLst>
                                    </p:anim>
                                    <p:anim calcmode="lin" valueType="num">
                                      <p:cBhvr>
                                        <p:cTn id="482" dur="500" fill="hold"/>
                                        <p:tgtEl>
                                          <p:spTgt spid="129082"/>
                                        </p:tgtEl>
                                        <p:attrNameLst>
                                          <p:attrName>ppt_h</p:attrName>
                                        </p:attrNameLst>
                                      </p:cBhvr>
                                      <p:tavLst>
                                        <p:tav tm="0">
                                          <p:val>
                                            <p:fltVal val="0"/>
                                          </p:val>
                                        </p:tav>
                                        <p:tav tm="100000">
                                          <p:val>
                                            <p:strVal val="#ppt_h"/>
                                          </p:val>
                                        </p:tav>
                                      </p:tavLst>
                                    </p:anim>
                                    <p:animEffect transition="in" filter="fade">
                                      <p:cBhvr>
                                        <p:cTn id="483" dur="500"/>
                                        <p:tgtEl>
                                          <p:spTgt spid="129082"/>
                                        </p:tgtEl>
                                      </p:cBhvr>
                                    </p:animEffect>
                                  </p:childTnLst>
                                </p:cTn>
                              </p:par>
                              <p:par>
                                <p:cTn id="484" presetID="53" presetClass="entr" presetSubtype="16" fill="hold" nodeType="withEffect">
                                  <p:stCondLst>
                                    <p:cond delay="0"/>
                                  </p:stCondLst>
                                  <p:childTnLst>
                                    <p:set>
                                      <p:cBhvr>
                                        <p:cTn id="485" dur="1" fill="hold">
                                          <p:stCondLst>
                                            <p:cond delay="0"/>
                                          </p:stCondLst>
                                        </p:cTn>
                                        <p:tgtEl>
                                          <p:spTgt spid="129083"/>
                                        </p:tgtEl>
                                        <p:attrNameLst>
                                          <p:attrName>style.visibility</p:attrName>
                                        </p:attrNameLst>
                                      </p:cBhvr>
                                      <p:to>
                                        <p:strVal val="visible"/>
                                      </p:to>
                                    </p:set>
                                    <p:anim calcmode="lin" valueType="num">
                                      <p:cBhvr>
                                        <p:cTn id="486" dur="500" fill="hold"/>
                                        <p:tgtEl>
                                          <p:spTgt spid="129083"/>
                                        </p:tgtEl>
                                        <p:attrNameLst>
                                          <p:attrName>ppt_w</p:attrName>
                                        </p:attrNameLst>
                                      </p:cBhvr>
                                      <p:tavLst>
                                        <p:tav tm="0">
                                          <p:val>
                                            <p:fltVal val="0"/>
                                          </p:val>
                                        </p:tav>
                                        <p:tav tm="100000">
                                          <p:val>
                                            <p:strVal val="#ppt_w"/>
                                          </p:val>
                                        </p:tav>
                                      </p:tavLst>
                                    </p:anim>
                                    <p:anim calcmode="lin" valueType="num">
                                      <p:cBhvr>
                                        <p:cTn id="487" dur="500" fill="hold"/>
                                        <p:tgtEl>
                                          <p:spTgt spid="129083"/>
                                        </p:tgtEl>
                                        <p:attrNameLst>
                                          <p:attrName>ppt_h</p:attrName>
                                        </p:attrNameLst>
                                      </p:cBhvr>
                                      <p:tavLst>
                                        <p:tav tm="0">
                                          <p:val>
                                            <p:fltVal val="0"/>
                                          </p:val>
                                        </p:tav>
                                        <p:tav tm="100000">
                                          <p:val>
                                            <p:strVal val="#ppt_h"/>
                                          </p:val>
                                        </p:tav>
                                      </p:tavLst>
                                    </p:anim>
                                    <p:animEffect transition="in" filter="fade">
                                      <p:cBhvr>
                                        <p:cTn id="488" dur="500"/>
                                        <p:tgtEl>
                                          <p:spTgt spid="129083"/>
                                        </p:tgtEl>
                                      </p:cBhvr>
                                    </p:animEffect>
                                  </p:childTnLst>
                                </p:cTn>
                              </p:par>
                            </p:childTnLst>
                          </p:cTn>
                        </p:par>
                      </p:childTnLst>
                    </p:cTn>
                  </p:par>
                  <p:par>
                    <p:cTn id="489" fill="hold">
                      <p:stCondLst>
                        <p:cond delay="indefinite"/>
                      </p:stCondLst>
                      <p:childTnLst>
                        <p:par>
                          <p:cTn id="490" fill="hold">
                            <p:stCondLst>
                              <p:cond delay="0"/>
                            </p:stCondLst>
                            <p:childTnLst>
                              <p:par>
                                <p:cTn id="491" presetID="53" presetClass="entr" presetSubtype="16" fill="hold" nodeType="clickEffect">
                                  <p:stCondLst>
                                    <p:cond delay="0"/>
                                  </p:stCondLst>
                                  <p:childTnLst>
                                    <p:set>
                                      <p:cBhvr>
                                        <p:cTn id="492" dur="1" fill="hold">
                                          <p:stCondLst>
                                            <p:cond delay="0"/>
                                          </p:stCondLst>
                                        </p:cTn>
                                        <p:tgtEl>
                                          <p:spTgt spid="129080"/>
                                        </p:tgtEl>
                                        <p:attrNameLst>
                                          <p:attrName>style.visibility</p:attrName>
                                        </p:attrNameLst>
                                      </p:cBhvr>
                                      <p:to>
                                        <p:strVal val="visible"/>
                                      </p:to>
                                    </p:set>
                                    <p:anim calcmode="lin" valueType="num">
                                      <p:cBhvr>
                                        <p:cTn id="493" dur="500" fill="hold"/>
                                        <p:tgtEl>
                                          <p:spTgt spid="129080"/>
                                        </p:tgtEl>
                                        <p:attrNameLst>
                                          <p:attrName>ppt_w</p:attrName>
                                        </p:attrNameLst>
                                      </p:cBhvr>
                                      <p:tavLst>
                                        <p:tav tm="0">
                                          <p:val>
                                            <p:fltVal val="0"/>
                                          </p:val>
                                        </p:tav>
                                        <p:tav tm="100000">
                                          <p:val>
                                            <p:strVal val="#ppt_w"/>
                                          </p:val>
                                        </p:tav>
                                      </p:tavLst>
                                    </p:anim>
                                    <p:anim calcmode="lin" valueType="num">
                                      <p:cBhvr>
                                        <p:cTn id="494" dur="500" fill="hold"/>
                                        <p:tgtEl>
                                          <p:spTgt spid="129080"/>
                                        </p:tgtEl>
                                        <p:attrNameLst>
                                          <p:attrName>ppt_h</p:attrName>
                                        </p:attrNameLst>
                                      </p:cBhvr>
                                      <p:tavLst>
                                        <p:tav tm="0">
                                          <p:val>
                                            <p:fltVal val="0"/>
                                          </p:val>
                                        </p:tav>
                                        <p:tav tm="100000">
                                          <p:val>
                                            <p:strVal val="#ppt_h"/>
                                          </p:val>
                                        </p:tav>
                                      </p:tavLst>
                                    </p:anim>
                                    <p:animEffect transition="in" filter="fade">
                                      <p:cBhvr>
                                        <p:cTn id="495" dur="500"/>
                                        <p:tgtEl>
                                          <p:spTgt spid="129080"/>
                                        </p:tgtEl>
                                      </p:cBhvr>
                                    </p:animEffect>
                                  </p:childTnLst>
                                </p:cTn>
                              </p:par>
                              <p:par>
                                <p:cTn id="496" presetID="53" presetClass="entr" presetSubtype="16" fill="hold" grpId="0" nodeType="withEffect">
                                  <p:stCondLst>
                                    <p:cond delay="0"/>
                                  </p:stCondLst>
                                  <p:childTnLst>
                                    <p:set>
                                      <p:cBhvr>
                                        <p:cTn id="497" dur="1" fill="hold">
                                          <p:stCondLst>
                                            <p:cond delay="0"/>
                                          </p:stCondLst>
                                        </p:cTn>
                                        <p:tgtEl>
                                          <p:spTgt spid="129081"/>
                                        </p:tgtEl>
                                        <p:attrNameLst>
                                          <p:attrName>style.visibility</p:attrName>
                                        </p:attrNameLst>
                                      </p:cBhvr>
                                      <p:to>
                                        <p:strVal val="visible"/>
                                      </p:to>
                                    </p:set>
                                    <p:anim calcmode="lin" valueType="num">
                                      <p:cBhvr>
                                        <p:cTn id="498" dur="500" fill="hold"/>
                                        <p:tgtEl>
                                          <p:spTgt spid="129081"/>
                                        </p:tgtEl>
                                        <p:attrNameLst>
                                          <p:attrName>ppt_w</p:attrName>
                                        </p:attrNameLst>
                                      </p:cBhvr>
                                      <p:tavLst>
                                        <p:tav tm="0">
                                          <p:val>
                                            <p:fltVal val="0"/>
                                          </p:val>
                                        </p:tav>
                                        <p:tav tm="100000">
                                          <p:val>
                                            <p:strVal val="#ppt_w"/>
                                          </p:val>
                                        </p:tav>
                                      </p:tavLst>
                                    </p:anim>
                                    <p:anim calcmode="lin" valueType="num">
                                      <p:cBhvr>
                                        <p:cTn id="499" dur="500" fill="hold"/>
                                        <p:tgtEl>
                                          <p:spTgt spid="129081"/>
                                        </p:tgtEl>
                                        <p:attrNameLst>
                                          <p:attrName>ppt_h</p:attrName>
                                        </p:attrNameLst>
                                      </p:cBhvr>
                                      <p:tavLst>
                                        <p:tav tm="0">
                                          <p:val>
                                            <p:fltVal val="0"/>
                                          </p:val>
                                        </p:tav>
                                        <p:tav tm="100000">
                                          <p:val>
                                            <p:strVal val="#ppt_h"/>
                                          </p:val>
                                        </p:tav>
                                      </p:tavLst>
                                    </p:anim>
                                    <p:animEffect transition="in" filter="fade">
                                      <p:cBhvr>
                                        <p:cTn id="500" dur="500"/>
                                        <p:tgtEl>
                                          <p:spTgt spid="129081"/>
                                        </p:tgtEl>
                                      </p:cBhvr>
                                    </p:animEffect>
                                  </p:childTnLst>
                                </p:cTn>
                              </p:par>
                            </p:childTnLst>
                          </p:cTn>
                        </p:par>
                      </p:childTnLst>
                    </p:cTn>
                  </p:par>
                  <p:par>
                    <p:cTn id="501" fill="hold">
                      <p:stCondLst>
                        <p:cond delay="indefinite"/>
                      </p:stCondLst>
                      <p:childTnLst>
                        <p:par>
                          <p:cTn id="502" fill="hold">
                            <p:stCondLst>
                              <p:cond delay="0"/>
                            </p:stCondLst>
                            <p:childTnLst>
                              <p:par>
                                <p:cTn id="503" presetID="53" presetClass="entr" presetSubtype="16" fill="hold" grpId="0" nodeType="clickEffect">
                                  <p:stCondLst>
                                    <p:cond delay="0"/>
                                  </p:stCondLst>
                                  <p:childTnLst>
                                    <p:set>
                                      <p:cBhvr>
                                        <p:cTn id="504" dur="1" fill="hold">
                                          <p:stCondLst>
                                            <p:cond delay="0"/>
                                          </p:stCondLst>
                                        </p:cTn>
                                        <p:tgtEl>
                                          <p:spTgt spid="61"/>
                                        </p:tgtEl>
                                        <p:attrNameLst>
                                          <p:attrName>style.visibility</p:attrName>
                                        </p:attrNameLst>
                                      </p:cBhvr>
                                      <p:to>
                                        <p:strVal val="visible"/>
                                      </p:to>
                                    </p:set>
                                    <p:anim calcmode="lin" valueType="num">
                                      <p:cBhvr>
                                        <p:cTn id="505" dur="500" fill="hold"/>
                                        <p:tgtEl>
                                          <p:spTgt spid="61"/>
                                        </p:tgtEl>
                                        <p:attrNameLst>
                                          <p:attrName>ppt_w</p:attrName>
                                        </p:attrNameLst>
                                      </p:cBhvr>
                                      <p:tavLst>
                                        <p:tav tm="0">
                                          <p:val>
                                            <p:fltVal val="0"/>
                                          </p:val>
                                        </p:tav>
                                        <p:tav tm="100000">
                                          <p:val>
                                            <p:strVal val="#ppt_w"/>
                                          </p:val>
                                        </p:tav>
                                      </p:tavLst>
                                    </p:anim>
                                    <p:anim calcmode="lin" valueType="num">
                                      <p:cBhvr>
                                        <p:cTn id="506" dur="500" fill="hold"/>
                                        <p:tgtEl>
                                          <p:spTgt spid="61"/>
                                        </p:tgtEl>
                                        <p:attrNameLst>
                                          <p:attrName>ppt_h</p:attrName>
                                        </p:attrNameLst>
                                      </p:cBhvr>
                                      <p:tavLst>
                                        <p:tav tm="0">
                                          <p:val>
                                            <p:fltVal val="0"/>
                                          </p:val>
                                        </p:tav>
                                        <p:tav tm="100000">
                                          <p:val>
                                            <p:strVal val="#ppt_h"/>
                                          </p:val>
                                        </p:tav>
                                      </p:tavLst>
                                    </p:anim>
                                    <p:animEffect transition="in" filter="fade">
                                      <p:cBhvr>
                                        <p:cTn id="507" dur="500"/>
                                        <p:tgtEl>
                                          <p:spTgt spid="61"/>
                                        </p:tgtEl>
                                      </p:cBhvr>
                                    </p:animEffect>
                                  </p:childTnLst>
                                </p:cTn>
                              </p:par>
                              <p:par>
                                <p:cTn id="508" presetID="53" presetClass="entr" presetSubtype="16" fill="hold" nodeType="withEffect">
                                  <p:stCondLst>
                                    <p:cond delay="0"/>
                                  </p:stCondLst>
                                  <p:childTnLst>
                                    <p:set>
                                      <p:cBhvr>
                                        <p:cTn id="509" dur="1" fill="hold">
                                          <p:stCondLst>
                                            <p:cond delay="0"/>
                                          </p:stCondLst>
                                        </p:cTn>
                                        <p:tgtEl>
                                          <p:spTgt spid="60"/>
                                        </p:tgtEl>
                                        <p:attrNameLst>
                                          <p:attrName>style.visibility</p:attrName>
                                        </p:attrNameLst>
                                      </p:cBhvr>
                                      <p:to>
                                        <p:strVal val="visible"/>
                                      </p:to>
                                    </p:set>
                                    <p:anim calcmode="lin" valueType="num">
                                      <p:cBhvr>
                                        <p:cTn id="510" dur="500" fill="hold"/>
                                        <p:tgtEl>
                                          <p:spTgt spid="60"/>
                                        </p:tgtEl>
                                        <p:attrNameLst>
                                          <p:attrName>ppt_w</p:attrName>
                                        </p:attrNameLst>
                                      </p:cBhvr>
                                      <p:tavLst>
                                        <p:tav tm="0">
                                          <p:val>
                                            <p:fltVal val="0"/>
                                          </p:val>
                                        </p:tav>
                                        <p:tav tm="100000">
                                          <p:val>
                                            <p:strVal val="#ppt_w"/>
                                          </p:val>
                                        </p:tav>
                                      </p:tavLst>
                                    </p:anim>
                                    <p:anim calcmode="lin" valueType="num">
                                      <p:cBhvr>
                                        <p:cTn id="511" dur="500" fill="hold"/>
                                        <p:tgtEl>
                                          <p:spTgt spid="60"/>
                                        </p:tgtEl>
                                        <p:attrNameLst>
                                          <p:attrName>ppt_h</p:attrName>
                                        </p:attrNameLst>
                                      </p:cBhvr>
                                      <p:tavLst>
                                        <p:tav tm="0">
                                          <p:val>
                                            <p:fltVal val="0"/>
                                          </p:val>
                                        </p:tav>
                                        <p:tav tm="100000">
                                          <p:val>
                                            <p:strVal val="#ppt_h"/>
                                          </p:val>
                                        </p:tav>
                                      </p:tavLst>
                                    </p:anim>
                                    <p:animEffect transition="in" filter="fade">
                                      <p:cBhvr>
                                        <p:cTn id="512"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44" grpId="0" build="allAtOnce" animBg="1"/>
      <p:bldP spid="129035" grpId="0" build="allAtOnce" animBg="1"/>
      <p:bldP spid="129036" grpId="0" bldLvl="0" animBg="1"/>
      <p:bldP spid="129038" grpId="0" build="allAtOnce" animBg="1"/>
      <p:bldP spid="129040" grpId="0"/>
      <p:bldP spid="129041" grpId="0" bldLvl="0" animBg="1"/>
      <p:bldP spid="129043" grpId="0"/>
      <p:bldP spid="129045" grpId="0" bldLvl="0" animBg="1"/>
      <p:bldP spid="129046" grpId="0"/>
      <p:bldP spid="129047" grpId="0"/>
      <p:bldP spid="129048" grpId="0" build="allAtOnce" animBg="1"/>
      <p:bldP spid="129050" grpId="0"/>
      <p:bldP spid="129051" grpId="0" bldLvl="0" animBg="1"/>
      <p:bldP spid="129053" grpId="0"/>
      <p:bldP spid="129054" grpId="0" bldLvl="0" animBg="1"/>
      <p:bldP spid="129056" grpId="0"/>
      <p:bldP spid="129057" grpId="0" bldLvl="0" animBg="1"/>
      <p:bldP spid="129059" grpId="0"/>
      <p:bldP spid="129062" grpId="0"/>
      <p:bldP spid="129063" grpId="0"/>
      <p:bldP spid="129065" grpId="0"/>
      <p:bldP spid="129067" grpId="0"/>
      <p:bldP spid="129069" grpId="0" bldLvl="0" animBg="1"/>
      <p:bldP spid="129071" grpId="0"/>
      <p:bldP spid="129072" grpId="0" build="allAtOnce" animBg="1"/>
      <p:bldP spid="129073" grpId="0"/>
      <p:bldP spid="129075" grpId="0" bldLvl="0" animBg="1"/>
      <p:bldP spid="129077" grpId="0" bldLvl="0" animBg="1"/>
      <p:bldP spid="127023" grpId="0"/>
      <p:bldP spid="129081" grpId="0"/>
      <p:bldP spid="129082" grpId="0"/>
      <p:bldP spid="6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755650" y="484188"/>
            <a:ext cx="7931150" cy="358775"/>
          </a:xfrm>
        </p:spPr>
        <p:txBody>
          <a:bodyPr vert="horz" wrap="square" lIns="91440" tIns="45720" rIns="91440" bIns="45720" anchor="ctr" anchorCtr="0"/>
          <a:lstStyle/>
          <a:p>
            <a:pPr eaLnBrk="1" hangingPunct="1"/>
            <a:r>
              <a:rPr lang="zh-CN" altLang="en-US" sz="3000" kern="1200" dirty="0">
                <a:solidFill>
                  <a:schemeClr val="tx1"/>
                </a:solidFill>
                <a:latin typeface="微软雅黑" panose="020B0503020204020204" pitchFamily="34" charset="-122"/>
                <a:ea typeface="微软雅黑" panose="020B0503020204020204" pitchFamily="34" charset="-122"/>
                <a:cs typeface="+mj-cs"/>
              </a:rPr>
              <a:t>赋值语句文法的</a:t>
            </a:r>
            <a:br>
              <a:rPr lang="zh-CN" altLang="en-US" sz="3000" kern="1200" dirty="0">
                <a:solidFill>
                  <a:schemeClr val="tx1"/>
                </a:solidFill>
                <a:latin typeface="微软雅黑" panose="020B0503020204020204" pitchFamily="34" charset="-122"/>
                <a:ea typeface="微软雅黑" panose="020B0503020204020204" pitchFamily="34" charset="-122"/>
                <a:cs typeface="+mj-cs"/>
              </a:rPr>
            </a:br>
            <a:r>
              <a:rPr lang="en-US" altLang="zh-CN" sz="3000" i="1" kern="1200" dirty="0">
                <a:solidFill>
                  <a:schemeClr val="tx1"/>
                </a:solidFill>
                <a:latin typeface="Times New Roman" panose="02020603050405020304" pitchFamily="18" charset="0"/>
                <a:ea typeface="黑体" panose="02010609060101010101" pitchFamily="49" charset="-122"/>
                <a:cs typeface="+mj-cs"/>
              </a:rPr>
              <a:t>LR</a:t>
            </a:r>
            <a:r>
              <a:rPr lang="en-US" altLang="zh-CN" sz="3000" kern="1200" dirty="0">
                <a:solidFill>
                  <a:schemeClr val="tx1"/>
                </a:solidFill>
                <a:latin typeface="Times New Roman" panose="02020603050405020304" pitchFamily="18" charset="0"/>
                <a:ea typeface="黑体" panose="02010609060101010101" pitchFamily="49" charset="-122"/>
                <a:cs typeface="+mj-cs"/>
              </a:rPr>
              <a:t>(1)</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分析表</a:t>
            </a:r>
          </a:p>
        </p:txBody>
      </p:sp>
      <p:graphicFrame>
        <p:nvGraphicFramePr>
          <p:cNvPr id="77826" name="表格 77825"/>
          <p:cNvGraphicFramePr/>
          <p:nvPr/>
        </p:nvGraphicFramePr>
        <p:xfrm>
          <a:off x="3986213" y="93663"/>
          <a:ext cx="4618038" cy="5003800"/>
        </p:xfrm>
        <a:graphic>
          <a:graphicData uri="http://schemas.openxmlformats.org/drawingml/2006/table">
            <a:tbl>
              <a:tblPr/>
              <a:tblGrid>
                <a:gridCol w="681038">
                  <a:extLst>
                    <a:ext uri="{9D8B030D-6E8A-4147-A177-3AD203B41FA5}">
                      <a16:colId xmlns:a16="http://schemas.microsoft.com/office/drawing/2014/main" val="20000"/>
                    </a:ext>
                  </a:extLst>
                </a:gridCol>
                <a:gridCol w="519112">
                  <a:extLst>
                    <a:ext uri="{9D8B030D-6E8A-4147-A177-3AD203B41FA5}">
                      <a16:colId xmlns:a16="http://schemas.microsoft.com/office/drawing/2014/main" val="20001"/>
                    </a:ext>
                  </a:extLst>
                </a:gridCol>
                <a:gridCol w="523875">
                  <a:extLst>
                    <a:ext uri="{9D8B030D-6E8A-4147-A177-3AD203B41FA5}">
                      <a16:colId xmlns:a16="http://schemas.microsoft.com/office/drawing/2014/main" val="20002"/>
                    </a:ext>
                  </a:extLst>
                </a:gridCol>
                <a:gridCol w="581025">
                  <a:extLst>
                    <a:ext uri="{9D8B030D-6E8A-4147-A177-3AD203B41FA5}">
                      <a16:colId xmlns:a16="http://schemas.microsoft.com/office/drawing/2014/main" val="20003"/>
                    </a:ext>
                  </a:extLst>
                </a:gridCol>
                <a:gridCol w="523875">
                  <a:extLst>
                    <a:ext uri="{9D8B030D-6E8A-4147-A177-3AD203B41FA5}">
                      <a16:colId xmlns:a16="http://schemas.microsoft.com/office/drawing/2014/main" val="20004"/>
                    </a:ext>
                  </a:extLst>
                </a:gridCol>
                <a:gridCol w="565150">
                  <a:extLst>
                    <a:ext uri="{9D8B030D-6E8A-4147-A177-3AD203B41FA5}">
                      <a16:colId xmlns:a16="http://schemas.microsoft.com/office/drawing/2014/main" val="20005"/>
                    </a:ext>
                  </a:extLst>
                </a:gridCol>
                <a:gridCol w="647700">
                  <a:extLst>
                    <a:ext uri="{9D8B030D-6E8A-4147-A177-3AD203B41FA5}">
                      <a16:colId xmlns:a16="http://schemas.microsoft.com/office/drawing/2014/main" val="20006"/>
                    </a:ext>
                  </a:extLst>
                </a:gridCol>
                <a:gridCol w="576263">
                  <a:extLst>
                    <a:ext uri="{9D8B030D-6E8A-4147-A177-3AD203B41FA5}">
                      <a16:colId xmlns:a16="http://schemas.microsoft.com/office/drawing/2014/main" val="20007"/>
                    </a:ext>
                  </a:extLst>
                </a:gridCol>
              </a:tblGrid>
              <a:tr h="312738">
                <a:tc rowSpan="2">
                  <a:txBody>
                    <a:bodyPr/>
                    <a:lstStyle/>
                    <a:p>
                      <a:pPr lvl="0" algn="ctr" eaLnBrk="1" hangingPunct="1">
                        <a:buNone/>
                      </a:pPr>
                      <a:r>
                        <a:rPr lang="zh-CN" altLang="en-US" b="1">
                          <a:solidFill>
                            <a:srgbClr val="000000"/>
                          </a:solidFill>
                          <a:latin typeface="华文楷体" panose="02010600040101010101" pitchFamily="2" charset="-122"/>
                          <a:ea typeface="华文楷体" panose="02010600040101010101" pitchFamily="2" charset="-122"/>
                        </a:rPr>
                        <a:t>状态</a:t>
                      </a:r>
                    </a:p>
                  </a:txBody>
                  <a:tcPr marL="91444" marR="91444" marT="34291" marB="34291"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gridSpan="4">
                  <a:txBody>
                    <a:bodyPr/>
                    <a:lstStyle/>
                    <a:p>
                      <a:pPr lvl="0" algn="ctr" eaLnBrk="1" hangingPunct="1">
                        <a:buNone/>
                      </a:pPr>
                      <a:r>
                        <a:rPr lang="en-US" altLang="zh-CN" sz="1600" b="1" i="1">
                          <a:latin typeface="Times New Roman" panose="02020603050405020304" pitchFamily="18" charset="0"/>
                          <a:ea typeface="楷体" panose="02010609060101010101" pitchFamily="49" charset="-122"/>
                        </a:rPr>
                        <a:t>ACTION</a:t>
                      </a:r>
                      <a:endParaRPr lang="zh-CN" altLang="en-US" sz="1600" b="1" i="1">
                        <a:latin typeface="Times New Roman" panose="02020603050405020304" pitchFamily="18" charset="0"/>
                        <a:ea typeface="楷体" panose="02010609060101010101" pitchFamily="49"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p>
                      <a:pPr lvl="0" algn="ctr" eaLnBrk="1" hangingPunct="1">
                        <a:buNone/>
                      </a:pPr>
                      <a:r>
                        <a:rPr lang="en-US" altLang="zh-CN" sz="1600" b="1" i="1">
                          <a:latin typeface="Times New Roman" panose="02020603050405020304" pitchFamily="18" charset="0"/>
                          <a:ea typeface="楷体" panose="02010609060101010101" pitchFamily="49" charset="-122"/>
                        </a:rPr>
                        <a:t>GOTO</a:t>
                      </a:r>
                      <a:endParaRPr lang="zh-CN" altLang="en-US" sz="1600" b="1" i="1">
                        <a:latin typeface="Times New Roman" panose="02020603050405020304" pitchFamily="18" charset="0"/>
                        <a:ea typeface="楷体" panose="02010609060101010101" pitchFamily="49"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312737">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id</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500" b="1">
                          <a:latin typeface="华文楷体" panose="02010600040101010101" pitchFamily="2" charset="-122"/>
                          <a:ea typeface="Times New Roman" panose="02020603050405020304" pitchFamily="18" charset="0"/>
                        </a:rPr>
                        <a:t>$</a:t>
                      </a:r>
                      <a:endParaRPr lang="zh-CN" altLang="en-US" sz="1500" b="1">
                        <a:latin typeface="华文楷体" panose="02010600040101010101" pitchFamily="2" charset="-122"/>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500" b="1" i="1">
                          <a:latin typeface="Times New Roman" panose="02020603050405020304" pitchFamily="18" charset="0"/>
                          <a:ea typeface="Times New Roman" panose="02020603050405020304" pitchFamily="18" charset="0"/>
                        </a:rPr>
                        <a:t>S</a:t>
                      </a:r>
                      <a:endParaRPr lang="zh-CN" altLang="en-US" sz="1500" b="1" i="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500" b="1" i="1">
                          <a:latin typeface="Times New Roman" panose="02020603050405020304" pitchFamily="18" charset="0"/>
                          <a:ea typeface="Times New Roman" panose="02020603050405020304" pitchFamily="18" charset="0"/>
                        </a:rPr>
                        <a:t>L</a:t>
                      </a:r>
                      <a:endParaRPr lang="zh-CN" altLang="en-US" sz="1500" b="1" i="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500" b="1" i="1">
                          <a:latin typeface="Times New Roman" panose="02020603050405020304" pitchFamily="18" charset="0"/>
                          <a:ea typeface="Times New Roman" panose="02020603050405020304" pitchFamily="18" charset="0"/>
                        </a:rPr>
                        <a:t>R</a:t>
                      </a:r>
                      <a:endParaRPr lang="zh-CN" altLang="en-US" sz="1500" b="1" i="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0</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s4</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s5</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1</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2</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3</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acc</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2</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r>
                        <a:rPr lang="en-US" altLang="zh-CN" sz="1500" b="1">
                          <a:solidFill>
                            <a:srgbClr val="FF0000"/>
                          </a:solidFill>
                          <a:latin typeface="Times New Roman" panose="02020603050405020304" pitchFamily="18" charset="0"/>
                          <a:ea typeface="Times New Roman" panose="02020603050405020304" pitchFamily="18" charset="0"/>
                        </a:rPr>
                        <a:t>s6</a:t>
                      </a:r>
                      <a:endParaRPr lang="zh-CN" altLang="en-US" sz="1500" b="1">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r>
                        <a:rPr lang="en-US" altLang="zh-CN" sz="1500" b="1">
                          <a:solidFill>
                            <a:srgbClr val="FF0000"/>
                          </a:solidFill>
                          <a:latin typeface="Times New Roman" panose="02020603050405020304" pitchFamily="18" charset="0"/>
                          <a:ea typeface="Times New Roman" panose="02020603050405020304" pitchFamily="18" charset="0"/>
                        </a:rPr>
                        <a:t>r5</a:t>
                      </a:r>
                      <a:endParaRPr lang="zh-CN" altLang="en-US" sz="1500" b="1">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500" b="1">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extLst>
                  <a:ext uri="{0D108BD9-81ED-4DB2-BD59-A6C34878D82A}">
                    <a16:rowId xmlns:a16="http://schemas.microsoft.com/office/drawing/2014/main" val="10004"/>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3</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r2</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4</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s4</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s5</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8</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7</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5</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r4</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r4</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6</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s11</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s12</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10</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9</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7</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r3</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r3</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8</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r5</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r5</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9</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r1</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10</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solidFill>
                            <a:srgbClr val="FF0000"/>
                          </a:solidFill>
                          <a:latin typeface="Times New Roman" panose="02020603050405020304" pitchFamily="18" charset="0"/>
                          <a:ea typeface="Times New Roman" panose="02020603050405020304" pitchFamily="18" charset="0"/>
                        </a:rPr>
                        <a:t>r5</a:t>
                      </a:r>
                      <a:endParaRPr lang="zh-CN" altLang="en-US" sz="1500" b="1">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11</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s11</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s12</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10</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13</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12</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solidFill>
                            <a:srgbClr val="FF0000"/>
                          </a:solidFill>
                          <a:latin typeface="Times New Roman" panose="02020603050405020304" pitchFamily="18" charset="0"/>
                          <a:ea typeface="Times New Roman" panose="02020603050405020304" pitchFamily="18" charset="0"/>
                        </a:rPr>
                        <a:t>r4</a:t>
                      </a:r>
                      <a:endParaRPr lang="zh-CN" altLang="en-US" sz="1500" b="1">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13</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solidFill>
                            <a:srgbClr val="FF0000"/>
                          </a:solidFill>
                          <a:latin typeface="Times New Roman" panose="02020603050405020304" pitchFamily="18" charset="0"/>
                          <a:ea typeface="Times New Roman" panose="02020603050405020304" pitchFamily="18" charset="0"/>
                        </a:rPr>
                        <a:t>r3</a:t>
                      </a:r>
                      <a:endParaRPr lang="zh-CN" altLang="en-US" sz="1500" b="1">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4" name="Rectangle 37"/>
          <p:cNvSpPr>
            <a:spLocks noChangeArrowheads="1"/>
          </p:cNvSpPr>
          <p:nvPr/>
        </p:nvSpPr>
        <p:spPr bwMode="auto">
          <a:xfrm>
            <a:off x="1244600" y="1392238"/>
            <a:ext cx="1290638" cy="2220913"/>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lnSpc>
                <a:spcPts val="2000"/>
              </a:lnSpc>
              <a:spcBef>
                <a:spcPct val="20000"/>
              </a:spcBef>
              <a:buFont typeface="Wingdings" panose="05000000000000000000" pitchFamily="2" charset="2"/>
              <a:buNone/>
            </a:pPr>
            <a:r>
              <a:rPr lang="en-US" altLang="en-US" b="1" dirty="0">
                <a:latin typeface="华文楷体" panose="02010600040101010101" pitchFamily="2" charset="-122"/>
                <a:ea typeface="华文楷体" panose="02010600040101010101" pitchFamily="2" charset="-122"/>
              </a:rPr>
              <a:t>文法</a:t>
            </a:r>
            <a:endParaRPr lang="en-US" altLang="zh-CN" b="1" dirty="0">
              <a:latin typeface="华文楷体" panose="02010600040101010101" pitchFamily="2" charset="-122"/>
              <a:cs typeface="Times New Roman" panose="02020603050405020304" pitchFamily="18" charset="0"/>
            </a:endParaRPr>
          </a:p>
          <a:p>
            <a:pPr marL="609600" indent="-609600" eaLnBrk="1" hangingPunct="1">
              <a:lnSpc>
                <a:spcPts val="2000"/>
              </a:lnSpc>
              <a:spcBef>
                <a:spcPct val="20000"/>
              </a:spcBef>
              <a:buFont typeface="Wingdings" panose="05000000000000000000" pitchFamily="2" charset="2"/>
              <a:buNone/>
            </a:pPr>
            <a:r>
              <a:rPr lang="en-US" altLang="zh-CN" b="1" dirty="0">
                <a:latin typeface="Times New Roman" panose="02020603050405020304" pitchFamily="18" charset="0"/>
                <a:cs typeface="Times New Roman" panose="02020603050405020304" pitchFamily="18" charset="0"/>
              </a:rPr>
              <a:t>0) </a:t>
            </a:r>
            <a:r>
              <a:rPr lang="en-US" altLang="zh-CN" b="1" i="1" dirty="0">
                <a:latin typeface="Times New Roman" panose="02020603050405020304" pitchFamily="18" charset="0"/>
                <a:cs typeface="Times New Roman" panose="02020603050405020304" pitchFamily="18" charset="0"/>
              </a:rPr>
              <a:t>S</a:t>
            </a:r>
            <a:r>
              <a:rPr lang="en-US" altLang="zh-CN" sz="1600" b="1" i="1" dirty="0">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→S</a:t>
            </a:r>
          </a:p>
          <a:p>
            <a:pPr marL="609600" indent="-609600" eaLnBrk="1" hangingPunct="1">
              <a:lnSpc>
                <a:spcPts val="2000"/>
              </a:lnSpc>
              <a:spcBef>
                <a:spcPct val="20000"/>
              </a:spcBef>
              <a:buFont typeface="Wingdings" panose="05000000000000000000" pitchFamily="2" charset="2"/>
              <a:buNone/>
            </a:pPr>
            <a:r>
              <a:rPr lang="en-US" altLang="zh-CN" b="1" dirty="0">
                <a:latin typeface="Times New Roman" panose="02020603050405020304" pitchFamily="18" charset="0"/>
                <a:cs typeface="Times New Roman" panose="02020603050405020304" pitchFamily="18" charset="0"/>
              </a:rPr>
              <a:t>1) </a:t>
            </a:r>
            <a:r>
              <a:rPr lang="en-US" altLang="zh-CN" b="1" i="1" dirty="0">
                <a:latin typeface="Times New Roman" panose="02020603050405020304" pitchFamily="18" charset="0"/>
                <a:cs typeface="Times New Roman" panose="02020603050405020304" pitchFamily="18" charset="0"/>
              </a:rPr>
              <a:t>S→L=R</a:t>
            </a:r>
          </a:p>
          <a:p>
            <a:pPr marL="609600" indent="-609600" eaLnBrk="1" hangingPunct="1">
              <a:lnSpc>
                <a:spcPts val="2000"/>
              </a:lnSpc>
              <a:spcBef>
                <a:spcPct val="20000"/>
              </a:spcBef>
              <a:buFont typeface="Wingdings" panose="05000000000000000000" pitchFamily="2" charset="2"/>
              <a:buNone/>
            </a:pPr>
            <a:r>
              <a:rPr lang="en-US" altLang="zh-CN" b="1" dirty="0">
                <a:latin typeface="Times New Roman" panose="02020603050405020304" pitchFamily="18" charset="0"/>
                <a:cs typeface="Times New Roman" panose="02020603050405020304" pitchFamily="18" charset="0"/>
              </a:rPr>
              <a:t>2) </a:t>
            </a:r>
            <a:r>
              <a:rPr lang="en-US" altLang="zh-CN" b="1" i="1" dirty="0">
                <a:latin typeface="Times New Roman" panose="02020603050405020304" pitchFamily="18" charset="0"/>
                <a:cs typeface="Times New Roman" panose="02020603050405020304" pitchFamily="18" charset="0"/>
              </a:rPr>
              <a:t>S→R</a:t>
            </a:r>
          </a:p>
          <a:p>
            <a:pPr marL="609600" indent="-609600" eaLnBrk="1" hangingPunct="1">
              <a:lnSpc>
                <a:spcPts val="2000"/>
              </a:lnSpc>
              <a:spcBef>
                <a:spcPct val="20000"/>
              </a:spcBef>
              <a:buFont typeface="Wingdings" panose="05000000000000000000" pitchFamily="2" charset="2"/>
              <a:buNone/>
            </a:pPr>
            <a:r>
              <a:rPr lang="en-US" altLang="zh-CN" b="1" dirty="0">
                <a:latin typeface="Times New Roman" panose="02020603050405020304" pitchFamily="18" charset="0"/>
                <a:cs typeface="Times New Roman" panose="02020603050405020304" pitchFamily="18" charset="0"/>
              </a:rPr>
              <a:t>3) </a:t>
            </a:r>
            <a:r>
              <a:rPr lang="en-US" altLang="zh-CN" b="1" i="1" dirty="0">
                <a:latin typeface="Times New Roman" panose="02020603050405020304" pitchFamily="18" charset="0"/>
                <a:cs typeface="Times New Roman" panose="02020603050405020304" pitchFamily="18" charset="0"/>
              </a:rPr>
              <a:t>L→*R</a:t>
            </a:r>
          </a:p>
          <a:p>
            <a:pPr marL="609600" indent="-609600" eaLnBrk="1" hangingPunct="1">
              <a:lnSpc>
                <a:spcPts val="2000"/>
              </a:lnSpc>
              <a:spcBef>
                <a:spcPct val="20000"/>
              </a:spcBef>
              <a:buFont typeface="Wingdings" panose="05000000000000000000" pitchFamily="2" charset="2"/>
              <a:buNone/>
            </a:pPr>
            <a:r>
              <a:rPr lang="en-US" altLang="zh-CN" b="1" dirty="0">
                <a:latin typeface="Times New Roman" panose="02020603050405020304" pitchFamily="18" charset="0"/>
                <a:cs typeface="Times New Roman" panose="02020603050405020304" pitchFamily="18" charset="0"/>
              </a:rPr>
              <a:t>4) </a:t>
            </a:r>
            <a:r>
              <a:rPr lang="en-US" altLang="zh-CN" b="1" i="1" dirty="0">
                <a:latin typeface="Times New Roman" panose="02020603050405020304" pitchFamily="18" charset="0"/>
                <a:cs typeface="Times New Roman" panose="02020603050405020304" pitchFamily="18" charset="0"/>
              </a:rPr>
              <a:t>L→</a:t>
            </a:r>
            <a:r>
              <a:rPr lang="en-US" altLang="zh-CN" b="1" dirty="0">
                <a:latin typeface="Times New Roman" panose="02020603050405020304" pitchFamily="18" charset="0"/>
                <a:cs typeface="Times New Roman" panose="02020603050405020304" pitchFamily="18" charset="0"/>
              </a:rPr>
              <a:t>id</a:t>
            </a:r>
          </a:p>
          <a:p>
            <a:pPr marL="609600" indent="-609600" eaLnBrk="1" hangingPunct="1">
              <a:lnSpc>
                <a:spcPts val="2000"/>
              </a:lnSpc>
              <a:spcBef>
                <a:spcPct val="20000"/>
              </a:spcBef>
              <a:buFont typeface="Wingdings" panose="05000000000000000000" pitchFamily="2" charset="2"/>
              <a:buNone/>
            </a:pPr>
            <a:r>
              <a:rPr lang="en-US" altLang="zh-CN" b="1" dirty="0">
                <a:latin typeface="Times New Roman" panose="02020603050405020304" pitchFamily="18" charset="0"/>
                <a:cs typeface="Times New Roman" panose="02020603050405020304" pitchFamily="18" charset="0"/>
              </a:rPr>
              <a:t>5) </a:t>
            </a:r>
            <a:r>
              <a:rPr lang="en-US" altLang="zh-CN" b="1" i="1" dirty="0">
                <a:latin typeface="Times New Roman" panose="02020603050405020304" pitchFamily="18" charset="0"/>
                <a:cs typeface="Times New Roman" panose="02020603050405020304" pitchFamily="18" charset="0"/>
              </a:rPr>
              <a:t>R→L</a:t>
            </a:r>
            <a:endParaRPr lang="en-US" altLang="zh-CN" b="1" i="1"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082" name="组合 1"/>
          <p:cNvGrpSpPr/>
          <p:nvPr/>
        </p:nvGrpSpPr>
        <p:grpSpPr>
          <a:xfrm>
            <a:off x="1476375" y="63500"/>
            <a:ext cx="7823200" cy="5016500"/>
            <a:chOff x="1475656" y="63500"/>
            <a:chExt cx="7824390" cy="5016500"/>
          </a:xfrm>
        </p:grpSpPr>
        <p:sp>
          <p:nvSpPr>
            <p:cNvPr id="46089" name="Text Box 5"/>
            <p:cNvSpPr txBox="1"/>
            <p:nvPr/>
          </p:nvSpPr>
          <p:spPr>
            <a:xfrm>
              <a:off x="1475656" y="1041400"/>
              <a:ext cx="1555987" cy="2154238"/>
            </a:xfrm>
            <a:prstGeom prst="rect">
              <a:avLst/>
            </a:prstGeom>
            <a:solidFill>
              <a:srgbClr val="B5CEED"/>
            </a:solidFill>
            <a:ln w="12700" cap="flat" cmpd="sng">
              <a:solidFill>
                <a:schemeClr val="tx1"/>
              </a:solidFill>
              <a:prstDash val="solid"/>
              <a:miter/>
              <a:headEnd type="none" w="sm" len="sm"/>
              <a:tailEnd type="none" w="sm" len="sm"/>
            </a:ln>
          </p:spPr>
          <p:txBody>
            <a:bodyPr tIns="0" bIns="0">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0</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 · S</a:t>
              </a:r>
              <a:r>
                <a:rPr lang="zh-CN" altLang="en-US" sz="2000" b="1" i="1" dirty="0">
                  <a:solidFill>
                    <a:srgbClr val="000000"/>
                  </a:solidFill>
                  <a:latin typeface="Times New Roman" panose="02020603050405020304" pitchFamily="18" charset="0"/>
                  <a:ea typeface="宋体" panose="02010600030101010101" pitchFamily="2" charset="-122"/>
                </a:rPr>
                <a:t> </a:t>
              </a:r>
              <a:r>
                <a:rPr lang="en-US" altLang="zh-CN" sz="2000" b="1" i="1" dirty="0">
                  <a:solidFill>
                    <a:srgbClr val="000000"/>
                  </a:solidFill>
                  <a:latin typeface="Times New Roman" panose="02020603050405020304" pitchFamily="18" charset="0"/>
                  <a:ea typeface="宋体" panose="02010600030101010101" pitchFamily="2" charset="-122"/>
                </a:rPr>
                <a:t>,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 L=R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 · R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L→·*R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 · </a:t>
              </a:r>
              <a:r>
                <a:rPr lang="en-US" altLang="zh-CN" sz="2000" b="1" dirty="0">
                  <a:solidFill>
                    <a:srgbClr val="000000"/>
                  </a:solidFill>
                  <a:latin typeface="Times New Roman" panose="02020603050405020304" pitchFamily="18" charset="0"/>
                  <a:ea typeface="宋体" panose="02010600030101010101" pitchFamily="2" charset="-122"/>
                </a:rPr>
                <a:t>id</a:t>
              </a:r>
              <a:r>
                <a:rPr lang="en-US" altLang="zh-CN" sz="2000" b="1" i="1" dirty="0">
                  <a:solidFill>
                    <a:srgbClr val="000000"/>
                  </a:solidFill>
                  <a:latin typeface="Times New Roman" panose="02020603050405020304" pitchFamily="18" charset="0"/>
                  <a:ea typeface="宋体" panose="02010600030101010101" pitchFamily="2" charset="-122"/>
                </a:rPr>
                <a:t>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 · L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p:txBody>
        </p:sp>
        <p:sp>
          <p:nvSpPr>
            <p:cNvPr id="46090" name="Text Box 6"/>
            <p:cNvSpPr txBox="1"/>
            <p:nvPr/>
          </p:nvSpPr>
          <p:spPr>
            <a:xfrm>
              <a:off x="3334902" y="682625"/>
              <a:ext cx="1224148" cy="708025"/>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1</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S′→S·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p:txBody>
        </p:sp>
        <p:sp>
          <p:nvSpPr>
            <p:cNvPr id="46091" name="Line 7"/>
            <p:cNvSpPr/>
            <p:nvPr/>
          </p:nvSpPr>
          <p:spPr>
            <a:xfrm flipV="1">
              <a:off x="3056900" y="1273175"/>
              <a:ext cx="288942" cy="0"/>
            </a:xfrm>
            <a:prstGeom prst="line">
              <a:avLst/>
            </a:prstGeom>
            <a:ln w="38100" cap="flat" cmpd="sng">
              <a:solidFill>
                <a:schemeClr val="tx1"/>
              </a:solidFill>
              <a:prstDash val="solid"/>
              <a:headEnd type="none" w="sm" len="sm"/>
              <a:tailEnd type="triangle" w="med" len="med"/>
            </a:ln>
          </p:spPr>
        </p:sp>
        <p:sp>
          <p:nvSpPr>
            <p:cNvPr id="146" name="Text Box 8"/>
            <p:cNvSpPr txBox="1">
              <a:spLocks noChangeArrowheads="1"/>
            </p:cNvSpPr>
            <p:nvPr/>
          </p:nvSpPr>
          <p:spPr bwMode="auto">
            <a:xfrm>
              <a:off x="3334902" y="1463675"/>
              <a:ext cx="1479775" cy="9382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6093" name="Line 9"/>
            <p:cNvSpPr/>
            <p:nvPr/>
          </p:nvSpPr>
          <p:spPr>
            <a:xfrm flipV="1">
              <a:off x="3047374" y="1860550"/>
              <a:ext cx="298468" cy="0"/>
            </a:xfrm>
            <a:prstGeom prst="line">
              <a:avLst/>
            </a:prstGeom>
            <a:ln w="38100" cap="flat" cmpd="sng">
              <a:solidFill>
                <a:schemeClr val="tx1"/>
              </a:solidFill>
              <a:prstDash val="solid"/>
              <a:headEnd type="none" w="sm" len="sm"/>
              <a:tailEnd type="triangle" w="med" len="med"/>
            </a:ln>
          </p:spPr>
        </p:sp>
        <p:sp>
          <p:nvSpPr>
            <p:cNvPr id="46094" name="Text Box 10"/>
            <p:cNvSpPr txBox="1"/>
            <p:nvPr/>
          </p:nvSpPr>
          <p:spPr>
            <a:xfrm>
              <a:off x="3023561" y="1465263"/>
              <a:ext cx="503267"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a:t>
              </a:r>
            </a:p>
          </p:txBody>
        </p:sp>
        <p:sp>
          <p:nvSpPr>
            <p:cNvPr id="149" name="Text Box 11"/>
            <p:cNvSpPr txBox="1">
              <a:spLocks noChangeArrowheads="1"/>
            </p:cNvSpPr>
            <p:nvPr/>
          </p:nvSpPr>
          <p:spPr bwMode="auto">
            <a:xfrm>
              <a:off x="3334902" y="2444750"/>
              <a:ext cx="1224148"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3</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6096" name="Line 12"/>
            <p:cNvSpPr/>
            <p:nvPr/>
          </p:nvSpPr>
          <p:spPr>
            <a:xfrm flipV="1">
              <a:off x="3023561" y="2700338"/>
              <a:ext cx="288942" cy="0"/>
            </a:xfrm>
            <a:prstGeom prst="line">
              <a:avLst/>
            </a:prstGeom>
            <a:ln w="38100" cap="flat" cmpd="sng">
              <a:solidFill>
                <a:schemeClr val="tx1"/>
              </a:solidFill>
              <a:prstDash val="solid"/>
              <a:headEnd type="none" w="sm" len="sm"/>
              <a:tailEnd type="triangle" w="med" len="med"/>
            </a:ln>
          </p:spPr>
        </p:sp>
        <p:sp>
          <p:nvSpPr>
            <p:cNvPr id="46097" name="Text Box 13"/>
            <p:cNvSpPr txBox="1"/>
            <p:nvPr/>
          </p:nvSpPr>
          <p:spPr>
            <a:xfrm>
              <a:off x="2996571" y="2333625"/>
              <a:ext cx="609636"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a:t>
              </a:r>
            </a:p>
          </p:txBody>
        </p:sp>
        <p:sp>
          <p:nvSpPr>
            <p:cNvPr id="152" name="Text Box 14"/>
            <p:cNvSpPr txBox="1">
              <a:spLocks noChangeArrowheads="1"/>
            </p:cNvSpPr>
            <p:nvPr/>
          </p:nvSpPr>
          <p:spPr bwMode="auto">
            <a:xfrm>
              <a:off x="3346015" y="3236913"/>
              <a:ext cx="1568689"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4</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id</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53" name="Text Box 15"/>
            <p:cNvSpPr txBox="1">
              <a:spLocks noChangeArrowheads="1"/>
            </p:cNvSpPr>
            <p:nvPr/>
          </p:nvSpPr>
          <p:spPr bwMode="auto">
            <a:xfrm>
              <a:off x="5289411" y="4281488"/>
              <a:ext cx="1582979"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5</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id</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 $</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6100" name="Text Box 16"/>
            <p:cNvSpPr txBox="1"/>
            <p:nvPr/>
          </p:nvSpPr>
          <p:spPr>
            <a:xfrm>
              <a:off x="3061663" y="2932113"/>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rgbClr val="000000"/>
                  </a:solidFill>
                  <a:latin typeface="Times New Roman" panose="02020603050405020304" pitchFamily="18" charset="0"/>
                  <a:ea typeface="宋体" panose="02010600030101010101" pitchFamily="2" charset="-122"/>
                </a:rPr>
                <a:t>*</a:t>
              </a:r>
            </a:p>
          </p:txBody>
        </p:sp>
        <p:sp>
          <p:nvSpPr>
            <p:cNvPr id="46101" name="Text Box 17"/>
            <p:cNvSpPr txBox="1"/>
            <p:nvPr/>
          </p:nvSpPr>
          <p:spPr>
            <a:xfrm>
              <a:off x="2704454" y="3687763"/>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id</a:t>
              </a:r>
            </a:p>
          </p:txBody>
        </p:sp>
        <p:sp>
          <p:nvSpPr>
            <p:cNvPr id="46102" name="Line 19"/>
            <p:cNvSpPr/>
            <p:nvPr/>
          </p:nvSpPr>
          <p:spPr>
            <a:xfrm flipV="1">
              <a:off x="4814367" y="1924050"/>
              <a:ext cx="430237" cy="0"/>
            </a:xfrm>
            <a:prstGeom prst="line">
              <a:avLst/>
            </a:prstGeom>
            <a:ln w="38100" cap="flat" cmpd="sng">
              <a:solidFill>
                <a:schemeClr val="tx1"/>
              </a:solidFill>
              <a:prstDash val="solid"/>
              <a:headEnd type="none" w="sm" len="sm"/>
              <a:tailEnd type="triangle" w="med" len="med"/>
            </a:ln>
          </p:spPr>
        </p:sp>
        <p:sp>
          <p:nvSpPr>
            <p:cNvPr id="46103" name="Text Box 20"/>
            <p:cNvSpPr txBox="1"/>
            <p:nvPr/>
          </p:nvSpPr>
          <p:spPr>
            <a:xfrm>
              <a:off x="4809603" y="1595438"/>
              <a:ext cx="457227"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a:t>
              </a:r>
            </a:p>
          </p:txBody>
        </p:sp>
        <p:sp>
          <p:nvSpPr>
            <p:cNvPr id="159" name="Text Box 21"/>
            <p:cNvSpPr txBox="1">
              <a:spLocks noChangeArrowheads="1"/>
            </p:cNvSpPr>
            <p:nvPr/>
          </p:nvSpPr>
          <p:spPr bwMode="auto">
            <a:xfrm>
              <a:off x="5289411" y="2733675"/>
              <a:ext cx="1654427" cy="7064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7</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 $</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6105" name="Line 22"/>
            <p:cNvSpPr/>
            <p:nvPr/>
          </p:nvSpPr>
          <p:spPr>
            <a:xfrm>
              <a:off x="4933436" y="3308350"/>
              <a:ext cx="393723" cy="0"/>
            </a:xfrm>
            <a:prstGeom prst="line">
              <a:avLst/>
            </a:prstGeom>
            <a:ln w="38100" cap="flat" cmpd="sng">
              <a:solidFill>
                <a:schemeClr val="tx1"/>
              </a:solidFill>
              <a:prstDash val="solid"/>
              <a:headEnd type="none" w="sm" len="sm"/>
              <a:tailEnd type="triangle" w="med" len="med"/>
            </a:ln>
          </p:spPr>
        </p:sp>
        <p:sp>
          <p:nvSpPr>
            <p:cNvPr id="46106" name="Text Box 23"/>
            <p:cNvSpPr txBox="1"/>
            <p:nvPr/>
          </p:nvSpPr>
          <p:spPr>
            <a:xfrm>
              <a:off x="4879457" y="2949575"/>
              <a:ext cx="457227"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a:t>
              </a:r>
            </a:p>
          </p:txBody>
        </p:sp>
        <p:sp>
          <p:nvSpPr>
            <p:cNvPr id="162" name="Text Box 24"/>
            <p:cNvSpPr txBox="1">
              <a:spLocks noChangeArrowheads="1"/>
            </p:cNvSpPr>
            <p:nvPr/>
          </p:nvSpPr>
          <p:spPr bwMode="auto">
            <a:xfrm>
              <a:off x="5289411" y="3525838"/>
              <a:ext cx="1582979"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8</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 $</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6108" name="Line 25"/>
            <p:cNvSpPr/>
            <p:nvPr/>
          </p:nvSpPr>
          <p:spPr>
            <a:xfrm>
              <a:off x="4901684" y="3957638"/>
              <a:ext cx="387373" cy="0"/>
            </a:xfrm>
            <a:prstGeom prst="line">
              <a:avLst/>
            </a:prstGeom>
            <a:ln w="38100" cap="flat" cmpd="sng">
              <a:solidFill>
                <a:schemeClr val="tx1"/>
              </a:solidFill>
              <a:prstDash val="solid"/>
              <a:headEnd type="none" w="sm" len="sm"/>
              <a:tailEnd type="triangle" w="med" len="med"/>
            </a:ln>
          </p:spPr>
        </p:sp>
        <p:sp>
          <p:nvSpPr>
            <p:cNvPr id="46109" name="Text Box 26"/>
            <p:cNvSpPr txBox="1"/>
            <p:nvPr/>
          </p:nvSpPr>
          <p:spPr>
            <a:xfrm>
              <a:off x="4895333" y="3597275"/>
              <a:ext cx="381023"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a:t>
              </a:r>
            </a:p>
          </p:txBody>
        </p:sp>
        <p:sp>
          <p:nvSpPr>
            <p:cNvPr id="165" name="Text Box 27"/>
            <p:cNvSpPr txBox="1">
              <a:spLocks noChangeArrowheads="1"/>
            </p:cNvSpPr>
            <p:nvPr/>
          </p:nvSpPr>
          <p:spPr bwMode="auto">
            <a:xfrm>
              <a:off x="7318545" y="63500"/>
              <a:ext cx="152423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9</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S→L=R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6111" name="Line 28"/>
            <p:cNvSpPr/>
            <p:nvPr/>
          </p:nvSpPr>
          <p:spPr>
            <a:xfrm flipV="1">
              <a:off x="6954443" y="373257"/>
              <a:ext cx="327891" cy="385567"/>
            </a:xfrm>
            <a:prstGeom prst="line">
              <a:avLst/>
            </a:prstGeom>
            <a:ln w="38100" cap="flat" cmpd="sng">
              <a:solidFill>
                <a:schemeClr val="tx1"/>
              </a:solidFill>
              <a:prstDash val="solid"/>
              <a:headEnd type="none" w="sm" len="sm"/>
              <a:tailEnd type="triangle" w="med" len="med"/>
            </a:ln>
          </p:spPr>
        </p:sp>
        <p:sp>
          <p:nvSpPr>
            <p:cNvPr id="46112" name="Text Box 29"/>
            <p:cNvSpPr txBox="1"/>
            <p:nvPr/>
          </p:nvSpPr>
          <p:spPr>
            <a:xfrm>
              <a:off x="6718374" y="369251"/>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a:t>
              </a:r>
            </a:p>
          </p:txBody>
        </p:sp>
        <p:sp>
          <p:nvSpPr>
            <p:cNvPr id="46113" name="Text Box 33"/>
            <p:cNvSpPr txBox="1"/>
            <p:nvPr/>
          </p:nvSpPr>
          <p:spPr>
            <a:xfrm>
              <a:off x="3031498" y="896938"/>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a:t>
              </a:r>
            </a:p>
          </p:txBody>
        </p:sp>
        <p:sp>
          <p:nvSpPr>
            <p:cNvPr id="46114" name="Line 34"/>
            <p:cNvSpPr/>
            <p:nvPr/>
          </p:nvSpPr>
          <p:spPr>
            <a:xfrm flipV="1">
              <a:off x="4911209" y="4564063"/>
              <a:ext cx="377847" cy="1587"/>
            </a:xfrm>
            <a:prstGeom prst="line">
              <a:avLst/>
            </a:prstGeom>
            <a:ln w="38100" cap="flat" cmpd="sng">
              <a:solidFill>
                <a:schemeClr val="tx1"/>
              </a:solidFill>
              <a:prstDash val="solid"/>
              <a:headEnd type="none" w="med" len="med"/>
              <a:tailEnd type="triangle" w="med" len="med"/>
            </a:ln>
          </p:spPr>
        </p:sp>
        <p:sp>
          <p:nvSpPr>
            <p:cNvPr id="46115" name="Text Box 35"/>
            <p:cNvSpPr txBox="1"/>
            <p:nvPr/>
          </p:nvSpPr>
          <p:spPr>
            <a:xfrm>
              <a:off x="4879457" y="4175125"/>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id</a:t>
              </a:r>
            </a:p>
          </p:txBody>
        </p:sp>
        <p:grpSp>
          <p:nvGrpSpPr>
            <p:cNvPr id="46116" name="Group 36"/>
            <p:cNvGrpSpPr/>
            <p:nvPr/>
          </p:nvGrpSpPr>
          <p:grpSpPr>
            <a:xfrm>
              <a:off x="3045787" y="3975100"/>
              <a:ext cx="290529" cy="269875"/>
              <a:chOff x="2335" y="3249"/>
              <a:chExt cx="183" cy="226"/>
            </a:xfrm>
          </p:grpSpPr>
          <p:sp>
            <p:nvSpPr>
              <p:cNvPr id="46140" name="Line 37"/>
              <p:cNvSpPr/>
              <p:nvPr/>
            </p:nvSpPr>
            <p:spPr>
              <a:xfrm>
                <a:off x="2335" y="3249"/>
                <a:ext cx="182" cy="0"/>
              </a:xfrm>
              <a:prstGeom prst="line">
                <a:avLst/>
              </a:prstGeom>
              <a:ln w="38100" cap="flat" cmpd="sng">
                <a:solidFill>
                  <a:schemeClr val="tx1"/>
                </a:solidFill>
                <a:prstDash val="solid"/>
                <a:headEnd type="none" w="med" len="med"/>
                <a:tailEnd type="none" w="med" len="med"/>
              </a:ln>
            </p:spPr>
          </p:sp>
          <p:sp>
            <p:nvSpPr>
              <p:cNvPr id="46141" name="Line 38"/>
              <p:cNvSpPr/>
              <p:nvPr/>
            </p:nvSpPr>
            <p:spPr>
              <a:xfrm>
                <a:off x="2335" y="3249"/>
                <a:ext cx="0" cy="226"/>
              </a:xfrm>
              <a:prstGeom prst="line">
                <a:avLst/>
              </a:prstGeom>
              <a:ln w="38100" cap="flat" cmpd="sng">
                <a:solidFill>
                  <a:schemeClr val="tx1"/>
                </a:solidFill>
                <a:prstDash val="solid"/>
                <a:headEnd type="none" w="med" len="med"/>
                <a:tailEnd type="none" w="med" len="med"/>
              </a:ln>
            </p:spPr>
          </p:sp>
          <p:sp>
            <p:nvSpPr>
              <p:cNvPr id="46142" name="Line 39"/>
              <p:cNvSpPr/>
              <p:nvPr/>
            </p:nvSpPr>
            <p:spPr>
              <a:xfrm>
                <a:off x="2336" y="3475"/>
                <a:ext cx="182" cy="0"/>
              </a:xfrm>
              <a:prstGeom prst="line">
                <a:avLst/>
              </a:prstGeom>
              <a:ln w="38100" cap="flat" cmpd="sng">
                <a:solidFill>
                  <a:schemeClr val="tx1"/>
                </a:solidFill>
                <a:prstDash val="solid"/>
                <a:headEnd type="none" w="med" len="med"/>
                <a:tailEnd type="triangle" w="med" len="med"/>
              </a:ln>
            </p:spPr>
          </p:sp>
        </p:grpSp>
        <p:sp>
          <p:nvSpPr>
            <p:cNvPr id="46117" name="Text Box 40"/>
            <p:cNvSpPr txBox="1"/>
            <p:nvPr/>
          </p:nvSpPr>
          <p:spPr>
            <a:xfrm>
              <a:off x="3021973" y="3944938"/>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rgbClr val="000000"/>
                  </a:solidFill>
                  <a:latin typeface="Times New Roman" panose="02020603050405020304" pitchFamily="18" charset="0"/>
                  <a:ea typeface="宋体" panose="02010600030101010101" pitchFamily="2" charset="-122"/>
                </a:rPr>
                <a:t>*</a:t>
              </a:r>
            </a:p>
          </p:txBody>
        </p:sp>
        <p:sp>
          <p:nvSpPr>
            <p:cNvPr id="46118" name="Line 41"/>
            <p:cNvSpPr/>
            <p:nvPr/>
          </p:nvSpPr>
          <p:spPr>
            <a:xfrm>
              <a:off x="3056900" y="3038475"/>
              <a:ext cx="261954" cy="433388"/>
            </a:xfrm>
            <a:prstGeom prst="line">
              <a:avLst/>
            </a:prstGeom>
            <a:ln w="41275" cap="flat" cmpd="sng">
              <a:solidFill>
                <a:schemeClr val="tx1"/>
              </a:solidFill>
              <a:prstDash val="solid"/>
              <a:headEnd type="none" w="med" len="med"/>
              <a:tailEnd type="triangle" w="med" len="med"/>
            </a:ln>
          </p:spPr>
        </p:sp>
        <p:sp>
          <p:nvSpPr>
            <p:cNvPr id="46119" name="Line 57"/>
            <p:cNvSpPr/>
            <p:nvPr/>
          </p:nvSpPr>
          <p:spPr>
            <a:xfrm flipV="1">
              <a:off x="2771800" y="4872037"/>
              <a:ext cx="2517256" cy="25399"/>
            </a:xfrm>
            <a:prstGeom prst="line">
              <a:avLst/>
            </a:prstGeom>
            <a:ln w="38100" cap="flat" cmpd="sng">
              <a:solidFill>
                <a:schemeClr val="tx1"/>
              </a:solidFill>
              <a:prstDash val="solid"/>
              <a:headEnd type="none" w="sm" len="sm"/>
              <a:tailEnd type="triangle" w="med" len="med"/>
            </a:ln>
          </p:spPr>
        </p:sp>
        <p:sp>
          <p:nvSpPr>
            <p:cNvPr id="46120" name="Line 59"/>
            <p:cNvSpPr/>
            <p:nvPr/>
          </p:nvSpPr>
          <p:spPr>
            <a:xfrm flipH="1" flipV="1">
              <a:off x="2759099" y="3195638"/>
              <a:ext cx="12701" cy="1724025"/>
            </a:xfrm>
            <a:prstGeom prst="line">
              <a:avLst/>
            </a:prstGeom>
            <a:ln w="38100" cap="flat" cmpd="sng">
              <a:solidFill>
                <a:schemeClr val="tx1"/>
              </a:solidFill>
              <a:prstDash val="solid"/>
              <a:headEnd type="none" w="med" len="med"/>
              <a:tailEnd type="none" w="med" len="med"/>
            </a:ln>
          </p:spPr>
        </p:sp>
        <p:sp>
          <p:nvSpPr>
            <p:cNvPr id="46121" name="Text Box 32"/>
            <p:cNvSpPr txBox="1"/>
            <p:nvPr/>
          </p:nvSpPr>
          <p:spPr>
            <a:xfrm>
              <a:off x="6944918" y="1677862"/>
              <a:ext cx="503327" cy="36986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dirty="0">
                  <a:solidFill>
                    <a:schemeClr val="tx1"/>
                  </a:solidFill>
                  <a:latin typeface="Times New Roman" panose="02020603050405020304" pitchFamily="18" charset="0"/>
                  <a:ea typeface="宋体" panose="02010600030101010101" pitchFamily="2" charset="-122"/>
                </a:rPr>
                <a:t>id</a:t>
              </a:r>
            </a:p>
          </p:txBody>
        </p:sp>
        <p:sp>
          <p:nvSpPr>
            <p:cNvPr id="177" name="Text Box 42"/>
            <p:cNvSpPr txBox="1">
              <a:spLocks noChangeArrowheads="1"/>
            </p:cNvSpPr>
            <p:nvPr/>
          </p:nvSpPr>
          <p:spPr bwMode="auto">
            <a:xfrm>
              <a:off x="7312194" y="844550"/>
              <a:ext cx="1440082" cy="6556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10</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123" name="Line 43"/>
            <p:cNvSpPr/>
            <p:nvPr/>
          </p:nvSpPr>
          <p:spPr>
            <a:xfrm flipV="1">
              <a:off x="6906952" y="1050284"/>
              <a:ext cx="405544" cy="18842"/>
            </a:xfrm>
            <a:prstGeom prst="line">
              <a:avLst/>
            </a:prstGeom>
            <a:ln w="38100" cap="flat" cmpd="sng">
              <a:solidFill>
                <a:schemeClr val="tx1"/>
              </a:solidFill>
              <a:prstDash val="solid"/>
              <a:headEnd type="none" w="sm" len="sm"/>
              <a:tailEnd type="triangle" w="med" len="med"/>
            </a:ln>
          </p:spPr>
        </p:sp>
        <p:sp>
          <p:nvSpPr>
            <p:cNvPr id="46124" name="Text Box 44"/>
            <p:cNvSpPr txBox="1"/>
            <p:nvPr/>
          </p:nvSpPr>
          <p:spPr>
            <a:xfrm>
              <a:off x="6924342" y="738592"/>
              <a:ext cx="533495" cy="369864"/>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L</a:t>
              </a:r>
            </a:p>
          </p:txBody>
        </p:sp>
        <p:sp>
          <p:nvSpPr>
            <p:cNvPr id="180" name="Text Box 45"/>
            <p:cNvSpPr txBox="1">
              <a:spLocks noChangeArrowheads="1"/>
            </p:cNvSpPr>
            <p:nvPr/>
          </p:nvSpPr>
          <p:spPr bwMode="auto">
            <a:xfrm>
              <a:off x="7328071" y="1779588"/>
              <a:ext cx="1416265"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11</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zh-CN" altLang="en-US"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id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126" name="Text Box 46"/>
            <p:cNvSpPr txBox="1"/>
            <p:nvPr/>
          </p:nvSpPr>
          <p:spPr>
            <a:xfrm>
              <a:off x="6891381" y="1187474"/>
              <a:ext cx="360425" cy="400026"/>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宋体" panose="02010600030101010101" pitchFamily="2" charset="-122"/>
                </a:rPr>
                <a:t>*</a:t>
              </a:r>
            </a:p>
          </p:txBody>
        </p:sp>
        <p:sp>
          <p:nvSpPr>
            <p:cNvPr id="46127" name="Line 47"/>
            <p:cNvSpPr/>
            <p:nvPr/>
          </p:nvSpPr>
          <p:spPr>
            <a:xfrm>
              <a:off x="6940394" y="1406057"/>
              <a:ext cx="385967" cy="371307"/>
            </a:xfrm>
            <a:prstGeom prst="line">
              <a:avLst/>
            </a:prstGeom>
            <a:ln w="41275" cap="flat" cmpd="sng">
              <a:solidFill>
                <a:schemeClr val="tx1"/>
              </a:solidFill>
              <a:prstDash val="solid"/>
              <a:headEnd type="none" w="med" len="med"/>
              <a:tailEnd type="triangle" w="med" len="med"/>
            </a:ln>
          </p:spPr>
        </p:sp>
        <p:sp>
          <p:nvSpPr>
            <p:cNvPr id="183" name="Text Box 48"/>
            <p:cNvSpPr txBox="1">
              <a:spLocks noChangeArrowheads="1"/>
            </p:cNvSpPr>
            <p:nvPr/>
          </p:nvSpPr>
          <p:spPr bwMode="auto">
            <a:xfrm>
              <a:off x="7348712" y="3592513"/>
              <a:ext cx="1395624"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12</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id</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129" name="Line 49"/>
            <p:cNvSpPr/>
            <p:nvPr/>
          </p:nvSpPr>
          <p:spPr>
            <a:xfrm>
              <a:off x="6924342" y="1689736"/>
              <a:ext cx="401956" cy="1836102"/>
            </a:xfrm>
            <a:prstGeom prst="line">
              <a:avLst/>
            </a:prstGeom>
            <a:ln w="41275" cap="flat" cmpd="sng">
              <a:solidFill>
                <a:schemeClr val="tx1"/>
              </a:solidFill>
              <a:prstDash val="solid"/>
              <a:headEnd type="none" w="med" len="med"/>
              <a:tailEnd type="triangle" w="med" len="med"/>
            </a:ln>
          </p:spPr>
        </p:sp>
        <p:sp>
          <p:nvSpPr>
            <p:cNvPr id="185" name="Text Box 50"/>
            <p:cNvSpPr txBox="1">
              <a:spLocks noChangeArrowheads="1"/>
            </p:cNvSpPr>
            <p:nvPr/>
          </p:nvSpPr>
          <p:spPr bwMode="auto">
            <a:xfrm>
              <a:off x="7348712" y="4371975"/>
              <a:ext cx="1403563"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13</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131" name="Freeform 51"/>
            <p:cNvSpPr/>
            <p:nvPr/>
          </p:nvSpPr>
          <p:spPr>
            <a:xfrm>
              <a:off x="8723948" y="3188062"/>
              <a:ext cx="360425" cy="1612802"/>
            </a:xfrm>
            <a:custGeom>
              <a:avLst/>
              <a:gdLst>
                <a:gd name="txL" fmla="*/ 0 w 416"/>
                <a:gd name="txT" fmla="*/ 0 h 862"/>
                <a:gd name="txR" fmla="*/ 416 w 416"/>
                <a:gd name="txB" fmla="*/ 862 h 862"/>
              </a:gdLst>
              <a:ahLst/>
              <a:cxnLst>
                <a:cxn ang="0">
                  <a:pos x="0" y="0"/>
                </a:cxn>
                <a:cxn ang="0">
                  <a:pos x="2147483646" y="2147483646"/>
                </a:cxn>
                <a:cxn ang="0">
                  <a:pos x="2147483646" y="2147483646"/>
                </a:cxn>
              </a:cxnLst>
              <a:rect l="txL" t="txT" r="txR" b="txB"/>
              <a:pathLst>
                <a:path w="416" h="862">
                  <a:moveTo>
                    <a:pt x="0" y="0"/>
                  </a:moveTo>
                  <a:cubicBezTo>
                    <a:pt x="200" y="177"/>
                    <a:pt x="400" y="355"/>
                    <a:pt x="408" y="499"/>
                  </a:cubicBezTo>
                  <a:cubicBezTo>
                    <a:pt x="416" y="643"/>
                    <a:pt x="231" y="752"/>
                    <a:pt x="46" y="862"/>
                  </a:cubicBezTo>
                </a:path>
              </a:pathLst>
            </a:custGeom>
            <a:noFill/>
            <a:ln w="38100" cap="flat" cmpd="sng">
              <a:solidFill>
                <a:schemeClr val="tx1">
                  <a:alpha val="100000"/>
                </a:schemeClr>
              </a:solidFill>
              <a:prstDash val="solid"/>
              <a:round/>
              <a:headEnd type="none" w="med" len="med"/>
              <a:tailEnd type="stealth" w="med" len="med"/>
            </a:ln>
          </p:spPr>
          <p:txBody>
            <a:bodyPr/>
            <a:lstStyle/>
            <a:p>
              <a:endParaRPr lang="zh-CN" altLang="en-US"/>
            </a:p>
          </p:txBody>
        </p:sp>
        <p:sp>
          <p:nvSpPr>
            <p:cNvPr id="46132" name="Text Box 52"/>
            <p:cNvSpPr txBox="1"/>
            <p:nvPr/>
          </p:nvSpPr>
          <p:spPr>
            <a:xfrm>
              <a:off x="8842765" y="2979448"/>
              <a:ext cx="457281" cy="36986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R</a:t>
              </a:r>
            </a:p>
          </p:txBody>
        </p:sp>
        <p:sp>
          <p:nvSpPr>
            <p:cNvPr id="46133" name="Freeform 53"/>
            <p:cNvSpPr/>
            <p:nvPr/>
          </p:nvSpPr>
          <p:spPr>
            <a:xfrm>
              <a:off x="8746431" y="2015087"/>
              <a:ext cx="360425" cy="353990"/>
            </a:xfrm>
            <a:custGeom>
              <a:avLst/>
              <a:gdLst>
                <a:gd name="txL" fmla="*/ 0 w 227"/>
                <a:gd name="txT" fmla="*/ 0 h 227"/>
                <a:gd name="txR" fmla="*/ 227 w 227"/>
                <a:gd name="txB" fmla="*/ 227 h 227"/>
              </a:gdLst>
              <a:ahLst/>
              <a:cxnLst>
                <a:cxn ang="0">
                  <a:pos x="0" y="0"/>
                </a:cxn>
                <a:cxn ang="0">
                  <a:pos x="2147483646" y="2147483646"/>
                </a:cxn>
                <a:cxn ang="0">
                  <a:pos x="0" y="2147483646"/>
                </a:cxn>
              </a:cxnLst>
              <a:rect l="txL" t="txT" r="txR" b="txB"/>
              <a:pathLst>
                <a:path w="227" h="227">
                  <a:moveTo>
                    <a:pt x="0" y="0"/>
                  </a:moveTo>
                  <a:cubicBezTo>
                    <a:pt x="113" y="3"/>
                    <a:pt x="227" y="7"/>
                    <a:pt x="227" y="45"/>
                  </a:cubicBezTo>
                  <a:cubicBezTo>
                    <a:pt x="227" y="83"/>
                    <a:pt x="113" y="155"/>
                    <a:pt x="0" y="227"/>
                  </a:cubicBezTo>
                </a:path>
              </a:pathLst>
            </a:custGeom>
            <a:noFill/>
            <a:ln w="38100" cap="flat" cmpd="sng">
              <a:solidFill>
                <a:schemeClr val="tx1">
                  <a:alpha val="100000"/>
                </a:schemeClr>
              </a:solidFill>
              <a:prstDash val="solid"/>
              <a:round/>
              <a:headEnd type="none" w="med" len="med"/>
              <a:tailEnd type="stealth" w="med" len="med"/>
            </a:ln>
          </p:spPr>
          <p:txBody>
            <a:bodyPr/>
            <a:lstStyle/>
            <a:p>
              <a:endParaRPr lang="zh-CN" altLang="en-US"/>
            </a:p>
          </p:txBody>
        </p:sp>
        <p:sp>
          <p:nvSpPr>
            <p:cNvPr id="46134" name="Text Box 54"/>
            <p:cNvSpPr txBox="1"/>
            <p:nvPr/>
          </p:nvSpPr>
          <p:spPr>
            <a:xfrm>
              <a:off x="8714675" y="1996038"/>
              <a:ext cx="533495" cy="400026"/>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宋体" panose="02010600030101010101" pitchFamily="2" charset="-122"/>
                </a:rPr>
                <a:t>*</a:t>
              </a:r>
            </a:p>
          </p:txBody>
        </p:sp>
        <p:sp>
          <p:nvSpPr>
            <p:cNvPr id="46135" name="Text Box 55"/>
            <p:cNvSpPr txBox="1"/>
            <p:nvPr/>
          </p:nvSpPr>
          <p:spPr>
            <a:xfrm>
              <a:off x="7858813" y="1420009"/>
              <a:ext cx="381068" cy="368278"/>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L</a:t>
              </a:r>
            </a:p>
          </p:txBody>
        </p:sp>
        <p:sp>
          <p:nvSpPr>
            <p:cNvPr id="46136" name="Line 56"/>
            <p:cNvSpPr/>
            <p:nvPr/>
          </p:nvSpPr>
          <p:spPr>
            <a:xfrm flipV="1">
              <a:off x="7866454" y="1492013"/>
              <a:ext cx="0" cy="269859"/>
            </a:xfrm>
            <a:prstGeom prst="line">
              <a:avLst/>
            </a:prstGeom>
            <a:ln w="38100" cap="flat" cmpd="sng">
              <a:solidFill>
                <a:schemeClr val="tx1"/>
              </a:solidFill>
              <a:prstDash val="solid"/>
              <a:headEnd type="none" w="med" len="med"/>
              <a:tailEnd type="triangle" w="med" len="med"/>
            </a:ln>
          </p:spPr>
        </p:sp>
        <p:sp>
          <p:nvSpPr>
            <p:cNvPr id="46137" name="Line 56"/>
            <p:cNvSpPr/>
            <p:nvPr/>
          </p:nvSpPr>
          <p:spPr>
            <a:xfrm flipH="1">
              <a:off x="7976011" y="3292103"/>
              <a:ext cx="9527" cy="317481"/>
            </a:xfrm>
            <a:prstGeom prst="line">
              <a:avLst/>
            </a:prstGeom>
            <a:ln w="38100" cap="flat" cmpd="sng">
              <a:solidFill>
                <a:schemeClr val="tx1"/>
              </a:solidFill>
              <a:prstDash val="solid"/>
              <a:headEnd type="none" w="med" len="med"/>
              <a:tailEnd type="triangle" w="med" len="med"/>
            </a:ln>
          </p:spPr>
        </p:sp>
        <p:sp>
          <p:nvSpPr>
            <p:cNvPr id="46138" name="Text Box 17"/>
            <p:cNvSpPr txBox="1"/>
            <p:nvPr/>
          </p:nvSpPr>
          <p:spPr>
            <a:xfrm>
              <a:off x="7984558" y="3285174"/>
              <a:ext cx="533495" cy="36986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dirty="0">
                  <a:solidFill>
                    <a:schemeClr val="tx1"/>
                  </a:solidFill>
                  <a:latin typeface="Times New Roman" panose="02020603050405020304" pitchFamily="18" charset="0"/>
                  <a:ea typeface="宋体" panose="02010600030101010101" pitchFamily="2" charset="-122"/>
                </a:rPr>
                <a:t>id</a:t>
              </a:r>
            </a:p>
          </p:txBody>
        </p:sp>
        <p:sp>
          <p:nvSpPr>
            <p:cNvPr id="156" name="Text Box 18"/>
            <p:cNvSpPr txBox="1">
              <a:spLocks noChangeArrowheads="1"/>
            </p:cNvSpPr>
            <p:nvPr/>
          </p:nvSpPr>
          <p:spPr bwMode="auto">
            <a:xfrm>
              <a:off x="5289411" y="771525"/>
              <a:ext cx="1649664" cy="16319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6</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S→L=</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dirty="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L , </a:t>
              </a:r>
              <a:r>
                <a:rPr kumimoji="1" lang="en-US" altLang="zh-CN" sz="2000" b="1" i="0" u="none" strike="noStrike" kern="1200" cap="none" spc="0" normalizeH="0" baseline="0" noProof="0" dirty="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dirty="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id</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dirty="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46083"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zh-CN" altLang="en-US" sz="3000" kern="1200" dirty="0">
                <a:solidFill>
                  <a:schemeClr val="tx1"/>
                </a:solidFill>
                <a:latin typeface="微软雅黑" panose="020B0503020204020204" pitchFamily="34" charset="-122"/>
                <a:ea typeface="微软雅黑" panose="020B0503020204020204" pitchFamily="34" charset="-122"/>
                <a:cs typeface="+mj-cs"/>
              </a:rPr>
              <a:t>例</a:t>
            </a:r>
            <a:r>
              <a:rPr lang="zh-CN" altLang="en-US" sz="3000" kern="1200" dirty="0">
                <a:solidFill>
                  <a:srgbClr val="000000"/>
                </a:solidFill>
                <a:latin typeface="微软雅黑" panose="020B0503020204020204" pitchFamily="34" charset="-122"/>
                <a:ea typeface="微软雅黑" panose="020B0503020204020204" pitchFamily="34" charset="-122"/>
                <a:cs typeface="+mj-cs"/>
              </a:rPr>
              <a:t>：</a:t>
            </a:r>
            <a:r>
              <a:rPr lang="en-US" altLang="zh-CN" sz="3000" i="1"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LR</a:t>
            </a:r>
            <a:r>
              <a:rPr lang="en-US" altLang="zh-CN" sz="3000"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3000" kern="1200" dirty="0">
                <a:solidFill>
                  <a:srgbClr val="000000"/>
                </a:solidFill>
                <a:latin typeface="微软雅黑" panose="020B0503020204020204" pitchFamily="34" charset="-122"/>
                <a:ea typeface="微软雅黑" panose="020B0503020204020204" pitchFamily="34" charset="-122"/>
                <a:cs typeface="+mj-cs"/>
              </a:rPr>
              <a:t>自动机</a:t>
            </a:r>
            <a:endParaRPr lang="zh-CN" altLang="en-US" sz="3000" kern="1200" dirty="0">
              <a:solidFill>
                <a:schemeClr val="tx1"/>
              </a:solidFill>
              <a:latin typeface="微软雅黑" panose="020B0503020204020204" pitchFamily="34" charset="-122"/>
              <a:ea typeface="微软雅黑" panose="020B0503020204020204" pitchFamily="34" charset="-122"/>
              <a:cs typeface="+mj-cs"/>
            </a:endParaRPr>
          </a:p>
        </p:txBody>
      </p:sp>
      <p:sp>
        <p:nvSpPr>
          <p:cNvPr id="59" name="Rectangle 37"/>
          <p:cNvSpPr>
            <a:spLocks noChangeArrowheads="1"/>
          </p:cNvSpPr>
          <p:nvPr/>
        </p:nvSpPr>
        <p:spPr bwMode="auto">
          <a:xfrm>
            <a:off x="107950" y="1012825"/>
            <a:ext cx="1290638" cy="1908175"/>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0) </a:t>
            </a:r>
            <a:r>
              <a:rPr lang="en-US" altLang="zh-CN" b="1" i="1" dirty="0">
                <a:solidFill>
                  <a:srgbClr val="000000"/>
                </a:solidFill>
                <a:latin typeface="Times New Roman" panose="02020603050405020304" pitchFamily="18" charset="0"/>
                <a:cs typeface="Times New Roman" panose="02020603050405020304" pitchFamily="18" charset="0"/>
              </a:rPr>
              <a:t>S</a:t>
            </a:r>
            <a:r>
              <a:rPr lang="en-US" altLang="zh-CN" sz="1600" b="1" i="1" dirty="0">
                <a:solidFill>
                  <a:srgbClr val="000000"/>
                </a:solidFill>
                <a:latin typeface="Times New Roman" panose="02020603050405020304" pitchFamily="18" charset="0"/>
                <a:cs typeface="Times New Roman" panose="02020603050405020304" pitchFamily="18" charset="0"/>
              </a:rPr>
              <a:t>′ </a:t>
            </a:r>
            <a:r>
              <a:rPr lang="en-US" altLang="zh-CN" b="1" i="1" dirty="0">
                <a:solidFill>
                  <a:srgbClr val="000000"/>
                </a:solidFill>
                <a:latin typeface="Times New Roman" panose="02020603050405020304" pitchFamily="18" charset="0"/>
                <a:cs typeface="Times New Roman" panose="02020603050405020304" pitchFamily="18" charset="0"/>
              </a:rPr>
              <a:t>→S</a:t>
            </a:r>
          </a:p>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1) </a:t>
            </a:r>
            <a:r>
              <a:rPr lang="en-US" altLang="zh-CN" b="1" i="1" dirty="0">
                <a:solidFill>
                  <a:srgbClr val="000000"/>
                </a:solidFill>
                <a:latin typeface="Times New Roman" panose="02020603050405020304" pitchFamily="18" charset="0"/>
                <a:cs typeface="Times New Roman" panose="02020603050405020304" pitchFamily="18" charset="0"/>
              </a:rPr>
              <a:t>S→L=R</a:t>
            </a:r>
          </a:p>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2) </a:t>
            </a:r>
            <a:r>
              <a:rPr lang="en-US" altLang="zh-CN" b="1" i="1" dirty="0">
                <a:solidFill>
                  <a:srgbClr val="000000"/>
                </a:solidFill>
                <a:latin typeface="Times New Roman" panose="02020603050405020304" pitchFamily="18" charset="0"/>
                <a:cs typeface="Times New Roman" panose="02020603050405020304" pitchFamily="18" charset="0"/>
              </a:rPr>
              <a:t>S→R</a:t>
            </a:r>
          </a:p>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3) </a:t>
            </a:r>
            <a:r>
              <a:rPr lang="en-US" altLang="zh-CN" b="1" i="1" dirty="0">
                <a:solidFill>
                  <a:srgbClr val="000000"/>
                </a:solidFill>
                <a:latin typeface="Times New Roman" panose="02020603050405020304" pitchFamily="18" charset="0"/>
                <a:cs typeface="Times New Roman" panose="02020603050405020304" pitchFamily="18" charset="0"/>
              </a:rPr>
              <a:t>L→*R</a:t>
            </a:r>
          </a:p>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4) </a:t>
            </a:r>
            <a:r>
              <a:rPr lang="en-US" altLang="zh-CN" b="1" i="1" dirty="0">
                <a:solidFill>
                  <a:srgbClr val="000000"/>
                </a:solidFill>
                <a:latin typeface="Times New Roman" panose="02020603050405020304" pitchFamily="18" charset="0"/>
                <a:cs typeface="Times New Roman" panose="02020603050405020304" pitchFamily="18" charset="0"/>
              </a:rPr>
              <a:t>L→</a:t>
            </a:r>
            <a:r>
              <a:rPr lang="en-US" altLang="zh-CN" b="1" dirty="0">
                <a:solidFill>
                  <a:srgbClr val="000000"/>
                </a:solidFill>
                <a:latin typeface="Times New Roman" panose="02020603050405020304" pitchFamily="18" charset="0"/>
                <a:cs typeface="Times New Roman" panose="02020603050405020304" pitchFamily="18" charset="0"/>
              </a:rPr>
              <a:t>id</a:t>
            </a:r>
          </a:p>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5) </a:t>
            </a:r>
            <a:r>
              <a:rPr lang="en-US" altLang="zh-CN" b="1" i="1" dirty="0">
                <a:solidFill>
                  <a:srgbClr val="000000"/>
                </a:solidFill>
                <a:latin typeface="Times New Roman" panose="02020603050405020304" pitchFamily="18" charset="0"/>
                <a:cs typeface="Times New Roman" panose="02020603050405020304" pitchFamily="18" charset="0"/>
              </a:rPr>
              <a:t>R→L</a:t>
            </a:r>
            <a:endParaRPr lang="en-US" altLang="zh-CN" b="1" i="1" dirty="0">
              <a:solidFill>
                <a:srgbClr val="000000"/>
              </a:solidFill>
              <a:latin typeface="Times New Roman" panose="02020603050405020304" pitchFamily="18" charset="0"/>
              <a:ea typeface="Times New Roman" panose="02020603050405020304" pitchFamily="18" charset="0"/>
            </a:endParaRPr>
          </a:p>
        </p:txBody>
      </p:sp>
      <p:sp>
        <p:nvSpPr>
          <p:cNvPr id="62" name="Rectangle 45"/>
          <p:cNvSpPr>
            <a:spLocks noChangeArrowheads="1"/>
          </p:cNvSpPr>
          <p:nvPr/>
        </p:nvSpPr>
        <p:spPr bwMode="auto">
          <a:xfrm>
            <a:off x="34925" y="4279900"/>
            <a:ext cx="2609850" cy="708025"/>
          </a:xfrm>
          <a:prstGeom prst="rect">
            <a:avLst/>
          </a:prstGeom>
          <a:solidFill>
            <a:schemeClr val="accent5">
              <a:lumMod val="60000"/>
              <a:lumOff val="40000"/>
            </a:schemeClr>
          </a:solidFill>
          <a:ln w="12700">
            <a:solidFill>
              <a:schemeClr val="tx1"/>
            </a:solidFill>
            <a:miter lim="800000"/>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1"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FOLLOW</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000" b="1" i="1"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R</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 = { =,</a:t>
            </a:r>
            <a:r>
              <a:rPr kumimoji="0" lang="en-US" altLang="zh-CN" sz="20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1"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FOLLOW</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000" b="1" i="1"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L</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 = { =,</a:t>
            </a:r>
            <a:r>
              <a:rPr kumimoji="0" lang="en-US" altLang="zh-CN" sz="20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 }</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endParaRPr>
          </a:p>
        </p:txBody>
      </p:sp>
      <p:sp>
        <p:nvSpPr>
          <p:cNvPr id="75" name="矩形 74"/>
          <p:cNvSpPr/>
          <p:nvPr/>
        </p:nvSpPr>
        <p:spPr>
          <a:xfrm>
            <a:off x="7253288" y="811213"/>
            <a:ext cx="1558925" cy="792163"/>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6" name="矩形 75"/>
          <p:cNvSpPr/>
          <p:nvPr/>
        </p:nvSpPr>
        <p:spPr>
          <a:xfrm>
            <a:off x="7281863" y="4349750"/>
            <a:ext cx="1527175" cy="752475"/>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8" name="矩形 77"/>
          <p:cNvSpPr/>
          <p:nvPr/>
        </p:nvSpPr>
        <p:spPr>
          <a:xfrm>
            <a:off x="7285038" y="3552825"/>
            <a:ext cx="1527175" cy="738188"/>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75"/>
                                        </p:tgtEl>
                                        <p:attrNameLst>
                                          <p:attrName>style.visibility</p:attrName>
                                        </p:attrNameLst>
                                      </p:cBhvr>
                                      <p:to>
                                        <p:strVal val="visible"/>
                                      </p:to>
                                    </p:set>
                                    <p:anim calcmode="lin" valueType="num">
                                      <p:cBhvr>
                                        <p:cTn id="7" dur="500" fill="hold"/>
                                        <p:tgtEl>
                                          <p:spTgt spid="75"/>
                                        </p:tgtEl>
                                        <p:attrNameLst>
                                          <p:attrName>ppt_w</p:attrName>
                                        </p:attrNameLst>
                                      </p:cBhvr>
                                      <p:tavLst>
                                        <p:tav tm="0">
                                          <p:val>
                                            <p:fltVal val="0"/>
                                          </p:val>
                                        </p:tav>
                                        <p:tav tm="100000">
                                          <p:val>
                                            <p:strVal val="#ppt_w"/>
                                          </p:val>
                                        </p:tav>
                                      </p:tavLst>
                                    </p:anim>
                                    <p:anim calcmode="lin" valueType="num">
                                      <p:cBhvr>
                                        <p:cTn id="8" dur="500" fill="hold"/>
                                        <p:tgtEl>
                                          <p:spTgt spid="75"/>
                                        </p:tgtEl>
                                        <p:attrNameLst>
                                          <p:attrName>ppt_h</p:attrName>
                                        </p:attrNameLst>
                                      </p:cBhvr>
                                      <p:tavLst>
                                        <p:tav tm="0">
                                          <p:val>
                                            <p:fltVal val="0"/>
                                          </p:val>
                                        </p:tav>
                                        <p:tav tm="100000">
                                          <p:val>
                                            <p:strVal val="#ppt_h"/>
                                          </p:val>
                                        </p:tav>
                                      </p:tavLst>
                                    </p:anim>
                                    <p:animEffect transition="in" filter="fade">
                                      <p:cBhvr>
                                        <p:cTn id="9" dur="500"/>
                                        <p:tgtEl>
                                          <p:spTgt spid="7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6"/>
                                        </p:tgtEl>
                                        <p:attrNameLst>
                                          <p:attrName>style.visibility</p:attrName>
                                        </p:attrNameLst>
                                      </p:cBhvr>
                                      <p:to>
                                        <p:strVal val="visible"/>
                                      </p:to>
                                    </p:set>
                                    <p:anim calcmode="lin" valueType="num">
                                      <p:cBhvr>
                                        <p:cTn id="12" dur="500" fill="hold"/>
                                        <p:tgtEl>
                                          <p:spTgt spid="76"/>
                                        </p:tgtEl>
                                        <p:attrNameLst>
                                          <p:attrName>ppt_w</p:attrName>
                                        </p:attrNameLst>
                                      </p:cBhvr>
                                      <p:tavLst>
                                        <p:tav tm="0">
                                          <p:val>
                                            <p:fltVal val="0"/>
                                          </p:val>
                                        </p:tav>
                                        <p:tav tm="100000">
                                          <p:val>
                                            <p:strVal val="#ppt_w"/>
                                          </p:val>
                                        </p:tav>
                                      </p:tavLst>
                                    </p:anim>
                                    <p:anim calcmode="lin" valueType="num">
                                      <p:cBhvr>
                                        <p:cTn id="13" dur="500" fill="hold"/>
                                        <p:tgtEl>
                                          <p:spTgt spid="76"/>
                                        </p:tgtEl>
                                        <p:attrNameLst>
                                          <p:attrName>ppt_h</p:attrName>
                                        </p:attrNameLst>
                                      </p:cBhvr>
                                      <p:tavLst>
                                        <p:tav tm="0">
                                          <p:val>
                                            <p:fltVal val="0"/>
                                          </p:val>
                                        </p:tav>
                                        <p:tav tm="100000">
                                          <p:val>
                                            <p:strVal val="#ppt_h"/>
                                          </p:val>
                                        </p:tav>
                                      </p:tavLst>
                                    </p:anim>
                                    <p:animEffect transition="in" filter="fade">
                                      <p:cBhvr>
                                        <p:cTn id="14" dur="500"/>
                                        <p:tgtEl>
                                          <p:spTgt spid="7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8"/>
                                        </p:tgtEl>
                                        <p:attrNameLst>
                                          <p:attrName>style.visibility</p:attrName>
                                        </p:attrNameLst>
                                      </p:cBhvr>
                                      <p:to>
                                        <p:strVal val="visible"/>
                                      </p:to>
                                    </p:set>
                                    <p:anim calcmode="lin" valueType="num">
                                      <p:cBhvr>
                                        <p:cTn id="17" dur="500" fill="hold"/>
                                        <p:tgtEl>
                                          <p:spTgt spid="78"/>
                                        </p:tgtEl>
                                        <p:attrNameLst>
                                          <p:attrName>ppt_w</p:attrName>
                                        </p:attrNameLst>
                                      </p:cBhvr>
                                      <p:tavLst>
                                        <p:tav tm="0">
                                          <p:val>
                                            <p:fltVal val="0"/>
                                          </p:val>
                                        </p:tav>
                                        <p:tav tm="100000">
                                          <p:val>
                                            <p:strVal val="#ppt_w"/>
                                          </p:val>
                                        </p:tav>
                                      </p:tavLst>
                                    </p:anim>
                                    <p:anim calcmode="lin" valueType="num">
                                      <p:cBhvr>
                                        <p:cTn id="18" dur="500" fill="hold"/>
                                        <p:tgtEl>
                                          <p:spTgt spid="78"/>
                                        </p:tgtEl>
                                        <p:attrNameLst>
                                          <p:attrName>ppt_h</p:attrName>
                                        </p:attrNameLst>
                                      </p:cBhvr>
                                      <p:tavLst>
                                        <p:tav tm="0">
                                          <p:val>
                                            <p:fltVal val="0"/>
                                          </p:val>
                                        </p:tav>
                                        <p:tav tm="100000">
                                          <p:val>
                                            <p:strVal val="#ppt_h"/>
                                          </p:val>
                                        </p:tav>
                                      </p:tavLst>
                                    </p:anim>
                                    <p:animEffect transition="in" filter="fade">
                                      <p:cBhvr>
                                        <p:cTn id="19" dur="500"/>
                                        <p:tgtEl>
                                          <p:spTgt spid="78"/>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xit" presetSubtype="32" fill="hold" grpId="0" nodeType="clickEffect">
                                  <p:stCondLst>
                                    <p:cond delay="0"/>
                                  </p:stCondLst>
                                  <p:childTnLst>
                                    <p:anim calcmode="lin" valueType="num">
                                      <p:cBhvr>
                                        <p:cTn id="23" dur="500"/>
                                        <p:tgtEl>
                                          <p:spTgt spid="62"/>
                                        </p:tgtEl>
                                        <p:attrNameLst>
                                          <p:attrName>ppt_w</p:attrName>
                                        </p:attrNameLst>
                                      </p:cBhvr>
                                      <p:tavLst>
                                        <p:tav tm="0">
                                          <p:val>
                                            <p:strVal val="ppt_w"/>
                                          </p:val>
                                        </p:tav>
                                        <p:tav tm="100000">
                                          <p:val>
                                            <p:fltVal val="0"/>
                                          </p:val>
                                        </p:tav>
                                      </p:tavLst>
                                    </p:anim>
                                    <p:anim calcmode="lin" valueType="num">
                                      <p:cBhvr>
                                        <p:cTn id="24" dur="500"/>
                                        <p:tgtEl>
                                          <p:spTgt spid="62"/>
                                        </p:tgtEl>
                                        <p:attrNameLst>
                                          <p:attrName>ppt_h</p:attrName>
                                        </p:attrNameLst>
                                      </p:cBhvr>
                                      <p:tavLst>
                                        <p:tav tm="0">
                                          <p:val>
                                            <p:strVal val="ppt_h"/>
                                          </p:val>
                                        </p:tav>
                                        <p:tav tm="100000">
                                          <p:val>
                                            <p:fltVal val="0"/>
                                          </p:val>
                                        </p:tav>
                                      </p:tavLst>
                                    </p:anim>
                                    <p:animEffect transition="out" filter="fade">
                                      <p:cBhvr>
                                        <p:cTn id="25" dur="500"/>
                                        <p:tgtEl>
                                          <p:spTgt spid="62"/>
                                        </p:tgtEl>
                                      </p:cBhvr>
                                    </p:animEffect>
                                    <p:set>
                                      <p:cBhvr>
                                        <p:cTn id="26" dur="1" fill="hold">
                                          <p:stCondLst>
                                            <p:cond delay="499"/>
                                          </p:stCondLst>
                                        </p:cTn>
                                        <p:tgtEl>
                                          <p:spTgt spid="6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bldLvl="0" animBg="1"/>
      <p:bldP spid="75" grpId="0" bldLvl="0" animBg="1"/>
      <p:bldP spid="76" grpId="0" bldLvl="0" animBg="1"/>
      <p:bldP spid="78"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zh-CN" altLang="en-US" sz="3000" kern="1200" dirty="0">
                <a:solidFill>
                  <a:schemeClr val="tx1"/>
                </a:solidFill>
                <a:latin typeface="微软雅黑" panose="020B0503020204020204" pitchFamily="34" charset="-122"/>
                <a:ea typeface="微软雅黑" panose="020B0503020204020204" pitchFamily="34" charset="-122"/>
                <a:cs typeface="+mj-cs"/>
              </a:rPr>
              <a:t>例</a:t>
            </a:r>
            <a:r>
              <a:rPr lang="zh-CN" altLang="en-US" sz="3000" kern="1200" dirty="0">
                <a:solidFill>
                  <a:srgbClr val="000000"/>
                </a:solidFill>
                <a:latin typeface="微软雅黑" panose="020B0503020204020204" pitchFamily="34" charset="-122"/>
                <a:ea typeface="微软雅黑" panose="020B0503020204020204" pitchFamily="34" charset="-122"/>
                <a:cs typeface="+mj-cs"/>
              </a:rPr>
              <a:t>：</a:t>
            </a:r>
            <a:r>
              <a:rPr lang="en-US" altLang="zh-CN" sz="3000" i="1"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LR</a:t>
            </a:r>
            <a:r>
              <a:rPr lang="en-US" altLang="zh-CN" sz="3000"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3000" kern="1200" dirty="0">
                <a:solidFill>
                  <a:srgbClr val="000000"/>
                </a:solidFill>
                <a:latin typeface="微软雅黑" panose="020B0503020204020204" pitchFamily="34" charset="-122"/>
                <a:ea typeface="微软雅黑" panose="020B0503020204020204" pitchFamily="34" charset="-122"/>
                <a:cs typeface="+mj-cs"/>
              </a:rPr>
              <a:t>自动机</a:t>
            </a:r>
            <a:endParaRPr lang="zh-CN" altLang="en-US" sz="3000" kern="1200" dirty="0">
              <a:solidFill>
                <a:schemeClr val="tx1"/>
              </a:solidFill>
              <a:latin typeface="微软雅黑" panose="020B0503020204020204" pitchFamily="34" charset="-122"/>
              <a:ea typeface="微软雅黑" panose="020B0503020204020204" pitchFamily="34" charset="-122"/>
              <a:cs typeface="+mj-cs"/>
            </a:endParaRPr>
          </a:p>
        </p:txBody>
      </p:sp>
      <p:sp>
        <p:nvSpPr>
          <p:cNvPr id="59" name="Rectangle 37"/>
          <p:cNvSpPr>
            <a:spLocks noChangeArrowheads="1"/>
          </p:cNvSpPr>
          <p:nvPr/>
        </p:nvSpPr>
        <p:spPr bwMode="auto">
          <a:xfrm>
            <a:off x="107950" y="1012825"/>
            <a:ext cx="1290638" cy="1908175"/>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0) </a:t>
            </a:r>
            <a:r>
              <a:rPr lang="en-US" altLang="zh-CN" b="1" i="1" dirty="0">
                <a:solidFill>
                  <a:srgbClr val="000000"/>
                </a:solidFill>
                <a:latin typeface="Times New Roman" panose="02020603050405020304" pitchFamily="18" charset="0"/>
                <a:cs typeface="Times New Roman" panose="02020603050405020304" pitchFamily="18" charset="0"/>
              </a:rPr>
              <a:t>S</a:t>
            </a:r>
            <a:r>
              <a:rPr lang="en-US" altLang="zh-CN" sz="1600" b="1" i="1" dirty="0">
                <a:solidFill>
                  <a:srgbClr val="000000"/>
                </a:solidFill>
                <a:latin typeface="Times New Roman" panose="02020603050405020304" pitchFamily="18" charset="0"/>
                <a:cs typeface="Times New Roman" panose="02020603050405020304" pitchFamily="18" charset="0"/>
              </a:rPr>
              <a:t>′ </a:t>
            </a:r>
            <a:r>
              <a:rPr lang="en-US" altLang="zh-CN" b="1" i="1" dirty="0">
                <a:solidFill>
                  <a:srgbClr val="000000"/>
                </a:solidFill>
                <a:latin typeface="Times New Roman" panose="02020603050405020304" pitchFamily="18" charset="0"/>
                <a:cs typeface="Times New Roman" panose="02020603050405020304" pitchFamily="18" charset="0"/>
              </a:rPr>
              <a:t>→S</a:t>
            </a:r>
          </a:p>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1) </a:t>
            </a:r>
            <a:r>
              <a:rPr lang="en-US" altLang="zh-CN" b="1" i="1" dirty="0">
                <a:solidFill>
                  <a:srgbClr val="000000"/>
                </a:solidFill>
                <a:latin typeface="Times New Roman" panose="02020603050405020304" pitchFamily="18" charset="0"/>
                <a:cs typeface="Times New Roman" panose="02020603050405020304" pitchFamily="18" charset="0"/>
              </a:rPr>
              <a:t>S→L=R</a:t>
            </a:r>
          </a:p>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2) </a:t>
            </a:r>
            <a:r>
              <a:rPr lang="en-US" altLang="zh-CN" b="1" i="1" dirty="0">
                <a:solidFill>
                  <a:srgbClr val="000000"/>
                </a:solidFill>
                <a:latin typeface="Times New Roman" panose="02020603050405020304" pitchFamily="18" charset="0"/>
                <a:cs typeface="Times New Roman" panose="02020603050405020304" pitchFamily="18" charset="0"/>
              </a:rPr>
              <a:t>S→R</a:t>
            </a:r>
          </a:p>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3) </a:t>
            </a:r>
            <a:r>
              <a:rPr lang="en-US" altLang="zh-CN" b="1" i="1" dirty="0">
                <a:solidFill>
                  <a:srgbClr val="000000"/>
                </a:solidFill>
                <a:latin typeface="Times New Roman" panose="02020603050405020304" pitchFamily="18" charset="0"/>
                <a:cs typeface="Times New Roman" panose="02020603050405020304" pitchFamily="18" charset="0"/>
              </a:rPr>
              <a:t>L→*R</a:t>
            </a:r>
          </a:p>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4) </a:t>
            </a:r>
            <a:r>
              <a:rPr lang="en-US" altLang="zh-CN" b="1" i="1" dirty="0">
                <a:solidFill>
                  <a:srgbClr val="000000"/>
                </a:solidFill>
                <a:latin typeface="Times New Roman" panose="02020603050405020304" pitchFamily="18" charset="0"/>
                <a:cs typeface="Times New Roman" panose="02020603050405020304" pitchFamily="18" charset="0"/>
              </a:rPr>
              <a:t>L→</a:t>
            </a:r>
            <a:r>
              <a:rPr lang="en-US" altLang="zh-CN" b="1" dirty="0">
                <a:solidFill>
                  <a:srgbClr val="000000"/>
                </a:solidFill>
                <a:latin typeface="Times New Roman" panose="02020603050405020304" pitchFamily="18" charset="0"/>
                <a:cs typeface="Times New Roman" panose="02020603050405020304" pitchFamily="18" charset="0"/>
              </a:rPr>
              <a:t>id</a:t>
            </a:r>
          </a:p>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5) </a:t>
            </a:r>
            <a:r>
              <a:rPr lang="en-US" altLang="zh-CN" b="1" i="1" dirty="0">
                <a:solidFill>
                  <a:srgbClr val="000000"/>
                </a:solidFill>
                <a:latin typeface="Times New Roman" panose="02020603050405020304" pitchFamily="18" charset="0"/>
                <a:cs typeface="Times New Roman" panose="02020603050405020304" pitchFamily="18" charset="0"/>
              </a:rPr>
              <a:t>R→L</a:t>
            </a:r>
            <a:endParaRPr lang="en-US" altLang="zh-CN" b="1" i="1" dirty="0">
              <a:solidFill>
                <a:srgbClr val="000000"/>
              </a:solidFill>
              <a:latin typeface="Times New Roman" panose="02020603050405020304" pitchFamily="18" charset="0"/>
              <a:ea typeface="Times New Roman" panose="02020603050405020304" pitchFamily="18" charset="0"/>
            </a:endParaRPr>
          </a:p>
        </p:txBody>
      </p:sp>
      <p:sp>
        <p:nvSpPr>
          <p:cNvPr id="65" name="矩形 64"/>
          <p:cNvSpPr/>
          <p:nvPr/>
        </p:nvSpPr>
        <p:spPr>
          <a:xfrm>
            <a:off x="7283450" y="1708150"/>
            <a:ext cx="1525588" cy="1624013"/>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6" name="矩形 65"/>
          <p:cNvSpPr/>
          <p:nvPr/>
        </p:nvSpPr>
        <p:spPr>
          <a:xfrm>
            <a:off x="5237163" y="3457575"/>
            <a:ext cx="1711325" cy="814388"/>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 name="图片 1"/>
          <p:cNvPicPr>
            <a:picLocks noChangeAspect="1"/>
          </p:cNvPicPr>
          <p:nvPr/>
        </p:nvPicPr>
        <p:blipFill>
          <a:blip r:embed="rId3"/>
          <a:stretch>
            <a:fillRect/>
          </a:stretch>
        </p:blipFill>
        <p:spPr>
          <a:xfrm>
            <a:off x="33338" y="3357563"/>
            <a:ext cx="2687637" cy="1735137"/>
          </a:xfrm>
          <a:prstGeom prst="rect">
            <a:avLst/>
          </a:prstGeom>
          <a:noFill/>
          <a:ln w="9525">
            <a:noFill/>
          </a:ln>
        </p:spPr>
      </p:pic>
      <p:sp>
        <p:nvSpPr>
          <p:cNvPr id="64" name="矩形 63"/>
          <p:cNvSpPr/>
          <p:nvPr/>
        </p:nvSpPr>
        <p:spPr>
          <a:xfrm>
            <a:off x="-31750" y="3090863"/>
            <a:ext cx="746125"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000" b="1"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SLR</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grpSp>
        <p:nvGrpSpPr>
          <p:cNvPr id="48136" name="组合 67"/>
          <p:cNvGrpSpPr/>
          <p:nvPr/>
        </p:nvGrpSpPr>
        <p:grpSpPr>
          <a:xfrm>
            <a:off x="1476375" y="63500"/>
            <a:ext cx="7823200" cy="5016500"/>
            <a:chOff x="1475656" y="63500"/>
            <a:chExt cx="7824390" cy="5016500"/>
          </a:xfrm>
        </p:grpSpPr>
        <p:sp>
          <p:nvSpPr>
            <p:cNvPr id="48140" name="Text Box 5"/>
            <p:cNvSpPr txBox="1"/>
            <p:nvPr/>
          </p:nvSpPr>
          <p:spPr>
            <a:xfrm>
              <a:off x="1475656" y="1041400"/>
              <a:ext cx="1555987" cy="2154238"/>
            </a:xfrm>
            <a:prstGeom prst="rect">
              <a:avLst/>
            </a:prstGeom>
            <a:solidFill>
              <a:srgbClr val="B5CEED"/>
            </a:solidFill>
            <a:ln w="12700" cap="flat" cmpd="sng">
              <a:solidFill>
                <a:schemeClr val="tx1"/>
              </a:solidFill>
              <a:prstDash val="solid"/>
              <a:miter/>
              <a:headEnd type="none" w="sm" len="sm"/>
              <a:tailEnd type="none" w="sm" len="sm"/>
            </a:ln>
          </p:spPr>
          <p:txBody>
            <a:bodyPr tIns="0" bIns="0">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0</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 · S</a:t>
              </a:r>
              <a:r>
                <a:rPr lang="zh-CN" altLang="en-US" sz="2000" b="1" i="1" dirty="0">
                  <a:solidFill>
                    <a:srgbClr val="000000"/>
                  </a:solidFill>
                  <a:latin typeface="Times New Roman" panose="02020603050405020304" pitchFamily="18" charset="0"/>
                  <a:ea typeface="宋体" panose="02010600030101010101" pitchFamily="2" charset="-122"/>
                </a:rPr>
                <a:t> </a:t>
              </a:r>
              <a:r>
                <a:rPr lang="en-US" altLang="zh-CN" sz="2000" b="1" i="1" dirty="0">
                  <a:solidFill>
                    <a:srgbClr val="000000"/>
                  </a:solidFill>
                  <a:latin typeface="Times New Roman" panose="02020603050405020304" pitchFamily="18" charset="0"/>
                  <a:ea typeface="宋体" panose="02010600030101010101" pitchFamily="2" charset="-122"/>
                </a:rPr>
                <a:t>,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 L=R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 · R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L→·*R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 · </a:t>
              </a:r>
              <a:r>
                <a:rPr lang="en-US" altLang="zh-CN" sz="2000" b="1" dirty="0">
                  <a:solidFill>
                    <a:srgbClr val="000000"/>
                  </a:solidFill>
                  <a:latin typeface="Times New Roman" panose="02020603050405020304" pitchFamily="18" charset="0"/>
                  <a:ea typeface="宋体" panose="02010600030101010101" pitchFamily="2" charset="-122"/>
                </a:rPr>
                <a:t>id</a:t>
              </a:r>
              <a:r>
                <a:rPr lang="en-US" altLang="zh-CN" sz="2000" b="1" i="1" dirty="0">
                  <a:solidFill>
                    <a:srgbClr val="000000"/>
                  </a:solidFill>
                  <a:latin typeface="Times New Roman" panose="02020603050405020304" pitchFamily="18" charset="0"/>
                  <a:ea typeface="宋体" panose="02010600030101010101" pitchFamily="2" charset="-122"/>
                </a:rPr>
                <a:t>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 · L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p:txBody>
        </p:sp>
        <p:sp>
          <p:nvSpPr>
            <p:cNvPr id="48141" name="Text Box 6"/>
            <p:cNvSpPr txBox="1"/>
            <p:nvPr/>
          </p:nvSpPr>
          <p:spPr>
            <a:xfrm>
              <a:off x="3334902" y="682625"/>
              <a:ext cx="1224148" cy="708025"/>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1</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S′→S·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p:txBody>
        </p:sp>
        <p:sp>
          <p:nvSpPr>
            <p:cNvPr id="48142" name="Line 7"/>
            <p:cNvSpPr/>
            <p:nvPr/>
          </p:nvSpPr>
          <p:spPr>
            <a:xfrm flipV="1">
              <a:off x="3056900" y="1273175"/>
              <a:ext cx="288942" cy="0"/>
            </a:xfrm>
            <a:prstGeom prst="line">
              <a:avLst/>
            </a:prstGeom>
            <a:ln w="38100" cap="flat" cmpd="sng">
              <a:solidFill>
                <a:schemeClr val="tx1"/>
              </a:solidFill>
              <a:prstDash val="solid"/>
              <a:headEnd type="none" w="sm" len="sm"/>
              <a:tailEnd type="triangle" w="med" len="med"/>
            </a:ln>
          </p:spPr>
        </p:sp>
        <p:sp>
          <p:nvSpPr>
            <p:cNvPr id="72" name="Text Box 8"/>
            <p:cNvSpPr txBox="1">
              <a:spLocks noChangeArrowheads="1"/>
            </p:cNvSpPr>
            <p:nvPr/>
          </p:nvSpPr>
          <p:spPr bwMode="auto">
            <a:xfrm>
              <a:off x="3334902" y="1463675"/>
              <a:ext cx="1479775" cy="9382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8144" name="Line 9"/>
            <p:cNvSpPr/>
            <p:nvPr/>
          </p:nvSpPr>
          <p:spPr>
            <a:xfrm flipV="1">
              <a:off x="3047374" y="1860550"/>
              <a:ext cx="298468" cy="0"/>
            </a:xfrm>
            <a:prstGeom prst="line">
              <a:avLst/>
            </a:prstGeom>
            <a:ln w="38100" cap="flat" cmpd="sng">
              <a:solidFill>
                <a:schemeClr val="tx1"/>
              </a:solidFill>
              <a:prstDash val="solid"/>
              <a:headEnd type="none" w="sm" len="sm"/>
              <a:tailEnd type="triangle" w="med" len="med"/>
            </a:ln>
          </p:spPr>
        </p:sp>
        <p:sp>
          <p:nvSpPr>
            <p:cNvPr id="48145" name="Text Box 10"/>
            <p:cNvSpPr txBox="1"/>
            <p:nvPr/>
          </p:nvSpPr>
          <p:spPr>
            <a:xfrm>
              <a:off x="3023561" y="1465263"/>
              <a:ext cx="503267"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a:t>
              </a:r>
            </a:p>
          </p:txBody>
        </p:sp>
        <p:sp>
          <p:nvSpPr>
            <p:cNvPr id="77" name="Text Box 11"/>
            <p:cNvSpPr txBox="1">
              <a:spLocks noChangeArrowheads="1"/>
            </p:cNvSpPr>
            <p:nvPr/>
          </p:nvSpPr>
          <p:spPr bwMode="auto">
            <a:xfrm>
              <a:off x="3334902" y="2444750"/>
              <a:ext cx="1224148"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3</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8147" name="Line 12"/>
            <p:cNvSpPr/>
            <p:nvPr/>
          </p:nvSpPr>
          <p:spPr>
            <a:xfrm flipV="1">
              <a:off x="3023561" y="2700338"/>
              <a:ext cx="288942" cy="0"/>
            </a:xfrm>
            <a:prstGeom prst="line">
              <a:avLst/>
            </a:prstGeom>
            <a:ln w="38100" cap="flat" cmpd="sng">
              <a:solidFill>
                <a:schemeClr val="tx1"/>
              </a:solidFill>
              <a:prstDash val="solid"/>
              <a:headEnd type="none" w="sm" len="sm"/>
              <a:tailEnd type="triangle" w="med" len="med"/>
            </a:ln>
          </p:spPr>
        </p:sp>
        <p:sp>
          <p:nvSpPr>
            <p:cNvPr id="48148" name="Text Box 13"/>
            <p:cNvSpPr txBox="1"/>
            <p:nvPr/>
          </p:nvSpPr>
          <p:spPr>
            <a:xfrm>
              <a:off x="2996571" y="2333625"/>
              <a:ext cx="609636"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a:t>
              </a:r>
            </a:p>
          </p:txBody>
        </p:sp>
        <p:sp>
          <p:nvSpPr>
            <p:cNvPr id="81" name="Text Box 14"/>
            <p:cNvSpPr txBox="1">
              <a:spLocks noChangeArrowheads="1"/>
            </p:cNvSpPr>
            <p:nvPr/>
          </p:nvSpPr>
          <p:spPr bwMode="auto">
            <a:xfrm>
              <a:off x="3346015" y="3236913"/>
              <a:ext cx="1568689"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4</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id</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2" name="Text Box 15"/>
            <p:cNvSpPr txBox="1">
              <a:spLocks noChangeArrowheads="1"/>
            </p:cNvSpPr>
            <p:nvPr/>
          </p:nvSpPr>
          <p:spPr bwMode="auto">
            <a:xfrm>
              <a:off x="5289411" y="4281488"/>
              <a:ext cx="1582979"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5</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id</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 $</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8151" name="Text Box 16"/>
            <p:cNvSpPr txBox="1"/>
            <p:nvPr/>
          </p:nvSpPr>
          <p:spPr>
            <a:xfrm>
              <a:off x="3061663" y="2932113"/>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rgbClr val="000000"/>
                  </a:solidFill>
                  <a:latin typeface="Times New Roman" panose="02020603050405020304" pitchFamily="18" charset="0"/>
                  <a:ea typeface="宋体" panose="02010600030101010101" pitchFamily="2" charset="-122"/>
                </a:rPr>
                <a:t>*</a:t>
              </a:r>
            </a:p>
          </p:txBody>
        </p:sp>
        <p:sp>
          <p:nvSpPr>
            <p:cNvPr id="48152" name="Text Box 17"/>
            <p:cNvSpPr txBox="1"/>
            <p:nvPr/>
          </p:nvSpPr>
          <p:spPr>
            <a:xfrm>
              <a:off x="2704454" y="3687763"/>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id</a:t>
              </a:r>
            </a:p>
          </p:txBody>
        </p:sp>
        <p:sp>
          <p:nvSpPr>
            <p:cNvPr id="48153" name="Line 19"/>
            <p:cNvSpPr/>
            <p:nvPr/>
          </p:nvSpPr>
          <p:spPr>
            <a:xfrm flipV="1">
              <a:off x="4814367" y="1924050"/>
              <a:ext cx="430237" cy="0"/>
            </a:xfrm>
            <a:prstGeom prst="line">
              <a:avLst/>
            </a:prstGeom>
            <a:ln w="38100" cap="flat" cmpd="sng">
              <a:solidFill>
                <a:schemeClr val="tx1"/>
              </a:solidFill>
              <a:prstDash val="solid"/>
              <a:headEnd type="none" w="sm" len="sm"/>
              <a:tailEnd type="triangle" w="med" len="med"/>
            </a:ln>
          </p:spPr>
        </p:sp>
        <p:sp>
          <p:nvSpPr>
            <p:cNvPr id="48154" name="Text Box 20"/>
            <p:cNvSpPr txBox="1"/>
            <p:nvPr/>
          </p:nvSpPr>
          <p:spPr>
            <a:xfrm>
              <a:off x="4809603" y="1595438"/>
              <a:ext cx="457227"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a:t>
              </a:r>
            </a:p>
          </p:txBody>
        </p:sp>
        <p:sp>
          <p:nvSpPr>
            <p:cNvPr id="87" name="Text Box 21"/>
            <p:cNvSpPr txBox="1">
              <a:spLocks noChangeArrowheads="1"/>
            </p:cNvSpPr>
            <p:nvPr/>
          </p:nvSpPr>
          <p:spPr bwMode="auto">
            <a:xfrm>
              <a:off x="5289411" y="2733675"/>
              <a:ext cx="1654427" cy="7064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7</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 $</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8156" name="Line 22"/>
            <p:cNvSpPr/>
            <p:nvPr/>
          </p:nvSpPr>
          <p:spPr>
            <a:xfrm>
              <a:off x="4933436" y="3308350"/>
              <a:ext cx="393723" cy="0"/>
            </a:xfrm>
            <a:prstGeom prst="line">
              <a:avLst/>
            </a:prstGeom>
            <a:ln w="38100" cap="flat" cmpd="sng">
              <a:solidFill>
                <a:schemeClr val="tx1"/>
              </a:solidFill>
              <a:prstDash val="solid"/>
              <a:headEnd type="none" w="sm" len="sm"/>
              <a:tailEnd type="triangle" w="med" len="med"/>
            </a:ln>
          </p:spPr>
        </p:sp>
        <p:sp>
          <p:nvSpPr>
            <p:cNvPr id="48157" name="Text Box 23"/>
            <p:cNvSpPr txBox="1"/>
            <p:nvPr/>
          </p:nvSpPr>
          <p:spPr>
            <a:xfrm>
              <a:off x="4879457" y="2949575"/>
              <a:ext cx="457227"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a:t>
              </a:r>
            </a:p>
          </p:txBody>
        </p:sp>
        <p:sp>
          <p:nvSpPr>
            <p:cNvPr id="90" name="Text Box 24"/>
            <p:cNvSpPr txBox="1">
              <a:spLocks noChangeArrowheads="1"/>
            </p:cNvSpPr>
            <p:nvPr/>
          </p:nvSpPr>
          <p:spPr bwMode="auto">
            <a:xfrm>
              <a:off x="5289411" y="3525838"/>
              <a:ext cx="1582979"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8</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 $</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8159" name="Line 25"/>
            <p:cNvSpPr/>
            <p:nvPr/>
          </p:nvSpPr>
          <p:spPr>
            <a:xfrm>
              <a:off x="4901684" y="3957638"/>
              <a:ext cx="387373" cy="0"/>
            </a:xfrm>
            <a:prstGeom prst="line">
              <a:avLst/>
            </a:prstGeom>
            <a:ln w="38100" cap="flat" cmpd="sng">
              <a:solidFill>
                <a:schemeClr val="tx1"/>
              </a:solidFill>
              <a:prstDash val="solid"/>
              <a:headEnd type="none" w="sm" len="sm"/>
              <a:tailEnd type="triangle" w="med" len="med"/>
            </a:ln>
          </p:spPr>
        </p:sp>
        <p:sp>
          <p:nvSpPr>
            <p:cNvPr id="48160" name="Text Box 26"/>
            <p:cNvSpPr txBox="1"/>
            <p:nvPr/>
          </p:nvSpPr>
          <p:spPr>
            <a:xfrm>
              <a:off x="4895333" y="3597275"/>
              <a:ext cx="381023"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a:t>
              </a:r>
            </a:p>
          </p:txBody>
        </p:sp>
        <p:sp>
          <p:nvSpPr>
            <p:cNvPr id="93" name="Text Box 27"/>
            <p:cNvSpPr txBox="1">
              <a:spLocks noChangeArrowheads="1"/>
            </p:cNvSpPr>
            <p:nvPr/>
          </p:nvSpPr>
          <p:spPr bwMode="auto">
            <a:xfrm>
              <a:off x="7318545" y="63500"/>
              <a:ext cx="152423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9</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S→L=R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8162" name="Line 28"/>
            <p:cNvSpPr/>
            <p:nvPr/>
          </p:nvSpPr>
          <p:spPr>
            <a:xfrm flipV="1">
              <a:off x="6954443" y="373257"/>
              <a:ext cx="327891" cy="385567"/>
            </a:xfrm>
            <a:prstGeom prst="line">
              <a:avLst/>
            </a:prstGeom>
            <a:ln w="38100" cap="flat" cmpd="sng">
              <a:solidFill>
                <a:schemeClr val="tx1"/>
              </a:solidFill>
              <a:prstDash val="solid"/>
              <a:headEnd type="none" w="sm" len="sm"/>
              <a:tailEnd type="triangle" w="med" len="med"/>
            </a:ln>
          </p:spPr>
        </p:sp>
        <p:sp>
          <p:nvSpPr>
            <p:cNvPr id="48163" name="Text Box 29"/>
            <p:cNvSpPr txBox="1"/>
            <p:nvPr/>
          </p:nvSpPr>
          <p:spPr>
            <a:xfrm>
              <a:off x="6718374" y="369251"/>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a:t>
              </a:r>
            </a:p>
          </p:txBody>
        </p:sp>
        <p:sp>
          <p:nvSpPr>
            <p:cNvPr id="48164" name="Text Box 33"/>
            <p:cNvSpPr txBox="1"/>
            <p:nvPr/>
          </p:nvSpPr>
          <p:spPr>
            <a:xfrm>
              <a:off x="3031498" y="896938"/>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a:t>
              </a:r>
            </a:p>
          </p:txBody>
        </p:sp>
        <p:sp>
          <p:nvSpPr>
            <p:cNvPr id="48165" name="Line 34"/>
            <p:cNvSpPr/>
            <p:nvPr/>
          </p:nvSpPr>
          <p:spPr>
            <a:xfrm flipV="1">
              <a:off x="4911209" y="4564063"/>
              <a:ext cx="377847" cy="1587"/>
            </a:xfrm>
            <a:prstGeom prst="line">
              <a:avLst/>
            </a:prstGeom>
            <a:ln w="38100" cap="flat" cmpd="sng">
              <a:solidFill>
                <a:schemeClr val="tx1"/>
              </a:solidFill>
              <a:prstDash val="solid"/>
              <a:headEnd type="none" w="med" len="med"/>
              <a:tailEnd type="triangle" w="med" len="med"/>
            </a:ln>
          </p:spPr>
        </p:sp>
        <p:sp>
          <p:nvSpPr>
            <p:cNvPr id="48166" name="Text Box 35"/>
            <p:cNvSpPr txBox="1"/>
            <p:nvPr/>
          </p:nvSpPr>
          <p:spPr>
            <a:xfrm>
              <a:off x="4879457" y="4175125"/>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id</a:t>
              </a:r>
            </a:p>
          </p:txBody>
        </p:sp>
        <p:grpSp>
          <p:nvGrpSpPr>
            <p:cNvPr id="48167" name="Group 36"/>
            <p:cNvGrpSpPr/>
            <p:nvPr/>
          </p:nvGrpSpPr>
          <p:grpSpPr>
            <a:xfrm>
              <a:off x="3045787" y="3975100"/>
              <a:ext cx="290529" cy="269875"/>
              <a:chOff x="2335" y="3249"/>
              <a:chExt cx="183" cy="226"/>
            </a:xfrm>
          </p:grpSpPr>
          <p:sp>
            <p:nvSpPr>
              <p:cNvPr id="48191" name="Line 37"/>
              <p:cNvSpPr/>
              <p:nvPr/>
            </p:nvSpPr>
            <p:spPr>
              <a:xfrm>
                <a:off x="2335" y="3249"/>
                <a:ext cx="182" cy="0"/>
              </a:xfrm>
              <a:prstGeom prst="line">
                <a:avLst/>
              </a:prstGeom>
              <a:ln w="38100" cap="flat" cmpd="sng">
                <a:solidFill>
                  <a:schemeClr val="tx1"/>
                </a:solidFill>
                <a:prstDash val="solid"/>
                <a:headEnd type="none" w="med" len="med"/>
                <a:tailEnd type="none" w="med" len="med"/>
              </a:ln>
            </p:spPr>
          </p:sp>
          <p:sp>
            <p:nvSpPr>
              <p:cNvPr id="48192" name="Line 38"/>
              <p:cNvSpPr/>
              <p:nvPr/>
            </p:nvSpPr>
            <p:spPr>
              <a:xfrm>
                <a:off x="2335" y="3249"/>
                <a:ext cx="0" cy="226"/>
              </a:xfrm>
              <a:prstGeom prst="line">
                <a:avLst/>
              </a:prstGeom>
              <a:ln w="38100" cap="flat" cmpd="sng">
                <a:solidFill>
                  <a:schemeClr val="tx1"/>
                </a:solidFill>
                <a:prstDash val="solid"/>
                <a:headEnd type="none" w="med" len="med"/>
                <a:tailEnd type="none" w="med" len="med"/>
              </a:ln>
            </p:spPr>
          </p:sp>
          <p:sp>
            <p:nvSpPr>
              <p:cNvPr id="48193" name="Line 39"/>
              <p:cNvSpPr/>
              <p:nvPr/>
            </p:nvSpPr>
            <p:spPr>
              <a:xfrm>
                <a:off x="2336" y="3475"/>
                <a:ext cx="182" cy="0"/>
              </a:xfrm>
              <a:prstGeom prst="line">
                <a:avLst/>
              </a:prstGeom>
              <a:ln w="38100" cap="flat" cmpd="sng">
                <a:solidFill>
                  <a:schemeClr val="tx1"/>
                </a:solidFill>
                <a:prstDash val="solid"/>
                <a:headEnd type="none" w="med" len="med"/>
                <a:tailEnd type="triangle" w="med" len="med"/>
              </a:ln>
            </p:spPr>
          </p:sp>
        </p:grpSp>
        <p:sp>
          <p:nvSpPr>
            <p:cNvPr id="48168" name="Text Box 40"/>
            <p:cNvSpPr txBox="1"/>
            <p:nvPr/>
          </p:nvSpPr>
          <p:spPr>
            <a:xfrm>
              <a:off x="3021973" y="3944938"/>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rgbClr val="000000"/>
                  </a:solidFill>
                  <a:latin typeface="Times New Roman" panose="02020603050405020304" pitchFamily="18" charset="0"/>
                  <a:ea typeface="宋体" panose="02010600030101010101" pitchFamily="2" charset="-122"/>
                </a:rPr>
                <a:t>*</a:t>
              </a:r>
            </a:p>
          </p:txBody>
        </p:sp>
        <p:sp>
          <p:nvSpPr>
            <p:cNvPr id="48169" name="Line 41"/>
            <p:cNvSpPr/>
            <p:nvPr/>
          </p:nvSpPr>
          <p:spPr>
            <a:xfrm>
              <a:off x="3056900" y="3038475"/>
              <a:ext cx="261954" cy="433388"/>
            </a:xfrm>
            <a:prstGeom prst="line">
              <a:avLst/>
            </a:prstGeom>
            <a:ln w="41275" cap="flat" cmpd="sng">
              <a:solidFill>
                <a:schemeClr val="tx1"/>
              </a:solidFill>
              <a:prstDash val="solid"/>
              <a:headEnd type="none" w="med" len="med"/>
              <a:tailEnd type="triangle" w="med" len="med"/>
            </a:ln>
          </p:spPr>
        </p:sp>
        <p:sp>
          <p:nvSpPr>
            <p:cNvPr id="48170" name="Line 57"/>
            <p:cNvSpPr/>
            <p:nvPr/>
          </p:nvSpPr>
          <p:spPr>
            <a:xfrm flipV="1">
              <a:off x="2759099" y="4872037"/>
              <a:ext cx="2529957" cy="25400"/>
            </a:xfrm>
            <a:prstGeom prst="line">
              <a:avLst/>
            </a:prstGeom>
            <a:ln w="38100" cap="flat" cmpd="sng">
              <a:solidFill>
                <a:schemeClr val="tx1"/>
              </a:solidFill>
              <a:prstDash val="solid"/>
              <a:headEnd type="none" w="sm" len="sm"/>
              <a:tailEnd type="triangle" w="med" len="med"/>
            </a:ln>
          </p:spPr>
        </p:sp>
        <p:sp>
          <p:nvSpPr>
            <p:cNvPr id="48171" name="Line 59"/>
            <p:cNvSpPr/>
            <p:nvPr/>
          </p:nvSpPr>
          <p:spPr>
            <a:xfrm flipH="1" flipV="1">
              <a:off x="2759099" y="3195638"/>
              <a:ext cx="12701" cy="1724025"/>
            </a:xfrm>
            <a:prstGeom prst="line">
              <a:avLst/>
            </a:prstGeom>
            <a:ln w="38100" cap="flat" cmpd="sng">
              <a:solidFill>
                <a:schemeClr val="tx1"/>
              </a:solidFill>
              <a:prstDash val="solid"/>
              <a:headEnd type="none" w="med" len="med"/>
              <a:tailEnd type="none" w="med" len="med"/>
            </a:ln>
          </p:spPr>
        </p:sp>
        <p:sp>
          <p:nvSpPr>
            <p:cNvPr id="48172" name="Text Box 32"/>
            <p:cNvSpPr txBox="1"/>
            <p:nvPr/>
          </p:nvSpPr>
          <p:spPr>
            <a:xfrm>
              <a:off x="6944918" y="1677862"/>
              <a:ext cx="503327" cy="36986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dirty="0">
                  <a:solidFill>
                    <a:schemeClr val="tx1"/>
                  </a:solidFill>
                  <a:latin typeface="Times New Roman" panose="02020603050405020304" pitchFamily="18" charset="0"/>
                  <a:ea typeface="宋体" panose="02010600030101010101" pitchFamily="2" charset="-122"/>
                </a:rPr>
                <a:t>id</a:t>
              </a:r>
            </a:p>
          </p:txBody>
        </p:sp>
        <p:sp>
          <p:nvSpPr>
            <p:cNvPr id="105" name="Text Box 42"/>
            <p:cNvSpPr txBox="1">
              <a:spLocks noChangeArrowheads="1"/>
            </p:cNvSpPr>
            <p:nvPr/>
          </p:nvSpPr>
          <p:spPr bwMode="auto">
            <a:xfrm>
              <a:off x="7312194" y="844550"/>
              <a:ext cx="1440082" cy="6556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10</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74" name="Line 43"/>
            <p:cNvSpPr/>
            <p:nvPr/>
          </p:nvSpPr>
          <p:spPr>
            <a:xfrm flipV="1">
              <a:off x="6906952" y="1050284"/>
              <a:ext cx="405544" cy="18842"/>
            </a:xfrm>
            <a:prstGeom prst="line">
              <a:avLst/>
            </a:prstGeom>
            <a:ln w="38100" cap="flat" cmpd="sng">
              <a:solidFill>
                <a:schemeClr val="tx1"/>
              </a:solidFill>
              <a:prstDash val="solid"/>
              <a:headEnd type="none" w="sm" len="sm"/>
              <a:tailEnd type="triangle" w="med" len="med"/>
            </a:ln>
          </p:spPr>
        </p:sp>
        <p:sp>
          <p:nvSpPr>
            <p:cNvPr id="48175" name="Text Box 44"/>
            <p:cNvSpPr txBox="1"/>
            <p:nvPr/>
          </p:nvSpPr>
          <p:spPr>
            <a:xfrm>
              <a:off x="6924342" y="738592"/>
              <a:ext cx="533495" cy="369864"/>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L</a:t>
              </a:r>
            </a:p>
          </p:txBody>
        </p:sp>
        <p:sp>
          <p:nvSpPr>
            <p:cNvPr id="108" name="Text Box 45"/>
            <p:cNvSpPr txBox="1">
              <a:spLocks noChangeArrowheads="1"/>
            </p:cNvSpPr>
            <p:nvPr/>
          </p:nvSpPr>
          <p:spPr bwMode="auto">
            <a:xfrm>
              <a:off x="7328071" y="1779588"/>
              <a:ext cx="1416265"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11</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zh-CN" altLang="en-US"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id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77" name="Text Box 46"/>
            <p:cNvSpPr txBox="1"/>
            <p:nvPr/>
          </p:nvSpPr>
          <p:spPr>
            <a:xfrm>
              <a:off x="6891381" y="1187474"/>
              <a:ext cx="360425" cy="400026"/>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宋体" panose="02010600030101010101" pitchFamily="2" charset="-122"/>
                </a:rPr>
                <a:t>*</a:t>
              </a:r>
            </a:p>
          </p:txBody>
        </p:sp>
        <p:sp>
          <p:nvSpPr>
            <p:cNvPr id="48178" name="Line 47"/>
            <p:cNvSpPr/>
            <p:nvPr/>
          </p:nvSpPr>
          <p:spPr>
            <a:xfrm>
              <a:off x="6940394" y="1406057"/>
              <a:ext cx="385967" cy="371307"/>
            </a:xfrm>
            <a:prstGeom prst="line">
              <a:avLst/>
            </a:prstGeom>
            <a:ln w="41275" cap="flat" cmpd="sng">
              <a:solidFill>
                <a:schemeClr val="tx1"/>
              </a:solidFill>
              <a:prstDash val="solid"/>
              <a:headEnd type="none" w="med" len="med"/>
              <a:tailEnd type="triangle" w="med" len="med"/>
            </a:ln>
          </p:spPr>
        </p:sp>
        <p:sp>
          <p:nvSpPr>
            <p:cNvPr id="111" name="Text Box 48"/>
            <p:cNvSpPr txBox="1">
              <a:spLocks noChangeArrowheads="1"/>
            </p:cNvSpPr>
            <p:nvPr/>
          </p:nvSpPr>
          <p:spPr bwMode="auto">
            <a:xfrm>
              <a:off x="7348712" y="3592513"/>
              <a:ext cx="1395624"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12</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id</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80" name="Line 49"/>
            <p:cNvSpPr/>
            <p:nvPr/>
          </p:nvSpPr>
          <p:spPr>
            <a:xfrm>
              <a:off x="6924342" y="1689736"/>
              <a:ext cx="401956" cy="1836102"/>
            </a:xfrm>
            <a:prstGeom prst="line">
              <a:avLst/>
            </a:prstGeom>
            <a:ln w="41275" cap="flat" cmpd="sng">
              <a:solidFill>
                <a:schemeClr val="tx1"/>
              </a:solidFill>
              <a:prstDash val="solid"/>
              <a:headEnd type="none" w="med" len="med"/>
              <a:tailEnd type="triangle" w="med" len="med"/>
            </a:ln>
          </p:spPr>
        </p:sp>
        <p:sp>
          <p:nvSpPr>
            <p:cNvPr id="113" name="Text Box 50"/>
            <p:cNvSpPr txBox="1">
              <a:spLocks noChangeArrowheads="1"/>
            </p:cNvSpPr>
            <p:nvPr/>
          </p:nvSpPr>
          <p:spPr bwMode="auto">
            <a:xfrm>
              <a:off x="7348712" y="4371975"/>
              <a:ext cx="1403563"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13</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82" name="Freeform 51"/>
            <p:cNvSpPr/>
            <p:nvPr/>
          </p:nvSpPr>
          <p:spPr>
            <a:xfrm>
              <a:off x="8723948" y="3188062"/>
              <a:ext cx="360425" cy="1612802"/>
            </a:xfrm>
            <a:custGeom>
              <a:avLst/>
              <a:gdLst>
                <a:gd name="txL" fmla="*/ 0 w 416"/>
                <a:gd name="txT" fmla="*/ 0 h 862"/>
                <a:gd name="txR" fmla="*/ 416 w 416"/>
                <a:gd name="txB" fmla="*/ 862 h 862"/>
              </a:gdLst>
              <a:ahLst/>
              <a:cxnLst>
                <a:cxn ang="0">
                  <a:pos x="0" y="0"/>
                </a:cxn>
                <a:cxn ang="0">
                  <a:pos x="2147483646" y="2147483646"/>
                </a:cxn>
                <a:cxn ang="0">
                  <a:pos x="2147483646" y="2147483646"/>
                </a:cxn>
              </a:cxnLst>
              <a:rect l="txL" t="txT" r="txR" b="txB"/>
              <a:pathLst>
                <a:path w="416" h="862">
                  <a:moveTo>
                    <a:pt x="0" y="0"/>
                  </a:moveTo>
                  <a:cubicBezTo>
                    <a:pt x="200" y="177"/>
                    <a:pt x="400" y="355"/>
                    <a:pt x="408" y="499"/>
                  </a:cubicBezTo>
                  <a:cubicBezTo>
                    <a:pt x="416" y="643"/>
                    <a:pt x="231" y="752"/>
                    <a:pt x="46" y="862"/>
                  </a:cubicBezTo>
                </a:path>
              </a:pathLst>
            </a:custGeom>
            <a:noFill/>
            <a:ln w="38100" cap="flat" cmpd="sng">
              <a:solidFill>
                <a:schemeClr val="tx1">
                  <a:alpha val="100000"/>
                </a:schemeClr>
              </a:solidFill>
              <a:prstDash val="solid"/>
              <a:round/>
              <a:headEnd type="none" w="med" len="med"/>
              <a:tailEnd type="stealth" w="med" len="med"/>
            </a:ln>
          </p:spPr>
          <p:txBody>
            <a:bodyPr/>
            <a:lstStyle/>
            <a:p>
              <a:endParaRPr lang="zh-CN" altLang="en-US"/>
            </a:p>
          </p:txBody>
        </p:sp>
        <p:sp>
          <p:nvSpPr>
            <p:cNvPr id="48183" name="Text Box 52"/>
            <p:cNvSpPr txBox="1"/>
            <p:nvPr/>
          </p:nvSpPr>
          <p:spPr>
            <a:xfrm>
              <a:off x="8842765" y="2979448"/>
              <a:ext cx="457281" cy="36986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R</a:t>
              </a:r>
            </a:p>
          </p:txBody>
        </p:sp>
        <p:sp>
          <p:nvSpPr>
            <p:cNvPr id="48184" name="Freeform 53"/>
            <p:cNvSpPr/>
            <p:nvPr/>
          </p:nvSpPr>
          <p:spPr>
            <a:xfrm>
              <a:off x="8746431" y="2015087"/>
              <a:ext cx="360425" cy="353990"/>
            </a:xfrm>
            <a:custGeom>
              <a:avLst/>
              <a:gdLst>
                <a:gd name="txL" fmla="*/ 0 w 227"/>
                <a:gd name="txT" fmla="*/ 0 h 227"/>
                <a:gd name="txR" fmla="*/ 227 w 227"/>
                <a:gd name="txB" fmla="*/ 227 h 227"/>
              </a:gdLst>
              <a:ahLst/>
              <a:cxnLst>
                <a:cxn ang="0">
                  <a:pos x="0" y="0"/>
                </a:cxn>
                <a:cxn ang="0">
                  <a:pos x="2147483646" y="2147483646"/>
                </a:cxn>
                <a:cxn ang="0">
                  <a:pos x="0" y="2147483646"/>
                </a:cxn>
              </a:cxnLst>
              <a:rect l="txL" t="txT" r="txR" b="txB"/>
              <a:pathLst>
                <a:path w="227" h="227">
                  <a:moveTo>
                    <a:pt x="0" y="0"/>
                  </a:moveTo>
                  <a:cubicBezTo>
                    <a:pt x="113" y="3"/>
                    <a:pt x="227" y="7"/>
                    <a:pt x="227" y="45"/>
                  </a:cubicBezTo>
                  <a:cubicBezTo>
                    <a:pt x="227" y="83"/>
                    <a:pt x="113" y="155"/>
                    <a:pt x="0" y="227"/>
                  </a:cubicBezTo>
                </a:path>
              </a:pathLst>
            </a:custGeom>
            <a:noFill/>
            <a:ln w="38100" cap="flat" cmpd="sng">
              <a:solidFill>
                <a:schemeClr val="tx1">
                  <a:alpha val="100000"/>
                </a:schemeClr>
              </a:solidFill>
              <a:prstDash val="solid"/>
              <a:round/>
              <a:headEnd type="none" w="med" len="med"/>
              <a:tailEnd type="stealth" w="med" len="med"/>
            </a:ln>
          </p:spPr>
          <p:txBody>
            <a:bodyPr/>
            <a:lstStyle/>
            <a:p>
              <a:endParaRPr lang="zh-CN" altLang="en-US"/>
            </a:p>
          </p:txBody>
        </p:sp>
        <p:sp>
          <p:nvSpPr>
            <p:cNvPr id="48185" name="Text Box 54"/>
            <p:cNvSpPr txBox="1"/>
            <p:nvPr/>
          </p:nvSpPr>
          <p:spPr>
            <a:xfrm>
              <a:off x="8714675" y="1996038"/>
              <a:ext cx="533495" cy="400026"/>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宋体" panose="02010600030101010101" pitchFamily="2" charset="-122"/>
                </a:rPr>
                <a:t>*</a:t>
              </a:r>
            </a:p>
          </p:txBody>
        </p:sp>
        <p:sp>
          <p:nvSpPr>
            <p:cNvPr id="48186" name="Text Box 55"/>
            <p:cNvSpPr txBox="1"/>
            <p:nvPr/>
          </p:nvSpPr>
          <p:spPr>
            <a:xfrm>
              <a:off x="7858813" y="1420009"/>
              <a:ext cx="381068" cy="368278"/>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L</a:t>
              </a:r>
            </a:p>
          </p:txBody>
        </p:sp>
        <p:sp>
          <p:nvSpPr>
            <p:cNvPr id="48187" name="Line 56"/>
            <p:cNvSpPr/>
            <p:nvPr/>
          </p:nvSpPr>
          <p:spPr>
            <a:xfrm flipV="1">
              <a:off x="7866454" y="1492013"/>
              <a:ext cx="0" cy="269859"/>
            </a:xfrm>
            <a:prstGeom prst="line">
              <a:avLst/>
            </a:prstGeom>
            <a:ln w="38100" cap="flat" cmpd="sng">
              <a:solidFill>
                <a:schemeClr val="tx1"/>
              </a:solidFill>
              <a:prstDash val="solid"/>
              <a:headEnd type="none" w="med" len="med"/>
              <a:tailEnd type="triangle" w="med" len="med"/>
            </a:ln>
          </p:spPr>
        </p:sp>
        <p:sp>
          <p:nvSpPr>
            <p:cNvPr id="48188" name="Line 56"/>
            <p:cNvSpPr/>
            <p:nvPr/>
          </p:nvSpPr>
          <p:spPr>
            <a:xfrm flipH="1">
              <a:off x="7976011" y="3292103"/>
              <a:ext cx="9527" cy="317481"/>
            </a:xfrm>
            <a:prstGeom prst="line">
              <a:avLst/>
            </a:prstGeom>
            <a:ln w="38100" cap="flat" cmpd="sng">
              <a:solidFill>
                <a:schemeClr val="tx1"/>
              </a:solidFill>
              <a:prstDash val="solid"/>
              <a:headEnd type="none" w="med" len="med"/>
              <a:tailEnd type="triangle" w="med" len="med"/>
            </a:ln>
          </p:spPr>
        </p:sp>
        <p:sp>
          <p:nvSpPr>
            <p:cNvPr id="48189" name="Text Box 17"/>
            <p:cNvSpPr txBox="1"/>
            <p:nvPr/>
          </p:nvSpPr>
          <p:spPr>
            <a:xfrm>
              <a:off x="7984558" y="3285174"/>
              <a:ext cx="533495" cy="36986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dirty="0">
                  <a:solidFill>
                    <a:schemeClr val="tx1"/>
                  </a:solidFill>
                  <a:latin typeface="Times New Roman" panose="02020603050405020304" pitchFamily="18" charset="0"/>
                  <a:ea typeface="宋体" panose="02010600030101010101" pitchFamily="2" charset="-122"/>
                </a:rPr>
                <a:t>id</a:t>
              </a:r>
            </a:p>
          </p:txBody>
        </p:sp>
        <p:sp>
          <p:nvSpPr>
            <p:cNvPr id="122" name="Text Box 18"/>
            <p:cNvSpPr txBox="1">
              <a:spLocks noChangeArrowheads="1"/>
            </p:cNvSpPr>
            <p:nvPr/>
          </p:nvSpPr>
          <p:spPr bwMode="auto">
            <a:xfrm>
              <a:off x="5289411" y="771525"/>
              <a:ext cx="1649664" cy="16319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6</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S→L=</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dirty="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L , </a:t>
              </a:r>
              <a:r>
                <a:rPr kumimoji="1" lang="en-US" altLang="zh-CN" sz="2000" b="1" i="0" u="none" strike="noStrike" kern="1200" cap="none" spc="0" normalizeH="0" baseline="0" noProof="0" dirty="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dirty="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id</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dirty="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26" name="矩形 125"/>
          <p:cNvSpPr/>
          <p:nvPr/>
        </p:nvSpPr>
        <p:spPr>
          <a:xfrm>
            <a:off x="7253288" y="811213"/>
            <a:ext cx="1558925" cy="792163"/>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7" name="矩形 126"/>
          <p:cNvSpPr/>
          <p:nvPr/>
        </p:nvSpPr>
        <p:spPr>
          <a:xfrm>
            <a:off x="7281863" y="4349750"/>
            <a:ext cx="1527175" cy="752475"/>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8" name="矩形 127"/>
          <p:cNvSpPr/>
          <p:nvPr/>
        </p:nvSpPr>
        <p:spPr>
          <a:xfrm>
            <a:off x="7285038" y="3552825"/>
            <a:ext cx="1527175" cy="738188"/>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4"/>
                                        </p:tgtEl>
                                        <p:attrNameLst>
                                          <p:attrName>style.visibility</p:attrName>
                                        </p:attrNameLst>
                                      </p:cBhvr>
                                      <p:to>
                                        <p:strVal val="visible"/>
                                      </p:to>
                                    </p:set>
                                    <p:anim calcmode="lin" valueType="num">
                                      <p:cBhvr>
                                        <p:cTn id="7" dur="500" fill="hold"/>
                                        <p:tgtEl>
                                          <p:spTgt spid="64"/>
                                        </p:tgtEl>
                                        <p:attrNameLst>
                                          <p:attrName>ppt_w</p:attrName>
                                        </p:attrNameLst>
                                      </p:cBhvr>
                                      <p:tavLst>
                                        <p:tav tm="0">
                                          <p:val>
                                            <p:fltVal val="0"/>
                                          </p:val>
                                        </p:tav>
                                        <p:tav tm="100000">
                                          <p:val>
                                            <p:strVal val="#ppt_w"/>
                                          </p:val>
                                        </p:tav>
                                      </p:tavLst>
                                    </p:anim>
                                    <p:anim calcmode="lin" valueType="num">
                                      <p:cBhvr>
                                        <p:cTn id="8" dur="500" fill="hold"/>
                                        <p:tgtEl>
                                          <p:spTgt spid="64"/>
                                        </p:tgtEl>
                                        <p:attrNameLst>
                                          <p:attrName>ppt_h</p:attrName>
                                        </p:attrNameLst>
                                      </p:cBhvr>
                                      <p:tavLst>
                                        <p:tav tm="0">
                                          <p:val>
                                            <p:fltVal val="0"/>
                                          </p:val>
                                        </p:tav>
                                        <p:tav tm="100000">
                                          <p:val>
                                            <p:strVal val="#ppt_h"/>
                                          </p:val>
                                        </p:tav>
                                      </p:tavLst>
                                    </p:anim>
                                    <p:animEffect transition="in" filter="fade">
                                      <p:cBhvr>
                                        <p:cTn id="9" dur="500"/>
                                        <p:tgtEl>
                                          <p:spTgt spid="6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5"/>
                                        </p:tgtEl>
                                        <p:attrNameLst>
                                          <p:attrName>style.visibility</p:attrName>
                                        </p:attrNameLst>
                                      </p:cBhvr>
                                      <p:to>
                                        <p:strVal val="visible"/>
                                      </p:to>
                                    </p:set>
                                    <p:anim calcmode="lin" valueType="num">
                                      <p:cBhvr>
                                        <p:cTn id="12" dur="500" fill="hold"/>
                                        <p:tgtEl>
                                          <p:spTgt spid="65"/>
                                        </p:tgtEl>
                                        <p:attrNameLst>
                                          <p:attrName>ppt_w</p:attrName>
                                        </p:attrNameLst>
                                      </p:cBhvr>
                                      <p:tavLst>
                                        <p:tav tm="0">
                                          <p:val>
                                            <p:fltVal val="0"/>
                                          </p:val>
                                        </p:tav>
                                        <p:tav tm="100000">
                                          <p:val>
                                            <p:strVal val="#ppt_w"/>
                                          </p:val>
                                        </p:tav>
                                      </p:tavLst>
                                    </p:anim>
                                    <p:anim calcmode="lin" valueType="num">
                                      <p:cBhvr>
                                        <p:cTn id="13" dur="500" fill="hold"/>
                                        <p:tgtEl>
                                          <p:spTgt spid="65"/>
                                        </p:tgtEl>
                                        <p:attrNameLst>
                                          <p:attrName>ppt_h</p:attrName>
                                        </p:attrNameLst>
                                      </p:cBhvr>
                                      <p:tavLst>
                                        <p:tav tm="0">
                                          <p:val>
                                            <p:fltVal val="0"/>
                                          </p:val>
                                        </p:tav>
                                        <p:tav tm="100000">
                                          <p:val>
                                            <p:strVal val="#ppt_h"/>
                                          </p:val>
                                        </p:tav>
                                      </p:tavLst>
                                    </p:anim>
                                    <p:animEffect transition="in" filter="fade">
                                      <p:cBhvr>
                                        <p:cTn id="14" dur="500"/>
                                        <p:tgtEl>
                                          <p:spTgt spid="65"/>
                                        </p:tgtEl>
                                      </p:cBhvr>
                                    </p:animEffect>
                                  </p:childTnLst>
                                </p:cTn>
                              </p:par>
                              <p:par>
                                <p:cTn id="15" presetID="53" presetClass="entr" presetSubtype="16"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animEffect transition="in" filter="fade">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xit" presetSubtype="32" fill="hold" grpId="1" nodeType="clickEffect">
                                  <p:stCondLst>
                                    <p:cond delay="0"/>
                                  </p:stCondLst>
                                  <p:childTnLst>
                                    <p:anim calcmode="lin" valueType="num">
                                      <p:cBhvr>
                                        <p:cTn id="23" dur="500"/>
                                        <p:tgtEl>
                                          <p:spTgt spid="65"/>
                                        </p:tgtEl>
                                        <p:attrNameLst>
                                          <p:attrName>ppt_w</p:attrName>
                                        </p:attrNameLst>
                                      </p:cBhvr>
                                      <p:tavLst>
                                        <p:tav tm="0">
                                          <p:val>
                                            <p:strVal val="ppt_w"/>
                                          </p:val>
                                        </p:tav>
                                        <p:tav tm="100000">
                                          <p:val>
                                            <p:fltVal val="0"/>
                                          </p:val>
                                        </p:tav>
                                      </p:tavLst>
                                    </p:anim>
                                    <p:anim calcmode="lin" valueType="num">
                                      <p:cBhvr>
                                        <p:cTn id="24" dur="500"/>
                                        <p:tgtEl>
                                          <p:spTgt spid="65"/>
                                        </p:tgtEl>
                                        <p:attrNameLst>
                                          <p:attrName>ppt_h</p:attrName>
                                        </p:attrNameLst>
                                      </p:cBhvr>
                                      <p:tavLst>
                                        <p:tav tm="0">
                                          <p:val>
                                            <p:strVal val="ppt_h"/>
                                          </p:val>
                                        </p:tav>
                                        <p:tav tm="100000">
                                          <p:val>
                                            <p:fltVal val="0"/>
                                          </p:val>
                                        </p:tav>
                                      </p:tavLst>
                                    </p:anim>
                                    <p:animEffect transition="out" filter="fade">
                                      <p:cBhvr>
                                        <p:cTn id="25" dur="500"/>
                                        <p:tgtEl>
                                          <p:spTgt spid="65"/>
                                        </p:tgtEl>
                                      </p:cBhvr>
                                    </p:animEffect>
                                    <p:set>
                                      <p:cBhvr>
                                        <p:cTn id="26" dur="1" fill="hold">
                                          <p:stCondLst>
                                            <p:cond delay="499"/>
                                          </p:stCondLst>
                                        </p:cTn>
                                        <p:tgtEl>
                                          <p:spTgt spid="65"/>
                                        </p:tgtEl>
                                        <p:attrNameLst>
                                          <p:attrName>style.visibility</p:attrName>
                                        </p:attrNameLst>
                                      </p:cBhvr>
                                      <p:to>
                                        <p:strVal val="hidden"/>
                                      </p:to>
                                    </p:set>
                                  </p:childTnLst>
                                </p:cTn>
                              </p:par>
                              <p:par>
                                <p:cTn id="27" presetID="53" presetClass="exit" presetSubtype="32" fill="hold" grpId="1" nodeType="withEffect">
                                  <p:stCondLst>
                                    <p:cond delay="0"/>
                                  </p:stCondLst>
                                  <p:childTnLst>
                                    <p:anim calcmode="lin" valueType="num">
                                      <p:cBhvr>
                                        <p:cTn id="28" dur="500"/>
                                        <p:tgtEl>
                                          <p:spTgt spid="64"/>
                                        </p:tgtEl>
                                        <p:attrNameLst>
                                          <p:attrName>ppt_w</p:attrName>
                                        </p:attrNameLst>
                                      </p:cBhvr>
                                      <p:tavLst>
                                        <p:tav tm="0">
                                          <p:val>
                                            <p:strVal val="ppt_w"/>
                                          </p:val>
                                        </p:tav>
                                        <p:tav tm="100000">
                                          <p:val>
                                            <p:fltVal val="0"/>
                                          </p:val>
                                        </p:tav>
                                      </p:tavLst>
                                    </p:anim>
                                    <p:anim calcmode="lin" valueType="num">
                                      <p:cBhvr>
                                        <p:cTn id="29" dur="500"/>
                                        <p:tgtEl>
                                          <p:spTgt spid="64"/>
                                        </p:tgtEl>
                                        <p:attrNameLst>
                                          <p:attrName>ppt_h</p:attrName>
                                        </p:attrNameLst>
                                      </p:cBhvr>
                                      <p:tavLst>
                                        <p:tav tm="0">
                                          <p:val>
                                            <p:strVal val="ppt_h"/>
                                          </p:val>
                                        </p:tav>
                                        <p:tav tm="100000">
                                          <p:val>
                                            <p:fltVal val="0"/>
                                          </p:val>
                                        </p:tav>
                                      </p:tavLst>
                                    </p:anim>
                                    <p:animEffect transition="out" filter="fade">
                                      <p:cBhvr>
                                        <p:cTn id="30" dur="500"/>
                                        <p:tgtEl>
                                          <p:spTgt spid="64"/>
                                        </p:tgtEl>
                                      </p:cBhvr>
                                    </p:animEffect>
                                    <p:set>
                                      <p:cBhvr>
                                        <p:cTn id="31" dur="1" fill="hold">
                                          <p:stCondLst>
                                            <p:cond delay="499"/>
                                          </p:stCondLst>
                                        </p:cTn>
                                        <p:tgtEl>
                                          <p:spTgt spid="64"/>
                                        </p:tgtEl>
                                        <p:attrNameLst>
                                          <p:attrName>style.visibility</p:attrName>
                                        </p:attrNameLst>
                                      </p:cBhvr>
                                      <p:to>
                                        <p:strVal val="hidden"/>
                                      </p:to>
                                    </p:set>
                                  </p:childTnLst>
                                </p:cTn>
                              </p:par>
                              <p:par>
                                <p:cTn id="32" presetID="53" presetClass="exit" presetSubtype="32" fill="hold" grpId="0" nodeType="withEffect">
                                  <p:stCondLst>
                                    <p:cond delay="0"/>
                                  </p:stCondLst>
                                  <p:childTnLst>
                                    <p:anim calcmode="lin" valueType="num">
                                      <p:cBhvr>
                                        <p:cTn id="33" dur="500"/>
                                        <p:tgtEl>
                                          <p:spTgt spid="128"/>
                                        </p:tgtEl>
                                        <p:attrNameLst>
                                          <p:attrName>ppt_w</p:attrName>
                                        </p:attrNameLst>
                                      </p:cBhvr>
                                      <p:tavLst>
                                        <p:tav tm="0">
                                          <p:val>
                                            <p:strVal val="ppt_w"/>
                                          </p:val>
                                        </p:tav>
                                        <p:tav tm="100000">
                                          <p:val>
                                            <p:fltVal val="0"/>
                                          </p:val>
                                        </p:tav>
                                      </p:tavLst>
                                    </p:anim>
                                    <p:anim calcmode="lin" valueType="num">
                                      <p:cBhvr>
                                        <p:cTn id="34" dur="500"/>
                                        <p:tgtEl>
                                          <p:spTgt spid="128"/>
                                        </p:tgtEl>
                                        <p:attrNameLst>
                                          <p:attrName>ppt_h</p:attrName>
                                        </p:attrNameLst>
                                      </p:cBhvr>
                                      <p:tavLst>
                                        <p:tav tm="0">
                                          <p:val>
                                            <p:strVal val="ppt_h"/>
                                          </p:val>
                                        </p:tav>
                                        <p:tav tm="100000">
                                          <p:val>
                                            <p:fltVal val="0"/>
                                          </p:val>
                                        </p:tav>
                                      </p:tavLst>
                                    </p:anim>
                                    <p:animEffect transition="out" filter="fade">
                                      <p:cBhvr>
                                        <p:cTn id="35" dur="500"/>
                                        <p:tgtEl>
                                          <p:spTgt spid="128"/>
                                        </p:tgtEl>
                                      </p:cBhvr>
                                    </p:animEffect>
                                    <p:set>
                                      <p:cBhvr>
                                        <p:cTn id="36" dur="1" fill="hold">
                                          <p:stCondLst>
                                            <p:cond delay="499"/>
                                          </p:stCondLst>
                                        </p:cTn>
                                        <p:tgtEl>
                                          <p:spTgt spid="128"/>
                                        </p:tgtEl>
                                        <p:attrNameLst>
                                          <p:attrName>style.visibility</p:attrName>
                                        </p:attrNameLst>
                                      </p:cBhvr>
                                      <p:to>
                                        <p:strVal val="hidden"/>
                                      </p:to>
                                    </p:set>
                                  </p:childTnLst>
                                </p:cTn>
                              </p:par>
                              <p:par>
                                <p:cTn id="37" presetID="53" presetClass="exit" presetSubtype="32" fill="hold" grpId="0" nodeType="withEffect">
                                  <p:stCondLst>
                                    <p:cond delay="0"/>
                                  </p:stCondLst>
                                  <p:childTnLst>
                                    <p:anim calcmode="lin" valueType="num">
                                      <p:cBhvr>
                                        <p:cTn id="38" dur="500"/>
                                        <p:tgtEl>
                                          <p:spTgt spid="127"/>
                                        </p:tgtEl>
                                        <p:attrNameLst>
                                          <p:attrName>ppt_w</p:attrName>
                                        </p:attrNameLst>
                                      </p:cBhvr>
                                      <p:tavLst>
                                        <p:tav tm="0">
                                          <p:val>
                                            <p:strVal val="ppt_w"/>
                                          </p:val>
                                        </p:tav>
                                        <p:tav tm="100000">
                                          <p:val>
                                            <p:fltVal val="0"/>
                                          </p:val>
                                        </p:tav>
                                      </p:tavLst>
                                    </p:anim>
                                    <p:anim calcmode="lin" valueType="num">
                                      <p:cBhvr>
                                        <p:cTn id="39" dur="500"/>
                                        <p:tgtEl>
                                          <p:spTgt spid="127"/>
                                        </p:tgtEl>
                                        <p:attrNameLst>
                                          <p:attrName>ppt_h</p:attrName>
                                        </p:attrNameLst>
                                      </p:cBhvr>
                                      <p:tavLst>
                                        <p:tav tm="0">
                                          <p:val>
                                            <p:strVal val="ppt_h"/>
                                          </p:val>
                                        </p:tav>
                                        <p:tav tm="100000">
                                          <p:val>
                                            <p:fltVal val="0"/>
                                          </p:val>
                                        </p:tav>
                                      </p:tavLst>
                                    </p:anim>
                                    <p:animEffect transition="out" filter="fade">
                                      <p:cBhvr>
                                        <p:cTn id="40" dur="500"/>
                                        <p:tgtEl>
                                          <p:spTgt spid="127"/>
                                        </p:tgtEl>
                                      </p:cBhvr>
                                    </p:animEffect>
                                    <p:set>
                                      <p:cBhvr>
                                        <p:cTn id="41" dur="1" fill="hold">
                                          <p:stCondLst>
                                            <p:cond delay="499"/>
                                          </p:stCondLst>
                                        </p:cTn>
                                        <p:tgtEl>
                                          <p:spTgt spid="127"/>
                                        </p:tgtEl>
                                        <p:attrNameLst>
                                          <p:attrName>style.visibility</p:attrName>
                                        </p:attrNameLst>
                                      </p:cBhvr>
                                      <p:to>
                                        <p:strVal val="hidden"/>
                                      </p:to>
                                    </p:set>
                                  </p:childTnLst>
                                </p:cTn>
                              </p:par>
                              <p:par>
                                <p:cTn id="42" presetID="53" presetClass="entr" presetSubtype="16" fill="hold" grpId="0" nodeType="withEffect">
                                  <p:stCondLst>
                                    <p:cond delay="0"/>
                                  </p:stCondLst>
                                  <p:childTnLst>
                                    <p:set>
                                      <p:cBhvr>
                                        <p:cTn id="43" dur="1" fill="hold">
                                          <p:stCondLst>
                                            <p:cond delay="0"/>
                                          </p:stCondLst>
                                        </p:cTn>
                                        <p:tgtEl>
                                          <p:spTgt spid="66"/>
                                        </p:tgtEl>
                                        <p:attrNameLst>
                                          <p:attrName>style.visibility</p:attrName>
                                        </p:attrNameLst>
                                      </p:cBhvr>
                                      <p:to>
                                        <p:strVal val="visible"/>
                                      </p:to>
                                    </p:set>
                                    <p:anim calcmode="lin" valueType="num">
                                      <p:cBhvr>
                                        <p:cTn id="44" dur="500" fill="hold"/>
                                        <p:tgtEl>
                                          <p:spTgt spid="66"/>
                                        </p:tgtEl>
                                        <p:attrNameLst>
                                          <p:attrName>ppt_w</p:attrName>
                                        </p:attrNameLst>
                                      </p:cBhvr>
                                      <p:tavLst>
                                        <p:tav tm="0">
                                          <p:val>
                                            <p:fltVal val="0"/>
                                          </p:val>
                                        </p:tav>
                                        <p:tav tm="100000">
                                          <p:val>
                                            <p:strVal val="#ppt_w"/>
                                          </p:val>
                                        </p:tav>
                                      </p:tavLst>
                                    </p:anim>
                                    <p:anim calcmode="lin" valueType="num">
                                      <p:cBhvr>
                                        <p:cTn id="45" dur="500" fill="hold"/>
                                        <p:tgtEl>
                                          <p:spTgt spid="66"/>
                                        </p:tgtEl>
                                        <p:attrNameLst>
                                          <p:attrName>ppt_h</p:attrName>
                                        </p:attrNameLst>
                                      </p:cBhvr>
                                      <p:tavLst>
                                        <p:tav tm="0">
                                          <p:val>
                                            <p:fltVal val="0"/>
                                          </p:val>
                                        </p:tav>
                                        <p:tav tm="100000">
                                          <p:val>
                                            <p:strVal val="#ppt_h"/>
                                          </p:val>
                                        </p:tav>
                                      </p:tavLst>
                                    </p:anim>
                                    <p:animEffect transition="in" filter="fade">
                                      <p:cBhvr>
                                        <p:cTn id="46" dur="500"/>
                                        <p:tgtEl>
                                          <p:spTgt spid="66"/>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xit" presetSubtype="32" fill="hold" grpId="2" nodeType="clickEffect">
                                  <p:stCondLst>
                                    <p:cond delay="0"/>
                                  </p:stCondLst>
                                  <p:childTnLst>
                                    <p:anim calcmode="lin" valueType="num">
                                      <p:cBhvr>
                                        <p:cTn id="50" dur="500"/>
                                        <p:tgtEl>
                                          <p:spTgt spid="64"/>
                                        </p:tgtEl>
                                        <p:attrNameLst>
                                          <p:attrName>ppt_w</p:attrName>
                                        </p:attrNameLst>
                                      </p:cBhvr>
                                      <p:tavLst>
                                        <p:tav tm="0">
                                          <p:val>
                                            <p:strVal val="ppt_w"/>
                                          </p:val>
                                        </p:tav>
                                        <p:tav tm="100000">
                                          <p:val>
                                            <p:fltVal val="0"/>
                                          </p:val>
                                        </p:tav>
                                      </p:tavLst>
                                    </p:anim>
                                    <p:anim calcmode="lin" valueType="num">
                                      <p:cBhvr>
                                        <p:cTn id="51" dur="500"/>
                                        <p:tgtEl>
                                          <p:spTgt spid="64"/>
                                        </p:tgtEl>
                                        <p:attrNameLst>
                                          <p:attrName>ppt_h</p:attrName>
                                        </p:attrNameLst>
                                      </p:cBhvr>
                                      <p:tavLst>
                                        <p:tav tm="0">
                                          <p:val>
                                            <p:strVal val="ppt_h"/>
                                          </p:val>
                                        </p:tav>
                                        <p:tav tm="100000">
                                          <p:val>
                                            <p:fltVal val="0"/>
                                          </p:val>
                                        </p:tav>
                                      </p:tavLst>
                                    </p:anim>
                                    <p:animEffect transition="out" filter="fade">
                                      <p:cBhvr>
                                        <p:cTn id="52" dur="500"/>
                                        <p:tgtEl>
                                          <p:spTgt spid="64"/>
                                        </p:tgtEl>
                                      </p:cBhvr>
                                    </p:animEffect>
                                    <p:set>
                                      <p:cBhvr>
                                        <p:cTn id="53" dur="1" fill="hold">
                                          <p:stCondLst>
                                            <p:cond delay="499"/>
                                          </p:stCondLst>
                                        </p:cTn>
                                        <p:tgtEl>
                                          <p:spTgt spid="64"/>
                                        </p:tgtEl>
                                        <p:attrNameLst>
                                          <p:attrName>style.visibility</p:attrName>
                                        </p:attrNameLst>
                                      </p:cBhvr>
                                      <p:to>
                                        <p:strVal val="hidden"/>
                                      </p:to>
                                    </p:set>
                                  </p:childTnLst>
                                </p:cTn>
                              </p:par>
                              <p:par>
                                <p:cTn id="54" presetID="53" presetClass="exit" presetSubtype="32" fill="hold" nodeType="withEffect">
                                  <p:stCondLst>
                                    <p:cond delay="0"/>
                                  </p:stCondLst>
                                  <p:childTnLst>
                                    <p:anim calcmode="lin" valueType="num">
                                      <p:cBhvr>
                                        <p:cTn id="55" dur="500"/>
                                        <p:tgtEl>
                                          <p:spTgt spid="2"/>
                                        </p:tgtEl>
                                        <p:attrNameLst>
                                          <p:attrName>ppt_w</p:attrName>
                                        </p:attrNameLst>
                                      </p:cBhvr>
                                      <p:tavLst>
                                        <p:tav tm="0">
                                          <p:val>
                                            <p:strVal val="ppt_w"/>
                                          </p:val>
                                        </p:tav>
                                        <p:tav tm="100000">
                                          <p:val>
                                            <p:fltVal val="0"/>
                                          </p:val>
                                        </p:tav>
                                      </p:tavLst>
                                    </p:anim>
                                    <p:anim calcmode="lin" valueType="num">
                                      <p:cBhvr>
                                        <p:cTn id="56" dur="500"/>
                                        <p:tgtEl>
                                          <p:spTgt spid="2"/>
                                        </p:tgtEl>
                                        <p:attrNameLst>
                                          <p:attrName>ppt_h</p:attrName>
                                        </p:attrNameLst>
                                      </p:cBhvr>
                                      <p:tavLst>
                                        <p:tav tm="0">
                                          <p:val>
                                            <p:strVal val="ppt_h"/>
                                          </p:val>
                                        </p:tav>
                                        <p:tav tm="100000">
                                          <p:val>
                                            <p:fltVal val="0"/>
                                          </p:val>
                                        </p:tav>
                                      </p:tavLst>
                                    </p:anim>
                                    <p:animEffect transition="out" filter="fade">
                                      <p:cBhvr>
                                        <p:cTn id="57" dur="500"/>
                                        <p:tgtEl>
                                          <p:spTgt spid="2"/>
                                        </p:tgtEl>
                                      </p:cBhvr>
                                    </p:animEffect>
                                    <p:set>
                                      <p:cBhvr>
                                        <p:cTn id="58"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bldLvl="0" animBg="1"/>
      <p:bldP spid="65" grpId="1" bldLvl="0" animBg="1"/>
      <p:bldP spid="66" grpId="0" bldLvl="0" animBg="1"/>
      <p:bldP spid="64" grpId="0" bldLvl="0" animBg="1"/>
      <p:bldP spid="64" grpId="1" bldLvl="0" animBg="1"/>
      <p:bldP spid="64" grpId="2" bldLvl="0" animBg="1"/>
      <p:bldP spid="127" grpId="0" bldLvl="0" animBg="1"/>
      <p:bldP spid="128"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zh-CN" altLang="en-US" sz="3000" kern="1200" dirty="0">
                <a:solidFill>
                  <a:schemeClr val="tx1"/>
                </a:solidFill>
                <a:latin typeface="微软雅黑" panose="020B0503020204020204" pitchFamily="34" charset="-122"/>
                <a:ea typeface="微软雅黑" panose="020B0503020204020204" pitchFamily="34" charset="-122"/>
                <a:cs typeface="+mj-cs"/>
              </a:rPr>
              <a:t>例</a:t>
            </a:r>
            <a:r>
              <a:rPr lang="zh-CN" altLang="en-US" sz="3000" kern="1200" dirty="0">
                <a:solidFill>
                  <a:srgbClr val="000000"/>
                </a:solidFill>
                <a:latin typeface="微软雅黑" panose="020B0503020204020204" pitchFamily="34" charset="-122"/>
                <a:ea typeface="微软雅黑" panose="020B0503020204020204" pitchFamily="34" charset="-122"/>
                <a:cs typeface="+mj-cs"/>
              </a:rPr>
              <a:t>：</a:t>
            </a:r>
            <a:r>
              <a:rPr lang="en-US" altLang="zh-CN" sz="3000" i="1"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LR</a:t>
            </a:r>
            <a:r>
              <a:rPr lang="en-US" altLang="zh-CN" sz="3000"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3000" kern="1200" dirty="0">
                <a:solidFill>
                  <a:srgbClr val="000000"/>
                </a:solidFill>
                <a:latin typeface="微软雅黑" panose="020B0503020204020204" pitchFamily="34" charset="-122"/>
                <a:ea typeface="微软雅黑" panose="020B0503020204020204" pitchFamily="34" charset="-122"/>
                <a:cs typeface="+mj-cs"/>
              </a:rPr>
              <a:t>自动机</a:t>
            </a:r>
            <a:endParaRPr lang="zh-CN" altLang="en-US" sz="3000" kern="1200" dirty="0">
              <a:solidFill>
                <a:schemeClr val="tx1"/>
              </a:solidFill>
              <a:latin typeface="微软雅黑" panose="020B0503020204020204" pitchFamily="34" charset="-122"/>
              <a:ea typeface="微软雅黑" panose="020B0503020204020204" pitchFamily="34" charset="-122"/>
              <a:cs typeface="+mj-cs"/>
            </a:endParaRPr>
          </a:p>
        </p:txBody>
      </p:sp>
      <p:sp>
        <p:nvSpPr>
          <p:cNvPr id="59" name="Rectangle 37"/>
          <p:cNvSpPr>
            <a:spLocks noChangeArrowheads="1"/>
          </p:cNvSpPr>
          <p:nvPr/>
        </p:nvSpPr>
        <p:spPr bwMode="auto">
          <a:xfrm>
            <a:off x="107950" y="1012825"/>
            <a:ext cx="1290638" cy="1908175"/>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0) </a:t>
            </a:r>
            <a:r>
              <a:rPr lang="en-US" altLang="zh-CN" b="1" i="1" dirty="0">
                <a:solidFill>
                  <a:srgbClr val="000000"/>
                </a:solidFill>
                <a:latin typeface="Times New Roman" panose="02020603050405020304" pitchFamily="18" charset="0"/>
                <a:cs typeface="Times New Roman" panose="02020603050405020304" pitchFamily="18" charset="0"/>
              </a:rPr>
              <a:t>S</a:t>
            </a:r>
            <a:r>
              <a:rPr lang="en-US" altLang="zh-CN" sz="1600" b="1" i="1" dirty="0">
                <a:solidFill>
                  <a:srgbClr val="000000"/>
                </a:solidFill>
                <a:latin typeface="Times New Roman" panose="02020603050405020304" pitchFamily="18" charset="0"/>
                <a:cs typeface="Times New Roman" panose="02020603050405020304" pitchFamily="18" charset="0"/>
              </a:rPr>
              <a:t>′ </a:t>
            </a:r>
            <a:r>
              <a:rPr lang="en-US" altLang="zh-CN" b="1" i="1" dirty="0">
                <a:solidFill>
                  <a:srgbClr val="000000"/>
                </a:solidFill>
                <a:latin typeface="Times New Roman" panose="02020603050405020304" pitchFamily="18" charset="0"/>
                <a:cs typeface="Times New Roman" panose="02020603050405020304" pitchFamily="18" charset="0"/>
              </a:rPr>
              <a:t>→S</a:t>
            </a:r>
          </a:p>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1) </a:t>
            </a:r>
            <a:r>
              <a:rPr lang="en-US" altLang="zh-CN" b="1" i="1" dirty="0">
                <a:solidFill>
                  <a:srgbClr val="000000"/>
                </a:solidFill>
                <a:latin typeface="Times New Roman" panose="02020603050405020304" pitchFamily="18" charset="0"/>
                <a:cs typeface="Times New Roman" panose="02020603050405020304" pitchFamily="18" charset="0"/>
              </a:rPr>
              <a:t>S→L=R</a:t>
            </a:r>
          </a:p>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2) </a:t>
            </a:r>
            <a:r>
              <a:rPr lang="en-US" altLang="zh-CN" b="1" i="1" dirty="0">
                <a:solidFill>
                  <a:srgbClr val="000000"/>
                </a:solidFill>
                <a:latin typeface="Times New Roman" panose="02020603050405020304" pitchFamily="18" charset="0"/>
                <a:cs typeface="Times New Roman" panose="02020603050405020304" pitchFamily="18" charset="0"/>
              </a:rPr>
              <a:t>S→R</a:t>
            </a:r>
          </a:p>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3) </a:t>
            </a:r>
            <a:r>
              <a:rPr lang="en-US" altLang="zh-CN" b="1" i="1" dirty="0">
                <a:solidFill>
                  <a:srgbClr val="000000"/>
                </a:solidFill>
                <a:latin typeface="Times New Roman" panose="02020603050405020304" pitchFamily="18" charset="0"/>
                <a:cs typeface="Times New Roman" panose="02020603050405020304" pitchFamily="18" charset="0"/>
              </a:rPr>
              <a:t>L→*R</a:t>
            </a:r>
          </a:p>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4) </a:t>
            </a:r>
            <a:r>
              <a:rPr lang="en-US" altLang="zh-CN" b="1" i="1" dirty="0">
                <a:solidFill>
                  <a:srgbClr val="000000"/>
                </a:solidFill>
                <a:latin typeface="Times New Roman" panose="02020603050405020304" pitchFamily="18" charset="0"/>
                <a:cs typeface="Times New Roman" panose="02020603050405020304" pitchFamily="18" charset="0"/>
              </a:rPr>
              <a:t>L→</a:t>
            </a:r>
            <a:r>
              <a:rPr lang="en-US" altLang="zh-CN" b="1" dirty="0">
                <a:solidFill>
                  <a:srgbClr val="000000"/>
                </a:solidFill>
                <a:latin typeface="Times New Roman" panose="02020603050405020304" pitchFamily="18" charset="0"/>
                <a:cs typeface="Times New Roman" panose="02020603050405020304" pitchFamily="18" charset="0"/>
              </a:rPr>
              <a:t>id</a:t>
            </a:r>
          </a:p>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5) </a:t>
            </a:r>
            <a:r>
              <a:rPr lang="en-US" altLang="zh-CN" b="1" i="1" dirty="0">
                <a:solidFill>
                  <a:srgbClr val="000000"/>
                </a:solidFill>
                <a:latin typeface="Times New Roman" panose="02020603050405020304" pitchFamily="18" charset="0"/>
                <a:cs typeface="Times New Roman" panose="02020603050405020304" pitchFamily="18" charset="0"/>
              </a:rPr>
              <a:t>R→L</a:t>
            </a:r>
            <a:endParaRPr lang="en-US" altLang="zh-CN" b="1" i="1" dirty="0">
              <a:solidFill>
                <a:srgbClr val="000000"/>
              </a:solidFill>
              <a:latin typeface="Times New Roman" panose="02020603050405020304" pitchFamily="18" charset="0"/>
              <a:ea typeface="Times New Roman" panose="02020603050405020304" pitchFamily="18" charset="0"/>
            </a:endParaRPr>
          </a:p>
        </p:txBody>
      </p:sp>
      <p:sp>
        <p:nvSpPr>
          <p:cNvPr id="66" name="矩形 65"/>
          <p:cNvSpPr/>
          <p:nvPr/>
        </p:nvSpPr>
        <p:spPr>
          <a:xfrm>
            <a:off x="5237163" y="3457575"/>
            <a:ext cx="1711325" cy="814388"/>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67" name="Rectangle 66"/>
          <p:cNvSpPr>
            <a:spLocks noChangeArrowheads="1"/>
          </p:cNvSpPr>
          <p:nvPr/>
        </p:nvSpPr>
        <p:spPr bwMode="auto">
          <a:xfrm>
            <a:off x="103188" y="3767138"/>
            <a:ext cx="2520950" cy="1200150"/>
          </a:xfrm>
          <a:prstGeom prst="rect">
            <a:avLst/>
          </a:prstGeom>
          <a:solidFill>
            <a:schemeClr val="accent5">
              <a:lumMod val="60000"/>
              <a:lumOff val="40000"/>
            </a:schemeClr>
          </a:solidFill>
          <a:ln w="12700">
            <a:solidFill>
              <a:schemeClr val="tx1"/>
            </a:solid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rgbClr val="000000"/>
                </a:solidFill>
                <a:effectLst/>
                <a:uLnTx/>
                <a:uFillTx/>
                <a:latin typeface="Times New Roman" panose="02020603050405020304" pitchFamily="18" charset="0"/>
                <a:ea typeface="楷体" panose="02010609060101010101" pitchFamily="49" charset="-122"/>
                <a:cs typeface="+mn-ea"/>
              </a:rPr>
              <a:t>如果除</a:t>
            </a:r>
            <a:r>
              <a:rPr kumimoji="0" lang="zh-CN" altLang="en-US" sz="1800" b="1" i="0" u="none" strike="noStrike" kern="1200" cap="none" spc="0" normalizeH="0" baseline="0" noProof="1">
                <a:ln>
                  <a:noFill/>
                </a:ln>
                <a:solidFill>
                  <a:srgbClr val="2D83F4"/>
                </a:solidFill>
                <a:effectLst/>
                <a:uLnTx/>
                <a:uFillTx/>
                <a:latin typeface="Times New Roman" panose="02020603050405020304" pitchFamily="18" charset="0"/>
                <a:ea typeface="楷体" panose="02010609060101010101" pitchFamily="49" charset="-122"/>
                <a:cs typeface="+mn-ea"/>
              </a:rPr>
              <a:t>展望符</a:t>
            </a:r>
            <a:r>
              <a:rPr kumimoji="0" lang="zh-CN" altLang="en-US" sz="1800" b="1" i="0" u="none" strike="noStrike" kern="1200" cap="none" spc="0" normalizeH="0" baseline="0" noProof="1">
                <a:ln>
                  <a:noFill/>
                </a:ln>
                <a:solidFill>
                  <a:srgbClr val="000000"/>
                </a:solidFill>
                <a:effectLst/>
                <a:uLnTx/>
                <a:uFillTx/>
                <a:latin typeface="Times New Roman" panose="02020603050405020304" pitchFamily="18" charset="0"/>
                <a:ea typeface="楷体" panose="02010609060101010101" pitchFamily="49" charset="-122"/>
                <a:cs typeface="+mn-ea"/>
              </a:rPr>
              <a:t>外，两个</a:t>
            </a:r>
            <a:r>
              <a:rPr kumimoji="0" lang="en-US" altLang="zh-CN" sz="1800" b="1" i="1" u="none" strike="noStrike" kern="1200" cap="none" spc="0" normalizeH="0" baseline="0" noProof="1">
                <a:ln>
                  <a:noFill/>
                </a:ln>
                <a:solidFill>
                  <a:srgbClr val="000000"/>
                </a:solidFill>
                <a:effectLst/>
                <a:uLnTx/>
                <a:uFillTx/>
                <a:latin typeface="Times New Roman" panose="02020603050405020304" pitchFamily="18" charset="0"/>
                <a:ea typeface="Times New Roman" panose="02020603050405020304" pitchFamily="18" charset="0"/>
                <a:cs typeface="+mn-ea"/>
              </a:rPr>
              <a:t>LR</a:t>
            </a:r>
            <a:r>
              <a:rPr kumimoji="0" lang="en-US" altLang="zh-CN" sz="1800" b="1" i="0" u="none" strike="noStrike" kern="1200" cap="none" spc="0" normalizeH="0" baseline="0" noProof="1">
                <a:ln>
                  <a:noFill/>
                </a:ln>
                <a:solidFill>
                  <a:srgbClr val="000000"/>
                </a:solidFill>
                <a:effectLst/>
                <a:uLnTx/>
                <a:uFillTx/>
                <a:latin typeface="Times New Roman" panose="02020603050405020304" pitchFamily="18" charset="0"/>
                <a:ea typeface="Times New Roman" panose="02020603050405020304" pitchFamily="18" charset="0"/>
                <a:cs typeface="+mn-ea"/>
              </a:rPr>
              <a:t>(1)</a:t>
            </a:r>
            <a:r>
              <a:rPr kumimoji="0" lang="zh-CN" altLang="en-US" sz="1800" b="1" i="0" u="none" strike="noStrike" kern="1200" cap="none" spc="0" normalizeH="0" baseline="0" noProof="1">
                <a:ln>
                  <a:noFill/>
                </a:ln>
                <a:solidFill>
                  <a:srgbClr val="000000"/>
                </a:solidFill>
                <a:effectLst/>
                <a:uLnTx/>
                <a:uFillTx/>
                <a:latin typeface="Times New Roman" panose="02020603050405020304" pitchFamily="18" charset="0"/>
                <a:ea typeface="楷体" panose="02010609060101010101" pitchFamily="49" charset="-122"/>
                <a:cs typeface="+mn-ea"/>
              </a:rPr>
              <a:t>项目集是相同的，则称这两个</a:t>
            </a:r>
            <a:r>
              <a:rPr kumimoji="0" lang="en-US" altLang="zh-CN" sz="1800" b="1" i="1" u="none" strike="noStrike" kern="1200" cap="none" spc="0" normalizeH="0" baseline="0" noProof="1">
                <a:ln>
                  <a:noFill/>
                </a:ln>
                <a:solidFill>
                  <a:srgbClr val="000000"/>
                </a:solidFill>
                <a:effectLst/>
                <a:uLnTx/>
                <a:uFillTx/>
                <a:latin typeface="Times New Roman" panose="02020603050405020304" pitchFamily="18" charset="0"/>
                <a:ea typeface="Times New Roman" panose="02020603050405020304" pitchFamily="18" charset="0"/>
                <a:cs typeface="+mn-ea"/>
              </a:rPr>
              <a:t>LR</a:t>
            </a:r>
            <a:r>
              <a:rPr kumimoji="0" lang="en-US" altLang="zh-CN" sz="1800" b="1" i="0" u="none" strike="noStrike" kern="1200" cap="none" spc="0" normalizeH="0" baseline="0" noProof="1">
                <a:ln>
                  <a:noFill/>
                </a:ln>
                <a:solidFill>
                  <a:srgbClr val="000000"/>
                </a:solidFill>
                <a:effectLst/>
                <a:uLnTx/>
                <a:uFillTx/>
                <a:latin typeface="Times New Roman" panose="02020603050405020304" pitchFamily="18" charset="0"/>
                <a:ea typeface="Times New Roman" panose="02020603050405020304" pitchFamily="18" charset="0"/>
                <a:cs typeface="+mn-ea"/>
              </a:rPr>
              <a:t>(1)</a:t>
            </a:r>
            <a:r>
              <a:rPr kumimoji="0" lang="zh-CN" altLang="en-US" sz="1800" b="1" i="0" u="none" strike="noStrike" kern="1200" cap="none" spc="0" normalizeH="0" baseline="0" noProof="1">
                <a:ln>
                  <a:noFill/>
                </a:ln>
                <a:solidFill>
                  <a:srgbClr val="000000"/>
                </a:solidFill>
                <a:effectLst/>
                <a:uLnTx/>
                <a:uFillTx/>
                <a:latin typeface="Times New Roman" panose="02020603050405020304" pitchFamily="18" charset="0"/>
                <a:ea typeface="楷体" panose="02010609060101010101" pitchFamily="49" charset="-122"/>
                <a:cs typeface="+mn-ea"/>
              </a:rPr>
              <a:t>项目集是</a:t>
            </a:r>
            <a:r>
              <a:rPr kumimoji="0" lang="zh-CN" altLang="en-US" sz="1800" b="1" i="0" u="none" strike="noStrike" kern="1200" cap="none" spc="0" normalizeH="0" baseline="0" noProof="1">
                <a:ln>
                  <a:noFill/>
                </a:ln>
                <a:solidFill>
                  <a:srgbClr val="FF0000"/>
                </a:solidFill>
                <a:effectLst/>
                <a:uLnTx/>
                <a:uFillTx/>
                <a:latin typeface="Times New Roman" panose="02020603050405020304" pitchFamily="18" charset="0"/>
                <a:ea typeface="楷体" panose="02010609060101010101" pitchFamily="49" charset="-122"/>
                <a:cs typeface="+mn-ea"/>
              </a:rPr>
              <a:t>同心</a:t>
            </a:r>
            <a:r>
              <a:rPr kumimoji="0" lang="zh-CN" altLang="en-US" sz="1800" b="1" i="0" u="none" strike="noStrike" kern="1200" cap="none" spc="0" normalizeH="0" baseline="0" noProof="1">
                <a:ln>
                  <a:noFill/>
                </a:ln>
                <a:solidFill>
                  <a:srgbClr val="000000"/>
                </a:solidFill>
                <a:effectLst/>
                <a:uLnTx/>
                <a:uFillTx/>
                <a:latin typeface="Times New Roman" panose="02020603050405020304" pitchFamily="18" charset="0"/>
                <a:ea typeface="楷体" panose="02010609060101010101" pitchFamily="49" charset="-122"/>
                <a:cs typeface="+mn-ea"/>
              </a:rPr>
              <a:t>的</a:t>
            </a:r>
            <a:endParaRPr kumimoji="0" lang="zh-CN" altLang="en-US" sz="1800" b="1" i="0" u="none" strike="noStrike" kern="1200" cap="none" spc="0" normalizeH="0" baseline="0" noProof="1">
              <a:ln>
                <a:noFill/>
              </a:ln>
              <a:solidFill>
                <a:srgbClr val="000000"/>
              </a:solidFill>
              <a:effectLst/>
              <a:uLnTx/>
              <a:uFillTx/>
              <a:latin typeface="Times New Roman" panose="02020603050405020304" pitchFamily="18" charset="0"/>
              <a:ea typeface="楷体" panose="02010609060101010101" pitchFamily="49" charset="-122"/>
              <a:cs typeface="+mn-cs"/>
            </a:endParaRPr>
          </a:p>
        </p:txBody>
      </p:sp>
      <p:grpSp>
        <p:nvGrpSpPr>
          <p:cNvPr id="50182" name="组合 62"/>
          <p:cNvGrpSpPr/>
          <p:nvPr/>
        </p:nvGrpSpPr>
        <p:grpSpPr>
          <a:xfrm>
            <a:off x="1476375" y="63500"/>
            <a:ext cx="7823200" cy="5016500"/>
            <a:chOff x="1475656" y="63500"/>
            <a:chExt cx="7824390" cy="5016500"/>
          </a:xfrm>
        </p:grpSpPr>
        <p:sp>
          <p:nvSpPr>
            <p:cNvPr id="50190" name="Text Box 5"/>
            <p:cNvSpPr txBox="1"/>
            <p:nvPr/>
          </p:nvSpPr>
          <p:spPr>
            <a:xfrm>
              <a:off x="1475656" y="1041400"/>
              <a:ext cx="1555987" cy="2154238"/>
            </a:xfrm>
            <a:prstGeom prst="rect">
              <a:avLst/>
            </a:prstGeom>
            <a:solidFill>
              <a:srgbClr val="B5CEED"/>
            </a:solidFill>
            <a:ln w="12700" cap="flat" cmpd="sng">
              <a:solidFill>
                <a:schemeClr val="tx1"/>
              </a:solidFill>
              <a:prstDash val="solid"/>
              <a:miter/>
              <a:headEnd type="none" w="sm" len="sm"/>
              <a:tailEnd type="none" w="sm" len="sm"/>
            </a:ln>
          </p:spPr>
          <p:txBody>
            <a:bodyPr tIns="0" bIns="0">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0</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 · S</a:t>
              </a:r>
              <a:r>
                <a:rPr lang="zh-CN" altLang="en-US" sz="2000" b="1" i="1" dirty="0">
                  <a:solidFill>
                    <a:srgbClr val="000000"/>
                  </a:solidFill>
                  <a:latin typeface="Times New Roman" panose="02020603050405020304" pitchFamily="18" charset="0"/>
                  <a:ea typeface="宋体" panose="02010600030101010101" pitchFamily="2" charset="-122"/>
                </a:rPr>
                <a:t> </a:t>
              </a:r>
              <a:r>
                <a:rPr lang="en-US" altLang="zh-CN" sz="2000" b="1" i="1" dirty="0">
                  <a:solidFill>
                    <a:srgbClr val="000000"/>
                  </a:solidFill>
                  <a:latin typeface="Times New Roman" panose="02020603050405020304" pitchFamily="18" charset="0"/>
                  <a:ea typeface="宋体" panose="02010600030101010101" pitchFamily="2" charset="-122"/>
                </a:rPr>
                <a:t>,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 L=R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 · R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L→·*R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 · </a:t>
              </a:r>
              <a:r>
                <a:rPr lang="en-US" altLang="zh-CN" sz="2000" b="1" dirty="0">
                  <a:solidFill>
                    <a:srgbClr val="000000"/>
                  </a:solidFill>
                  <a:latin typeface="Times New Roman" panose="02020603050405020304" pitchFamily="18" charset="0"/>
                  <a:ea typeface="宋体" panose="02010600030101010101" pitchFamily="2" charset="-122"/>
                </a:rPr>
                <a:t>id</a:t>
              </a:r>
              <a:r>
                <a:rPr lang="en-US" altLang="zh-CN" sz="2000" b="1" i="1" dirty="0">
                  <a:solidFill>
                    <a:srgbClr val="000000"/>
                  </a:solidFill>
                  <a:latin typeface="Times New Roman" panose="02020603050405020304" pitchFamily="18" charset="0"/>
                  <a:ea typeface="宋体" panose="02010600030101010101" pitchFamily="2" charset="-122"/>
                </a:rPr>
                <a:t>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 · L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p:txBody>
        </p:sp>
        <p:sp>
          <p:nvSpPr>
            <p:cNvPr id="50191" name="Text Box 6"/>
            <p:cNvSpPr txBox="1"/>
            <p:nvPr/>
          </p:nvSpPr>
          <p:spPr>
            <a:xfrm>
              <a:off x="3334902" y="682625"/>
              <a:ext cx="1224148" cy="708025"/>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1</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S′→S·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p:txBody>
        </p:sp>
        <p:sp>
          <p:nvSpPr>
            <p:cNvPr id="50192" name="Line 7"/>
            <p:cNvSpPr/>
            <p:nvPr/>
          </p:nvSpPr>
          <p:spPr>
            <a:xfrm flipV="1">
              <a:off x="3056900" y="1273175"/>
              <a:ext cx="288942" cy="0"/>
            </a:xfrm>
            <a:prstGeom prst="line">
              <a:avLst/>
            </a:prstGeom>
            <a:ln w="38100" cap="flat" cmpd="sng">
              <a:solidFill>
                <a:schemeClr val="tx1"/>
              </a:solidFill>
              <a:prstDash val="solid"/>
              <a:headEnd type="none" w="sm" len="sm"/>
              <a:tailEnd type="triangle" w="med" len="med"/>
            </a:ln>
          </p:spPr>
        </p:sp>
        <p:sp>
          <p:nvSpPr>
            <p:cNvPr id="69" name="Text Box 8"/>
            <p:cNvSpPr txBox="1">
              <a:spLocks noChangeArrowheads="1"/>
            </p:cNvSpPr>
            <p:nvPr/>
          </p:nvSpPr>
          <p:spPr bwMode="auto">
            <a:xfrm>
              <a:off x="3334902" y="1463675"/>
              <a:ext cx="1479775" cy="9382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0194" name="Line 9"/>
            <p:cNvSpPr/>
            <p:nvPr/>
          </p:nvSpPr>
          <p:spPr>
            <a:xfrm flipV="1">
              <a:off x="3047374" y="1860550"/>
              <a:ext cx="298468" cy="0"/>
            </a:xfrm>
            <a:prstGeom prst="line">
              <a:avLst/>
            </a:prstGeom>
            <a:ln w="38100" cap="flat" cmpd="sng">
              <a:solidFill>
                <a:schemeClr val="tx1"/>
              </a:solidFill>
              <a:prstDash val="solid"/>
              <a:headEnd type="none" w="sm" len="sm"/>
              <a:tailEnd type="triangle" w="med" len="med"/>
            </a:ln>
          </p:spPr>
        </p:sp>
        <p:sp>
          <p:nvSpPr>
            <p:cNvPr id="50195" name="Text Box 10"/>
            <p:cNvSpPr txBox="1"/>
            <p:nvPr/>
          </p:nvSpPr>
          <p:spPr>
            <a:xfrm>
              <a:off x="3023561" y="1465263"/>
              <a:ext cx="503267"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a:t>
              </a:r>
            </a:p>
          </p:txBody>
        </p:sp>
        <p:sp>
          <p:nvSpPr>
            <p:cNvPr id="72" name="Text Box 11"/>
            <p:cNvSpPr txBox="1">
              <a:spLocks noChangeArrowheads="1"/>
            </p:cNvSpPr>
            <p:nvPr/>
          </p:nvSpPr>
          <p:spPr bwMode="auto">
            <a:xfrm>
              <a:off x="3334902" y="2444750"/>
              <a:ext cx="1224148"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3</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0197" name="Line 12"/>
            <p:cNvSpPr/>
            <p:nvPr/>
          </p:nvSpPr>
          <p:spPr>
            <a:xfrm flipV="1">
              <a:off x="3023561" y="2700338"/>
              <a:ext cx="288942" cy="0"/>
            </a:xfrm>
            <a:prstGeom prst="line">
              <a:avLst/>
            </a:prstGeom>
            <a:ln w="38100" cap="flat" cmpd="sng">
              <a:solidFill>
                <a:schemeClr val="tx1"/>
              </a:solidFill>
              <a:prstDash val="solid"/>
              <a:headEnd type="none" w="sm" len="sm"/>
              <a:tailEnd type="triangle" w="med" len="med"/>
            </a:ln>
          </p:spPr>
        </p:sp>
        <p:sp>
          <p:nvSpPr>
            <p:cNvPr id="50198" name="Text Box 13"/>
            <p:cNvSpPr txBox="1"/>
            <p:nvPr/>
          </p:nvSpPr>
          <p:spPr>
            <a:xfrm>
              <a:off x="2996571" y="2333625"/>
              <a:ext cx="609636"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a:t>
              </a:r>
            </a:p>
          </p:txBody>
        </p:sp>
        <p:sp>
          <p:nvSpPr>
            <p:cNvPr id="76" name="Text Box 14"/>
            <p:cNvSpPr txBox="1">
              <a:spLocks noChangeArrowheads="1"/>
            </p:cNvSpPr>
            <p:nvPr/>
          </p:nvSpPr>
          <p:spPr bwMode="auto">
            <a:xfrm>
              <a:off x="3346015" y="3236913"/>
              <a:ext cx="1568689"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4</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id</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7" name="Text Box 15"/>
            <p:cNvSpPr txBox="1">
              <a:spLocks noChangeArrowheads="1"/>
            </p:cNvSpPr>
            <p:nvPr/>
          </p:nvSpPr>
          <p:spPr bwMode="auto">
            <a:xfrm>
              <a:off x="5289411" y="4281488"/>
              <a:ext cx="1582979"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5</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id</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 $</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0201" name="Text Box 16"/>
            <p:cNvSpPr txBox="1"/>
            <p:nvPr/>
          </p:nvSpPr>
          <p:spPr>
            <a:xfrm>
              <a:off x="3061663" y="2932113"/>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rgbClr val="000000"/>
                  </a:solidFill>
                  <a:latin typeface="Times New Roman" panose="02020603050405020304" pitchFamily="18" charset="0"/>
                  <a:ea typeface="宋体" panose="02010600030101010101" pitchFamily="2" charset="-122"/>
                </a:rPr>
                <a:t>*</a:t>
              </a:r>
            </a:p>
          </p:txBody>
        </p:sp>
        <p:sp>
          <p:nvSpPr>
            <p:cNvPr id="50202" name="Text Box 17"/>
            <p:cNvSpPr txBox="1"/>
            <p:nvPr/>
          </p:nvSpPr>
          <p:spPr>
            <a:xfrm>
              <a:off x="2704454" y="3687763"/>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id</a:t>
              </a:r>
            </a:p>
          </p:txBody>
        </p:sp>
        <p:sp>
          <p:nvSpPr>
            <p:cNvPr id="50203" name="Line 19"/>
            <p:cNvSpPr/>
            <p:nvPr/>
          </p:nvSpPr>
          <p:spPr>
            <a:xfrm flipV="1">
              <a:off x="4814367" y="1924050"/>
              <a:ext cx="430237" cy="0"/>
            </a:xfrm>
            <a:prstGeom prst="line">
              <a:avLst/>
            </a:prstGeom>
            <a:ln w="38100" cap="flat" cmpd="sng">
              <a:solidFill>
                <a:schemeClr val="tx1"/>
              </a:solidFill>
              <a:prstDash val="solid"/>
              <a:headEnd type="none" w="sm" len="sm"/>
              <a:tailEnd type="triangle" w="med" len="med"/>
            </a:ln>
          </p:spPr>
        </p:sp>
        <p:sp>
          <p:nvSpPr>
            <p:cNvPr id="50204" name="Text Box 20"/>
            <p:cNvSpPr txBox="1"/>
            <p:nvPr/>
          </p:nvSpPr>
          <p:spPr>
            <a:xfrm>
              <a:off x="4809603" y="1595438"/>
              <a:ext cx="457227"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a:t>
              </a:r>
            </a:p>
          </p:txBody>
        </p:sp>
        <p:sp>
          <p:nvSpPr>
            <p:cNvPr id="82" name="Text Box 21"/>
            <p:cNvSpPr txBox="1">
              <a:spLocks noChangeArrowheads="1"/>
            </p:cNvSpPr>
            <p:nvPr/>
          </p:nvSpPr>
          <p:spPr bwMode="auto">
            <a:xfrm>
              <a:off x="5289411" y="2733675"/>
              <a:ext cx="1654427" cy="7064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7</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 $</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0206" name="Line 22"/>
            <p:cNvSpPr/>
            <p:nvPr/>
          </p:nvSpPr>
          <p:spPr>
            <a:xfrm>
              <a:off x="4933436" y="3308350"/>
              <a:ext cx="393723" cy="0"/>
            </a:xfrm>
            <a:prstGeom prst="line">
              <a:avLst/>
            </a:prstGeom>
            <a:ln w="38100" cap="flat" cmpd="sng">
              <a:solidFill>
                <a:schemeClr val="tx1"/>
              </a:solidFill>
              <a:prstDash val="solid"/>
              <a:headEnd type="none" w="sm" len="sm"/>
              <a:tailEnd type="triangle" w="med" len="med"/>
            </a:ln>
          </p:spPr>
        </p:sp>
        <p:sp>
          <p:nvSpPr>
            <p:cNvPr id="50207" name="Text Box 23"/>
            <p:cNvSpPr txBox="1"/>
            <p:nvPr/>
          </p:nvSpPr>
          <p:spPr>
            <a:xfrm>
              <a:off x="4879457" y="2949575"/>
              <a:ext cx="457227"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a:t>
              </a:r>
            </a:p>
          </p:txBody>
        </p:sp>
        <p:sp>
          <p:nvSpPr>
            <p:cNvPr id="85" name="Text Box 24"/>
            <p:cNvSpPr txBox="1">
              <a:spLocks noChangeArrowheads="1"/>
            </p:cNvSpPr>
            <p:nvPr/>
          </p:nvSpPr>
          <p:spPr bwMode="auto">
            <a:xfrm>
              <a:off x="5289411" y="3525838"/>
              <a:ext cx="1582979"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8</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 $</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0209" name="Line 25"/>
            <p:cNvSpPr/>
            <p:nvPr/>
          </p:nvSpPr>
          <p:spPr>
            <a:xfrm>
              <a:off x="4901684" y="3957638"/>
              <a:ext cx="387373" cy="0"/>
            </a:xfrm>
            <a:prstGeom prst="line">
              <a:avLst/>
            </a:prstGeom>
            <a:ln w="38100" cap="flat" cmpd="sng">
              <a:solidFill>
                <a:schemeClr val="tx1"/>
              </a:solidFill>
              <a:prstDash val="solid"/>
              <a:headEnd type="none" w="sm" len="sm"/>
              <a:tailEnd type="triangle" w="med" len="med"/>
            </a:ln>
          </p:spPr>
        </p:sp>
        <p:sp>
          <p:nvSpPr>
            <p:cNvPr id="50210" name="Text Box 26"/>
            <p:cNvSpPr txBox="1"/>
            <p:nvPr/>
          </p:nvSpPr>
          <p:spPr>
            <a:xfrm>
              <a:off x="4895333" y="3597275"/>
              <a:ext cx="381023"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a:t>
              </a:r>
            </a:p>
          </p:txBody>
        </p:sp>
        <p:sp>
          <p:nvSpPr>
            <p:cNvPr id="88" name="Text Box 27"/>
            <p:cNvSpPr txBox="1">
              <a:spLocks noChangeArrowheads="1"/>
            </p:cNvSpPr>
            <p:nvPr/>
          </p:nvSpPr>
          <p:spPr bwMode="auto">
            <a:xfrm>
              <a:off x="7318545" y="63500"/>
              <a:ext cx="152423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9</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S→L=R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0212" name="Line 28"/>
            <p:cNvSpPr/>
            <p:nvPr/>
          </p:nvSpPr>
          <p:spPr>
            <a:xfrm flipV="1">
              <a:off x="6954443" y="373257"/>
              <a:ext cx="327891" cy="385567"/>
            </a:xfrm>
            <a:prstGeom prst="line">
              <a:avLst/>
            </a:prstGeom>
            <a:ln w="38100" cap="flat" cmpd="sng">
              <a:solidFill>
                <a:schemeClr val="tx1"/>
              </a:solidFill>
              <a:prstDash val="solid"/>
              <a:headEnd type="none" w="sm" len="sm"/>
              <a:tailEnd type="triangle" w="med" len="med"/>
            </a:ln>
          </p:spPr>
        </p:sp>
        <p:sp>
          <p:nvSpPr>
            <p:cNvPr id="50213" name="Text Box 29"/>
            <p:cNvSpPr txBox="1"/>
            <p:nvPr/>
          </p:nvSpPr>
          <p:spPr>
            <a:xfrm>
              <a:off x="6718374" y="369251"/>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a:t>
              </a:r>
            </a:p>
          </p:txBody>
        </p:sp>
        <p:sp>
          <p:nvSpPr>
            <p:cNvPr id="50214" name="Text Box 33"/>
            <p:cNvSpPr txBox="1"/>
            <p:nvPr/>
          </p:nvSpPr>
          <p:spPr>
            <a:xfrm>
              <a:off x="3031498" y="896938"/>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a:t>
              </a:r>
            </a:p>
          </p:txBody>
        </p:sp>
        <p:sp>
          <p:nvSpPr>
            <p:cNvPr id="50215" name="Line 34"/>
            <p:cNvSpPr/>
            <p:nvPr/>
          </p:nvSpPr>
          <p:spPr>
            <a:xfrm flipV="1">
              <a:off x="4911209" y="4564063"/>
              <a:ext cx="377847" cy="1587"/>
            </a:xfrm>
            <a:prstGeom prst="line">
              <a:avLst/>
            </a:prstGeom>
            <a:ln w="38100" cap="flat" cmpd="sng">
              <a:solidFill>
                <a:schemeClr val="tx1"/>
              </a:solidFill>
              <a:prstDash val="solid"/>
              <a:headEnd type="none" w="med" len="med"/>
              <a:tailEnd type="triangle" w="med" len="med"/>
            </a:ln>
          </p:spPr>
        </p:sp>
        <p:sp>
          <p:nvSpPr>
            <p:cNvPr id="50216" name="Text Box 35"/>
            <p:cNvSpPr txBox="1"/>
            <p:nvPr/>
          </p:nvSpPr>
          <p:spPr>
            <a:xfrm>
              <a:off x="4879457" y="4175125"/>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id</a:t>
              </a:r>
            </a:p>
          </p:txBody>
        </p:sp>
        <p:grpSp>
          <p:nvGrpSpPr>
            <p:cNvPr id="50217" name="Group 36"/>
            <p:cNvGrpSpPr/>
            <p:nvPr/>
          </p:nvGrpSpPr>
          <p:grpSpPr>
            <a:xfrm>
              <a:off x="3045787" y="3975100"/>
              <a:ext cx="290529" cy="269875"/>
              <a:chOff x="2335" y="3249"/>
              <a:chExt cx="183" cy="226"/>
            </a:xfrm>
          </p:grpSpPr>
          <p:sp>
            <p:nvSpPr>
              <p:cNvPr id="50241" name="Line 37"/>
              <p:cNvSpPr/>
              <p:nvPr/>
            </p:nvSpPr>
            <p:spPr>
              <a:xfrm>
                <a:off x="2335" y="3249"/>
                <a:ext cx="182" cy="0"/>
              </a:xfrm>
              <a:prstGeom prst="line">
                <a:avLst/>
              </a:prstGeom>
              <a:ln w="38100" cap="flat" cmpd="sng">
                <a:solidFill>
                  <a:schemeClr val="tx1"/>
                </a:solidFill>
                <a:prstDash val="solid"/>
                <a:headEnd type="none" w="med" len="med"/>
                <a:tailEnd type="none" w="med" len="med"/>
              </a:ln>
            </p:spPr>
          </p:sp>
          <p:sp>
            <p:nvSpPr>
              <p:cNvPr id="50242" name="Line 38"/>
              <p:cNvSpPr/>
              <p:nvPr/>
            </p:nvSpPr>
            <p:spPr>
              <a:xfrm>
                <a:off x="2335" y="3249"/>
                <a:ext cx="0" cy="226"/>
              </a:xfrm>
              <a:prstGeom prst="line">
                <a:avLst/>
              </a:prstGeom>
              <a:ln w="38100" cap="flat" cmpd="sng">
                <a:solidFill>
                  <a:schemeClr val="tx1"/>
                </a:solidFill>
                <a:prstDash val="solid"/>
                <a:headEnd type="none" w="med" len="med"/>
                <a:tailEnd type="none" w="med" len="med"/>
              </a:ln>
            </p:spPr>
          </p:sp>
          <p:sp>
            <p:nvSpPr>
              <p:cNvPr id="50243" name="Line 39"/>
              <p:cNvSpPr/>
              <p:nvPr/>
            </p:nvSpPr>
            <p:spPr>
              <a:xfrm>
                <a:off x="2336" y="3475"/>
                <a:ext cx="182" cy="0"/>
              </a:xfrm>
              <a:prstGeom prst="line">
                <a:avLst/>
              </a:prstGeom>
              <a:ln w="38100" cap="flat" cmpd="sng">
                <a:solidFill>
                  <a:schemeClr val="tx1"/>
                </a:solidFill>
                <a:prstDash val="solid"/>
                <a:headEnd type="none" w="med" len="med"/>
                <a:tailEnd type="triangle" w="med" len="med"/>
              </a:ln>
            </p:spPr>
          </p:sp>
        </p:grpSp>
        <p:sp>
          <p:nvSpPr>
            <p:cNvPr id="50218" name="Text Box 40"/>
            <p:cNvSpPr txBox="1"/>
            <p:nvPr/>
          </p:nvSpPr>
          <p:spPr>
            <a:xfrm>
              <a:off x="3021973" y="3944938"/>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rgbClr val="000000"/>
                  </a:solidFill>
                  <a:latin typeface="Times New Roman" panose="02020603050405020304" pitchFamily="18" charset="0"/>
                  <a:ea typeface="宋体" panose="02010600030101010101" pitchFamily="2" charset="-122"/>
                </a:rPr>
                <a:t>*</a:t>
              </a:r>
            </a:p>
          </p:txBody>
        </p:sp>
        <p:sp>
          <p:nvSpPr>
            <p:cNvPr id="50219" name="Line 41"/>
            <p:cNvSpPr/>
            <p:nvPr/>
          </p:nvSpPr>
          <p:spPr>
            <a:xfrm>
              <a:off x="3056900" y="3038475"/>
              <a:ext cx="261954" cy="433388"/>
            </a:xfrm>
            <a:prstGeom prst="line">
              <a:avLst/>
            </a:prstGeom>
            <a:ln w="41275" cap="flat" cmpd="sng">
              <a:solidFill>
                <a:schemeClr val="tx1"/>
              </a:solidFill>
              <a:prstDash val="solid"/>
              <a:headEnd type="none" w="med" len="med"/>
              <a:tailEnd type="triangle" w="med" len="med"/>
            </a:ln>
          </p:spPr>
        </p:sp>
        <p:sp>
          <p:nvSpPr>
            <p:cNvPr id="50220" name="Line 57"/>
            <p:cNvSpPr/>
            <p:nvPr/>
          </p:nvSpPr>
          <p:spPr>
            <a:xfrm flipV="1">
              <a:off x="2771800" y="4872033"/>
              <a:ext cx="2517255" cy="25404"/>
            </a:xfrm>
            <a:prstGeom prst="line">
              <a:avLst/>
            </a:prstGeom>
            <a:ln w="38100" cap="flat" cmpd="sng">
              <a:solidFill>
                <a:schemeClr val="tx1"/>
              </a:solidFill>
              <a:prstDash val="solid"/>
              <a:headEnd type="none" w="sm" len="sm"/>
              <a:tailEnd type="triangle" w="med" len="med"/>
            </a:ln>
          </p:spPr>
        </p:sp>
        <p:sp>
          <p:nvSpPr>
            <p:cNvPr id="50221" name="Line 59"/>
            <p:cNvSpPr/>
            <p:nvPr/>
          </p:nvSpPr>
          <p:spPr>
            <a:xfrm flipH="1" flipV="1">
              <a:off x="2759099" y="3195638"/>
              <a:ext cx="12701" cy="1724025"/>
            </a:xfrm>
            <a:prstGeom prst="line">
              <a:avLst/>
            </a:prstGeom>
            <a:ln w="38100" cap="flat" cmpd="sng">
              <a:solidFill>
                <a:schemeClr val="tx1"/>
              </a:solidFill>
              <a:prstDash val="solid"/>
              <a:headEnd type="none" w="med" len="med"/>
              <a:tailEnd type="none" w="med" len="med"/>
            </a:ln>
          </p:spPr>
        </p:sp>
        <p:sp>
          <p:nvSpPr>
            <p:cNvPr id="50222" name="Text Box 32"/>
            <p:cNvSpPr txBox="1"/>
            <p:nvPr/>
          </p:nvSpPr>
          <p:spPr>
            <a:xfrm>
              <a:off x="6944918" y="1677862"/>
              <a:ext cx="503327" cy="36986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dirty="0">
                  <a:solidFill>
                    <a:schemeClr val="tx1"/>
                  </a:solidFill>
                  <a:latin typeface="Times New Roman" panose="02020603050405020304" pitchFamily="18" charset="0"/>
                  <a:ea typeface="宋体" panose="02010600030101010101" pitchFamily="2" charset="-122"/>
                </a:rPr>
                <a:t>id</a:t>
              </a:r>
            </a:p>
          </p:txBody>
        </p:sp>
        <p:sp>
          <p:nvSpPr>
            <p:cNvPr id="100" name="Text Box 42"/>
            <p:cNvSpPr txBox="1">
              <a:spLocks noChangeArrowheads="1"/>
            </p:cNvSpPr>
            <p:nvPr/>
          </p:nvSpPr>
          <p:spPr bwMode="auto">
            <a:xfrm>
              <a:off x="7312194" y="844550"/>
              <a:ext cx="1440082" cy="6556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10</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0224" name="Line 43"/>
            <p:cNvSpPr/>
            <p:nvPr/>
          </p:nvSpPr>
          <p:spPr>
            <a:xfrm flipV="1">
              <a:off x="6906952" y="1050284"/>
              <a:ext cx="405544" cy="18842"/>
            </a:xfrm>
            <a:prstGeom prst="line">
              <a:avLst/>
            </a:prstGeom>
            <a:ln w="38100" cap="flat" cmpd="sng">
              <a:solidFill>
                <a:schemeClr val="tx1"/>
              </a:solidFill>
              <a:prstDash val="solid"/>
              <a:headEnd type="none" w="sm" len="sm"/>
              <a:tailEnd type="triangle" w="med" len="med"/>
            </a:ln>
          </p:spPr>
        </p:sp>
        <p:sp>
          <p:nvSpPr>
            <p:cNvPr id="50225" name="Text Box 44"/>
            <p:cNvSpPr txBox="1"/>
            <p:nvPr/>
          </p:nvSpPr>
          <p:spPr>
            <a:xfrm>
              <a:off x="6924342" y="738592"/>
              <a:ext cx="533495" cy="369864"/>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L</a:t>
              </a:r>
            </a:p>
          </p:txBody>
        </p:sp>
        <p:sp>
          <p:nvSpPr>
            <p:cNvPr id="103" name="Text Box 45"/>
            <p:cNvSpPr txBox="1">
              <a:spLocks noChangeArrowheads="1"/>
            </p:cNvSpPr>
            <p:nvPr/>
          </p:nvSpPr>
          <p:spPr bwMode="auto">
            <a:xfrm>
              <a:off x="7328071" y="1779588"/>
              <a:ext cx="1416265"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11</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zh-CN" altLang="en-US"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id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0227" name="Text Box 46"/>
            <p:cNvSpPr txBox="1"/>
            <p:nvPr/>
          </p:nvSpPr>
          <p:spPr>
            <a:xfrm>
              <a:off x="6891381" y="1187474"/>
              <a:ext cx="360425" cy="400026"/>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宋体" panose="02010600030101010101" pitchFamily="2" charset="-122"/>
                </a:rPr>
                <a:t>*</a:t>
              </a:r>
            </a:p>
          </p:txBody>
        </p:sp>
        <p:sp>
          <p:nvSpPr>
            <p:cNvPr id="50228" name="Line 47"/>
            <p:cNvSpPr/>
            <p:nvPr/>
          </p:nvSpPr>
          <p:spPr>
            <a:xfrm>
              <a:off x="6940394" y="1406057"/>
              <a:ext cx="385967" cy="371307"/>
            </a:xfrm>
            <a:prstGeom prst="line">
              <a:avLst/>
            </a:prstGeom>
            <a:ln w="41275" cap="flat" cmpd="sng">
              <a:solidFill>
                <a:schemeClr val="tx1"/>
              </a:solidFill>
              <a:prstDash val="solid"/>
              <a:headEnd type="none" w="med" len="med"/>
              <a:tailEnd type="triangle" w="med" len="med"/>
            </a:ln>
          </p:spPr>
        </p:sp>
        <p:sp>
          <p:nvSpPr>
            <p:cNvPr id="106" name="Text Box 48"/>
            <p:cNvSpPr txBox="1">
              <a:spLocks noChangeArrowheads="1"/>
            </p:cNvSpPr>
            <p:nvPr/>
          </p:nvSpPr>
          <p:spPr bwMode="auto">
            <a:xfrm>
              <a:off x="7348712" y="3592513"/>
              <a:ext cx="1395624"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12</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id</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0230" name="Line 49"/>
            <p:cNvSpPr/>
            <p:nvPr/>
          </p:nvSpPr>
          <p:spPr>
            <a:xfrm>
              <a:off x="6924342" y="1689736"/>
              <a:ext cx="401956" cy="1836102"/>
            </a:xfrm>
            <a:prstGeom prst="line">
              <a:avLst/>
            </a:prstGeom>
            <a:ln w="41275" cap="flat" cmpd="sng">
              <a:solidFill>
                <a:schemeClr val="tx1"/>
              </a:solidFill>
              <a:prstDash val="solid"/>
              <a:headEnd type="none" w="med" len="med"/>
              <a:tailEnd type="triangle" w="med" len="med"/>
            </a:ln>
          </p:spPr>
        </p:sp>
        <p:sp>
          <p:nvSpPr>
            <p:cNvPr id="108" name="Text Box 50"/>
            <p:cNvSpPr txBox="1">
              <a:spLocks noChangeArrowheads="1"/>
            </p:cNvSpPr>
            <p:nvPr/>
          </p:nvSpPr>
          <p:spPr bwMode="auto">
            <a:xfrm>
              <a:off x="7348712" y="4371975"/>
              <a:ext cx="1403563"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13</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0232" name="Freeform 51"/>
            <p:cNvSpPr/>
            <p:nvPr/>
          </p:nvSpPr>
          <p:spPr>
            <a:xfrm>
              <a:off x="8723948" y="3188062"/>
              <a:ext cx="360425" cy="1612802"/>
            </a:xfrm>
            <a:custGeom>
              <a:avLst/>
              <a:gdLst>
                <a:gd name="txL" fmla="*/ 0 w 416"/>
                <a:gd name="txT" fmla="*/ 0 h 862"/>
                <a:gd name="txR" fmla="*/ 416 w 416"/>
                <a:gd name="txB" fmla="*/ 862 h 862"/>
              </a:gdLst>
              <a:ahLst/>
              <a:cxnLst>
                <a:cxn ang="0">
                  <a:pos x="0" y="0"/>
                </a:cxn>
                <a:cxn ang="0">
                  <a:pos x="2147483646" y="2147483646"/>
                </a:cxn>
                <a:cxn ang="0">
                  <a:pos x="2147483646" y="2147483646"/>
                </a:cxn>
              </a:cxnLst>
              <a:rect l="txL" t="txT" r="txR" b="txB"/>
              <a:pathLst>
                <a:path w="416" h="862">
                  <a:moveTo>
                    <a:pt x="0" y="0"/>
                  </a:moveTo>
                  <a:cubicBezTo>
                    <a:pt x="200" y="177"/>
                    <a:pt x="400" y="355"/>
                    <a:pt x="408" y="499"/>
                  </a:cubicBezTo>
                  <a:cubicBezTo>
                    <a:pt x="416" y="643"/>
                    <a:pt x="231" y="752"/>
                    <a:pt x="46" y="862"/>
                  </a:cubicBezTo>
                </a:path>
              </a:pathLst>
            </a:custGeom>
            <a:noFill/>
            <a:ln w="38100" cap="flat" cmpd="sng">
              <a:solidFill>
                <a:schemeClr val="tx1">
                  <a:alpha val="100000"/>
                </a:schemeClr>
              </a:solidFill>
              <a:prstDash val="solid"/>
              <a:round/>
              <a:headEnd type="none" w="med" len="med"/>
              <a:tailEnd type="stealth" w="med" len="med"/>
            </a:ln>
          </p:spPr>
          <p:txBody>
            <a:bodyPr/>
            <a:lstStyle/>
            <a:p>
              <a:endParaRPr lang="zh-CN" altLang="en-US"/>
            </a:p>
          </p:txBody>
        </p:sp>
        <p:sp>
          <p:nvSpPr>
            <p:cNvPr id="50233" name="Text Box 52"/>
            <p:cNvSpPr txBox="1"/>
            <p:nvPr/>
          </p:nvSpPr>
          <p:spPr>
            <a:xfrm>
              <a:off x="8842765" y="2979448"/>
              <a:ext cx="457281" cy="36986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R</a:t>
              </a:r>
            </a:p>
          </p:txBody>
        </p:sp>
        <p:sp>
          <p:nvSpPr>
            <p:cNvPr id="50234" name="Freeform 53"/>
            <p:cNvSpPr/>
            <p:nvPr/>
          </p:nvSpPr>
          <p:spPr>
            <a:xfrm>
              <a:off x="8746431" y="2015087"/>
              <a:ext cx="360425" cy="353990"/>
            </a:xfrm>
            <a:custGeom>
              <a:avLst/>
              <a:gdLst>
                <a:gd name="txL" fmla="*/ 0 w 227"/>
                <a:gd name="txT" fmla="*/ 0 h 227"/>
                <a:gd name="txR" fmla="*/ 227 w 227"/>
                <a:gd name="txB" fmla="*/ 227 h 227"/>
              </a:gdLst>
              <a:ahLst/>
              <a:cxnLst>
                <a:cxn ang="0">
                  <a:pos x="0" y="0"/>
                </a:cxn>
                <a:cxn ang="0">
                  <a:pos x="2147483646" y="2147483646"/>
                </a:cxn>
                <a:cxn ang="0">
                  <a:pos x="0" y="2147483646"/>
                </a:cxn>
              </a:cxnLst>
              <a:rect l="txL" t="txT" r="txR" b="txB"/>
              <a:pathLst>
                <a:path w="227" h="227">
                  <a:moveTo>
                    <a:pt x="0" y="0"/>
                  </a:moveTo>
                  <a:cubicBezTo>
                    <a:pt x="113" y="3"/>
                    <a:pt x="227" y="7"/>
                    <a:pt x="227" y="45"/>
                  </a:cubicBezTo>
                  <a:cubicBezTo>
                    <a:pt x="227" y="83"/>
                    <a:pt x="113" y="155"/>
                    <a:pt x="0" y="227"/>
                  </a:cubicBezTo>
                </a:path>
              </a:pathLst>
            </a:custGeom>
            <a:noFill/>
            <a:ln w="38100" cap="flat" cmpd="sng">
              <a:solidFill>
                <a:schemeClr val="tx1">
                  <a:alpha val="100000"/>
                </a:schemeClr>
              </a:solidFill>
              <a:prstDash val="solid"/>
              <a:round/>
              <a:headEnd type="none" w="med" len="med"/>
              <a:tailEnd type="stealth" w="med" len="med"/>
            </a:ln>
          </p:spPr>
          <p:txBody>
            <a:bodyPr/>
            <a:lstStyle/>
            <a:p>
              <a:endParaRPr lang="zh-CN" altLang="en-US"/>
            </a:p>
          </p:txBody>
        </p:sp>
        <p:sp>
          <p:nvSpPr>
            <p:cNvPr id="50235" name="Text Box 54"/>
            <p:cNvSpPr txBox="1"/>
            <p:nvPr/>
          </p:nvSpPr>
          <p:spPr>
            <a:xfrm>
              <a:off x="8714675" y="1996038"/>
              <a:ext cx="533495" cy="400026"/>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宋体" panose="02010600030101010101" pitchFamily="2" charset="-122"/>
                </a:rPr>
                <a:t>*</a:t>
              </a:r>
            </a:p>
          </p:txBody>
        </p:sp>
        <p:sp>
          <p:nvSpPr>
            <p:cNvPr id="50236" name="Text Box 55"/>
            <p:cNvSpPr txBox="1"/>
            <p:nvPr/>
          </p:nvSpPr>
          <p:spPr>
            <a:xfrm>
              <a:off x="7858813" y="1420009"/>
              <a:ext cx="381068" cy="368278"/>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L</a:t>
              </a:r>
            </a:p>
          </p:txBody>
        </p:sp>
        <p:sp>
          <p:nvSpPr>
            <p:cNvPr id="50237" name="Line 56"/>
            <p:cNvSpPr/>
            <p:nvPr/>
          </p:nvSpPr>
          <p:spPr>
            <a:xfrm flipV="1">
              <a:off x="7866454" y="1492013"/>
              <a:ext cx="0" cy="269859"/>
            </a:xfrm>
            <a:prstGeom prst="line">
              <a:avLst/>
            </a:prstGeom>
            <a:ln w="38100" cap="flat" cmpd="sng">
              <a:solidFill>
                <a:schemeClr val="tx1"/>
              </a:solidFill>
              <a:prstDash val="solid"/>
              <a:headEnd type="none" w="med" len="med"/>
              <a:tailEnd type="triangle" w="med" len="med"/>
            </a:ln>
          </p:spPr>
        </p:sp>
        <p:sp>
          <p:nvSpPr>
            <p:cNvPr id="50238" name="Line 56"/>
            <p:cNvSpPr/>
            <p:nvPr/>
          </p:nvSpPr>
          <p:spPr>
            <a:xfrm flipH="1">
              <a:off x="7976011" y="3292103"/>
              <a:ext cx="9527" cy="317481"/>
            </a:xfrm>
            <a:prstGeom prst="line">
              <a:avLst/>
            </a:prstGeom>
            <a:ln w="38100" cap="flat" cmpd="sng">
              <a:solidFill>
                <a:schemeClr val="tx1"/>
              </a:solidFill>
              <a:prstDash val="solid"/>
              <a:headEnd type="none" w="med" len="med"/>
              <a:tailEnd type="triangle" w="med" len="med"/>
            </a:ln>
          </p:spPr>
        </p:sp>
        <p:sp>
          <p:nvSpPr>
            <p:cNvPr id="50239" name="Text Box 17"/>
            <p:cNvSpPr txBox="1"/>
            <p:nvPr/>
          </p:nvSpPr>
          <p:spPr>
            <a:xfrm>
              <a:off x="7984558" y="3285174"/>
              <a:ext cx="533495" cy="36986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dirty="0">
                  <a:solidFill>
                    <a:schemeClr val="tx1"/>
                  </a:solidFill>
                  <a:latin typeface="Times New Roman" panose="02020603050405020304" pitchFamily="18" charset="0"/>
                  <a:ea typeface="宋体" panose="02010600030101010101" pitchFamily="2" charset="-122"/>
                </a:rPr>
                <a:t>id</a:t>
              </a:r>
            </a:p>
          </p:txBody>
        </p:sp>
        <p:sp>
          <p:nvSpPr>
            <p:cNvPr id="117" name="Text Box 18"/>
            <p:cNvSpPr txBox="1">
              <a:spLocks noChangeArrowheads="1"/>
            </p:cNvSpPr>
            <p:nvPr/>
          </p:nvSpPr>
          <p:spPr bwMode="auto">
            <a:xfrm>
              <a:off x="5289411" y="771525"/>
              <a:ext cx="1649664" cy="16319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6</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S→L=</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dirty="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L , </a:t>
              </a:r>
              <a:r>
                <a:rPr kumimoji="1" lang="en-US" altLang="zh-CN" sz="2000" b="1" i="0" u="none" strike="noStrike" kern="1200" cap="none" spc="0" normalizeH="0" baseline="0" noProof="0" dirty="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dirty="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id</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dirty="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21" name="矩形 120"/>
          <p:cNvSpPr/>
          <p:nvPr/>
        </p:nvSpPr>
        <p:spPr>
          <a:xfrm>
            <a:off x="7253288" y="811213"/>
            <a:ext cx="1558925" cy="792163"/>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2" name="矩形 121"/>
          <p:cNvSpPr/>
          <p:nvPr/>
        </p:nvSpPr>
        <p:spPr>
          <a:xfrm>
            <a:off x="7283450" y="1708150"/>
            <a:ext cx="1525588" cy="1624013"/>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3" name="矩形 122"/>
          <p:cNvSpPr/>
          <p:nvPr/>
        </p:nvSpPr>
        <p:spPr>
          <a:xfrm>
            <a:off x="3276600" y="3179763"/>
            <a:ext cx="1704975" cy="1624013"/>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4" name="矩形 123"/>
          <p:cNvSpPr/>
          <p:nvPr/>
        </p:nvSpPr>
        <p:spPr>
          <a:xfrm>
            <a:off x="7285038" y="3552825"/>
            <a:ext cx="1527175" cy="792163"/>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5" name="矩形 124"/>
          <p:cNvSpPr/>
          <p:nvPr/>
        </p:nvSpPr>
        <p:spPr>
          <a:xfrm>
            <a:off x="5219700" y="4227513"/>
            <a:ext cx="1704975" cy="792163"/>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6" name="矩形 125"/>
          <p:cNvSpPr/>
          <p:nvPr/>
        </p:nvSpPr>
        <p:spPr>
          <a:xfrm>
            <a:off x="7281863" y="4349750"/>
            <a:ext cx="1527175" cy="752475"/>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7" name="矩形 126"/>
          <p:cNvSpPr/>
          <p:nvPr/>
        </p:nvSpPr>
        <p:spPr>
          <a:xfrm>
            <a:off x="5219700" y="2682875"/>
            <a:ext cx="1766888" cy="752475"/>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p:cTn id="7" dur="500" fill="hold"/>
                                        <p:tgtEl>
                                          <p:spTgt spid="67"/>
                                        </p:tgtEl>
                                        <p:attrNameLst>
                                          <p:attrName>ppt_w</p:attrName>
                                        </p:attrNameLst>
                                      </p:cBhvr>
                                      <p:tavLst>
                                        <p:tav tm="0">
                                          <p:val>
                                            <p:fltVal val="0"/>
                                          </p:val>
                                        </p:tav>
                                        <p:tav tm="100000">
                                          <p:val>
                                            <p:strVal val="#ppt_w"/>
                                          </p:val>
                                        </p:tav>
                                      </p:tavLst>
                                    </p:anim>
                                    <p:anim calcmode="lin" valueType="num">
                                      <p:cBhvr>
                                        <p:cTn id="8" dur="500" fill="hold"/>
                                        <p:tgtEl>
                                          <p:spTgt spid="67"/>
                                        </p:tgtEl>
                                        <p:attrNameLst>
                                          <p:attrName>ppt_h</p:attrName>
                                        </p:attrNameLst>
                                      </p:cBhvr>
                                      <p:tavLst>
                                        <p:tav tm="0">
                                          <p:val>
                                            <p:fltVal val="0"/>
                                          </p:val>
                                        </p:tav>
                                        <p:tav tm="100000">
                                          <p:val>
                                            <p:strVal val="#ppt_h"/>
                                          </p:val>
                                        </p:tav>
                                      </p:tavLst>
                                    </p:anim>
                                    <p:animEffect transition="in" filter="fade">
                                      <p:cBhvr>
                                        <p:cTn id="9" dur="500"/>
                                        <p:tgtEl>
                                          <p:spTgt spid="6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xit" presetSubtype="32" fill="hold" grpId="0" nodeType="clickEffect">
                                  <p:stCondLst>
                                    <p:cond delay="0"/>
                                  </p:stCondLst>
                                  <p:childTnLst>
                                    <p:anim calcmode="lin" valueType="num">
                                      <p:cBhvr>
                                        <p:cTn id="13" dur="500"/>
                                        <p:tgtEl>
                                          <p:spTgt spid="121"/>
                                        </p:tgtEl>
                                        <p:attrNameLst>
                                          <p:attrName>ppt_w</p:attrName>
                                        </p:attrNameLst>
                                      </p:cBhvr>
                                      <p:tavLst>
                                        <p:tav tm="0">
                                          <p:val>
                                            <p:strVal val="ppt_w"/>
                                          </p:val>
                                        </p:tav>
                                        <p:tav tm="100000">
                                          <p:val>
                                            <p:fltVal val="0"/>
                                          </p:val>
                                        </p:tav>
                                      </p:tavLst>
                                    </p:anim>
                                    <p:anim calcmode="lin" valueType="num">
                                      <p:cBhvr>
                                        <p:cTn id="14" dur="500"/>
                                        <p:tgtEl>
                                          <p:spTgt spid="121"/>
                                        </p:tgtEl>
                                        <p:attrNameLst>
                                          <p:attrName>ppt_h</p:attrName>
                                        </p:attrNameLst>
                                      </p:cBhvr>
                                      <p:tavLst>
                                        <p:tav tm="0">
                                          <p:val>
                                            <p:strVal val="ppt_h"/>
                                          </p:val>
                                        </p:tav>
                                        <p:tav tm="100000">
                                          <p:val>
                                            <p:fltVal val="0"/>
                                          </p:val>
                                        </p:tav>
                                      </p:tavLst>
                                    </p:anim>
                                    <p:animEffect transition="out" filter="fade">
                                      <p:cBhvr>
                                        <p:cTn id="15" dur="500"/>
                                        <p:tgtEl>
                                          <p:spTgt spid="121"/>
                                        </p:tgtEl>
                                      </p:cBhvr>
                                    </p:animEffect>
                                    <p:set>
                                      <p:cBhvr>
                                        <p:cTn id="16" dur="1" fill="hold">
                                          <p:stCondLst>
                                            <p:cond delay="499"/>
                                          </p:stCondLst>
                                        </p:cTn>
                                        <p:tgtEl>
                                          <p:spTgt spid="121"/>
                                        </p:tgtEl>
                                        <p:attrNameLst>
                                          <p:attrName>style.visibility</p:attrName>
                                        </p:attrNameLst>
                                      </p:cBhvr>
                                      <p:to>
                                        <p:strVal val="hidden"/>
                                      </p:to>
                                    </p:set>
                                  </p:childTnLst>
                                </p:cTn>
                              </p:par>
                              <p:par>
                                <p:cTn id="17" presetID="53" presetClass="exit" presetSubtype="32" fill="hold" grpId="0" nodeType="withEffect">
                                  <p:stCondLst>
                                    <p:cond delay="0"/>
                                  </p:stCondLst>
                                  <p:childTnLst>
                                    <p:anim calcmode="lin" valueType="num">
                                      <p:cBhvr>
                                        <p:cTn id="18" dur="500"/>
                                        <p:tgtEl>
                                          <p:spTgt spid="66"/>
                                        </p:tgtEl>
                                        <p:attrNameLst>
                                          <p:attrName>ppt_w</p:attrName>
                                        </p:attrNameLst>
                                      </p:cBhvr>
                                      <p:tavLst>
                                        <p:tav tm="0">
                                          <p:val>
                                            <p:strVal val="ppt_w"/>
                                          </p:val>
                                        </p:tav>
                                        <p:tav tm="100000">
                                          <p:val>
                                            <p:fltVal val="0"/>
                                          </p:val>
                                        </p:tav>
                                      </p:tavLst>
                                    </p:anim>
                                    <p:anim calcmode="lin" valueType="num">
                                      <p:cBhvr>
                                        <p:cTn id="19" dur="500"/>
                                        <p:tgtEl>
                                          <p:spTgt spid="66"/>
                                        </p:tgtEl>
                                        <p:attrNameLst>
                                          <p:attrName>ppt_h</p:attrName>
                                        </p:attrNameLst>
                                      </p:cBhvr>
                                      <p:tavLst>
                                        <p:tav tm="0">
                                          <p:val>
                                            <p:strVal val="ppt_h"/>
                                          </p:val>
                                        </p:tav>
                                        <p:tav tm="100000">
                                          <p:val>
                                            <p:fltVal val="0"/>
                                          </p:val>
                                        </p:tav>
                                      </p:tavLst>
                                    </p:anim>
                                    <p:animEffect transition="out" filter="fade">
                                      <p:cBhvr>
                                        <p:cTn id="20" dur="500"/>
                                        <p:tgtEl>
                                          <p:spTgt spid="66"/>
                                        </p:tgtEl>
                                      </p:cBhvr>
                                    </p:animEffect>
                                    <p:set>
                                      <p:cBhvr>
                                        <p:cTn id="21" dur="1" fill="hold">
                                          <p:stCondLst>
                                            <p:cond delay="499"/>
                                          </p:stCondLst>
                                        </p:cTn>
                                        <p:tgtEl>
                                          <p:spTgt spid="66"/>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22"/>
                                        </p:tgtEl>
                                        <p:attrNameLst>
                                          <p:attrName>style.visibility</p:attrName>
                                        </p:attrNameLst>
                                      </p:cBhvr>
                                      <p:to>
                                        <p:strVal val="visible"/>
                                      </p:to>
                                    </p:set>
                                    <p:anim calcmode="lin" valueType="num">
                                      <p:cBhvr>
                                        <p:cTn id="26" dur="500" fill="hold"/>
                                        <p:tgtEl>
                                          <p:spTgt spid="122"/>
                                        </p:tgtEl>
                                        <p:attrNameLst>
                                          <p:attrName>ppt_w</p:attrName>
                                        </p:attrNameLst>
                                      </p:cBhvr>
                                      <p:tavLst>
                                        <p:tav tm="0">
                                          <p:val>
                                            <p:fltVal val="0"/>
                                          </p:val>
                                        </p:tav>
                                        <p:tav tm="100000">
                                          <p:val>
                                            <p:strVal val="#ppt_w"/>
                                          </p:val>
                                        </p:tav>
                                      </p:tavLst>
                                    </p:anim>
                                    <p:anim calcmode="lin" valueType="num">
                                      <p:cBhvr>
                                        <p:cTn id="27" dur="500" fill="hold"/>
                                        <p:tgtEl>
                                          <p:spTgt spid="122"/>
                                        </p:tgtEl>
                                        <p:attrNameLst>
                                          <p:attrName>ppt_h</p:attrName>
                                        </p:attrNameLst>
                                      </p:cBhvr>
                                      <p:tavLst>
                                        <p:tav tm="0">
                                          <p:val>
                                            <p:fltVal val="0"/>
                                          </p:val>
                                        </p:tav>
                                        <p:tav tm="100000">
                                          <p:val>
                                            <p:strVal val="#ppt_h"/>
                                          </p:val>
                                        </p:tav>
                                      </p:tavLst>
                                    </p:anim>
                                    <p:animEffect transition="in" filter="fade">
                                      <p:cBhvr>
                                        <p:cTn id="28" dur="500"/>
                                        <p:tgtEl>
                                          <p:spTgt spid="122"/>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123"/>
                                        </p:tgtEl>
                                        <p:attrNameLst>
                                          <p:attrName>style.visibility</p:attrName>
                                        </p:attrNameLst>
                                      </p:cBhvr>
                                      <p:to>
                                        <p:strVal val="visible"/>
                                      </p:to>
                                    </p:set>
                                    <p:anim calcmode="lin" valueType="num">
                                      <p:cBhvr>
                                        <p:cTn id="31" dur="500" fill="hold"/>
                                        <p:tgtEl>
                                          <p:spTgt spid="123"/>
                                        </p:tgtEl>
                                        <p:attrNameLst>
                                          <p:attrName>ppt_w</p:attrName>
                                        </p:attrNameLst>
                                      </p:cBhvr>
                                      <p:tavLst>
                                        <p:tav tm="0">
                                          <p:val>
                                            <p:fltVal val="0"/>
                                          </p:val>
                                        </p:tav>
                                        <p:tav tm="100000">
                                          <p:val>
                                            <p:strVal val="#ppt_w"/>
                                          </p:val>
                                        </p:tav>
                                      </p:tavLst>
                                    </p:anim>
                                    <p:anim calcmode="lin" valueType="num">
                                      <p:cBhvr>
                                        <p:cTn id="32" dur="500" fill="hold"/>
                                        <p:tgtEl>
                                          <p:spTgt spid="123"/>
                                        </p:tgtEl>
                                        <p:attrNameLst>
                                          <p:attrName>ppt_h</p:attrName>
                                        </p:attrNameLst>
                                      </p:cBhvr>
                                      <p:tavLst>
                                        <p:tav tm="0">
                                          <p:val>
                                            <p:fltVal val="0"/>
                                          </p:val>
                                        </p:tav>
                                        <p:tav tm="100000">
                                          <p:val>
                                            <p:strVal val="#ppt_h"/>
                                          </p:val>
                                        </p:tav>
                                      </p:tavLst>
                                    </p:anim>
                                    <p:animEffect transition="in" filter="fade">
                                      <p:cBhvr>
                                        <p:cTn id="33" dur="500"/>
                                        <p:tgtEl>
                                          <p:spTgt spid="123"/>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xit" presetSubtype="32" fill="hold" grpId="1" nodeType="clickEffect">
                                  <p:stCondLst>
                                    <p:cond delay="0"/>
                                  </p:stCondLst>
                                  <p:childTnLst>
                                    <p:anim calcmode="lin" valueType="num">
                                      <p:cBhvr>
                                        <p:cTn id="37" dur="500"/>
                                        <p:tgtEl>
                                          <p:spTgt spid="122"/>
                                        </p:tgtEl>
                                        <p:attrNameLst>
                                          <p:attrName>ppt_w</p:attrName>
                                        </p:attrNameLst>
                                      </p:cBhvr>
                                      <p:tavLst>
                                        <p:tav tm="0">
                                          <p:val>
                                            <p:strVal val="ppt_w"/>
                                          </p:val>
                                        </p:tav>
                                        <p:tav tm="100000">
                                          <p:val>
                                            <p:fltVal val="0"/>
                                          </p:val>
                                        </p:tav>
                                      </p:tavLst>
                                    </p:anim>
                                    <p:anim calcmode="lin" valueType="num">
                                      <p:cBhvr>
                                        <p:cTn id="38" dur="500"/>
                                        <p:tgtEl>
                                          <p:spTgt spid="122"/>
                                        </p:tgtEl>
                                        <p:attrNameLst>
                                          <p:attrName>ppt_h</p:attrName>
                                        </p:attrNameLst>
                                      </p:cBhvr>
                                      <p:tavLst>
                                        <p:tav tm="0">
                                          <p:val>
                                            <p:strVal val="ppt_h"/>
                                          </p:val>
                                        </p:tav>
                                        <p:tav tm="100000">
                                          <p:val>
                                            <p:fltVal val="0"/>
                                          </p:val>
                                        </p:tav>
                                      </p:tavLst>
                                    </p:anim>
                                    <p:animEffect transition="out" filter="fade">
                                      <p:cBhvr>
                                        <p:cTn id="39" dur="500"/>
                                        <p:tgtEl>
                                          <p:spTgt spid="122"/>
                                        </p:tgtEl>
                                      </p:cBhvr>
                                    </p:animEffect>
                                    <p:set>
                                      <p:cBhvr>
                                        <p:cTn id="40" dur="1" fill="hold">
                                          <p:stCondLst>
                                            <p:cond delay="499"/>
                                          </p:stCondLst>
                                        </p:cTn>
                                        <p:tgtEl>
                                          <p:spTgt spid="122"/>
                                        </p:tgtEl>
                                        <p:attrNameLst>
                                          <p:attrName>style.visibility</p:attrName>
                                        </p:attrNameLst>
                                      </p:cBhvr>
                                      <p:to>
                                        <p:strVal val="hidden"/>
                                      </p:to>
                                    </p:set>
                                  </p:childTnLst>
                                </p:cTn>
                              </p:par>
                              <p:par>
                                <p:cTn id="41" presetID="53" presetClass="exit" presetSubtype="32" fill="hold" grpId="1" nodeType="withEffect">
                                  <p:stCondLst>
                                    <p:cond delay="0"/>
                                  </p:stCondLst>
                                  <p:childTnLst>
                                    <p:anim calcmode="lin" valueType="num">
                                      <p:cBhvr>
                                        <p:cTn id="42" dur="500"/>
                                        <p:tgtEl>
                                          <p:spTgt spid="123"/>
                                        </p:tgtEl>
                                        <p:attrNameLst>
                                          <p:attrName>ppt_w</p:attrName>
                                        </p:attrNameLst>
                                      </p:cBhvr>
                                      <p:tavLst>
                                        <p:tav tm="0">
                                          <p:val>
                                            <p:strVal val="ppt_w"/>
                                          </p:val>
                                        </p:tav>
                                        <p:tav tm="100000">
                                          <p:val>
                                            <p:fltVal val="0"/>
                                          </p:val>
                                        </p:tav>
                                      </p:tavLst>
                                    </p:anim>
                                    <p:anim calcmode="lin" valueType="num">
                                      <p:cBhvr>
                                        <p:cTn id="43" dur="500"/>
                                        <p:tgtEl>
                                          <p:spTgt spid="123"/>
                                        </p:tgtEl>
                                        <p:attrNameLst>
                                          <p:attrName>ppt_h</p:attrName>
                                        </p:attrNameLst>
                                      </p:cBhvr>
                                      <p:tavLst>
                                        <p:tav tm="0">
                                          <p:val>
                                            <p:strVal val="ppt_h"/>
                                          </p:val>
                                        </p:tav>
                                        <p:tav tm="100000">
                                          <p:val>
                                            <p:fltVal val="0"/>
                                          </p:val>
                                        </p:tav>
                                      </p:tavLst>
                                    </p:anim>
                                    <p:animEffect transition="out" filter="fade">
                                      <p:cBhvr>
                                        <p:cTn id="44" dur="500"/>
                                        <p:tgtEl>
                                          <p:spTgt spid="123"/>
                                        </p:tgtEl>
                                      </p:cBhvr>
                                    </p:animEffect>
                                    <p:set>
                                      <p:cBhvr>
                                        <p:cTn id="45" dur="1" fill="hold">
                                          <p:stCondLst>
                                            <p:cond delay="499"/>
                                          </p:stCondLst>
                                        </p:cTn>
                                        <p:tgtEl>
                                          <p:spTgt spid="123"/>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124"/>
                                        </p:tgtEl>
                                        <p:attrNameLst>
                                          <p:attrName>style.visibility</p:attrName>
                                        </p:attrNameLst>
                                      </p:cBhvr>
                                      <p:to>
                                        <p:strVal val="visible"/>
                                      </p:to>
                                    </p:set>
                                    <p:anim calcmode="lin" valueType="num">
                                      <p:cBhvr>
                                        <p:cTn id="50" dur="500" fill="hold"/>
                                        <p:tgtEl>
                                          <p:spTgt spid="124"/>
                                        </p:tgtEl>
                                        <p:attrNameLst>
                                          <p:attrName>ppt_w</p:attrName>
                                        </p:attrNameLst>
                                      </p:cBhvr>
                                      <p:tavLst>
                                        <p:tav tm="0">
                                          <p:val>
                                            <p:fltVal val="0"/>
                                          </p:val>
                                        </p:tav>
                                        <p:tav tm="100000">
                                          <p:val>
                                            <p:strVal val="#ppt_w"/>
                                          </p:val>
                                        </p:tav>
                                      </p:tavLst>
                                    </p:anim>
                                    <p:anim calcmode="lin" valueType="num">
                                      <p:cBhvr>
                                        <p:cTn id="51" dur="500" fill="hold"/>
                                        <p:tgtEl>
                                          <p:spTgt spid="124"/>
                                        </p:tgtEl>
                                        <p:attrNameLst>
                                          <p:attrName>ppt_h</p:attrName>
                                        </p:attrNameLst>
                                      </p:cBhvr>
                                      <p:tavLst>
                                        <p:tav tm="0">
                                          <p:val>
                                            <p:fltVal val="0"/>
                                          </p:val>
                                        </p:tav>
                                        <p:tav tm="100000">
                                          <p:val>
                                            <p:strVal val="#ppt_h"/>
                                          </p:val>
                                        </p:tav>
                                      </p:tavLst>
                                    </p:anim>
                                    <p:animEffect transition="in" filter="fade">
                                      <p:cBhvr>
                                        <p:cTn id="52" dur="500"/>
                                        <p:tgtEl>
                                          <p:spTgt spid="124"/>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125"/>
                                        </p:tgtEl>
                                        <p:attrNameLst>
                                          <p:attrName>style.visibility</p:attrName>
                                        </p:attrNameLst>
                                      </p:cBhvr>
                                      <p:to>
                                        <p:strVal val="visible"/>
                                      </p:to>
                                    </p:set>
                                    <p:anim calcmode="lin" valueType="num">
                                      <p:cBhvr>
                                        <p:cTn id="55" dur="500" fill="hold"/>
                                        <p:tgtEl>
                                          <p:spTgt spid="125"/>
                                        </p:tgtEl>
                                        <p:attrNameLst>
                                          <p:attrName>ppt_w</p:attrName>
                                        </p:attrNameLst>
                                      </p:cBhvr>
                                      <p:tavLst>
                                        <p:tav tm="0">
                                          <p:val>
                                            <p:fltVal val="0"/>
                                          </p:val>
                                        </p:tav>
                                        <p:tav tm="100000">
                                          <p:val>
                                            <p:strVal val="#ppt_w"/>
                                          </p:val>
                                        </p:tav>
                                      </p:tavLst>
                                    </p:anim>
                                    <p:anim calcmode="lin" valueType="num">
                                      <p:cBhvr>
                                        <p:cTn id="56" dur="500" fill="hold"/>
                                        <p:tgtEl>
                                          <p:spTgt spid="125"/>
                                        </p:tgtEl>
                                        <p:attrNameLst>
                                          <p:attrName>ppt_h</p:attrName>
                                        </p:attrNameLst>
                                      </p:cBhvr>
                                      <p:tavLst>
                                        <p:tav tm="0">
                                          <p:val>
                                            <p:fltVal val="0"/>
                                          </p:val>
                                        </p:tav>
                                        <p:tav tm="100000">
                                          <p:val>
                                            <p:strVal val="#ppt_h"/>
                                          </p:val>
                                        </p:tav>
                                      </p:tavLst>
                                    </p:anim>
                                    <p:animEffect transition="in" filter="fade">
                                      <p:cBhvr>
                                        <p:cTn id="57" dur="500"/>
                                        <p:tgtEl>
                                          <p:spTgt spid="125"/>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xit" presetSubtype="32" fill="hold" grpId="1" nodeType="clickEffect">
                                  <p:stCondLst>
                                    <p:cond delay="0"/>
                                  </p:stCondLst>
                                  <p:childTnLst>
                                    <p:anim calcmode="lin" valueType="num">
                                      <p:cBhvr>
                                        <p:cTn id="61" dur="500"/>
                                        <p:tgtEl>
                                          <p:spTgt spid="124"/>
                                        </p:tgtEl>
                                        <p:attrNameLst>
                                          <p:attrName>ppt_w</p:attrName>
                                        </p:attrNameLst>
                                      </p:cBhvr>
                                      <p:tavLst>
                                        <p:tav tm="0">
                                          <p:val>
                                            <p:strVal val="ppt_w"/>
                                          </p:val>
                                        </p:tav>
                                        <p:tav tm="100000">
                                          <p:val>
                                            <p:fltVal val="0"/>
                                          </p:val>
                                        </p:tav>
                                      </p:tavLst>
                                    </p:anim>
                                    <p:anim calcmode="lin" valueType="num">
                                      <p:cBhvr>
                                        <p:cTn id="62" dur="500"/>
                                        <p:tgtEl>
                                          <p:spTgt spid="124"/>
                                        </p:tgtEl>
                                        <p:attrNameLst>
                                          <p:attrName>ppt_h</p:attrName>
                                        </p:attrNameLst>
                                      </p:cBhvr>
                                      <p:tavLst>
                                        <p:tav tm="0">
                                          <p:val>
                                            <p:strVal val="ppt_h"/>
                                          </p:val>
                                        </p:tav>
                                        <p:tav tm="100000">
                                          <p:val>
                                            <p:fltVal val="0"/>
                                          </p:val>
                                        </p:tav>
                                      </p:tavLst>
                                    </p:anim>
                                    <p:animEffect transition="out" filter="fade">
                                      <p:cBhvr>
                                        <p:cTn id="63" dur="500"/>
                                        <p:tgtEl>
                                          <p:spTgt spid="124"/>
                                        </p:tgtEl>
                                      </p:cBhvr>
                                    </p:animEffect>
                                    <p:set>
                                      <p:cBhvr>
                                        <p:cTn id="64" dur="1" fill="hold">
                                          <p:stCondLst>
                                            <p:cond delay="499"/>
                                          </p:stCondLst>
                                        </p:cTn>
                                        <p:tgtEl>
                                          <p:spTgt spid="124"/>
                                        </p:tgtEl>
                                        <p:attrNameLst>
                                          <p:attrName>style.visibility</p:attrName>
                                        </p:attrNameLst>
                                      </p:cBhvr>
                                      <p:to>
                                        <p:strVal val="hidden"/>
                                      </p:to>
                                    </p:set>
                                  </p:childTnLst>
                                </p:cTn>
                              </p:par>
                              <p:par>
                                <p:cTn id="65" presetID="53" presetClass="exit" presetSubtype="32" fill="hold" grpId="1" nodeType="withEffect">
                                  <p:stCondLst>
                                    <p:cond delay="0"/>
                                  </p:stCondLst>
                                  <p:childTnLst>
                                    <p:anim calcmode="lin" valueType="num">
                                      <p:cBhvr>
                                        <p:cTn id="66" dur="500"/>
                                        <p:tgtEl>
                                          <p:spTgt spid="125"/>
                                        </p:tgtEl>
                                        <p:attrNameLst>
                                          <p:attrName>ppt_w</p:attrName>
                                        </p:attrNameLst>
                                      </p:cBhvr>
                                      <p:tavLst>
                                        <p:tav tm="0">
                                          <p:val>
                                            <p:strVal val="ppt_w"/>
                                          </p:val>
                                        </p:tav>
                                        <p:tav tm="100000">
                                          <p:val>
                                            <p:fltVal val="0"/>
                                          </p:val>
                                        </p:tav>
                                      </p:tavLst>
                                    </p:anim>
                                    <p:anim calcmode="lin" valueType="num">
                                      <p:cBhvr>
                                        <p:cTn id="67" dur="500"/>
                                        <p:tgtEl>
                                          <p:spTgt spid="125"/>
                                        </p:tgtEl>
                                        <p:attrNameLst>
                                          <p:attrName>ppt_h</p:attrName>
                                        </p:attrNameLst>
                                      </p:cBhvr>
                                      <p:tavLst>
                                        <p:tav tm="0">
                                          <p:val>
                                            <p:strVal val="ppt_h"/>
                                          </p:val>
                                        </p:tav>
                                        <p:tav tm="100000">
                                          <p:val>
                                            <p:fltVal val="0"/>
                                          </p:val>
                                        </p:tav>
                                      </p:tavLst>
                                    </p:anim>
                                    <p:animEffect transition="out" filter="fade">
                                      <p:cBhvr>
                                        <p:cTn id="68" dur="500"/>
                                        <p:tgtEl>
                                          <p:spTgt spid="125"/>
                                        </p:tgtEl>
                                      </p:cBhvr>
                                    </p:animEffect>
                                    <p:set>
                                      <p:cBhvr>
                                        <p:cTn id="69" dur="1" fill="hold">
                                          <p:stCondLst>
                                            <p:cond delay="499"/>
                                          </p:stCondLst>
                                        </p:cTn>
                                        <p:tgtEl>
                                          <p:spTgt spid="125"/>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53" presetClass="entr" presetSubtype="16" fill="hold" grpId="0" nodeType="clickEffect">
                                  <p:stCondLst>
                                    <p:cond delay="0"/>
                                  </p:stCondLst>
                                  <p:childTnLst>
                                    <p:set>
                                      <p:cBhvr>
                                        <p:cTn id="73" dur="1" fill="hold">
                                          <p:stCondLst>
                                            <p:cond delay="0"/>
                                          </p:stCondLst>
                                        </p:cTn>
                                        <p:tgtEl>
                                          <p:spTgt spid="126"/>
                                        </p:tgtEl>
                                        <p:attrNameLst>
                                          <p:attrName>style.visibility</p:attrName>
                                        </p:attrNameLst>
                                      </p:cBhvr>
                                      <p:to>
                                        <p:strVal val="visible"/>
                                      </p:to>
                                    </p:set>
                                    <p:anim calcmode="lin" valueType="num">
                                      <p:cBhvr>
                                        <p:cTn id="74" dur="500" fill="hold"/>
                                        <p:tgtEl>
                                          <p:spTgt spid="126"/>
                                        </p:tgtEl>
                                        <p:attrNameLst>
                                          <p:attrName>ppt_w</p:attrName>
                                        </p:attrNameLst>
                                      </p:cBhvr>
                                      <p:tavLst>
                                        <p:tav tm="0">
                                          <p:val>
                                            <p:fltVal val="0"/>
                                          </p:val>
                                        </p:tav>
                                        <p:tav tm="100000">
                                          <p:val>
                                            <p:strVal val="#ppt_w"/>
                                          </p:val>
                                        </p:tav>
                                      </p:tavLst>
                                    </p:anim>
                                    <p:anim calcmode="lin" valueType="num">
                                      <p:cBhvr>
                                        <p:cTn id="75" dur="500" fill="hold"/>
                                        <p:tgtEl>
                                          <p:spTgt spid="126"/>
                                        </p:tgtEl>
                                        <p:attrNameLst>
                                          <p:attrName>ppt_h</p:attrName>
                                        </p:attrNameLst>
                                      </p:cBhvr>
                                      <p:tavLst>
                                        <p:tav tm="0">
                                          <p:val>
                                            <p:fltVal val="0"/>
                                          </p:val>
                                        </p:tav>
                                        <p:tav tm="100000">
                                          <p:val>
                                            <p:strVal val="#ppt_h"/>
                                          </p:val>
                                        </p:tav>
                                      </p:tavLst>
                                    </p:anim>
                                    <p:animEffect transition="in" filter="fade">
                                      <p:cBhvr>
                                        <p:cTn id="76" dur="500"/>
                                        <p:tgtEl>
                                          <p:spTgt spid="126"/>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127"/>
                                        </p:tgtEl>
                                        <p:attrNameLst>
                                          <p:attrName>style.visibility</p:attrName>
                                        </p:attrNameLst>
                                      </p:cBhvr>
                                      <p:to>
                                        <p:strVal val="visible"/>
                                      </p:to>
                                    </p:set>
                                    <p:anim calcmode="lin" valueType="num">
                                      <p:cBhvr>
                                        <p:cTn id="79" dur="500" fill="hold"/>
                                        <p:tgtEl>
                                          <p:spTgt spid="127"/>
                                        </p:tgtEl>
                                        <p:attrNameLst>
                                          <p:attrName>ppt_w</p:attrName>
                                        </p:attrNameLst>
                                      </p:cBhvr>
                                      <p:tavLst>
                                        <p:tav tm="0">
                                          <p:val>
                                            <p:fltVal val="0"/>
                                          </p:val>
                                        </p:tav>
                                        <p:tav tm="100000">
                                          <p:val>
                                            <p:strVal val="#ppt_w"/>
                                          </p:val>
                                        </p:tav>
                                      </p:tavLst>
                                    </p:anim>
                                    <p:anim calcmode="lin" valueType="num">
                                      <p:cBhvr>
                                        <p:cTn id="80" dur="500" fill="hold"/>
                                        <p:tgtEl>
                                          <p:spTgt spid="127"/>
                                        </p:tgtEl>
                                        <p:attrNameLst>
                                          <p:attrName>ppt_h</p:attrName>
                                        </p:attrNameLst>
                                      </p:cBhvr>
                                      <p:tavLst>
                                        <p:tav tm="0">
                                          <p:val>
                                            <p:fltVal val="0"/>
                                          </p:val>
                                        </p:tav>
                                        <p:tav tm="100000">
                                          <p:val>
                                            <p:strVal val="#ppt_h"/>
                                          </p:val>
                                        </p:tav>
                                      </p:tavLst>
                                    </p:anim>
                                    <p:animEffect transition="in" filter="fade">
                                      <p:cBhvr>
                                        <p:cTn id="81"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bldLvl="0" animBg="1"/>
      <p:bldP spid="67" grpId="0" bldLvl="0" animBg="1"/>
      <p:bldP spid="121" grpId="0" bldLvl="0" animBg="1"/>
      <p:bldP spid="122" grpId="0" bldLvl="0" animBg="1"/>
      <p:bldP spid="122" grpId="1" bldLvl="0" animBg="1"/>
      <p:bldP spid="123" grpId="0" bldLvl="0" animBg="1"/>
      <p:bldP spid="123" grpId="1" bldLvl="0" animBg="1"/>
      <p:bldP spid="124" grpId="0" bldLvl="0" animBg="1"/>
      <p:bldP spid="124" grpId="1" bldLvl="0" animBg="1"/>
      <p:bldP spid="125" grpId="0" bldLvl="0" animBg="1"/>
      <p:bldP spid="125" grpId="1" bldLvl="0" animBg="1"/>
      <p:bldP spid="126" grpId="0" bldLvl="0" animBg="1"/>
      <p:bldP spid="127"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内容占位符 2"/>
          <p:cNvSpPr>
            <a:spLocks noGrp="1"/>
          </p:cNvSpPr>
          <p:nvPr>
            <p:ph idx="1"/>
          </p:nvPr>
        </p:nvSpPr>
        <p:spPr>
          <a:xfrm>
            <a:off x="179388" y="1060450"/>
            <a:ext cx="8893175" cy="431800"/>
          </a:xfrm>
          <a:solidFill>
            <a:schemeClr val="accent5">
              <a:lumMod val="60000"/>
              <a:lumOff val="40000"/>
            </a:schemeClr>
          </a:solidFill>
          <a:ln>
            <a:solidFill>
              <a:schemeClr val="tx1"/>
            </a:solidFill>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accent1"/>
              </a:buClr>
              <a:buSzPct val="100000"/>
              <a:buFont typeface="Wingdings" panose="05000000000000000000" pitchFamily="2" charset="2"/>
              <a:buNone/>
              <a:defRPr/>
            </a:pP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CLOSURE</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I </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γ</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800" b="1" i="1" u="none" strike="noStrike" kern="1200" cap="none" spc="0" normalizeH="0" baseline="0" noProof="0">
                <a:ln>
                  <a:noFill/>
                </a:ln>
                <a:solidFill>
                  <a:srgbClr val="2D83F4"/>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α</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Bβ</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800" b="1" i="0" u="none" strike="noStrike" kern="1200" cap="none" spc="0" normalizeH="0" baseline="0" noProof="0">
                <a:ln>
                  <a:noFill/>
                </a:ln>
                <a:solidFill>
                  <a:srgbClr val="2D83F4"/>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CLOSURE</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I </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γ</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P</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l-GR" altLang="zh-CN" sz="1800" b="1" i="1" u="none" strike="noStrike" kern="1200" cap="none" spc="0" normalizeH="0" baseline="0" noProof="0">
                <a:ln>
                  <a:noFill/>
                </a:ln>
                <a:solidFill>
                  <a:srgbClr val="2D83F4"/>
                </a:solidFill>
                <a:effectLst/>
                <a:uLnTx/>
                <a:uFillTx/>
                <a:latin typeface="Times New Roman" panose="02020603050405020304" pitchFamily="18" charset="0"/>
                <a:ea typeface="+mn-ea"/>
                <a:cs typeface="Times New Roman" panose="02020603050405020304" pitchFamily="18" charset="0"/>
              </a:rPr>
              <a:t>b</a:t>
            </a:r>
            <a:r>
              <a:rPr kumimoji="0" lang="el-GR" altLang="zh-CN" sz="1800" b="1" i="0" u="none" strike="noStrike" kern="1200" cap="none" spc="0" normalizeH="0" baseline="0" noProof="0">
                <a:ln>
                  <a:noFill/>
                </a:ln>
                <a:solidFill>
                  <a:srgbClr val="2D83F4"/>
                </a:solidFill>
                <a:effectLst/>
                <a:uLnTx/>
                <a:uFillTx/>
                <a:latin typeface="Times New Roman" panose="02020603050405020304" pitchFamily="18" charset="0"/>
                <a:ea typeface="+mn-ea"/>
                <a:cs typeface="Times New Roman" panose="02020603050405020304" pitchFamily="18" charset="0"/>
              </a:rPr>
              <a:t>∈</a:t>
            </a:r>
            <a:r>
              <a:rPr kumimoji="0" lang="el-GR" altLang="zh-CN" sz="1800" b="1" i="1" u="none" strike="noStrike" kern="1200" cap="none" spc="0" normalizeH="0" baseline="0" noProof="0">
                <a:ln>
                  <a:noFill/>
                </a:ln>
                <a:solidFill>
                  <a:srgbClr val="2D83F4"/>
                </a:solidFill>
                <a:effectLst/>
                <a:uLnTx/>
                <a:uFillTx/>
                <a:latin typeface="Times New Roman" panose="02020603050405020304" pitchFamily="18" charset="0"/>
                <a:ea typeface="+mn-ea"/>
                <a:cs typeface="Times New Roman" panose="02020603050405020304" pitchFamily="18" charset="0"/>
              </a:rPr>
              <a:t>FIRST</a:t>
            </a:r>
            <a:r>
              <a:rPr kumimoji="0" lang="en-US" altLang="zh-CN" sz="1800" b="1" i="0" u="none" strike="noStrike" kern="1200" cap="none" spc="0" normalizeH="0" baseline="0" noProof="0">
                <a:ln>
                  <a:noFill/>
                </a:ln>
                <a:solidFill>
                  <a:srgbClr val="2D83F4"/>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1" i="1" u="none" strike="noStrike" kern="1200" cap="none" spc="0" normalizeH="0" baseline="0" noProof="0">
                <a:ln>
                  <a:noFill/>
                </a:ln>
                <a:solidFill>
                  <a:srgbClr val="2D83F4"/>
                </a:solidFill>
                <a:effectLst/>
                <a:uLnTx/>
                <a:uFillTx/>
                <a:latin typeface="Times New Roman" panose="02020603050405020304" pitchFamily="18" charset="0"/>
                <a:ea typeface="宋体" panose="02010600030101010101" pitchFamily="2" charset="-122"/>
                <a:cs typeface="Times New Roman" panose="02020603050405020304" pitchFamily="18" charset="0"/>
              </a:rPr>
              <a:t>β</a:t>
            </a:r>
            <a:r>
              <a:rPr kumimoji="0" lang="en-US" altLang="zh-CN" sz="1800" b="1" i="0" u="none" strike="noStrike" kern="1200" cap="none" spc="0" normalizeH="0" baseline="0" noProof="0">
                <a:ln>
                  <a:noFill/>
                </a:ln>
                <a:solidFill>
                  <a:srgbClr val="2D83F4"/>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2227" name="标题 1"/>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en-US" altLang="zh-CN" sz="3000" i="1" kern="1200" dirty="0">
                <a:solidFill>
                  <a:schemeClr val="tx1"/>
                </a:solidFill>
                <a:latin typeface="Times New Roman" panose="02020603050405020304" pitchFamily="18" charset="0"/>
                <a:ea typeface="黑体" panose="02010609060101010101" pitchFamily="49" charset="-122"/>
                <a:cs typeface="+mj-cs"/>
              </a:rPr>
              <a:t>LR</a:t>
            </a:r>
            <a:r>
              <a:rPr lang="en-US" altLang="zh-CN" sz="3000" kern="1200" dirty="0">
                <a:solidFill>
                  <a:schemeClr val="tx1"/>
                </a:solidFill>
                <a:latin typeface="Times New Roman" panose="02020603050405020304" pitchFamily="18" charset="0"/>
                <a:ea typeface="黑体" panose="02010609060101010101" pitchFamily="49" charset="-122"/>
                <a:cs typeface="+mj-cs"/>
              </a:rPr>
              <a:t>(1)</a:t>
            </a:r>
            <a:r>
              <a:rPr lang="zh-CN" altLang="en-US" sz="3000" kern="1200" dirty="0">
                <a:solidFill>
                  <a:schemeClr val="tx1"/>
                </a:solidFill>
                <a:latin typeface="微软雅黑" panose="020B0503020204020204" pitchFamily="34" charset="-122"/>
                <a:ea typeface="微软雅黑" panose="020B0503020204020204" pitchFamily="34" charset="-122"/>
                <a:cs typeface="+mj-cs"/>
              </a:rPr>
              <a:t>项目集闭包</a:t>
            </a:r>
          </a:p>
        </p:txBody>
      </p:sp>
      <p:sp>
        <p:nvSpPr>
          <p:cNvPr id="52228" name="内容占位符 1"/>
          <p:cNvSpPr txBox="1"/>
          <p:nvPr/>
        </p:nvSpPr>
        <p:spPr>
          <a:xfrm>
            <a:off x="1114425" y="1635125"/>
            <a:ext cx="6913563" cy="3384550"/>
          </a:xfrm>
          <a:prstGeom prst="rect">
            <a:avLst/>
          </a:prstGeom>
          <a:solidFill>
            <a:srgbClr val="B5CEED"/>
          </a:solidFill>
          <a:ln w="12700" cap="flat" cmpd="sng">
            <a:solidFill>
              <a:schemeClr val="tx1"/>
            </a:solidFill>
            <a:prstDash val="solid"/>
            <a:miter/>
            <a:headEnd type="none" w="med" len="med"/>
            <a:tailEnd type="none" w="med" len="med"/>
          </a:ln>
        </p:spPr>
        <p:txBody>
          <a:bodyPr anchor="ctr" anchorCtr="0"/>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273050" lvl="0" indent="-273050" eaLnBrk="1" hangingPunct="1">
              <a:lnSpc>
                <a:spcPts val="2500"/>
              </a:lnSpc>
              <a:spcBef>
                <a:spcPct val="0"/>
              </a:spcBef>
              <a:buClrTx/>
              <a:buSzTx/>
              <a:buFont typeface="Arial" panose="020B0604020202020204" pitchFamily="34" charset="0"/>
              <a:buNone/>
            </a:pPr>
            <a:r>
              <a:rPr lang="en-US" altLang="zh-CN" sz="2000" b="1" dirty="0">
                <a:solidFill>
                  <a:schemeClr val="tx1"/>
                </a:solidFill>
                <a:latin typeface="Times New Roman" panose="02020603050405020304" pitchFamily="18" charset="0"/>
                <a:ea typeface="华文楷体" panose="02010600040101010101" pitchFamily="2" charset="-122"/>
              </a:rPr>
              <a:t>SetOfltems</a:t>
            </a:r>
            <a:r>
              <a:rPr lang="zh-CN" altLang="en-US" sz="2000" b="1" dirty="0">
                <a:solidFill>
                  <a:schemeClr val="tx1"/>
                </a:solidFill>
                <a:latin typeface="Times New Roman" panose="02020603050405020304" pitchFamily="18" charset="0"/>
                <a:ea typeface="华文楷体" panose="02010600040101010101" pitchFamily="2" charset="-122"/>
              </a:rPr>
              <a:t> </a:t>
            </a:r>
            <a:r>
              <a:rPr lang="en-US" altLang="zh-CN" sz="2000" b="1" dirty="0">
                <a:solidFill>
                  <a:schemeClr val="tx1"/>
                </a:solidFill>
                <a:latin typeface="Times New Roman" panose="02020603050405020304" pitchFamily="18" charset="0"/>
                <a:ea typeface="华文楷体" panose="02010600040101010101" pitchFamily="2" charset="-122"/>
              </a:rPr>
              <a:t>CLOSURE</a:t>
            </a:r>
            <a:r>
              <a:rPr lang="en-US" altLang="zh-CN" sz="2000" b="1" dirty="0">
                <a:solidFill>
                  <a:schemeClr val="tx1"/>
                </a:solidFill>
                <a:latin typeface="Times New Roman" panose="02020603050405020304" pitchFamily="18" charset="0"/>
                <a:ea typeface="楷体" panose="02010609060101010101" pitchFamily="49" charset="-122"/>
              </a:rPr>
              <a:t> (</a:t>
            </a:r>
            <a:r>
              <a:rPr lang="en-US" altLang="zh-CN" sz="2000" b="1" i="1" dirty="0">
                <a:solidFill>
                  <a:schemeClr val="tx1"/>
                </a:solidFill>
                <a:latin typeface="Times New Roman" panose="02020603050405020304" pitchFamily="18" charset="0"/>
                <a:ea typeface="楷体" panose="02010609060101010101" pitchFamily="49" charset="-122"/>
              </a:rPr>
              <a:t> I </a:t>
            </a:r>
            <a:r>
              <a:rPr lang="en-US" altLang="zh-CN" sz="2000" b="1" dirty="0">
                <a:solidFill>
                  <a:schemeClr val="tx1"/>
                </a:solidFill>
                <a:latin typeface="Times New Roman" panose="02020603050405020304" pitchFamily="18" charset="0"/>
                <a:ea typeface="楷体" panose="02010609060101010101" pitchFamily="49" charset="-122"/>
              </a:rPr>
              <a:t>) {</a:t>
            </a:r>
          </a:p>
          <a:p>
            <a:pPr marL="273050" lvl="0" indent="-273050" eaLnBrk="1" hangingPunct="1">
              <a:lnSpc>
                <a:spcPts val="2500"/>
              </a:lnSpc>
              <a:spcBef>
                <a:spcPct val="0"/>
              </a:spcBef>
              <a:buClrTx/>
              <a:buSzTx/>
              <a:buFont typeface="Arial" panose="020B0604020202020204" pitchFamily="34" charset="0"/>
              <a:buNone/>
            </a:pPr>
            <a:r>
              <a:rPr lang="en-US" altLang="zh-CN" sz="2000" b="1" dirty="0">
                <a:solidFill>
                  <a:schemeClr val="tx1"/>
                </a:solidFill>
                <a:latin typeface="Times New Roman" panose="02020603050405020304" pitchFamily="18" charset="0"/>
                <a:ea typeface="楷体" panose="02010609060101010101" pitchFamily="49" charset="-122"/>
              </a:rPr>
              <a:t>          repeat</a:t>
            </a:r>
            <a:endParaRPr lang="zh-CN" altLang="en-US" sz="2000" b="1" dirty="0">
              <a:solidFill>
                <a:schemeClr val="tx1"/>
              </a:solidFill>
              <a:latin typeface="Times New Roman" panose="02020603050405020304" pitchFamily="18" charset="0"/>
              <a:ea typeface="楷体" panose="02010609060101010101" pitchFamily="49" charset="-122"/>
            </a:endParaRPr>
          </a:p>
          <a:p>
            <a:pPr marL="273050" lvl="0" indent="-273050" eaLnBrk="1" hangingPunct="1">
              <a:lnSpc>
                <a:spcPts val="2500"/>
              </a:lnSpc>
              <a:spcBef>
                <a:spcPct val="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楷体" panose="02010609060101010101" pitchFamily="49" charset="-122"/>
              </a:rPr>
              <a:t>                   </a:t>
            </a:r>
            <a:r>
              <a:rPr lang="en-US" altLang="zh-CN" sz="2000" b="1" dirty="0">
                <a:solidFill>
                  <a:schemeClr val="tx1"/>
                </a:solidFill>
                <a:latin typeface="Times New Roman" panose="02020603050405020304" pitchFamily="18" charset="0"/>
                <a:ea typeface="楷体" panose="02010609060101010101" pitchFamily="49" charset="-122"/>
              </a:rPr>
              <a:t> for ( </a:t>
            </a:r>
            <a:r>
              <a:rPr lang="en-US" altLang="zh-CN" sz="2000" b="1" i="1" dirty="0">
                <a:solidFill>
                  <a:schemeClr val="tx1"/>
                </a:solidFill>
                <a:latin typeface="Times New Roman" panose="02020603050405020304" pitchFamily="18" charset="0"/>
                <a:ea typeface="楷体" panose="02010609060101010101" pitchFamily="49" charset="-122"/>
              </a:rPr>
              <a:t>I</a:t>
            </a:r>
            <a:r>
              <a:rPr lang="zh-CN" altLang="en-US" sz="2000" b="1" dirty="0">
                <a:solidFill>
                  <a:schemeClr val="tx1"/>
                </a:solidFill>
                <a:latin typeface="Times New Roman" panose="02020603050405020304" pitchFamily="18" charset="0"/>
                <a:ea typeface="楷体" panose="02010609060101010101" pitchFamily="49" charset="-122"/>
              </a:rPr>
              <a:t>中的每个项</a:t>
            </a:r>
            <a:r>
              <a:rPr lang="en-US" altLang="zh-CN" sz="2000" b="1" dirty="0">
                <a:solidFill>
                  <a:schemeClr val="tx1"/>
                </a:solidFill>
                <a:latin typeface="Times New Roman" panose="02020603050405020304" pitchFamily="18" charset="0"/>
                <a:ea typeface="楷体" panose="02010609060101010101" pitchFamily="49" charset="-122"/>
              </a:rPr>
              <a:t>[</a:t>
            </a:r>
            <a:r>
              <a:rPr lang="en-US" altLang="zh-CN" sz="2000" b="1" i="1" dirty="0">
                <a:solidFill>
                  <a:schemeClr val="tx1"/>
                </a:solidFill>
                <a:latin typeface="Times New Roman" panose="02020603050405020304" pitchFamily="18" charset="0"/>
                <a:ea typeface="楷体" panose="02010609060101010101" pitchFamily="49" charset="-122"/>
              </a:rPr>
              <a:t>A</a:t>
            </a:r>
            <a:r>
              <a:rPr lang="en-US" altLang="zh-CN" sz="2000" b="1" i="1" dirty="0">
                <a:solidFill>
                  <a:schemeClr val="tx1"/>
                </a:solidFill>
                <a:latin typeface="Times New Roman" panose="02020603050405020304" pitchFamily="18" charset="0"/>
                <a:ea typeface="宋体" panose="02010600030101010101" pitchFamily="2" charset="-122"/>
              </a:rPr>
              <a:t> →</a:t>
            </a:r>
            <a:r>
              <a:rPr lang="el-GR" altLang="zh-CN" sz="2000" b="1" i="1" dirty="0">
                <a:solidFill>
                  <a:schemeClr val="tx1"/>
                </a:solidFill>
                <a:latin typeface="Times New Roman" panose="02020603050405020304" pitchFamily="18" charset="0"/>
                <a:ea typeface="宋体" panose="02010600030101010101" pitchFamily="2" charset="-122"/>
              </a:rPr>
              <a:t> </a:t>
            </a:r>
            <a:r>
              <a:rPr lang="en-US" altLang="zh-CN" sz="2000" b="1" i="1" dirty="0">
                <a:solidFill>
                  <a:srgbClr val="000000"/>
                </a:solidFill>
                <a:latin typeface="Times New Roman" panose="02020603050405020304" pitchFamily="18" charset="0"/>
                <a:ea typeface="宋体" panose="02010600030101010101" pitchFamily="2" charset="-122"/>
              </a:rPr>
              <a:t>α</a:t>
            </a:r>
            <a:r>
              <a:rPr lang="zh-CN" altLang="en-US" sz="2000" b="1" i="1" dirty="0">
                <a:solidFill>
                  <a:schemeClr val="tx1"/>
                </a:solidFill>
                <a:latin typeface="Times New Roman" panose="02020603050405020304" pitchFamily="18" charset="0"/>
                <a:ea typeface="楷体" panose="02010609060101010101" pitchFamily="49" charset="-122"/>
              </a:rPr>
              <a:t>∙</a:t>
            </a:r>
            <a:r>
              <a:rPr lang="en-US" altLang="zh-CN" sz="2000" b="1" i="1" dirty="0">
                <a:solidFill>
                  <a:schemeClr val="tx1"/>
                </a:solidFill>
                <a:latin typeface="Times New Roman" panose="02020603050405020304" pitchFamily="18" charset="0"/>
                <a:ea typeface="楷体" panose="02010609060101010101" pitchFamily="49" charset="-122"/>
              </a:rPr>
              <a:t>B</a:t>
            </a:r>
            <a:r>
              <a:rPr lang="el-GR" altLang="zh-CN" sz="2000" b="1" i="1" dirty="0">
                <a:solidFill>
                  <a:schemeClr val="tx1"/>
                </a:solidFill>
                <a:latin typeface="Times New Roman" panose="02020603050405020304" pitchFamily="18" charset="0"/>
                <a:ea typeface="宋体" panose="02010600030101010101" pitchFamily="2" charset="-122"/>
              </a:rPr>
              <a:t>β</a:t>
            </a:r>
            <a:r>
              <a:rPr lang="zh-CN" altLang="en-US" sz="2000" b="1" dirty="0">
                <a:solidFill>
                  <a:schemeClr val="tx1"/>
                </a:solidFill>
                <a:latin typeface="Times New Roman" panose="02020603050405020304" pitchFamily="18" charset="0"/>
                <a:ea typeface="宋体" panose="02010600030101010101" pitchFamily="2" charset="-122"/>
              </a:rPr>
              <a:t>，</a:t>
            </a:r>
            <a:r>
              <a:rPr lang="en-US" altLang="zh-CN" sz="2000" b="1" dirty="0">
                <a:solidFill>
                  <a:srgbClr val="FF0000"/>
                </a:solidFill>
                <a:latin typeface="Times New Roman" panose="02020603050405020304" pitchFamily="18" charset="0"/>
                <a:ea typeface="宋体" panose="02010600030101010101" pitchFamily="2" charset="-122"/>
              </a:rPr>
              <a:t>a</a:t>
            </a:r>
            <a:r>
              <a:rPr lang="en-US" altLang="zh-CN" sz="2000" b="1" dirty="0">
                <a:solidFill>
                  <a:schemeClr val="tx1"/>
                </a:solidFill>
                <a:latin typeface="Times New Roman" panose="02020603050405020304" pitchFamily="18" charset="0"/>
                <a:ea typeface="楷体" panose="02010609060101010101" pitchFamily="49" charset="-122"/>
              </a:rPr>
              <a:t> ]) </a:t>
            </a:r>
          </a:p>
          <a:p>
            <a:pPr marL="273050" lvl="0" indent="-273050" eaLnBrk="1" hangingPunct="1">
              <a:lnSpc>
                <a:spcPts val="2500"/>
              </a:lnSpc>
              <a:spcBef>
                <a:spcPct val="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楷体" panose="02010609060101010101" pitchFamily="49" charset="-122"/>
              </a:rPr>
              <a:t>                            </a:t>
            </a:r>
            <a:r>
              <a:rPr lang="en-US" altLang="zh-CN" sz="2000" b="1" dirty="0">
                <a:solidFill>
                  <a:schemeClr val="tx1"/>
                </a:solidFill>
                <a:latin typeface="Times New Roman" panose="02020603050405020304" pitchFamily="18" charset="0"/>
                <a:ea typeface="楷体" panose="02010609060101010101" pitchFamily="49" charset="-122"/>
              </a:rPr>
              <a:t>for (</a:t>
            </a:r>
            <a:r>
              <a:rPr lang="en-US" altLang="zh-CN" sz="2000" b="1" i="1" dirty="0">
                <a:solidFill>
                  <a:schemeClr val="tx1"/>
                </a:solidFill>
                <a:latin typeface="Times New Roman" panose="02020603050405020304" pitchFamily="18" charset="0"/>
                <a:ea typeface="黑体" panose="02010609060101010101" pitchFamily="49" charset="-122"/>
              </a:rPr>
              <a:t>G'</a:t>
            </a:r>
            <a:r>
              <a:rPr lang="zh-CN" altLang="en-US" sz="2000" b="1" dirty="0">
                <a:solidFill>
                  <a:schemeClr val="tx1"/>
                </a:solidFill>
                <a:latin typeface="Times New Roman" panose="02020603050405020304" pitchFamily="18" charset="0"/>
                <a:ea typeface="楷体" panose="02010609060101010101" pitchFamily="49" charset="-122"/>
              </a:rPr>
              <a:t>的每个产生式</a:t>
            </a:r>
            <a:r>
              <a:rPr lang="en-US" altLang="zh-CN" sz="2000" b="1" i="1" dirty="0">
                <a:solidFill>
                  <a:schemeClr val="tx1"/>
                </a:solidFill>
                <a:latin typeface="Times New Roman" panose="02020603050405020304" pitchFamily="18" charset="0"/>
                <a:ea typeface="楷体" panose="02010609060101010101" pitchFamily="49" charset="-122"/>
              </a:rPr>
              <a:t>B</a:t>
            </a:r>
            <a:r>
              <a:rPr lang="en-US" altLang="zh-CN" sz="2000" b="1" i="1" dirty="0">
                <a:solidFill>
                  <a:schemeClr val="tx1"/>
                </a:solidFill>
                <a:latin typeface="Times New Roman" panose="02020603050405020304" pitchFamily="18" charset="0"/>
                <a:ea typeface="宋体" panose="02010600030101010101" pitchFamily="2" charset="-122"/>
              </a:rPr>
              <a:t> →</a:t>
            </a:r>
            <a:r>
              <a:rPr lang="zh-CN" altLang="en-US" sz="2000" b="1" i="1" dirty="0">
                <a:solidFill>
                  <a:schemeClr val="tx1"/>
                </a:solidFill>
                <a:latin typeface="Times New Roman" panose="02020603050405020304" pitchFamily="18" charset="0"/>
                <a:ea typeface="宋体" panose="02010600030101010101" pitchFamily="2" charset="-122"/>
              </a:rPr>
              <a:t> </a:t>
            </a:r>
            <a:r>
              <a:rPr lang="en-US" altLang="zh-CN" sz="2000" b="1" i="1" dirty="0">
                <a:solidFill>
                  <a:srgbClr val="000000"/>
                </a:solidFill>
                <a:latin typeface="Times New Roman" panose="02020603050405020304" pitchFamily="18" charset="0"/>
                <a:ea typeface="楷体_GB2312"/>
              </a:rPr>
              <a:t>γ</a:t>
            </a:r>
            <a:r>
              <a:rPr lang="en-US" altLang="zh-CN" sz="2000" b="1" dirty="0">
                <a:solidFill>
                  <a:schemeClr val="tx1"/>
                </a:solidFill>
                <a:latin typeface="Times New Roman" panose="02020603050405020304" pitchFamily="18" charset="0"/>
                <a:ea typeface="楷体" panose="02010609060101010101" pitchFamily="49" charset="-122"/>
              </a:rPr>
              <a:t>) </a:t>
            </a:r>
            <a:endParaRPr lang="zh-CN" altLang="en-US" sz="2000" b="1" dirty="0">
              <a:solidFill>
                <a:schemeClr val="tx1"/>
              </a:solidFill>
              <a:latin typeface="Times New Roman" panose="02020603050405020304" pitchFamily="18" charset="0"/>
              <a:ea typeface="楷体" panose="02010609060101010101" pitchFamily="49" charset="-122"/>
            </a:endParaRPr>
          </a:p>
          <a:p>
            <a:pPr marL="273050" lvl="0" indent="-273050" eaLnBrk="1" hangingPunct="1">
              <a:lnSpc>
                <a:spcPts val="2500"/>
              </a:lnSpc>
              <a:spcBef>
                <a:spcPct val="0"/>
              </a:spcBef>
              <a:buClrTx/>
              <a:buSzTx/>
              <a:buFont typeface="Arial" panose="020B0604020202020204" pitchFamily="34" charset="0"/>
              <a:buNone/>
            </a:pPr>
            <a:r>
              <a:rPr lang="zh-CN" altLang="en-US" sz="2000" b="1" dirty="0">
                <a:solidFill>
                  <a:srgbClr val="FF0000"/>
                </a:solidFill>
                <a:latin typeface="Times New Roman" panose="02020603050405020304" pitchFamily="18" charset="0"/>
                <a:ea typeface="楷体" panose="02010609060101010101" pitchFamily="49" charset="-122"/>
              </a:rPr>
              <a:t>                                      </a:t>
            </a:r>
            <a:r>
              <a:rPr lang="en-US" altLang="zh-CN" sz="2000" b="1" dirty="0">
                <a:solidFill>
                  <a:srgbClr val="FF0000"/>
                </a:solidFill>
                <a:latin typeface="Times New Roman" panose="02020603050405020304" pitchFamily="18" charset="0"/>
                <a:ea typeface="楷体" panose="02010609060101010101" pitchFamily="49" charset="-122"/>
              </a:rPr>
              <a:t>for (</a:t>
            </a:r>
            <a:r>
              <a:rPr lang="zh-CN" altLang="en-US" sz="2000" b="1" dirty="0">
                <a:solidFill>
                  <a:srgbClr val="FF0000"/>
                </a:solidFill>
                <a:latin typeface="Times New Roman" panose="02020603050405020304" pitchFamily="18" charset="0"/>
                <a:ea typeface="楷体" panose="02010609060101010101" pitchFamily="49" charset="-122"/>
              </a:rPr>
              <a:t> </a:t>
            </a:r>
            <a:r>
              <a:rPr lang="en-US" altLang="zh-CN" sz="2000" b="1" dirty="0">
                <a:solidFill>
                  <a:srgbClr val="FF0000"/>
                </a:solidFill>
                <a:latin typeface="Times New Roman" panose="02020603050405020304" pitchFamily="18" charset="0"/>
                <a:ea typeface="楷体" panose="02010609060101010101" pitchFamily="49" charset="-122"/>
              </a:rPr>
              <a:t>FIRST (</a:t>
            </a:r>
            <a:r>
              <a:rPr lang="el-GR" altLang="zh-CN" sz="2000" b="1" i="1" dirty="0">
                <a:solidFill>
                  <a:srgbClr val="FF0000"/>
                </a:solidFill>
                <a:latin typeface="Times New Roman" panose="02020603050405020304" pitchFamily="18" charset="0"/>
                <a:ea typeface="宋体" panose="02010600030101010101" pitchFamily="2" charset="-122"/>
              </a:rPr>
              <a:t>β</a:t>
            </a:r>
            <a:r>
              <a:rPr lang="en-US" altLang="zh-CN" sz="2000" b="1" dirty="0">
                <a:solidFill>
                  <a:srgbClr val="FF0000"/>
                </a:solidFill>
                <a:latin typeface="Times New Roman" panose="02020603050405020304" pitchFamily="18" charset="0"/>
                <a:ea typeface="宋体" panose="02010600030101010101" pitchFamily="2" charset="-122"/>
              </a:rPr>
              <a:t>a</a:t>
            </a:r>
            <a:r>
              <a:rPr lang="en-US" altLang="zh-CN" sz="2000" b="1" dirty="0">
                <a:solidFill>
                  <a:srgbClr val="FF0000"/>
                </a:solidFill>
                <a:latin typeface="Times New Roman" panose="02020603050405020304" pitchFamily="18" charset="0"/>
                <a:ea typeface="楷体" panose="02010609060101010101" pitchFamily="49" charset="-122"/>
              </a:rPr>
              <a:t>)</a:t>
            </a:r>
            <a:r>
              <a:rPr lang="zh-CN" altLang="en-US" sz="2000" b="1" dirty="0">
                <a:solidFill>
                  <a:srgbClr val="FF0000"/>
                </a:solidFill>
                <a:latin typeface="Times New Roman" panose="02020603050405020304" pitchFamily="18" charset="0"/>
                <a:ea typeface="楷体" panose="02010609060101010101" pitchFamily="49" charset="-122"/>
              </a:rPr>
              <a:t>中的每个符号</a:t>
            </a:r>
            <a:r>
              <a:rPr lang="en-US" altLang="zh-CN" sz="2000" b="1" i="1" dirty="0">
                <a:solidFill>
                  <a:srgbClr val="FF0000"/>
                </a:solidFill>
                <a:latin typeface="Times New Roman" panose="02020603050405020304" pitchFamily="18" charset="0"/>
                <a:ea typeface="楷体" panose="02010609060101010101" pitchFamily="49" charset="-122"/>
              </a:rPr>
              <a:t>b</a:t>
            </a:r>
            <a:r>
              <a:rPr lang="zh-CN" altLang="en-US" sz="2000" b="1" i="1" dirty="0">
                <a:solidFill>
                  <a:srgbClr val="FF0000"/>
                </a:solidFill>
                <a:latin typeface="Times New Roman" panose="02020603050405020304" pitchFamily="18" charset="0"/>
                <a:ea typeface="宋体" panose="02010600030101010101" pitchFamily="2" charset="-122"/>
              </a:rPr>
              <a:t> </a:t>
            </a:r>
            <a:r>
              <a:rPr lang="en-US" altLang="zh-CN" sz="2000" b="1" dirty="0">
                <a:solidFill>
                  <a:srgbClr val="FF0000"/>
                </a:solidFill>
                <a:latin typeface="Times New Roman" panose="02020603050405020304" pitchFamily="18" charset="0"/>
                <a:ea typeface="楷体" panose="02010609060101010101" pitchFamily="49" charset="-122"/>
              </a:rPr>
              <a:t>) </a:t>
            </a:r>
            <a:endParaRPr lang="zh-CN" altLang="en-US" sz="2000" b="1" dirty="0">
              <a:solidFill>
                <a:srgbClr val="FF0000"/>
              </a:solidFill>
              <a:latin typeface="Times New Roman" panose="02020603050405020304" pitchFamily="18" charset="0"/>
              <a:ea typeface="楷体" panose="02010609060101010101" pitchFamily="49" charset="-122"/>
            </a:endParaRPr>
          </a:p>
          <a:p>
            <a:pPr marL="273050" lvl="0" indent="-273050" eaLnBrk="1" hangingPunct="1">
              <a:lnSpc>
                <a:spcPts val="2500"/>
              </a:lnSpc>
              <a:spcBef>
                <a:spcPct val="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楷体" panose="02010609060101010101" pitchFamily="49" charset="-122"/>
              </a:rPr>
              <a:t>                                               将</a:t>
            </a:r>
            <a:r>
              <a:rPr lang="en-US" altLang="zh-CN" sz="2000" b="1" dirty="0">
                <a:solidFill>
                  <a:schemeClr val="tx1"/>
                </a:solidFill>
                <a:latin typeface="Times New Roman" panose="02020603050405020304" pitchFamily="18" charset="0"/>
                <a:ea typeface="楷体" panose="02010609060101010101" pitchFamily="49" charset="-122"/>
              </a:rPr>
              <a:t>[ </a:t>
            </a:r>
            <a:r>
              <a:rPr lang="en-US" altLang="zh-CN" sz="2000" b="1" i="1" dirty="0">
                <a:solidFill>
                  <a:schemeClr val="tx1"/>
                </a:solidFill>
                <a:latin typeface="Times New Roman" panose="02020603050405020304" pitchFamily="18" charset="0"/>
                <a:ea typeface="楷体" panose="02010609060101010101" pitchFamily="49" charset="-122"/>
              </a:rPr>
              <a:t>B</a:t>
            </a:r>
            <a:r>
              <a:rPr lang="en-US" altLang="zh-CN" sz="2000" b="1" i="1" dirty="0">
                <a:solidFill>
                  <a:schemeClr val="tx1"/>
                </a:solidFill>
                <a:latin typeface="Times New Roman" panose="02020603050405020304" pitchFamily="18" charset="0"/>
                <a:ea typeface="宋体" panose="02010600030101010101" pitchFamily="2" charset="-122"/>
              </a:rPr>
              <a:t> →</a:t>
            </a:r>
            <a:r>
              <a:rPr lang="zh-CN" altLang="en-US" sz="2000" b="1" i="1" dirty="0">
                <a:solidFill>
                  <a:schemeClr val="tx1"/>
                </a:solidFill>
                <a:latin typeface="Times New Roman" panose="02020603050405020304" pitchFamily="18" charset="0"/>
                <a:ea typeface="宋体" panose="02010600030101010101" pitchFamily="2" charset="-122"/>
              </a:rPr>
              <a:t> </a:t>
            </a:r>
            <a:r>
              <a:rPr lang="zh-CN" altLang="en-US" sz="2000" b="1" i="1" dirty="0">
                <a:solidFill>
                  <a:schemeClr val="tx1"/>
                </a:solidFill>
                <a:latin typeface="Times New Roman" panose="02020603050405020304" pitchFamily="18" charset="0"/>
                <a:ea typeface="楷体" panose="02010609060101010101" pitchFamily="49" charset="-122"/>
              </a:rPr>
              <a:t>∙ </a:t>
            </a:r>
            <a:r>
              <a:rPr lang="en-US" altLang="zh-CN" sz="2000" b="1" i="1" dirty="0">
                <a:solidFill>
                  <a:srgbClr val="000000"/>
                </a:solidFill>
                <a:latin typeface="Times New Roman" panose="02020603050405020304" pitchFamily="18" charset="0"/>
                <a:ea typeface="楷体_GB2312"/>
              </a:rPr>
              <a:t>γ </a:t>
            </a:r>
            <a:r>
              <a:rPr lang="zh-CN" altLang="en-US" sz="2000" b="1" dirty="0">
                <a:solidFill>
                  <a:schemeClr val="tx1"/>
                </a:solidFill>
                <a:latin typeface="Times New Roman" panose="02020603050405020304" pitchFamily="18" charset="0"/>
                <a:ea typeface="宋体" panose="02010600030101010101" pitchFamily="2" charset="-122"/>
              </a:rPr>
              <a:t>，</a:t>
            </a:r>
            <a:r>
              <a:rPr lang="en-US" altLang="zh-CN" sz="2000" b="1" i="1" dirty="0">
                <a:solidFill>
                  <a:srgbClr val="FF0000"/>
                </a:solidFill>
                <a:latin typeface="Times New Roman" panose="02020603050405020304" pitchFamily="18" charset="0"/>
                <a:ea typeface="宋体" panose="02010600030101010101" pitchFamily="2" charset="-122"/>
              </a:rPr>
              <a:t>b</a:t>
            </a:r>
            <a:r>
              <a:rPr lang="en-US" altLang="zh-CN" sz="2000" b="1" dirty="0">
                <a:solidFill>
                  <a:schemeClr val="tx1"/>
                </a:solidFill>
                <a:latin typeface="Times New Roman" panose="02020603050405020304" pitchFamily="18" charset="0"/>
                <a:ea typeface="楷体" panose="02010609060101010101" pitchFamily="49" charset="-122"/>
              </a:rPr>
              <a:t>]</a:t>
            </a:r>
            <a:r>
              <a:rPr lang="zh-CN" altLang="en-US" sz="2000" b="1" dirty="0">
                <a:solidFill>
                  <a:schemeClr val="tx1"/>
                </a:solidFill>
                <a:latin typeface="Times New Roman" panose="02020603050405020304" pitchFamily="18" charset="0"/>
                <a:ea typeface="楷体" panose="02010609060101010101" pitchFamily="49" charset="-122"/>
              </a:rPr>
              <a:t>加入到集合</a:t>
            </a:r>
            <a:r>
              <a:rPr lang="en-US" altLang="zh-CN" sz="2000" b="1" i="1" dirty="0">
                <a:solidFill>
                  <a:schemeClr val="tx1"/>
                </a:solidFill>
                <a:latin typeface="Times New Roman" panose="02020603050405020304" pitchFamily="18" charset="0"/>
                <a:ea typeface="楷体" panose="02010609060101010101" pitchFamily="49" charset="-122"/>
              </a:rPr>
              <a:t>I</a:t>
            </a:r>
            <a:r>
              <a:rPr lang="zh-CN" altLang="en-US" sz="2000" b="1" dirty="0">
                <a:solidFill>
                  <a:schemeClr val="tx1"/>
                </a:solidFill>
                <a:latin typeface="Times New Roman" panose="02020603050405020304" pitchFamily="18" charset="0"/>
                <a:ea typeface="楷体" panose="02010609060101010101" pitchFamily="49" charset="-122"/>
              </a:rPr>
              <a:t>中；</a:t>
            </a:r>
          </a:p>
          <a:p>
            <a:pPr marL="273050" lvl="0" indent="-273050" eaLnBrk="1" hangingPunct="1">
              <a:lnSpc>
                <a:spcPts val="2500"/>
              </a:lnSpc>
              <a:spcBef>
                <a:spcPct val="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楷体" panose="02010609060101010101" pitchFamily="49" charset="-122"/>
              </a:rPr>
              <a:t>          </a:t>
            </a:r>
            <a:r>
              <a:rPr lang="en-US" altLang="zh-CN" sz="2000" b="1" dirty="0">
                <a:solidFill>
                  <a:schemeClr val="tx1"/>
                </a:solidFill>
                <a:latin typeface="Times New Roman" panose="02020603050405020304" pitchFamily="18" charset="0"/>
                <a:ea typeface="楷体" panose="02010609060101010101" pitchFamily="49" charset="-122"/>
              </a:rPr>
              <a:t>until</a:t>
            </a:r>
            <a:r>
              <a:rPr lang="zh-CN" altLang="en-US" sz="2000" b="1" dirty="0">
                <a:solidFill>
                  <a:schemeClr val="tx1"/>
                </a:solidFill>
                <a:latin typeface="Times New Roman" panose="02020603050405020304" pitchFamily="18" charset="0"/>
                <a:ea typeface="楷体" panose="02010609060101010101" pitchFamily="49" charset="-122"/>
              </a:rPr>
              <a:t> 不能向</a:t>
            </a:r>
            <a:r>
              <a:rPr lang="en-US" altLang="zh-CN" sz="2000" b="1" i="1" dirty="0">
                <a:solidFill>
                  <a:schemeClr val="tx1"/>
                </a:solidFill>
                <a:latin typeface="Times New Roman" panose="02020603050405020304" pitchFamily="18" charset="0"/>
                <a:ea typeface="楷体" panose="02010609060101010101" pitchFamily="49" charset="-122"/>
              </a:rPr>
              <a:t>I</a:t>
            </a:r>
            <a:r>
              <a:rPr lang="zh-CN" altLang="en-US" sz="2000" b="1" dirty="0">
                <a:solidFill>
                  <a:schemeClr val="tx1"/>
                </a:solidFill>
                <a:latin typeface="Times New Roman" panose="02020603050405020304" pitchFamily="18" charset="0"/>
                <a:ea typeface="楷体" panose="02010609060101010101" pitchFamily="49" charset="-122"/>
              </a:rPr>
              <a:t>中加入更多的项；</a:t>
            </a:r>
          </a:p>
          <a:p>
            <a:pPr marL="273050" lvl="0" indent="-273050" eaLnBrk="1" hangingPunct="1">
              <a:lnSpc>
                <a:spcPts val="2500"/>
              </a:lnSpc>
              <a:spcBef>
                <a:spcPct val="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楷体" panose="02010609060101010101" pitchFamily="49" charset="-122"/>
              </a:rPr>
              <a:t>          </a:t>
            </a:r>
            <a:r>
              <a:rPr lang="en-US" altLang="zh-CN" sz="2000" b="1" dirty="0">
                <a:solidFill>
                  <a:schemeClr val="tx1"/>
                </a:solidFill>
                <a:latin typeface="Times New Roman" panose="02020603050405020304" pitchFamily="18" charset="0"/>
                <a:ea typeface="楷体" panose="02010609060101010101" pitchFamily="49" charset="-122"/>
              </a:rPr>
              <a:t>until</a:t>
            </a:r>
            <a:r>
              <a:rPr lang="en-US" altLang="zh-CN" sz="2000" b="1" i="1" dirty="0">
                <a:solidFill>
                  <a:schemeClr val="tx1"/>
                </a:solidFill>
                <a:latin typeface="Times New Roman" panose="02020603050405020304" pitchFamily="18" charset="0"/>
                <a:ea typeface="楷体" panose="02010609060101010101" pitchFamily="49" charset="-122"/>
              </a:rPr>
              <a:t> I </a:t>
            </a:r>
            <a:r>
              <a:rPr lang="zh-CN" altLang="en-US" sz="2000" b="1" dirty="0">
                <a:solidFill>
                  <a:schemeClr val="tx1"/>
                </a:solidFill>
                <a:latin typeface="Times New Roman" panose="02020603050405020304" pitchFamily="18" charset="0"/>
                <a:ea typeface="楷体" panose="02010609060101010101" pitchFamily="49" charset="-122"/>
              </a:rPr>
              <a:t>；</a:t>
            </a:r>
          </a:p>
          <a:p>
            <a:pPr marL="273050" lvl="0" indent="-273050" eaLnBrk="1" hangingPunct="1">
              <a:lnSpc>
                <a:spcPts val="2500"/>
              </a:lnSpc>
              <a:spcBef>
                <a:spcPct val="0"/>
              </a:spcBef>
              <a:buClrTx/>
              <a:buSzTx/>
              <a:buFont typeface="Arial" panose="020B0604020202020204" pitchFamily="34" charset="0"/>
              <a:buNone/>
            </a:pPr>
            <a:r>
              <a:rPr lang="en-US" altLang="zh-CN" sz="2000" b="1" dirty="0">
                <a:solidFill>
                  <a:schemeClr val="tx1"/>
                </a:solidFill>
                <a:latin typeface="Times New Roman" panose="02020603050405020304" pitchFamily="18" charset="0"/>
                <a:ea typeface="楷体" panose="02010609060101010101" pitchFamily="49" charset="-122"/>
              </a:rPr>
              <a: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内容占位符 1"/>
          <p:cNvSpPr txBox="1"/>
          <p:nvPr/>
        </p:nvSpPr>
        <p:spPr>
          <a:xfrm>
            <a:off x="1042988" y="1851025"/>
            <a:ext cx="7129462" cy="2449513"/>
          </a:xfrm>
          <a:prstGeom prst="rect">
            <a:avLst/>
          </a:prstGeom>
          <a:solidFill>
            <a:srgbClr val="B5CEED"/>
          </a:solidFill>
          <a:ln w="12700" cap="flat" cmpd="sng">
            <a:solidFill>
              <a:schemeClr val="tx1"/>
            </a:solidFill>
            <a:prstDash val="solid"/>
            <a:miter/>
            <a:headEnd type="none" w="med" len="med"/>
            <a:tailEnd type="none" w="med" len="med"/>
          </a:ln>
        </p:spPr>
        <p:txBody>
          <a:bodyPr anchor="ctr" anchorCtr="0"/>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273050" lvl="0" indent="-273050" eaLnBrk="1" hangingPunct="1">
              <a:lnSpc>
                <a:spcPts val="2500"/>
              </a:lnSpc>
              <a:spcBef>
                <a:spcPct val="0"/>
              </a:spcBef>
              <a:buClrTx/>
              <a:buSzTx/>
              <a:buFont typeface="Arial" panose="020B0604020202020204" pitchFamily="34" charset="0"/>
              <a:buNone/>
            </a:pPr>
            <a:r>
              <a:rPr lang="en-US" altLang="zh-CN" sz="2500" b="1" dirty="0">
                <a:solidFill>
                  <a:schemeClr val="tx1"/>
                </a:solidFill>
                <a:latin typeface="Times New Roman" panose="02020603050405020304" pitchFamily="18" charset="0"/>
                <a:ea typeface="华文楷体" panose="02010600040101010101" pitchFamily="2" charset="-122"/>
              </a:rPr>
              <a:t>SetOfltems</a:t>
            </a:r>
            <a:r>
              <a:rPr lang="zh-CN" altLang="en-US" sz="2500" b="1" dirty="0">
                <a:solidFill>
                  <a:schemeClr val="tx1"/>
                </a:solidFill>
                <a:latin typeface="Times New Roman" panose="02020603050405020304" pitchFamily="18" charset="0"/>
                <a:ea typeface="华文楷体" panose="02010600040101010101" pitchFamily="2" charset="-122"/>
              </a:rPr>
              <a:t> </a:t>
            </a:r>
            <a:r>
              <a:rPr lang="en-US" altLang="zh-CN" sz="2500" b="1" dirty="0">
                <a:solidFill>
                  <a:schemeClr val="tx1"/>
                </a:solidFill>
                <a:latin typeface="Times New Roman" panose="02020603050405020304" pitchFamily="18" charset="0"/>
                <a:ea typeface="华文楷体" panose="02010600040101010101" pitchFamily="2" charset="-122"/>
              </a:rPr>
              <a:t>GOTO</a:t>
            </a:r>
            <a:r>
              <a:rPr lang="en-US" altLang="zh-CN" sz="2500" b="1" dirty="0">
                <a:solidFill>
                  <a:schemeClr val="tx1"/>
                </a:solidFill>
                <a:latin typeface="Times New Roman" panose="02020603050405020304" pitchFamily="18" charset="0"/>
                <a:ea typeface="楷体" panose="02010609060101010101" pitchFamily="49" charset="-122"/>
              </a:rPr>
              <a:t> (</a:t>
            </a:r>
            <a:r>
              <a:rPr lang="en-US" altLang="zh-CN" sz="2500" b="1" i="1" dirty="0">
                <a:solidFill>
                  <a:schemeClr val="tx1"/>
                </a:solidFill>
                <a:latin typeface="Times New Roman" panose="02020603050405020304" pitchFamily="18" charset="0"/>
                <a:ea typeface="楷体" panose="02010609060101010101" pitchFamily="49" charset="-122"/>
              </a:rPr>
              <a:t> I</a:t>
            </a:r>
            <a:r>
              <a:rPr lang="zh-CN" altLang="en-US" sz="2500" b="1" dirty="0">
                <a:solidFill>
                  <a:schemeClr val="tx1"/>
                </a:solidFill>
                <a:latin typeface="Times New Roman" panose="02020603050405020304" pitchFamily="18" charset="0"/>
                <a:ea typeface="楷体" panose="02010609060101010101" pitchFamily="49" charset="-122"/>
              </a:rPr>
              <a:t>，</a:t>
            </a:r>
            <a:r>
              <a:rPr lang="en-US" altLang="zh-CN" sz="2500" b="1" i="1" dirty="0">
                <a:solidFill>
                  <a:schemeClr val="tx1"/>
                </a:solidFill>
                <a:latin typeface="Times New Roman" panose="02020603050405020304" pitchFamily="18" charset="0"/>
                <a:ea typeface="楷体" panose="02010609060101010101" pitchFamily="49" charset="-122"/>
              </a:rPr>
              <a:t>X </a:t>
            </a:r>
            <a:r>
              <a:rPr lang="en-US" altLang="zh-CN" sz="2500" b="1" dirty="0">
                <a:solidFill>
                  <a:schemeClr val="tx1"/>
                </a:solidFill>
                <a:latin typeface="Times New Roman" panose="02020603050405020304" pitchFamily="18" charset="0"/>
                <a:ea typeface="楷体" panose="02010609060101010101" pitchFamily="49" charset="-122"/>
              </a:rPr>
              <a:t>) {</a:t>
            </a:r>
          </a:p>
          <a:p>
            <a:pPr marL="273050" lvl="0" indent="-273050" eaLnBrk="1" hangingPunct="1">
              <a:lnSpc>
                <a:spcPts val="2500"/>
              </a:lnSpc>
              <a:spcBef>
                <a:spcPct val="0"/>
              </a:spcBef>
              <a:buClrTx/>
              <a:buSzTx/>
              <a:buFont typeface="Arial" panose="020B0604020202020204" pitchFamily="34" charset="0"/>
              <a:buNone/>
            </a:pPr>
            <a:r>
              <a:rPr lang="en-US" altLang="zh-CN" sz="2500" b="1" dirty="0">
                <a:solidFill>
                  <a:schemeClr val="tx1"/>
                </a:solidFill>
                <a:latin typeface="Times New Roman" panose="02020603050405020304" pitchFamily="18" charset="0"/>
                <a:ea typeface="楷体" panose="02010609060101010101" pitchFamily="49" charset="-122"/>
              </a:rPr>
              <a:t>          </a:t>
            </a:r>
            <a:r>
              <a:rPr lang="zh-CN" altLang="en-US" sz="2500" b="1" dirty="0">
                <a:solidFill>
                  <a:schemeClr val="tx1"/>
                </a:solidFill>
                <a:latin typeface="Times New Roman" panose="02020603050405020304" pitchFamily="18" charset="0"/>
                <a:ea typeface="楷体" panose="02010609060101010101" pitchFamily="49" charset="-122"/>
              </a:rPr>
              <a:t>将</a:t>
            </a:r>
            <a:r>
              <a:rPr lang="en-US" altLang="zh-CN" sz="2500" b="1" i="1" dirty="0">
                <a:solidFill>
                  <a:schemeClr val="tx1"/>
                </a:solidFill>
                <a:latin typeface="Times New Roman" panose="02020603050405020304" pitchFamily="18" charset="0"/>
                <a:ea typeface="楷体" panose="02010609060101010101" pitchFamily="49" charset="-122"/>
              </a:rPr>
              <a:t>J</a:t>
            </a:r>
            <a:r>
              <a:rPr lang="zh-CN" altLang="en-US" sz="2500" b="1" i="1" dirty="0">
                <a:solidFill>
                  <a:schemeClr val="tx1"/>
                </a:solidFill>
                <a:latin typeface="Times New Roman" panose="02020603050405020304" pitchFamily="18" charset="0"/>
                <a:ea typeface="楷体" panose="02010609060101010101" pitchFamily="49" charset="-122"/>
              </a:rPr>
              <a:t> </a:t>
            </a:r>
            <a:r>
              <a:rPr lang="zh-CN" altLang="en-US" sz="2500" b="1" dirty="0">
                <a:solidFill>
                  <a:schemeClr val="tx1"/>
                </a:solidFill>
                <a:latin typeface="Times New Roman" panose="02020603050405020304" pitchFamily="18" charset="0"/>
                <a:ea typeface="楷体" panose="02010609060101010101" pitchFamily="49" charset="-122"/>
              </a:rPr>
              <a:t>初始化为空集；                   </a:t>
            </a:r>
          </a:p>
          <a:p>
            <a:pPr marL="273050" lvl="0" indent="-273050" eaLnBrk="1" hangingPunct="1">
              <a:lnSpc>
                <a:spcPts val="2500"/>
              </a:lnSpc>
              <a:spcBef>
                <a:spcPct val="0"/>
              </a:spcBef>
              <a:buClrTx/>
              <a:buSzTx/>
              <a:buFont typeface="Arial" panose="020B0604020202020204" pitchFamily="34" charset="0"/>
              <a:buNone/>
            </a:pPr>
            <a:r>
              <a:rPr lang="zh-CN" altLang="en-US" sz="2500" b="1" dirty="0">
                <a:solidFill>
                  <a:schemeClr val="tx1"/>
                </a:solidFill>
                <a:latin typeface="Times New Roman" panose="02020603050405020304" pitchFamily="18" charset="0"/>
                <a:ea typeface="楷体" panose="02010609060101010101" pitchFamily="49" charset="-122"/>
              </a:rPr>
              <a:t>          </a:t>
            </a:r>
            <a:r>
              <a:rPr lang="en-US" altLang="zh-CN" sz="2500" b="1" dirty="0">
                <a:solidFill>
                  <a:schemeClr val="tx1"/>
                </a:solidFill>
                <a:latin typeface="Times New Roman" panose="02020603050405020304" pitchFamily="18" charset="0"/>
                <a:ea typeface="楷体" panose="02010609060101010101" pitchFamily="49" charset="-122"/>
              </a:rPr>
              <a:t> for ( </a:t>
            </a:r>
            <a:r>
              <a:rPr lang="en-US" altLang="zh-CN" sz="2500" b="1" i="1" dirty="0">
                <a:solidFill>
                  <a:schemeClr val="tx1"/>
                </a:solidFill>
                <a:latin typeface="Times New Roman" panose="02020603050405020304" pitchFamily="18" charset="0"/>
                <a:ea typeface="楷体" panose="02010609060101010101" pitchFamily="49" charset="-122"/>
              </a:rPr>
              <a:t>I</a:t>
            </a:r>
            <a:r>
              <a:rPr lang="zh-CN" altLang="en-US" sz="2500" b="1" i="1" dirty="0">
                <a:solidFill>
                  <a:schemeClr val="tx1"/>
                </a:solidFill>
                <a:latin typeface="Times New Roman" panose="02020603050405020304" pitchFamily="18" charset="0"/>
                <a:ea typeface="楷体" panose="02010609060101010101" pitchFamily="49" charset="-122"/>
              </a:rPr>
              <a:t> </a:t>
            </a:r>
            <a:r>
              <a:rPr lang="zh-CN" altLang="en-US" sz="2500" b="1" dirty="0">
                <a:solidFill>
                  <a:schemeClr val="tx1"/>
                </a:solidFill>
                <a:latin typeface="Times New Roman" panose="02020603050405020304" pitchFamily="18" charset="0"/>
                <a:ea typeface="楷体" panose="02010609060101010101" pitchFamily="49" charset="-122"/>
              </a:rPr>
              <a:t>中的每个项</a:t>
            </a:r>
            <a:r>
              <a:rPr lang="en-US" altLang="zh-CN" sz="2500" b="1" dirty="0">
                <a:solidFill>
                  <a:schemeClr val="tx1"/>
                </a:solidFill>
                <a:latin typeface="Times New Roman" panose="02020603050405020304" pitchFamily="18" charset="0"/>
                <a:ea typeface="楷体" panose="02010609060101010101" pitchFamily="49" charset="-122"/>
              </a:rPr>
              <a:t>[</a:t>
            </a:r>
            <a:r>
              <a:rPr lang="en-US" altLang="zh-CN" sz="2500" b="1" i="1" dirty="0">
                <a:solidFill>
                  <a:schemeClr val="tx1"/>
                </a:solidFill>
                <a:latin typeface="Times New Roman" panose="02020603050405020304" pitchFamily="18" charset="0"/>
                <a:ea typeface="楷体" panose="02010609060101010101" pitchFamily="49" charset="-122"/>
              </a:rPr>
              <a:t>A</a:t>
            </a:r>
            <a:r>
              <a:rPr lang="en-US" altLang="zh-CN" sz="2500" b="1" i="1" dirty="0">
                <a:solidFill>
                  <a:schemeClr val="tx1"/>
                </a:solidFill>
                <a:latin typeface="Times New Roman" panose="02020603050405020304" pitchFamily="18" charset="0"/>
                <a:ea typeface="宋体" panose="02010600030101010101" pitchFamily="2" charset="-122"/>
              </a:rPr>
              <a:t> →</a:t>
            </a:r>
            <a:r>
              <a:rPr lang="el-GR" altLang="zh-CN" sz="2500" b="1" i="1" dirty="0">
                <a:solidFill>
                  <a:schemeClr val="tx1"/>
                </a:solidFill>
                <a:latin typeface="Times New Roman" panose="02020603050405020304" pitchFamily="18" charset="0"/>
                <a:ea typeface="宋体" panose="02010600030101010101" pitchFamily="2" charset="-122"/>
              </a:rPr>
              <a:t> </a:t>
            </a:r>
            <a:r>
              <a:rPr lang="en-US" altLang="zh-CN" sz="2500" b="1" i="1" dirty="0">
                <a:solidFill>
                  <a:srgbClr val="000000"/>
                </a:solidFill>
                <a:latin typeface="Times New Roman" panose="02020603050405020304" pitchFamily="18" charset="0"/>
                <a:ea typeface="宋体" panose="02010600030101010101" pitchFamily="2" charset="-122"/>
              </a:rPr>
              <a:t>α</a:t>
            </a:r>
            <a:r>
              <a:rPr lang="zh-CN" altLang="en-US" sz="2500" b="1" i="1" dirty="0">
                <a:solidFill>
                  <a:schemeClr val="tx1"/>
                </a:solidFill>
                <a:latin typeface="Times New Roman" panose="02020603050405020304" pitchFamily="18" charset="0"/>
                <a:ea typeface="楷体" panose="02010609060101010101" pitchFamily="49" charset="-122"/>
              </a:rPr>
              <a:t>∙</a:t>
            </a:r>
            <a:r>
              <a:rPr lang="en-US" altLang="zh-CN" sz="2500" b="1" i="1" dirty="0">
                <a:solidFill>
                  <a:schemeClr val="tx1"/>
                </a:solidFill>
                <a:latin typeface="Times New Roman" panose="02020603050405020304" pitchFamily="18" charset="0"/>
                <a:ea typeface="楷体" panose="02010609060101010101" pitchFamily="49" charset="-122"/>
              </a:rPr>
              <a:t>X</a:t>
            </a:r>
            <a:r>
              <a:rPr lang="el-GR" altLang="zh-CN" sz="2500" b="1" i="1" dirty="0">
                <a:solidFill>
                  <a:schemeClr val="tx1"/>
                </a:solidFill>
                <a:latin typeface="Times New Roman" panose="02020603050405020304" pitchFamily="18" charset="0"/>
                <a:ea typeface="宋体" panose="02010600030101010101" pitchFamily="2" charset="-122"/>
              </a:rPr>
              <a:t>β</a:t>
            </a:r>
            <a:r>
              <a:rPr lang="zh-CN" altLang="en-US" sz="2500" b="1" dirty="0">
                <a:solidFill>
                  <a:schemeClr val="tx1"/>
                </a:solidFill>
                <a:latin typeface="Times New Roman" panose="02020603050405020304" pitchFamily="18" charset="0"/>
                <a:ea typeface="宋体" panose="02010600030101010101" pitchFamily="2" charset="-122"/>
              </a:rPr>
              <a:t>，</a:t>
            </a:r>
            <a:r>
              <a:rPr lang="en-US" altLang="zh-CN" sz="2500" b="1" dirty="0">
                <a:solidFill>
                  <a:srgbClr val="FF0000"/>
                </a:solidFill>
                <a:latin typeface="Times New Roman" panose="02020603050405020304" pitchFamily="18" charset="0"/>
                <a:ea typeface="宋体" panose="02010600030101010101" pitchFamily="2" charset="-122"/>
              </a:rPr>
              <a:t>a</a:t>
            </a:r>
            <a:r>
              <a:rPr lang="en-US" altLang="zh-CN" sz="2500" b="1" dirty="0">
                <a:solidFill>
                  <a:schemeClr val="tx1"/>
                </a:solidFill>
                <a:latin typeface="Times New Roman" panose="02020603050405020304" pitchFamily="18" charset="0"/>
                <a:ea typeface="楷体" panose="02010609060101010101" pitchFamily="49" charset="-122"/>
              </a:rPr>
              <a:t> ]) </a:t>
            </a:r>
          </a:p>
          <a:p>
            <a:pPr marL="273050" lvl="0" indent="-273050" eaLnBrk="1" hangingPunct="1">
              <a:lnSpc>
                <a:spcPts val="2500"/>
              </a:lnSpc>
              <a:spcBef>
                <a:spcPct val="0"/>
              </a:spcBef>
              <a:buClrTx/>
              <a:buSzTx/>
              <a:buFont typeface="Arial" panose="020B0604020202020204" pitchFamily="34" charset="0"/>
              <a:buNone/>
            </a:pPr>
            <a:r>
              <a:rPr lang="zh-CN" altLang="en-US" sz="2500" b="1" dirty="0">
                <a:solidFill>
                  <a:schemeClr val="tx1"/>
                </a:solidFill>
                <a:latin typeface="Times New Roman" panose="02020603050405020304" pitchFamily="18" charset="0"/>
                <a:ea typeface="楷体" panose="02010609060101010101" pitchFamily="49" charset="-122"/>
              </a:rPr>
              <a:t>                      将项</a:t>
            </a:r>
            <a:r>
              <a:rPr lang="en-US" altLang="zh-CN" sz="2500" b="1" dirty="0">
                <a:solidFill>
                  <a:schemeClr val="tx1"/>
                </a:solidFill>
                <a:latin typeface="Times New Roman" panose="02020603050405020304" pitchFamily="18" charset="0"/>
                <a:ea typeface="楷体" panose="02010609060101010101" pitchFamily="49" charset="-122"/>
              </a:rPr>
              <a:t>[ </a:t>
            </a:r>
            <a:r>
              <a:rPr lang="en-US" altLang="zh-CN" sz="2500" b="1" i="1" dirty="0">
                <a:solidFill>
                  <a:schemeClr val="tx1"/>
                </a:solidFill>
                <a:latin typeface="Times New Roman" panose="02020603050405020304" pitchFamily="18" charset="0"/>
                <a:ea typeface="楷体" panose="02010609060101010101" pitchFamily="49" charset="-122"/>
              </a:rPr>
              <a:t>A</a:t>
            </a:r>
            <a:r>
              <a:rPr lang="zh-CN" altLang="en-US" sz="2500" b="1" i="1" dirty="0">
                <a:solidFill>
                  <a:schemeClr val="tx1"/>
                </a:solidFill>
                <a:latin typeface="Times New Roman" panose="02020603050405020304" pitchFamily="18" charset="0"/>
                <a:ea typeface="楷体" panose="02010609060101010101" pitchFamily="49" charset="-122"/>
              </a:rPr>
              <a:t> </a:t>
            </a:r>
            <a:r>
              <a:rPr lang="en-US" altLang="zh-CN" sz="2500" b="1" i="1" dirty="0">
                <a:solidFill>
                  <a:schemeClr val="tx1"/>
                </a:solidFill>
                <a:latin typeface="Times New Roman" panose="02020603050405020304" pitchFamily="18" charset="0"/>
                <a:ea typeface="宋体" panose="02010600030101010101" pitchFamily="2" charset="-122"/>
              </a:rPr>
              <a:t>→</a:t>
            </a:r>
            <a:r>
              <a:rPr lang="zh-CN" altLang="en-US" sz="2500" b="1" i="1" dirty="0">
                <a:solidFill>
                  <a:schemeClr val="tx1"/>
                </a:solidFill>
                <a:latin typeface="Times New Roman" panose="02020603050405020304" pitchFamily="18" charset="0"/>
                <a:ea typeface="宋体" panose="02010600030101010101" pitchFamily="2" charset="-122"/>
              </a:rPr>
              <a:t> </a:t>
            </a:r>
            <a:r>
              <a:rPr lang="en-US" altLang="zh-CN" sz="2500" b="1" i="1" dirty="0">
                <a:solidFill>
                  <a:srgbClr val="000000"/>
                </a:solidFill>
                <a:latin typeface="Times New Roman" panose="02020603050405020304" pitchFamily="18" charset="0"/>
                <a:ea typeface="楷体_GB2312"/>
              </a:rPr>
              <a:t>α</a:t>
            </a:r>
            <a:r>
              <a:rPr lang="en-US" altLang="zh-CN" sz="2500" b="1" i="1" dirty="0">
                <a:solidFill>
                  <a:schemeClr val="tx1"/>
                </a:solidFill>
                <a:latin typeface="Times New Roman" panose="02020603050405020304" pitchFamily="18" charset="0"/>
                <a:ea typeface="楷体" panose="02010609060101010101" pitchFamily="49" charset="-122"/>
              </a:rPr>
              <a:t>X</a:t>
            </a:r>
            <a:r>
              <a:rPr lang="zh-CN" altLang="en-US" sz="2500" b="1" i="1" dirty="0">
                <a:solidFill>
                  <a:schemeClr val="tx1"/>
                </a:solidFill>
                <a:latin typeface="Times New Roman" panose="02020603050405020304" pitchFamily="18" charset="0"/>
                <a:ea typeface="楷体" panose="02010609060101010101" pitchFamily="49" charset="-122"/>
              </a:rPr>
              <a:t>∙</a:t>
            </a:r>
            <a:r>
              <a:rPr lang="el-GR" altLang="zh-CN" sz="2500" b="1" i="1" dirty="0">
                <a:solidFill>
                  <a:schemeClr val="tx1"/>
                </a:solidFill>
                <a:latin typeface="Times New Roman" panose="02020603050405020304" pitchFamily="18" charset="0"/>
                <a:ea typeface="宋体" panose="02010600030101010101" pitchFamily="2" charset="-122"/>
              </a:rPr>
              <a:t>β</a:t>
            </a:r>
            <a:r>
              <a:rPr lang="zh-CN" altLang="en-US" sz="2500" b="1" dirty="0">
                <a:solidFill>
                  <a:schemeClr val="tx1"/>
                </a:solidFill>
                <a:latin typeface="Times New Roman" panose="02020603050405020304" pitchFamily="18" charset="0"/>
                <a:ea typeface="宋体" panose="02010600030101010101" pitchFamily="2" charset="-122"/>
              </a:rPr>
              <a:t>，</a:t>
            </a:r>
            <a:r>
              <a:rPr lang="en-US" altLang="zh-CN" sz="2500" b="1" dirty="0">
                <a:solidFill>
                  <a:srgbClr val="FF0000"/>
                </a:solidFill>
                <a:latin typeface="Times New Roman" panose="02020603050405020304" pitchFamily="18" charset="0"/>
                <a:ea typeface="宋体" panose="02010600030101010101" pitchFamily="2" charset="-122"/>
              </a:rPr>
              <a:t>a</a:t>
            </a:r>
            <a:r>
              <a:rPr lang="en-US" altLang="zh-CN" sz="2500" b="1" dirty="0">
                <a:solidFill>
                  <a:schemeClr val="tx1"/>
                </a:solidFill>
                <a:latin typeface="Times New Roman" panose="02020603050405020304" pitchFamily="18" charset="0"/>
                <a:ea typeface="楷体" panose="02010609060101010101" pitchFamily="49" charset="-122"/>
              </a:rPr>
              <a:t>]</a:t>
            </a:r>
            <a:r>
              <a:rPr lang="zh-CN" altLang="en-US" sz="2500" b="1" dirty="0">
                <a:solidFill>
                  <a:schemeClr val="tx1"/>
                </a:solidFill>
                <a:latin typeface="Times New Roman" panose="02020603050405020304" pitchFamily="18" charset="0"/>
                <a:ea typeface="楷体" panose="02010609060101010101" pitchFamily="49" charset="-122"/>
              </a:rPr>
              <a:t>加入到集合</a:t>
            </a:r>
            <a:r>
              <a:rPr lang="en-US" altLang="zh-CN" sz="2500" b="1" i="1" dirty="0">
                <a:solidFill>
                  <a:schemeClr val="tx1"/>
                </a:solidFill>
                <a:latin typeface="Times New Roman" panose="02020603050405020304" pitchFamily="18" charset="0"/>
                <a:ea typeface="楷体" panose="02010609060101010101" pitchFamily="49" charset="-122"/>
              </a:rPr>
              <a:t>J</a:t>
            </a:r>
            <a:r>
              <a:rPr lang="zh-CN" altLang="en-US" sz="2500" b="1" i="1" dirty="0">
                <a:solidFill>
                  <a:schemeClr val="tx1"/>
                </a:solidFill>
                <a:latin typeface="Times New Roman" panose="02020603050405020304" pitchFamily="18" charset="0"/>
                <a:ea typeface="楷体" panose="02010609060101010101" pitchFamily="49" charset="-122"/>
              </a:rPr>
              <a:t> </a:t>
            </a:r>
            <a:r>
              <a:rPr lang="zh-CN" altLang="en-US" sz="2500" b="1" dirty="0">
                <a:solidFill>
                  <a:schemeClr val="tx1"/>
                </a:solidFill>
                <a:latin typeface="Times New Roman" panose="02020603050405020304" pitchFamily="18" charset="0"/>
                <a:ea typeface="楷体" panose="02010609060101010101" pitchFamily="49" charset="-122"/>
              </a:rPr>
              <a:t>中；</a:t>
            </a:r>
          </a:p>
          <a:p>
            <a:pPr marL="273050" lvl="0" indent="-273050" eaLnBrk="1" hangingPunct="1">
              <a:lnSpc>
                <a:spcPts val="2500"/>
              </a:lnSpc>
              <a:spcBef>
                <a:spcPct val="0"/>
              </a:spcBef>
              <a:buClrTx/>
              <a:buSzTx/>
              <a:buFont typeface="Arial" panose="020B0604020202020204" pitchFamily="34" charset="0"/>
              <a:buNone/>
            </a:pPr>
            <a:r>
              <a:rPr lang="zh-CN" altLang="en-US" sz="2500" b="1" dirty="0">
                <a:solidFill>
                  <a:schemeClr val="tx1"/>
                </a:solidFill>
                <a:latin typeface="Times New Roman" panose="02020603050405020304" pitchFamily="18" charset="0"/>
                <a:ea typeface="楷体" panose="02010609060101010101" pitchFamily="49" charset="-122"/>
              </a:rPr>
              <a:t>          </a:t>
            </a:r>
            <a:r>
              <a:rPr lang="en-US" altLang="zh-CN" sz="2500" b="1" dirty="0">
                <a:solidFill>
                  <a:schemeClr val="tx1"/>
                </a:solidFill>
                <a:latin typeface="Times New Roman" panose="02020603050405020304" pitchFamily="18" charset="0"/>
                <a:ea typeface="楷体" panose="02010609060101010101" pitchFamily="49" charset="-122"/>
              </a:rPr>
              <a:t>return</a:t>
            </a:r>
            <a:r>
              <a:rPr lang="zh-CN" altLang="en-US" sz="2500" b="1" dirty="0">
                <a:solidFill>
                  <a:schemeClr val="tx1"/>
                </a:solidFill>
                <a:latin typeface="Times New Roman" panose="02020603050405020304" pitchFamily="18" charset="0"/>
                <a:ea typeface="楷体" panose="02010609060101010101" pitchFamily="49" charset="-122"/>
              </a:rPr>
              <a:t> </a:t>
            </a:r>
            <a:r>
              <a:rPr lang="en-US" altLang="zh-CN" sz="2500" b="1" dirty="0">
                <a:solidFill>
                  <a:schemeClr val="tx1"/>
                </a:solidFill>
                <a:latin typeface="Times New Roman" panose="02020603050405020304" pitchFamily="18" charset="0"/>
                <a:ea typeface="楷体" panose="02010609060101010101" pitchFamily="49" charset="-122"/>
              </a:rPr>
              <a:t>CLOSURE (</a:t>
            </a:r>
            <a:r>
              <a:rPr lang="en-US" altLang="zh-CN" sz="2500" b="1" i="1" dirty="0">
                <a:solidFill>
                  <a:schemeClr val="tx1"/>
                </a:solidFill>
                <a:latin typeface="Times New Roman" panose="02020603050405020304" pitchFamily="18" charset="0"/>
                <a:ea typeface="楷体" panose="02010609060101010101" pitchFamily="49" charset="-122"/>
              </a:rPr>
              <a:t> J</a:t>
            </a:r>
            <a:r>
              <a:rPr lang="zh-CN" altLang="en-US" sz="2500" b="1" i="1" dirty="0">
                <a:solidFill>
                  <a:schemeClr val="tx1"/>
                </a:solidFill>
                <a:latin typeface="Times New Roman" panose="02020603050405020304" pitchFamily="18" charset="0"/>
                <a:ea typeface="楷体" panose="02010609060101010101" pitchFamily="49" charset="-122"/>
              </a:rPr>
              <a:t> </a:t>
            </a:r>
            <a:r>
              <a:rPr lang="en-US" altLang="zh-CN" sz="2500" b="1" dirty="0">
                <a:solidFill>
                  <a:schemeClr val="tx1"/>
                </a:solidFill>
                <a:latin typeface="Times New Roman" panose="02020603050405020304" pitchFamily="18" charset="0"/>
                <a:ea typeface="楷体" panose="02010609060101010101" pitchFamily="49" charset="-122"/>
              </a:rPr>
              <a:t>)</a:t>
            </a:r>
            <a:r>
              <a:rPr lang="zh-CN" altLang="en-US" sz="2500" b="1" dirty="0">
                <a:solidFill>
                  <a:schemeClr val="tx1"/>
                </a:solidFill>
                <a:latin typeface="Times New Roman" panose="02020603050405020304" pitchFamily="18" charset="0"/>
                <a:ea typeface="楷体" panose="02010609060101010101" pitchFamily="49" charset="-122"/>
              </a:rPr>
              <a:t>；</a:t>
            </a:r>
          </a:p>
          <a:p>
            <a:pPr marL="273050" lvl="0" indent="-273050" eaLnBrk="1" hangingPunct="1">
              <a:lnSpc>
                <a:spcPts val="2500"/>
              </a:lnSpc>
              <a:spcBef>
                <a:spcPct val="0"/>
              </a:spcBef>
              <a:buClrTx/>
              <a:buSzTx/>
              <a:buFont typeface="Arial" panose="020B0604020202020204" pitchFamily="34" charset="0"/>
              <a:buNone/>
            </a:pPr>
            <a:r>
              <a:rPr lang="en-US" altLang="zh-CN" sz="2500" b="1" dirty="0">
                <a:solidFill>
                  <a:schemeClr val="tx1"/>
                </a:solidFill>
                <a:latin typeface="Times New Roman" panose="02020603050405020304" pitchFamily="18" charset="0"/>
                <a:ea typeface="楷体" panose="02010609060101010101" pitchFamily="49" charset="-122"/>
              </a:rPr>
              <a:t> }</a:t>
            </a:r>
          </a:p>
        </p:txBody>
      </p:sp>
      <p:sp>
        <p:nvSpPr>
          <p:cNvPr id="51203" name="Rectangle 3"/>
          <p:cNvSpPr>
            <a:spLocks noGrp="1" noChangeArrowheads="1"/>
          </p:cNvSpPr>
          <p:nvPr>
            <p:ph idx="1"/>
          </p:nvPr>
        </p:nvSpPr>
        <p:spPr>
          <a:xfrm>
            <a:off x="361950" y="1152525"/>
            <a:ext cx="8458200" cy="555625"/>
          </a:xfrm>
          <a:solidFill>
            <a:schemeClr val="accent5">
              <a:lumMod val="60000"/>
              <a:lumOff val="40000"/>
            </a:schemeClr>
          </a:solidFill>
          <a:ln>
            <a:solidFill>
              <a:schemeClr val="tx1"/>
            </a:solidFill>
          </a:ln>
        </p:spPr>
        <p:txBody>
          <a:bodyPr vert="horz" wrap="square" lIns="92075" tIns="46038" rIns="92075" bIns="46038" numCol="1" anchor="t" anchorCtr="0" compatLnSpc="1"/>
          <a:lstStyle/>
          <a:p>
            <a:pPr marL="273050" marR="0" lvl="0" indent="-273050" algn="ctr" defTabSz="914400" rtl="0" eaLnBrk="1" fontAlgn="base" latinLnBrk="0" hangingPunct="1">
              <a:lnSpc>
                <a:spcPct val="100000"/>
              </a:lnSpc>
              <a:spcBef>
                <a:spcPct val="20000"/>
              </a:spcBef>
              <a:spcAft>
                <a:spcPct val="0"/>
              </a:spcAft>
              <a:buClr>
                <a:schemeClr val="accent1"/>
              </a:buClr>
              <a:buSzPct val="100000"/>
              <a:buFont typeface="Wingdings" panose="05000000000000000000" pitchFamily="2" charset="2"/>
              <a:buNone/>
              <a:defRPr/>
            </a:pPr>
            <a:r>
              <a:rPr kumimoji="0" lang="en-US" altLang="zh-CN" sz="25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GOTO</a:t>
            </a:r>
            <a:r>
              <a:rPr kumimoji="0" lang="en-US" altLang="zh-CN" sz="25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5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5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5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zh-CN" altLang="en-US" sz="2500" b="1" i="1"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5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0" lang="en-US" altLang="zh-CN" sz="25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CLOSURE</a:t>
            </a:r>
            <a:r>
              <a:rPr kumimoji="0" lang="en-US" altLang="zh-CN" sz="25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5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5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5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αX</a:t>
            </a:r>
            <a:r>
              <a:rPr kumimoji="0"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5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β</a:t>
            </a:r>
            <a:r>
              <a:rPr kumimoji="0" lang="en-US" altLang="zh-CN" sz="25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500" b="1" i="0" u="none" strike="noStrike" kern="1200" cap="none" spc="0" normalizeH="0" baseline="0" noProof="0">
                <a:ln>
                  <a:noFill/>
                </a:ln>
                <a:solidFill>
                  <a:srgbClr val="2D83F4"/>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5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5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5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5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α</a:t>
            </a:r>
            <a:r>
              <a:rPr kumimoji="0"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5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Xβ</a:t>
            </a:r>
            <a:r>
              <a:rPr kumimoji="0" lang="en-US" altLang="zh-CN" sz="25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500" b="1" i="0" u="none" strike="noStrike" kern="1200" cap="none" spc="0" normalizeH="0" baseline="0" noProof="0">
                <a:ln>
                  <a:noFill/>
                </a:ln>
                <a:solidFill>
                  <a:srgbClr val="2D83F4"/>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5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5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zh-CN" altLang="en-US" sz="2500" b="1" i="1"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5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
        <p:nvSpPr>
          <p:cNvPr id="51204" name="Rectangle 2"/>
          <p:cNvSpPr>
            <a:spLocks noGrp="1" noChangeArrowheads="1"/>
          </p:cNvSpPr>
          <p:nvPr>
            <p:ph type="title"/>
          </p:nvPr>
        </p:nvSpPr>
        <p:spPr>
          <a:xfrm>
            <a:off x="755650" y="268288"/>
            <a:ext cx="7931150" cy="358775"/>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000" b="1" i="1"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GOTO </a:t>
            </a:r>
            <a:r>
              <a:rPr kumimoji="0" lang="zh-CN" altLang="en-US" sz="3000" b="1" i="0" u="none" strike="noStrike" kern="120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函数</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内容占位符 1"/>
          <p:cNvSpPr txBox="1"/>
          <p:nvPr/>
        </p:nvSpPr>
        <p:spPr>
          <a:xfrm>
            <a:off x="1187450" y="1131888"/>
            <a:ext cx="6697663" cy="3455987"/>
          </a:xfrm>
          <a:prstGeom prst="rect">
            <a:avLst/>
          </a:prstGeom>
          <a:solidFill>
            <a:srgbClr val="B5CEED"/>
          </a:solidFill>
          <a:ln w="12700" cap="flat" cmpd="sng">
            <a:solidFill>
              <a:schemeClr val="tx1"/>
            </a:solidFill>
            <a:prstDash val="solid"/>
            <a:miter/>
            <a:headEnd type="none" w="med" len="med"/>
            <a:tailEnd type="none" w="med" len="med"/>
          </a:ln>
        </p:spPr>
        <p:txBody>
          <a:bodyPr anchor="ctr" anchorCtr="0"/>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273050" lvl="0" indent="-273050" eaLnBrk="1" hangingPunct="1">
              <a:lnSpc>
                <a:spcPts val="2500"/>
              </a:lnSpc>
              <a:spcBef>
                <a:spcPct val="0"/>
              </a:spcBef>
              <a:buClrTx/>
              <a:buSzTx/>
              <a:buFont typeface="Arial" panose="020B0604020202020204" pitchFamily="34" charset="0"/>
              <a:buNone/>
            </a:pPr>
            <a:r>
              <a:rPr lang="en-US" altLang="zh-CN" sz="2000" b="1" dirty="0">
                <a:solidFill>
                  <a:schemeClr val="tx1"/>
                </a:solidFill>
                <a:latin typeface="Times New Roman" panose="02020603050405020304" pitchFamily="18" charset="0"/>
                <a:ea typeface="华文楷体" panose="02010600040101010101" pitchFamily="2" charset="-122"/>
              </a:rPr>
              <a:t>void</a:t>
            </a:r>
            <a:r>
              <a:rPr lang="zh-CN" altLang="en-US" sz="2000" b="1" dirty="0">
                <a:solidFill>
                  <a:schemeClr val="tx1"/>
                </a:solidFill>
                <a:latin typeface="Times New Roman" panose="02020603050405020304" pitchFamily="18" charset="0"/>
                <a:ea typeface="华文楷体" panose="02010600040101010101" pitchFamily="2" charset="-122"/>
              </a:rPr>
              <a:t> </a:t>
            </a:r>
            <a:r>
              <a:rPr lang="en-US" altLang="zh-CN" sz="2000" b="1" i="1" dirty="0">
                <a:solidFill>
                  <a:schemeClr val="tx1"/>
                </a:solidFill>
                <a:latin typeface="Times New Roman" panose="02020603050405020304" pitchFamily="18" charset="0"/>
                <a:ea typeface="华文楷体" panose="02010600040101010101" pitchFamily="2" charset="-122"/>
              </a:rPr>
              <a:t>items</a:t>
            </a:r>
            <a:r>
              <a:rPr lang="en-US" altLang="zh-CN" sz="2000" b="1" dirty="0">
                <a:solidFill>
                  <a:schemeClr val="tx1"/>
                </a:solidFill>
                <a:latin typeface="Times New Roman" panose="02020603050405020304" pitchFamily="18" charset="0"/>
                <a:ea typeface="楷体" panose="02010609060101010101" pitchFamily="49" charset="-122"/>
              </a:rPr>
              <a:t> (</a:t>
            </a:r>
            <a:r>
              <a:rPr lang="en-US" altLang="zh-CN" sz="2000" b="1" i="1" dirty="0">
                <a:solidFill>
                  <a:schemeClr val="tx1"/>
                </a:solidFill>
                <a:latin typeface="Times New Roman" panose="02020603050405020304" pitchFamily="18" charset="0"/>
                <a:ea typeface="黑体" panose="02010609060101010101" pitchFamily="49" charset="-122"/>
              </a:rPr>
              <a:t>G'</a:t>
            </a:r>
            <a:r>
              <a:rPr lang="zh-CN" altLang="en-US" sz="2000" b="1" i="1" dirty="0">
                <a:solidFill>
                  <a:schemeClr val="tx1"/>
                </a:solidFill>
                <a:latin typeface="Times New Roman" panose="02020603050405020304" pitchFamily="18" charset="0"/>
                <a:ea typeface="黑体" panose="02010609060101010101" pitchFamily="49" charset="-122"/>
              </a:rPr>
              <a:t> </a:t>
            </a:r>
            <a:r>
              <a:rPr lang="en-US" altLang="zh-CN" sz="2000" b="1" dirty="0">
                <a:solidFill>
                  <a:schemeClr val="tx1"/>
                </a:solidFill>
                <a:latin typeface="Times New Roman" panose="02020603050405020304" pitchFamily="18" charset="0"/>
                <a:ea typeface="楷体" panose="02010609060101010101" pitchFamily="49" charset="-122"/>
              </a:rPr>
              <a:t>) {</a:t>
            </a:r>
          </a:p>
          <a:p>
            <a:pPr marL="273050" lvl="0" indent="-273050" eaLnBrk="1" hangingPunct="1">
              <a:lnSpc>
                <a:spcPts val="2500"/>
              </a:lnSpc>
              <a:spcBef>
                <a:spcPct val="0"/>
              </a:spcBef>
              <a:buClrTx/>
              <a:buSzTx/>
              <a:buFont typeface="Arial" panose="020B0604020202020204" pitchFamily="34" charset="0"/>
              <a:buNone/>
            </a:pPr>
            <a:r>
              <a:rPr lang="en-US" altLang="zh-CN" sz="2000" b="1" dirty="0">
                <a:solidFill>
                  <a:schemeClr val="tx1"/>
                </a:solidFill>
                <a:latin typeface="Times New Roman" panose="02020603050405020304" pitchFamily="18" charset="0"/>
                <a:ea typeface="楷体" panose="02010609060101010101" pitchFamily="49" charset="-122"/>
              </a:rPr>
              <a:t>          </a:t>
            </a:r>
            <a:r>
              <a:rPr lang="zh-CN" altLang="en-US" sz="2000" b="1" dirty="0">
                <a:solidFill>
                  <a:schemeClr val="tx1"/>
                </a:solidFill>
                <a:latin typeface="Times New Roman" panose="02020603050405020304" pitchFamily="18" charset="0"/>
                <a:ea typeface="楷体" panose="02010609060101010101" pitchFamily="49" charset="-122"/>
              </a:rPr>
              <a:t>将</a:t>
            </a:r>
            <a:r>
              <a:rPr lang="en-US" altLang="zh-CN" sz="2000" b="1" i="1" dirty="0">
                <a:solidFill>
                  <a:schemeClr val="tx1"/>
                </a:solidFill>
                <a:latin typeface="Times New Roman" panose="02020603050405020304" pitchFamily="18" charset="0"/>
                <a:ea typeface="楷体" panose="02010609060101010101" pitchFamily="49" charset="-122"/>
              </a:rPr>
              <a:t>C</a:t>
            </a:r>
            <a:r>
              <a:rPr lang="zh-CN" altLang="en-US" sz="2000" b="1" dirty="0">
                <a:solidFill>
                  <a:schemeClr val="tx1"/>
                </a:solidFill>
                <a:latin typeface="Times New Roman" panose="02020603050405020304" pitchFamily="18" charset="0"/>
                <a:ea typeface="楷体" panose="02010609060101010101" pitchFamily="49" charset="-122"/>
              </a:rPr>
              <a:t>初始化为</a:t>
            </a:r>
            <a:r>
              <a:rPr lang="en-US" altLang="zh-CN" sz="2000" b="1" dirty="0">
                <a:solidFill>
                  <a:schemeClr val="tx1"/>
                </a:solidFill>
                <a:latin typeface="Times New Roman" panose="02020603050405020304" pitchFamily="18" charset="0"/>
                <a:ea typeface="楷体" panose="02010609060101010101" pitchFamily="49" charset="-122"/>
              </a:rPr>
              <a:t>{CLOSURE ({[</a:t>
            </a:r>
            <a:r>
              <a:rPr lang="zh-CN" altLang="en-US" sz="2000" b="1" i="1" dirty="0">
                <a:solidFill>
                  <a:schemeClr val="tx1"/>
                </a:solidFill>
                <a:latin typeface="Times New Roman" panose="02020603050405020304" pitchFamily="18" charset="0"/>
                <a:ea typeface="黑体" panose="02010609060101010101" pitchFamily="49" charset="-122"/>
              </a:rPr>
              <a:t> </a:t>
            </a:r>
            <a:r>
              <a:rPr lang="en-US" altLang="zh-CN" sz="2000" b="1" i="1" dirty="0">
                <a:solidFill>
                  <a:schemeClr val="tx1"/>
                </a:solidFill>
                <a:latin typeface="Times New Roman" panose="02020603050405020304" pitchFamily="18" charset="0"/>
                <a:ea typeface="黑体" panose="02010609060101010101" pitchFamily="49" charset="-122"/>
              </a:rPr>
              <a:t>S'</a:t>
            </a:r>
            <a:r>
              <a:rPr lang="en-US" altLang="zh-CN" sz="2000" b="1" i="1" dirty="0">
                <a:solidFill>
                  <a:schemeClr val="tx1"/>
                </a:solidFill>
                <a:latin typeface="Times New Roman" panose="02020603050405020304" pitchFamily="18" charset="0"/>
                <a:ea typeface="宋体" panose="02010600030101010101" pitchFamily="2" charset="-122"/>
              </a:rPr>
              <a:t> →</a:t>
            </a:r>
            <a:r>
              <a:rPr lang="zh-CN" altLang="en-US" sz="2000" b="1" i="1" dirty="0">
                <a:solidFill>
                  <a:schemeClr val="tx1"/>
                </a:solidFill>
                <a:latin typeface="Times New Roman" panose="02020603050405020304" pitchFamily="18" charset="0"/>
                <a:ea typeface="宋体" panose="02010600030101010101" pitchFamily="2" charset="-122"/>
              </a:rPr>
              <a:t> </a:t>
            </a:r>
            <a:r>
              <a:rPr lang="zh-CN" altLang="en-US" sz="2000" b="1" i="1" dirty="0">
                <a:solidFill>
                  <a:schemeClr val="tx1"/>
                </a:solidFill>
                <a:latin typeface="Times New Roman" panose="02020603050405020304" pitchFamily="18" charset="0"/>
                <a:ea typeface="楷体" panose="02010609060101010101" pitchFamily="49" charset="-122"/>
              </a:rPr>
              <a:t>∙ </a:t>
            </a:r>
            <a:r>
              <a:rPr lang="en-US" altLang="zh-CN" sz="2000" b="1" i="1" dirty="0">
                <a:solidFill>
                  <a:schemeClr val="tx1"/>
                </a:solidFill>
                <a:latin typeface="Times New Roman" panose="02020603050405020304" pitchFamily="18" charset="0"/>
                <a:ea typeface="楷体" panose="02010609060101010101" pitchFamily="49" charset="-122"/>
              </a:rPr>
              <a:t>S</a:t>
            </a:r>
            <a:r>
              <a:rPr lang="en-US" altLang="zh-CN" sz="2000" b="1" dirty="0">
                <a:solidFill>
                  <a:schemeClr val="tx1"/>
                </a:solidFill>
                <a:latin typeface="Times New Roman" panose="02020603050405020304" pitchFamily="18" charset="0"/>
                <a:ea typeface="宋体" panose="02010600030101010101" pitchFamily="2" charset="-122"/>
              </a:rPr>
              <a:t>, </a:t>
            </a:r>
            <a:r>
              <a:rPr lang="en-US" altLang="zh-CN" sz="2000" b="1" dirty="0">
                <a:solidFill>
                  <a:srgbClr val="FF0000"/>
                </a:solidFill>
                <a:latin typeface="华文楷体" panose="02010600040101010101" pitchFamily="2" charset="-122"/>
                <a:ea typeface="宋体" panose="02010600030101010101" pitchFamily="2" charset="-122"/>
              </a:rPr>
              <a:t>$</a:t>
            </a:r>
            <a:r>
              <a:rPr lang="en-US" altLang="zh-CN" sz="2000" b="1" dirty="0">
                <a:solidFill>
                  <a:schemeClr val="tx1"/>
                </a:solidFill>
                <a:latin typeface="Times New Roman" panose="02020603050405020304" pitchFamily="18" charset="0"/>
                <a:ea typeface="楷体" panose="02010609060101010101" pitchFamily="49" charset="-122"/>
              </a:rPr>
              <a:t>]} )}  </a:t>
            </a:r>
            <a:r>
              <a:rPr lang="zh-CN" altLang="en-US" sz="2000" b="1" dirty="0">
                <a:solidFill>
                  <a:schemeClr val="tx1"/>
                </a:solidFill>
                <a:latin typeface="Times New Roman" panose="02020603050405020304" pitchFamily="18" charset="0"/>
                <a:ea typeface="楷体" panose="02010609060101010101" pitchFamily="49" charset="-122"/>
              </a:rPr>
              <a:t>；</a:t>
            </a:r>
            <a:endParaRPr lang="en-US" altLang="zh-CN" sz="2000" b="1" dirty="0">
              <a:solidFill>
                <a:schemeClr val="tx1"/>
              </a:solidFill>
              <a:latin typeface="Times New Roman" panose="02020603050405020304" pitchFamily="18" charset="0"/>
              <a:ea typeface="楷体" panose="02010609060101010101" pitchFamily="49" charset="-122"/>
            </a:endParaRPr>
          </a:p>
          <a:p>
            <a:pPr marL="273050" lvl="0" indent="-273050" eaLnBrk="1" hangingPunct="1">
              <a:lnSpc>
                <a:spcPts val="2500"/>
              </a:lnSpc>
              <a:spcBef>
                <a:spcPct val="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楷体" panose="02010609060101010101" pitchFamily="49" charset="-122"/>
              </a:rPr>
              <a:t>          </a:t>
            </a:r>
            <a:r>
              <a:rPr lang="en-US" altLang="zh-CN" sz="2000" b="1" dirty="0">
                <a:solidFill>
                  <a:schemeClr val="tx1"/>
                </a:solidFill>
                <a:latin typeface="Times New Roman" panose="02020603050405020304" pitchFamily="18" charset="0"/>
                <a:ea typeface="楷体" panose="02010609060101010101" pitchFamily="49" charset="-122"/>
              </a:rPr>
              <a:t>repeat</a:t>
            </a:r>
            <a:endParaRPr lang="zh-CN" altLang="en-US" sz="2000" b="1" dirty="0">
              <a:solidFill>
                <a:schemeClr val="tx1"/>
              </a:solidFill>
              <a:latin typeface="Times New Roman" panose="02020603050405020304" pitchFamily="18" charset="0"/>
              <a:ea typeface="楷体" panose="02010609060101010101" pitchFamily="49" charset="-122"/>
            </a:endParaRPr>
          </a:p>
          <a:p>
            <a:pPr marL="273050" lvl="0" indent="-273050" eaLnBrk="1" hangingPunct="1">
              <a:lnSpc>
                <a:spcPts val="2500"/>
              </a:lnSpc>
              <a:spcBef>
                <a:spcPct val="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楷体" panose="02010609060101010101" pitchFamily="49" charset="-122"/>
              </a:rPr>
              <a:t>                   </a:t>
            </a:r>
            <a:r>
              <a:rPr lang="en-US" altLang="zh-CN" sz="2000" b="1" dirty="0">
                <a:solidFill>
                  <a:schemeClr val="tx1"/>
                </a:solidFill>
                <a:latin typeface="Times New Roman" panose="02020603050405020304" pitchFamily="18" charset="0"/>
                <a:ea typeface="楷体" panose="02010609060101010101" pitchFamily="49" charset="-122"/>
              </a:rPr>
              <a:t> for ( </a:t>
            </a:r>
            <a:r>
              <a:rPr lang="en-US" altLang="zh-CN" sz="2000" b="1" i="1" dirty="0">
                <a:solidFill>
                  <a:schemeClr val="tx1"/>
                </a:solidFill>
                <a:latin typeface="Times New Roman" panose="02020603050405020304" pitchFamily="18" charset="0"/>
                <a:ea typeface="楷体" panose="02010609060101010101" pitchFamily="49" charset="-122"/>
              </a:rPr>
              <a:t>C</a:t>
            </a:r>
            <a:r>
              <a:rPr lang="zh-CN" altLang="en-US" sz="2000" b="1" dirty="0">
                <a:solidFill>
                  <a:schemeClr val="tx1"/>
                </a:solidFill>
                <a:latin typeface="Times New Roman" panose="02020603050405020304" pitchFamily="18" charset="0"/>
                <a:ea typeface="楷体" panose="02010609060101010101" pitchFamily="49" charset="-122"/>
              </a:rPr>
              <a:t>中的每个项集 </a:t>
            </a:r>
            <a:r>
              <a:rPr lang="en-US" altLang="zh-CN" sz="2000" b="1" i="1" dirty="0">
                <a:solidFill>
                  <a:schemeClr val="tx1"/>
                </a:solidFill>
                <a:latin typeface="Times New Roman" panose="02020603050405020304" pitchFamily="18" charset="0"/>
                <a:ea typeface="楷体" panose="02010609060101010101" pitchFamily="49" charset="-122"/>
              </a:rPr>
              <a:t>I</a:t>
            </a:r>
            <a:r>
              <a:rPr lang="zh-CN" altLang="en-US" sz="2000" b="1" i="1" dirty="0">
                <a:solidFill>
                  <a:schemeClr val="tx1"/>
                </a:solidFill>
                <a:latin typeface="Times New Roman" panose="02020603050405020304" pitchFamily="18" charset="0"/>
                <a:ea typeface="楷体" panose="02010609060101010101" pitchFamily="49" charset="-122"/>
              </a:rPr>
              <a:t> </a:t>
            </a:r>
            <a:r>
              <a:rPr lang="en-US" altLang="zh-CN" sz="2000" b="1" dirty="0">
                <a:solidFill>
                  <a:schemeClr val="tx1"/>
                </a:solidFill>
                <a:latin typeface="Times New Roman" panose="02020603050405020304" pitchFamily="18" charset="0"/>
                <a:ea typeface="楷体" panose="02010609060101010101" pitchFamily="49" charset="-122"/>
              </a:rPr>
              <a:t>) </a:t>
            </a:r>
          </a:p>
          <a:p>
            <a:pPr marL="273050" lvl="0" indent="-273050" eaLnBrk="1" hangingPunct="1">
              <a:lnSpc>
                <a:spcPts val="2500"/>
              </a:lnSpc>
              <a:spcBef>
                <a:spcPct val="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楷体" panose="02010609060101010101" pitchFamily="49" charset="-122"/>
              </a:rPr>
              <a:t>                            </a:t>
            </a:r>
            <a:r>
              <a:rPr lang="en-US" altLang="zh-CN" sz="2000" b="1" dirty="0">
                <a:solidFill>
                  <a:schemeClr val="tx1"/>
                </a:solidFill>
                <a:latin typeface="Times New Roman" panose="02020603050405020304" pitchFamily="18" charset="0"/>
                <a:ea typeface="楷体" panose="02010609060101010101" pitchFamily="49" charset="-122"/>
              </a:rPr>
              <a:t>for ( </a:t>
            </a:r>
            <a:r>
              <a:rPr lang="zh-CN" altLang="en-US" sz="2000" b="1" dirty="0">
                <a:solidFill>
                  <a:schemeClr val="tx1"/>
                </a:solidFill>
                <a:latin typeface="Times New Roman" panose="02020603050405020304" pitchFamily="18" charset="0"/>
                <a:ea typeface="楷体" panose="02010609060101010101" pitchFamily="49" charset="-122"/>
              </a:rPr>
              <a:t>每个文法符号</a:t>
            </a:r>
            <a:r>
              <a:rPr lang="en-US" altLang="zh-CN" sz="2000" b="1" i="1" dirty="0">
                <a:solidFill>
                  <a:schemeClr val="tx1"/>
                </a:solidFill>
                <a:latin typeface="Times New Roman" panose="02020603050405020304" pitchFamily="18" charset="0"/>
                <a:ea typeface="楷体" panose="02010609060101010101" pitchFamily="49" charset="-122"/>
              </a:rPr>
              <a:t>X</a:t>
            </a:r>
            <a:r>
              <a:rPr lang="zh-CN" altLang="en-US" sz="2000" b="1" i="1" dirty="0">
                <a:solidFill>
                  <a:schemeClr val="tx1"/>
                </a:solidFill>
                <a:latin typeface="Times New Roman" panose="02020603050405020304" pitchFamily="18" charset="0"/>
                <a:ea typeface="楷体" panose="02010609060101010101" pitchFamily="49" charset="-122"/>
              </a:rPr>
              <a:t> </a:t>
            </a:r>
            <a:r>
              <a:rPr lang="en-US" altLang="zh-CN" sz="2000" b="1" dirty="0">
                <a:solidFill>
                  <a:schemeClr val="tx1"/>
                </a:solidFill>
                <a:latin typeface="Times New Roman" panose="02020603050405020304" pitchFamily="18" charset="0"/>
                <a:ea typeface="楷体" panose="02010609060101010101" pitchFamily="49" charset="-122"/>
              </a:rPr>
              <a:t>) </a:t>
            </a:r>
            <a:endParaRPr lang="zh-CN" altLang="en-US" sz="2000" b="1" dirty="0">
              <a:solidFill>
                <a:schemeClr val="tx1"/>
              </a:solidFill>
              <a:latin typeface="Times New Roman" panose="02020603050405020304" pitchFamily="18" charset="0"/>
              <a:ea typeface="楷体" panose="02010609060101010101" pitchFamily="49" charset="-122"/>
            </a:endParaRPr>
          </a:p>
          <a:p>
            <a:pPr marL="273050" lvl="0" indent="-273050" eaLnBrk="1" hangingPunct="1">
              <a:lnSpc>
                <a:spcPts val="2500"/>
              </a:lnSpc>
              <a:spcBef>
                <a:spcPct val="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楷体" panose="02010609060101010101" pitchFamily="49" charset="-122"/>
              </a:rPr>
              <a:t>                                      </a:t>
            </a:r>
            <a:r>
              <a:rPr lang="en-US" altLang="zh-CN" sz="2000" b="1" dirty="0">
                <a:solidFill>
                  <a:schemeClr val="tx1"/>
                </a:solidFill>
                <a:latin typeface="Times New Roman" panose="02020603050405020304" pitchFamily="18" charset="0"/>
                <a:ea typeface="楷体" panose="02010609060101010101" pitchFamily="49" charset="-122"/>
              </a:rPr>
              <a:t>if (GOTO(</a:t>
            </a:r>
            <a:r>
              <a:rPr lang="en-US" altLang="zh-CN" sz="2000" b="1" i="1" dirty="0">
                <a:solidFill>
                  <a:schemeClr val="tx1"/>
                </a:solidFill>
                <a:latin typeface="Times New Roman" panose="02020603050405020304" pitchFamily="18" charset="0"/>
                <a:ea typeface="楷体" panose="02010609060101010101" pitchFamily="49" charset="-122"/>
              </a:rPr>
              <a:t>I</a:t>
            </a:r>
            <a:r>
              <a:rPr lang="zh-CN" altLang="en-US" sz="2000" b="1" dirty="0">
                <a:solidFill>
                  <a:schemeClr val="tx1"/>
                </a:solidFill>
                <a:latin typeface="Times New Roman" panose="02020603050405020304" pitchFamily="18" charset="0"/>
                <a:ea typeface="楷体" panose="02010609060101010101" pitchFamily="49" charset="-122"/>
              </a:rPr>
              <a:t>，</a:t>
            </a:r>
            <a:r>
              <a:rPr lang="en-US" altLang="zh-CN" sz="2000" b="1" i="1" dirty="0">
                <a:solidFill>
                  <a:schemeClr val="tx1"/>
                </a:solidFill>
                <a:latin typeface="Times New Roman" panose="02020603050405020304" pitchFamily="18" charset="0"/>
                <a:ea typeface="楷体" panose="02010609060101010101" pitchFamily="49" charset="-122"/>
              </a:rPr>
              <a:t>X </a:t>
            </a:r>
            <a:r>
              <a:rPr lang="en-US" altLang="zh-CN" sz="2000" b="1" dirty="0">
                <a:solidFill>
                  <a:schemeClr val="tx1"/>
                </a:solidFill>
                <a:latin typeface="Times New Roman" panose="02020603050405020304" pitchFamily="18" charset="0"/>
                <a:ea typeface="楷体" panose="02010609060101010101" pitchFamily="49" charset="-122"/>
              </a:rPr>
              <a:t>)</a:t>
            </a:r>
            <a:r>
              <a:rPr lang="zh-CN" altLang="en-US" sz="2000" b="1" dirty="0">
                <a:solidFill>
                  <a:schemeClr val="tx1"/>
                </a:solidFill>
                <a:latin typeface="Times New Roman" panose="02020603050405020304" pitchFamily="18" charset="0"/>
                <a:ea typeface="楷体" panose="02010609060101010101" pitchFamily="49" charset="-122"/>
              </a:rPr>
              <a:t>非空且不在</a:t>
            </a:r>
            <a:r>
              <a:rPr lang="en-US" altLang="zh-CN" sz="2000" b="1" i="1" dirty="0">
                <a:solidFill>
                  <a:schemeClr val="tx1"/>
                </a:solidFill>
                <a:latin typeface="Times New Roman" panose="02020603050405020304" pitchFamily="18" charset="0"/>
                <a:ea typeface="楷体" panose="02010609060101010101" pitchFamily="49" charset="-122"/>
              </a:rPr>
              <a:t>C</a:t>
            </a:r>
            <a:r>
              <a:rPr lang="zh-CN" altLang="en-US" sz="2000" b="1" dirty="0">
                <a:solidFill>
                  <a:schemeClr val="tx1"/>
                </a:solidFill>
                <a:latin typeface="Times New Roman" panose="02020603050405020304" pitchFamily="18" charset="0"/>
                <a:ea typeface="楷体" panose="02010609060101010101" pitchFamily="49" charset="-122"/>
              </a:rPr>
              <a:t>中</a:t>
            </a:r>
            <a:r>
              <a:rPr lang="en-US" altLang="zh-CN" sz="2000" b="1" dirty="0">
                <a:solidFill>
                  <a:schemeClr val="tx1"/>
                </a:solidFill>
                <a:latin typeface="Times New Roman" panose="02020603050405020304" pitchFamily="18" charset="0"/>
                <a:ea typeface="楷体" panose="02010609060101010101" pitchFamily="49" charset="-122"/>
              </a:rPr>
              <a:t>) </a:t>
            </a:r>
            <a:endParaRPr lang="zh-CN" altLang="en-US" sz="2000" b="1" dirty="0">
              <a:solidFill>
                <a:schemeClr val="tx1"/>
              </a:solidFill>
              <a:latin typeface="Times New Roman" panose="02020603050405020304" pitchFamily="18" charset="0"/>
              <a:ea typeface="楷体" panose="02010609060101010101" pitchFamily="49" charset="-122"/>
            </a:endParaRPr>
          </a:p>
          <a:p>
            <a:pPr marL="273050" lvl="0" indent="-273050" eaLnBrk="1" hangingPunct="1">
              <a:lnSpc>
                <a:spcPts val="2500"/>
              </a:lnSpc>
              <a:spcBef>
                <a:spcPct val="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楷体" panose="02010609060101010101" pitchFamily="49" charset="-122"/>
              </a:rPr>
              <a:t>                                               将</a:t>
            </a:r>
            <a:r>
              <a:rPr lang="en-US" altLang="zh-CN" sz="2000" b="1" dirty="0">
                <a:solidFill>
                  <a:schemeClr val="tx1"/>
                </a:solidFill>
                <a:latin typeface="Times New Roman" panose="02020603050405020304" pitchFamily="18" charset="0"/>
                <a:ea typeface="楷体" panose="02010609060101010101" pitchFamily="49" charset="-122"/>
              </a:rPr>
              <a:t>GOTO(</a:t>
            </a:r>
            <a:r>
              <a:rPr lang="en-US" altLang="zh-CN" sz="2000" b="1" i="1" dirty="0">
                <a:solidFill>
                  <a:schemeClr val="tx1"/>
                </a:solidFill>
                <a:latin typeface="Times New Roman" panose="02020603050405020304" pitchFamily="18" charset="0"/>
                <a:ea typeface="楷体" panose="02010609060101010101" pitchFamily="49" charset="-122"/>
              </a:rPr>
              <a:t>I</a:t>
            </a:r>
            <a:r>
              <a:rPr lang="zh-CN" altLang="en-US" sz="2000" b="1" dirty="0">
                <a:solidFill>
                  <a:schemeClr val="tx1"/>
                </a:solidFill>
                <a:latin typeface="Times New Roman" panose="02020603050405020304" pitchFamily="18" charset="0"/>
                <a:ea typeface="楷体" panose="02010609060101010101" pitchFamily="49" charset="-122"/>
              </a:rPr>
              <a:t>，</a:t>
            </a:r>
            <a:r>
              <a:rPr lang="en-US" altLang="zh-CN" sz="2000" b="1" i="1" dirty="0">
                <a:solidFill>
                  <a:schemeClr val="tx1"/>
                </a:solidFill>
                <a:latin typeface="Times New Roman" panose="02020603050405020304" pitchFamily="18" charset="0"/>
                <a:ea typeface="楷体" panose="02010609060101010101" pitchFamily="49" charset="-122"/>
              </a:rPr>
              <a:t>X </a:t>
            </a:r>
            <a:r>
              <a:rPr lang="en-US" altLang="zh-CN" sz="2000" b="1" dirty="0">
                <a:solidFill>
                  <a:schemeClr val="tx1"/>
                </a:solidFill>
                <a:latin typeface="Times New Roman" panose="02020603050405020304" pitchFamily="18" charset="0"/>
                <a:ea typeface="楷体" panose="02010609060101010101" pitchFamily="49" charset="-122"/>
              </a:rPr>
              <a:t>)</a:t>
            </a:r>
            <a:r>
              <a:rPr lang="zh-CN" altLang="en-US" sz="2000" b="1" dirty="0">
                <a:solidFill>
                  <a:schemeClr val="tx1"/>
                </a:solidFill>
                <a:latin typeface="Times New Roman" panose="02020603050405020304" pitchFamily="18" charset="0"/>
                <a:ea typeface="楷体" panose="02010609060101010101" pitchFamily="49" charset="-122"/>
              </a:rPr>
              <a:t>加入</a:t>
            </a:r>
            <a:r>
              <a:rPr lang="en-US" altLang="zh-CN" sz="2000" b="1" i="1" dirty="0">
                <a:solidFill>
                  <a:schemeClr val="tx1"/>
                </a:solidFill>
                <a:latin typeface="Times New Roman" panose="02020603050405020304" pitchFamily="18" charset="0"/>
                <a:ea typeface="楷体" panose="02010609060101010101" pitchFamily="49" charset="-122"/>
              </a:rPr>
              <a:t>C</a:t>
            </a:r>
            <a:r>
              <a:rPr lang="zh-CN" altLang="en-US" sz="2000" b="1" dirty="0">
                <a:solidFill>
                  <a:schemeClr val="tx1"/>
                </a:solidFill>
                <a:latin typeface="Times New Roman" panose="02020603050405020304" pitchFamily="18" charset="0"/>
                <a:ea typeface="楷体" panose="02010609060101010101" pitchFamily="49" charset="-122"/>
              </a:rPr>
              <a:t>中；</a:t>
            </a:r>
          </a:p>
          <a:p>
            <a:pPr marL="273050" lvl="0" indent="-273050" eaLnBrk="1" hangingPunct="1">
              <a:lnSpc>
                <a:spcPts val="2500"/>
              </a:lnSpc>
              <a:spcBef>
                <a:spcPct val="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楷体" panose="02010609060101010101" pitchFamily="49" charset="-122"/>
              </a:rPr>
              <a:t>          </a:t>
            </a:r>
            <a:r>
              <a:rPr lang="en-US" altLang="zh-CN" sz="2000" b="1" dirty="0">
                <a:solidFill>
                  <a:schemeClr val="tx1"/>
                </a:solidFill>
                <a:latin typeface="Times New Roman" panose="02020603050405020304" pitchFamily="18" charset="0"/>
                <a:ea typeface="楷体" panose="02010609060101010101" pitchFamily="49" charset="-122"/>
              </a:rPr>
              <a:t>until</a:t>
            </a:r>
            <a:r>
              <a:rPr lang="zh-CN" altLang="en-US" sz="2000" b="1" dirty="0">
                <a:solidFill>
                  <a:schemeClr val="tx1"/>
                </a:solidFill>
                <a:latin typeface="Times New Roman" panose="02020603050405020304" pitchFamily="18" charset="0"/>
                <a:ea typeface="楷体" panose="02010609060101010101" pitchFamily="49" charset="-122"/>
              </a:rPr>
              <a:t> 不再有新的项集加入到</a:t>
            </a:r>
            <a:r>
              <a:rPr lang="en-US" altLang="zh-CN" sz="2000" b="1" i="1" dirty="0">
                <a:solidFill>
                  <a:schemeClr val="tx1"/>
                </a:solidFill>
                <a:latin typeface="Times New Roman" panose="02020603050405020304" pitchFamily="18" charset="0"/>
                <a:ea typeface="楷体" panose="02010609060101010101" pitchFamily="49" charset="-122"/>
              </a:rPr>
              <a:t>C</a:t>
            </a:r>
            <a:r>
              <a:rPr lang="zh-CN" altLang="en-US" sz="2000" b="1" dirty="0">
                <a:solidFill>
                  <a:schemeClr val="tx1"/>
                </a:solidFill>
                <a:latin typeface="Times New Roman" panose="02020603050405020304" pitchFamily="18" charset="0"/>
                <a:ea typeface="楷体" panose="02010609060101010101" pitchFamily="49" charset="-122"/>
              </a:rPr>
              <a:t>中；</a:t>
            </a:r>
          </a:p>
          <a:p>
            <a:pPr marL="273050" lvl="0" indent="-273050" eaLnBrk="1" hangingPunct="1">
              <a:lnSpc>
                <a:spcPts val="2500"/>
              </a:lnSpc>
              <a:spcBef>
                <a:spcPct val="0"/>
              </a:spcBef>
              <a:buClrTx/>
              <a:buSzTx/>
              <a:buFont typeface="Arial" panose="020B0604020202020204" pitchFamily="34" charset="0"/>
              <a:buNone/>
            </a:pPr>
            <a:r>
              <a:rPr lang="en-US" altLang="zh-CN" sz="2000" b="1" dirty="0">
                <a:solidFill>
                  <a:schemeClr val="tx1"/>
                </a:solidFill>
                <a:latin typeface="Times New Roman" panose="02020603050405020304" pitchFamily="18" charset="0"/>
                <a:ea typeface="楷体" panose="02010609060101010101" pitchFamily="49" charset="-122"/>
              </a:rPr>
              <a:t>}</a:t>
            </a:r>
          </a:p>
        </p:txBody>
      </p:sp>
      <p:sp>
        <p:nvSpPr>
          <p:cNvPr id="56323" name="标题 1"/>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zh-CN" altLang="en-US" sz="3000" kern="1200" dirty="0">
                <a:solidFill>
                  <a:schemeClr val="tx1"/>
                </a:solidFill>
                <a:latin typeface="微软雅黑" panose="020B0503020204020204" pitchFamily="34" charset="-122"/>
                <a:ea typeface="微软雅黑" panose="020B0503020204020204" pitchFamily="34" charset="-122"/>
                <a:cs typeface="+mj-cs"/>
              </a:rPr>
              <a:t>为文法</a:t>
            </a:r>
            <a:r>
              <a:rPr lang="en-US" altLang="zh-CN" sz="3000" i="1" kern="1200" dirty="0">
                <a:solidFill>
                  <a:schemeClr val="tx1"/>
                </a:solidFill>
                <a:latin typeface="Times New Roman" panose="02020603050405020304" pitchFamily="18" charset="0"/>
                <a:ea typeface="黑体" panose="02010609060101010101" pitchFamily="49" charset="-122"/>
                <a:cs typeface="+mj-cs"/>
              </a:rPr>
              <a:t>G'</a:t>
            </a:r>
            <a:r>
              <a:rPr lang="zh-CN" altLang="en-US" sz="3000" i="1" kern="1200" dirty="0">
                <a:solidFill>
                  <a:schemeClr val="tx1"/>
                </a:solidFill>
                <a:latin typeface="Times New Roman" panose="02020603050405020304" pitchFamily="18" charset="0"/>
                <a:ea typeface="黑体" panose="02010609060101010101" pitchFamily="49" charset="-122"/>
                <a:cs typeface="+mj-cs"/>
              </a:rPr>
              <a:t> </a:t>
            </a:r>
            <a:r>
              <a:rPr lang="zh-CN" altLang="en-US" sz="3000" kern="1200" dirty="0">
                <a:solidFill>
                  <a:schemeClr val="tx1"/>
                </a:solidFill>
                <a:latin typeface="微软雅黑" panose="020B0503020204020204" pitchFamily="34" charset="-122"/>
                <a:ea typeface="微软雅黑" panose="020B0503020204020204" pitchFamily="34" charset="-122"/>
                <a:cs typeface="+mj-cs"/>
              </a:rPr>
              <a:t>构造</a:t>
            </a:r>
            <a:r>
              <a:rPr lang="en-US" altLang="zh-CN" sz="3000" i="1" kern="1200" dirty="0">
                <a:solidFill>
                  <a:schemeClr val="tx1"/>
                </a:solidFill>
                <a:latin typeface="Times New Roman" panose="02020603050405020304" pitchFamily="18" charset="0"/>
                <a:ea typeface="黑体" panose="02010609060101010101" pitchFamily="49" charset="-122"/>
                <a:cs typeface="+mj-cs"/>
              </a:rPr>
              <a:t>LR</a:t>
            </a:r>
            <a:r>
              <a:rPr lang="en-US" altLang="zh-CN" sz="3000" kern="1200" dirty="0">
                <a:solidFill>
                  <a:schemeClr val="tx1"/>
                </a:solidFill>
                <a:latin typeface="Times New Roman" panose="02020603050405020304" pitchFamily="18" charset="0"/>
                <a:ea typeface="黑体" panose="02010609060101010101" pitchFamily="49" charset="-122"/>
                <a:cs typeface="+mj-cs"/>
              </a:rPr>
              <a:t>(1)</a:t>
            </a:r>
            <a:r>
              <a:rPr lang="zh-CN" altLang="en-US" sz="3000" kern="1200" dirty="0">
                <a:solidFill>
                  <a:schemeClr val="tx1"/>
                </a:solidFill>
                <a:latin typeface="微软雅黑" panose="020B0503020204020204" pitchFamily="34" charset="-122"/>
                <a:ea typeface="微软雅黑" panose="020B0503020204020204" pitchFamily="34" charset="-122"/>
                <a:cs typeface="+mj-cs"/>
              </a:rPr>
              <a:t>项集族</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Grp="1" noChangeArrowheads="1"/>
          </p:cNvSpPr>
          <p:nvPr>
            <p:ph idx="1"/>
          </p:nvPr>
        </p:nvSpPr>
        <p:spPr>
          <a:xfrm>
            <a:off x="755650" y="1001713"/>
            <a:ext cx="8064500" cy="4141788"/>
          </a:xfrm>
        </p:spPr>
        <p:txBody>
          <a:bodyPr vert="horz" wrap="square" lIns="91440" tIns="45720" rIns="91440" bIns="45720" numCol="1" anchor="t" anchorCtr="0" compatLnSpc="1"/>
          <a:lstStyle/>
          <a:p>
            <a:pPr marL="273050" marR="0" lvl="0" indent="-273050" algn="l" defTabSz="914400" rtl="0" eaLnBrk="1" fontAlgn="base" latinLnBrk="0" hangingPunct="1">
              <a:lnSpc>
                <a:spcPts val="3500"/>
              </a:lnSpc>
              <a:spcBef>
                <a:spcPct val="20000"/>
              </a:spcBef>
              <a:spcAft>
                <a:spcPct val="0"/>
              </a:spcAft>
              <a:buClr>
                <a:schemeClr val="tx1"/>
              </a:buClr>
              <a:buSzPct val="100000"/>
              <a:buFont typeface="Wingdings" panose="05000000000000000000" pitchFamily="2" charset="2"/>
              <a:buChar char="Ø"/>
              <a:defRPr/>
            </a:pPr>
            <a:r>
              <a:rPr kumimoji="0" lang="zh-CN" altLang="en-US" sz="2500" b="1" i="0" u="none" strike="noStrike" kern="1200" cap="none" spc="0" normalizeH="0" baseline="0" noProof="0" dirty="0">
                <a:ln>
                  <a:noFill/>
                </a:ln>
                <a:solidFill>
                  <a:schemeClr val="tx1"/>
                </a:solidFill>
                <a:effectLst/>
                <a:uLnTx/>
                <a:uFillTx/>
                <a:latin typeface="+mn-ea"/>
                <a:ea typeface="+mn-ea"/>
                <a:cs typeface="+mn-cs"/>
              </a:rPr>
              <a:t>文法</a:t>
            </a:r>
            <a:endParaRPr kumimoji="0" lang="en-US" altLang="zh-CN" sz="2500" b="1" i="0" u="none" strike="noStrike" kern="1200" cap="none" spc="0" normalizeH="0" baseline="0" noProof="0" dirty="0">
              <a:ln>
                <a:noFill/>
              </a:ln>
              <a:solidFill>
                <a:schemeClr val="tx1"/>
              </a:solidFill>
              <a:effectLst/>
              <a:uLnTx/>
              <a:uFillTx/>
              <a:latin typeface="+mn-ea"/>
              <a:ea typeface="+mn-ea"/>
              <a:cs typeface="Times New Roman" panose="02020603050405020304" pitchFamily="18" charset="0"/>
            </a:endParaRPr>
          </a:p>
          <a:p>
            <a:pPr marL="273050" marR="0" lvl="0" indent="-273050" algn="ctr" defTabSz="914400" rtl="0" eaLnBrk="1" fontAlgn="base" latinLnBrk="0" hangingPunct="1">
              <a:lnSpc>
                <a:spcPts val="3500"/>
              </a:lnSpc>
              <a:spcBef>
                <a:spcPct val="20000"/>
              </a:spcBef>
              <a:spcAft>
                <a:spcPct val="0"/>
              </a:spcAft>
              <a:buClr>
                <a:schemeClr val="accent1"/>
              </a:buClr>
              <a:buSzPct val="100000"/>
              <a:buFont typeface="Wingdings" panose="05000000000000000000" pitchFamily="2" charset="2"/>
              <a:buNone/>
              <a:defRPr/>
            </a:pPr>
            <a:r>
              <a:rPr kumimoji="0" lang="en-US" altLang="zh-CN" sz="2500" b="1" i="1"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Times New Roman" panose="02020603050405020304" pitchFamily="18" charset="0"/>
              </a:rPr>
              <a:t>G</a:t>
            </a:r>
            <a:r>
              <a:rPr kumimoji="0" lang="zh-CN" altLang="en-US" sz="2500" b="1" i="1"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2500" b="1" i="0"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500" b="1" i="0"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 </a:t>
            </a:r>
            <a:r>
              <a:rPr kumimoji="0" lang="en-US" altLang="zh-CN" sz="2500" b="1" i="0"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V</a:t>
            </a:r>
            <a:r>
              <a:rPr kumimoji="0" lang="en-US" altLang="zh-CN" sz="2500" b="1" i="1" u="none" strike="noStrike" kern="1200" cap="none" spc="0" normalizeH="0" baseline="-25000" noProof="0" dirty="0">
                <a:ln>
                  <a:noFill/>
                </a:ln>
                <a:solidFill>
                  <a:srgbClr val="2D83F4"/>
                </a:solidFill>
                <a:effectLst/>
                <a:uLnTx/>
                <a:uFillTx/>
                <a:latin typeface="Times New Roman" panose="02020603050405020304" pitchFamily="18" charset="0"/>
                <a:ea typeface="宋体" panose="02010600030101010101" pitchFamily="2" charset="-122"/>
                <a:cs typeface="+mn-cs"/>
              </a:rPr>
              <a:t>N</a:t>
            </a:r>
            <a:r>
              <a:rPr kumimoji="0" lang="en-US" altLang="zh-CN" sz="2500" b="1" i="0"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 , </a:t>
            </a:r>
            <a:r>
              <a:rPr kumimoji="0" lang="en-US" altLang="zh-CN" sz="2500" b="1" i="1"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V</a:t>
            </a:r>
            <a:r>
              <a:rPr kumimoji="0" lang="en-US" altLang="zh-CN" sz="2500" b="1" i="1" u="none" strike="noStrike" kern="1200" cap="none" spc="0" normalizeH="0" baseline="-25000" noProof="0" dirty="0">
                <a:ln>
                  <a:noFill/>
                </a:ln>
                <a:solidFill>
                  <a:srgbClr val="2D83F4"/>
                </a:solidFill>
                <a:effectLst/>
                <a:uLnTx/>
                <a:uFillTx/>
                <a:latin typeface="Times New Roman" panose="02020603050405020304" pitchFamily="18" charset="0"/>
                <a:ea typeface="宋体" panose="02010600030101010101" pitchFamily="2" charset="-122"/>
                <a:cs typeface="+mn-cs"/>
              </a:rPr>
              <a:t>T</a:t>
            </a:r>
            <a:r>
              <a:rPr kumimoji="0" lang="en-US" altLang="zh-CN" sz="2500" b="1" i="0"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 , </a:t>
            </a:r>
            <a:r>
              <a:rPr kumimoji="0" lang="en-US" altLang="zh-CN" sz="2500" b="1" i="1"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P</a:t>
            </a:r>
            <a:r>
              <a:rPr kumimoji="0" lang="en-US" altLang="zh-CN" sz="2500" b="1" i="0"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  </a:t>
            </a:r>
            <a:r>
              <a:rPr kumimoji="0" lang="en-US" altLang="zh-CN" sz="2500" b="1" i="1"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S</a:t>
            </a:r>
            <a:r>
              <a:rPr kumimoji="0" lang="en-US" altLang="zh-CN" sz="2500" b="1" i="0"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 )</a:t>
            </a:r>
          </a:p>
          <a:p>
            <a:pPr marL="273050" marR="0" lvl="0" indent="-273050" algn="l" defTabSz="914400" rtl="0" eaLnBrk="1" fontAlgn="base" latinLnBrk="0" hangingPunct="1">
              <a:lnSpc>
                <a:spcPts val="3500"/>
              </a:lnSpc>
              <a:spcBef>
                <a:spcPct val="20000"/>
              </a:spcBef>
              <a:spcAft>
                <a:spcPct val="0"/>
              </a:spcAft>
              <a:buClr>
                <a:schemeClr val="tx1"/>
              </a:buClr>
              <a:buSzPct val="100000"/>
              <a:buFont typeface="Wingdings" panose="05000000000000000000" pitchFamily="2" charset="2"/>
              <a:buChar char="Ø"/>
              <a:defRPr/>
            </a:pP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LR</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(1)</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自动机</a:t>
            </a:r>
            <a:endParaRPr kumimoji="0" lang="en-US" altLang="zh-CN" sz="2500" b="1" i="0" u="none" strike="noStrike" kern="1200" cap="none" spc="0" normalizeH="0" baseline="0" noProof="0" dirty="0">
              <a:ln>
                <a:noFill/>
              </a:ln>
              <a:solidFill>
                <a:schemeClr val="tx1"/>
              </a:solidFill>
              <a:effectLst/>
              <a:uLnTx/>
              <a:uFillTx/>
              <a:latin typeface="+mn-ea"/>
              <a:ea typeface="+mn-ea"/>
              <a:cs typeface="+mn-cs"/>
            </a:endParaRPr>
          </a:p>
          <a:p>
            <a:pPr marL="273050" marR="0" lvl="0" indent="-273050" algn="l" defTabSz="914400" rtl="0" eaLnBrk="1" fontAlgn="base" latinLnBrk="0" hangingPunct="1">
              <a:lnSpc>
                <a:spcPts val="3500"/>
              </a:lnSpc>
              <a:spcBef>
                <a:spcPct val="20000"/>
              </a:spcBef>
              <a:spcAft>
                <a:spcPct val="0"/>
              </a:spcAft>
              <a:buClr>
                <a:schemeClr val="accent1"/>
              </a:buClr>
              <a:buSzPct val="100000"/>
              <a:buFont typeface="Wingdings" panose="05000000000000000000" pitchFamily="2" charset="2"/>
              <a:buNone/>
              <a:defRPr/>
            </a:pP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2500" b="1" i="1"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M</a:t>
            </a:r>
            <a:r>
              <a:rPr kumimoji="0" lang="zh-CN" altLang="en-US" sz="2500" b="1" i="1"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 </a:t>
            </a:r>
            <a:r>
              <a:rPr kumimoji="0" lang="en-US" altLang="zh-CN" sz="2500" b="1" i="0"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a:t>
            </a:r>
            <a:r>
              <a:rPr kumimoji="0" lang="zh-CN" altLang="en-US" sz="2500" b="1" i="0"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 </a:t>
            </a:r>
            <a:r>
              <a:rPr kumimoji="0" lang="en-US" altLang="zh-CN" sz="2500" b="1" i="0"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C</a:t>
            </a:r>
            <a:r>
              <a:rPr kumimoji="0" lang="en-US" altLang="zh-CN" sz="2500" b="1" i="0"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 </a:t>
            </a:r>
            <a:r>
              <a:rPr kumimoji="0" lang="en-US" altLang="zh-CN" sz="2500" b="1" i="1"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V</a:t>
            </a:r>
            <a:r>
              <a:rPr kumimoji="0" lang="en-US" altLang="zh-CN" sz="2500" b="1" i="1" u="none" strike="noStrike" kern="1200" cap="none" spc="0" normalizeH="0" baseline="-25000" noProof="0" dirty="0">
                <a:ln>
                  <a:noFill/>
                </a:ln>
                <a:solidFill>
                  <a:srgbClr val="2D83F4"/>
                </a:solidFill>
                <a:effectLst/>
                <a:uLnTx/>
                <a:uFillTx/>
                <a:latin typeface="Times New Roman" panose="02020603050405020304" pitchFamily="18" charset="0"/>
                <a:ea typeface="宋体" panose="02010600030101010101" pitchFamily="2" charset="-122"/>
                <a:cs typeface="+mn-cs"/>
              </a:rPr>
              <a:t>N</a:t>
            </a:r>
            <a:r>
              <a:rPr kumimoji="0" lang="en-US" altLang="zh-CN" sz="2500" b="1" i="0"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V</a:t>
            </a:r>
            <a:r>
              <a:rPr kumimoji="0" lang="en-US" altLang="zh-CN" sz="2500" b="1" i="1" u="none" strike="noStrike" kern="1200" cap="none" spc="0" normalizeH="0" baseline="-25000" noProof="0" dirty="0">
                <a:ln>
                  <a:noFill/>
                </a:ln>
                <a:solidFill>
                  <a:srgbClr val="2D83F4"/>
                </a:solidFill>
                <a:effectLst/>
                <a:uLnTx/>
                <a:uFillTx/>
                <a:latin typeface="Times New Roman" panose="02020603050405020304" pitchFamily="18" charset="0"/>
                <a:ea typeface="宋体" panose="02010600030101010101" pitchFamily="2" charset="-122"/>
                <a:cs typeface="+mn-cs"/>
              </a:rPr>
              <a:t>T</a:t>
            </a:r>
            <a:r>
              <a:rPr kumimoji="0" lang="zh-CN" altLang="en-US" sz="2500" b="1" i="1" u="none" strike="noStrike" kern="1200" cap="none" spc="0" normalizeH="0" baseline="-25000" noProof="0" dirty="0">
                <a:ln>
                  <a:noFill/>
                </a:ln>
                <a:solidFill>
                  <a:srgbClr val="2D83F4"/>
                </a:solidFill>
                <a:effectLst/>
                <a:uLnTx/>
                <a:uFillTx/>
                <a:latin typeface="Times New Roman" panose="02020603050405020304" pitchFamily="18" charset="0"/>
                <a:ea typeface="楷体_GB2312" pitchFamily="49" charset="-122"/>
                <a:cs typeface="+mn-cs"/>
              </a:rPr>
              <a:t> </a:t>
            </a:r>
            <a:r>
              <a:rPr kumimoji="0" lang="en-US" altLang="zh-CN" sz="2500" b="1" i="0"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 </a:t>
            </a:r>
            <a:r>
              <a:rPr kumimoji="0" lang="en-US" altLang="zh-CN" sz="2500" b="1" i="1"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GOTO</a:t>
            </a:r>
            <a:r>
              <a:rPr kumimoji="0" lang="en-US" altLang="zh-CN" sz="2500" b="1" i="0"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 </a:t>
            </a:r>
            <a:r>
              <a:rPr kumimoji="0" lang="en-US" altLang="zh-CN" sz="2500" b="1" i="1"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I</a:t>
            </a:r>
            <a:r>
              <a:rPr kumimoji="0" lang="en-US" altLang="zh-CN" sz="2500" b="1" i="0" u="none" strike="noStrike" kern="1200" cap="none" spc="0" normalizeH="0" baseline="-25000" noProof="0" dirty="0">
                <a:ln>
                  <a:noFill/>
                </a:ln>
                <a:solidFill>
                  <a:srgbClr val="2D83F4"/>
                </a:solidFill>
                <a:effectLst/>
                <a:uLnTx/>
                <a:uFillTx/>
                <a:latin typeface="Times New Roman" panose="02020603050405020304" pitchFamily="18" charset="0"/>
                <a:ea typeface="宋体" panose="02010600030101010101" pitchFamily="2" charset="-122"/>
                <a:cs typeface="+mn-cs"/>
              </a:rPr>
              <a:t>0</a:t>
            </a:r>
            <a:r>
              <a:rPr kumimoji="0" lang="zh-CN" altLang="en-US" sz="2500" b="1" i="1" u="none" strike="noStrike" kern="1200" cap="none" spc="0" normalizeH="0" baseline="-25000" noProof="0" dirty="0">
                <a:ln>
                  <a:noFill/>
                </a:ln>
                <a:solidFill>
                  <a:srgbClr val="2D83F4"/>
                </a:solidFill>
                <a:effectLst/>
                <a:uLnTx/>
                <a:uFillTx/>
                <a:latin typeface="Times New Roman" panose="02020603050405020304" pitchFamily="18" charset="0"/>
                <a:ea typeface="楷体_GB2312" pitchFamily="49" charset="-122"/>
                <a:cs typeface="+mn-cs"/>
              </a:rPr>
              <a:t> </a:t>
            </a:r>
            <a:r>
              <a:rPr kumimoji="0" lang="en-US" altLang="zh-CN" sz="2500" b="1" i="0"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 </a:t>
            </a:r>
            <a:r>
              <a:rPr kumimoji="0" lang="en-US" altLang="zh-CN" sz="2500" b="1" i="1"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F</a:t>
            </a:r>
            <a:r>
              <a:rPr kumimoji="0" lang="zh-CN" altLang="en-US" sz="2500" b="1" i="1"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 </a:t>
            </a:r>
            <a:r>
              <a:rPr kumimoji="0" lang="en-US" altLang="zh-CN" sz="2500" b="1" i="0"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a:t>
            </a:r>
          </a:p>
          <a:p>
            <a:pPr marL="576580" marR="0" lvl="1" indent="-273050" algn="l" defTabSz="914400" rtl="0" eaLnBrk="1" fontAlgn="base" latinLnBrk="0" hangingPunct="1">
              <a:lnSpc>
                <a:spcPts val="3500"/>
              </a:lnSpc>
              <a:spcBef>
                <a:spcPct val="20000"/>
              </a:spcBef>
              <a:spcAft>
                <a:spcPct val="0"/>
              </a:spcAft>
              <a:buClr>
                <a:schemeClr val="tx1"/>
              </a:buClr>
              <a:buSzPct val="100000"/>
              <a:buFont typeface="Wingdings" panose="05000000000000000000" pitchFamily="2" charset="2"/>
              <a:buChar char="Ø"/>
              <a:defRPr/>
            </a:pP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0" lang="en-US" altLang="zh-CN" sz="2500" b="1" i="1"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0</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I </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J</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X</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V</a:t>
            </a:r>
            <a:r>
              <a:rPr kumimoji="0" lang="en-US" altLang="zh-CN" sz="2500" b="1" i="1"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N</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V</a:t>
            </a:r>
            <a:r>
              <a:rPr kumimoji="0" lang="en-US" altLang="zh-CN" sz="2500" b="1" i="1"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T</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GOTO</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J</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X </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endPar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576580" marR="0" lvl="1" indent="-273050" algn="l" defTabSz="914400" rtl="0" eaLnBrk="1" fontAlgn="base" latinLnBrk="0" hangingPunct="1">
              <a:lnSpc>
                <a:spcPts val="3500"/>
              </a:lnSpc>
              <a:spcBef>
                <a:spcPct val="20000"/>
              </a:spcBef>
              <a:spcAft>
                <a:spcPct val="0"/>
              </a:spcAft>
              <a:buClr>
                <a:schemeClr val="tx1"/>
              </a:buClr>
              <a:buSzPct val="100000"/>
              <a:buFont typeface="Wingdings" panose="05000000000000000000" pitchFamily="2" charset="2"/>
              <a:buChar char="Ø"/>
              <a:defRPr/>
            </a:pP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0" lang="en-US" altLang="zh-CN" sz="2500" b="1" i="0"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0</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CLOSURE</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S'</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S</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2500" b="1" i="0" u="none" strike="noStrike" kern="1200" cap="none" spc="0" normalizeH="0" baseline="0" noProof="0" dirty="0">
                <a:ln>
                  <a:noFill/>
                </a:ln>
                <a:solidFill>
                  <a:srgbClr val="2D83F4"/>
                </a:solidFill>
                <a:effectLst/>
                <a:uLnTx/>
                <a:uFillTx/>
                <a:latin typeface="华文楷体" panose="02010600040101010101" pitchFamily="2" charset="-122"/>
                <a:ea typeface="+mn-ea"/>
                <a:cs typeface="+mn-cs"/>
              </a:rPr>
              <a:t>$</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576580" marR="0" lvl="1" indent="-273050" algn="l" defTabSz="914400" rtl="0" eaLnBrk="1" fontAlgn="base" latinLnBrk="0" hangingPunct="1">
              <a:lnSpc>
                <a:spcPts val="3500"/>
              </a:lnSpc>
              <a:spcBef>
                <a:spcPct val="20000"/>
              </a:spcBef>
              <a:spcAft>
                <a:spcPct val="0"/>
              </a:spcAft>
              <a:buClr>
                <a:schemeClr val="tx1"/>
              </a:buClr>
              <a:buSzPct val="100000"/>
              <a:buFont typeface="Wingdings" panose="05000000000000000000" pitchFamily="2" charset="2"/>
              <a:buChar char="Ø"/>
              <a:defRPr/>
            </a:pP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F</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CLOSURE</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S'</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S</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0" lang="en-US" altLang="zh-CN" sz="2500" b="1" i="0" u="none" strike="noStrike" kern="1200" cap="none" spc="0" normalizeH="0" baseline="0" noProof="0" dirty="0">
                <a:ln>
                  <a:noFill/>
                </a:ln>
                <a:solidFill>
                  <a:srgbClr val="2D83F4"/>
                </a:solidFill>
                <a:effectLst/>
                <a:uLnTx/>
                <a:uFillTx/>
                <a:latin typeface="华文楷体" panose="02010600040101010101" pitchFamily="2" charset="-122"/>
                <a:ea typeface="+mn-ea"/>
                <a:cs typeface="+mn-cs"/>
              </a:rPr>
              <a:t>$</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p>
          <a:p>
            <a:pPr marL="576580" marR="0" lvl="1" indent="-273050" algn="l" defTabSz="914400" rtl="0" eaLnBrk="1" fontAlgn="base" latinLnBrk="0" hangingPunct="1">
              <a:lnSpc>
                <a:spcPts val="3500"/>
              </a:lnSpc>
              <a:spcBef>
                <a:spcPct val="20000"/>
              </a:spcBef>
              <a:spcAft>
                <a:spcPct val="0"/>
              </a:spcAft>
              <a:buClr>
                <a:schemeClr val="accent1"/>
              </a:buClr>
              <a:buSzPct val="100000"/>
              <a:buFont typeface="Symbol" panose="05050102010706020507" pitchFamily="18" charset="2"/>
              <a:buChar char="•"/>
              <a:defRPr/>
            </a:pPr>
            <a:endParaRPr kumimoji="0" lang="en-US" altLang="zh-CN" sz="2400" b="0" i="0" u="none" strike="noStrike" kern="1200" cap="none"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mn-cs"/>
            </a:endParaRPr>
          </a:p>
          <a:p>
            <a:pPr marL="576580" marR="0" lvl="1" indent="-273050" algn="l" defTabSz="914400" rtl="0" eaLnBrk="1" fontAlgn="base" latinLnBrk="0" hangingPunct="1">
              <a:lnSpc>
                <a:spcPts val="3500"/>
              </a:lnSpc>
              <a:spcBef>
                <a:spcPct val="20000"/>
              </a:spcBef>
              <a:spcAft>
                <a:spcPct val="0"/>
              </a:spcAft>
              <a:buClr>
                <a:schemeClr val="accent1"/>
              </a:buClr>
              <a:buSzPct val="100000"/>
              <a:buFont typeface="Symbol" panose="05050102010706020507" pitchFamily="18" charset="2"/>
              <a:buChar char="•"/>
              <a:defRPr/>
            </a:pPr>
            <a:endParaRPr kumimoji="0" lang="en-US" altLang="zh-CN" sz="2200" b="0" i="0" u="none" strike="noStrike" kern="1200" cap="none"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
        <p:nvSpPr>
          <p:cNvPr id="58371" name="标题 1"/>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en-US" altLang="zh-CN" sz="3000" i="1" kern="1200" dirty="0">
                <a:solidFill>
                  <a:schemeClr val="tx1"/>
                </a:solidFill>
                <a:latin typeface="Times New Roman" panose="02020603050405020304" pitchFamily="18" charset="0"/>
                <a:ea typeface="黑体" panose="02010609060101010101" pitchFamily="49" charset="-122"/>
                <a:cs typeface="+mj-cs"/>
              </a:rPr>
              <a:t>LR</a:t>
            </a:r>
            <a:r>
              <a:rPr lang="en-US" altLang="zh-CN" sz="3000" kern="1200" dirty="0">
                <a:solidFill>
                  <a:schemeClr val="tx1"/>
                </a:solidFill>
                <a:latin typeface="Times New Roman" panose="02020603050405020304" pitchFamily="18" charset="0"/>
                <a:ea typeface="黑体" panose="02010609060101010101" pitchFamily="49" charset="-122"/>
                <a:cs typeface="+mj-cs"/>
              </a:rPr>
              <a:t>(1)</a:t>
            </a:r>
            <a:r>
              <a:rPr lang="zh-CN" altLang="en-US" sz="3000" kern="1200" dirty="0">
                <a:solidFill>
                  <a:schemeClr val="tx1"/>
                </a:solidFill>
                <a:latin typeface="微软雅黑" panose="020B0503020204020204" pitchFamily="34" charset="-122"/>
                <a:ea typeface="微软雅黑" panose="020B0503020204020204" pitchFamily="34" charset="-122"/>
                <a:cs typeface="+mj-cs"/>
              </a:rPr>
              <a:t>自动机</a:t>
            </a:r>
            <a:r>
              <a:rPr lang="zh-CN" altLang="en-US" sz="3000" kern="1200" dirty="0">
                <a:solidFill>
                  <a:srgbClr val="000000"/>
                </a:solidFill>
                <a:latin typeface="微软雅黑" panose="020B0503020204020204" pitchFamily="34" charset="-122"/>
                <a:ea typeface="微软雅黑" panose="020B0503020204020204" pitchFamily="34" charset="-122"/>
                <a:cs typeface="+mj-cs"/>
              </a:rPr>
              <a:t>的形式化定义</a:t>
            </a:r>
            <a:endParaRPr lang="zh-CN" altLang="en-US" sz="3000" kern="1200" dirty="0">
              <a:solidFill>
                <a:schemeClr val="tx1"/>
              </a:solidFill>
              <a:latin typeface="微软雅黑" panose="020B0503020204020204" pitchFamily="34" charset="-122"/>
              <a:ea typeface="微软雅黑" panose="020B0503020204020204" pitchFamily="34" charset="-122"/>
              <a:cs typeface="+mj-c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2"/>
          <p:cNvSpPr>
            <a:spLocks noGrp="1" noChangeArrowheads="1"/>
          </p:cNvSpPr>
          <p:nvPr>
            <p:ph idx="1"/>
          </p:nvPr>
        </p:nvSpPr>
        <p:spPr>
          <a:xfrm>
            <a:off x="468313" y="785813"/>
            <a:ext cx="8218488" cy="3225800"/>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ct val="20000"/>
              </a:spcBef>
              <a:spcAft>
                <a:spcPct val="0"/>
              </a:spcAft>
              <a:buClr>
                <a:schemeClr val="tx1"/>
              </a:buClr>
              <a:buSzPct val="100000"/>
              <a:buFont typeface="Wingdings" panose="05000000000000000000" pitchFamily="2" charset="2"/>
              <a:buChar char="Ø"/>
              <a:defRPr/>
            </a:pPr>
            <a:r>
              <a:rPr kumimoji="0" lang="zh-CN" altLang="en-US" sz="2500" b="1" i="0" u="none" strike="noStrike" kern="1200" cap="none" spc="0" normalizeH="0" baseline="0" noProof="0" dirty="0">
                <a:ln>
                  <a:noFill/>
                </a:ln>
                <a:solidFill>
                  <a:schemeClr val="tx1"/>
                </a:solidFill>
                <a:effectLst/>
                <a:uLnTx/>
                <a:uFillTx/>
                <a:latin typeface="+mn-ea"/>
                <a:ea typeface="+mn-ea"/>
                <a:cs typeface="+mn-cs"/>
              </a:rPr>
              <a:t>构造</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G'</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的规范</a:t>
            </a:r>
            <a:r>
              <a:rPr kumimoji="0" lang="en-US" altLang="zh-CN" sz="2500" b="1" i="1"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LR</a:t>
            </a:r>
            <a:r>
              <a:rPr kumimoji="0" lang="en-US" altLang="zh-CN" sz="2500" b="1" i="0"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(1)</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项集族</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C </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 </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500" b="1" i="0" u="none" strike="noStrike" kern="1200" cap="none" spc="0" normalizeH="0" baseline="-25000" noProof="0" dirty="0">
                <a:ln>
                  <a:noFill/>
                </a:ln>
                <a:solidFill>
                  <a:schemeClr val="tx1"/>
                </a:solidFill>
                <a:effectLst/>
                <a:uLnTx/>
                <a:uFillTx/>
                <a:latin typeface="Times New Roman" panose="02020603050405020304" pitchFamily="18" charset="0"/>
                <a:ea typeface="楷体_GB2312" pitchFamily="49" charset="-122"/>
                <a:cs typeface="+mn-cs"/>
              </a:rPr>
              <a:t>0</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500" b="1" i="0" u="none" strike="noStrike" kern="1200" cap="none" spc="0" normalizeH="0" baseline="-25000" noProof="0" dirty="0">
                <a:ln>
                  <a:noFill/>
                </a:ln>
                <a:solidFill>
                  <a:schemeClr val="tx1"/>
                </a:solidFill>
                <a:effectLst/>
                <a:uLnTx/>
                <a:uFillTx/>
                <a:latin typeface="Times New Roman" panose="02020603050405020304" pitchFamily="18" charset="0"/>
                <a:ea typeface="楷体_GB2312" pitchFamily="49" charset="-122"/>
                <a:cs typeface="+mn-cs"/>
              </a:rPr>
              <a:t>1</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 , </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500" b="1" i="1" u="none" strike="noStrike" kern="1200" cap="none" spc="0" normalizeH="0" baseline="-25000" noProof="0" dirty="0">
                <a:ln>
                  <a:noFill/>
                </a:ln>
                <a:solidFill>
                  <a:schemeClr val="tx1"/>
                </a:solidFill>
                <a:effectLst/>
                <a:uLnTx/>
                <a:uFillTx/>
                <a:latin typeface="Times New Roman" panose="02020603050405020304" pitchFamily="18" charset="0"/>
                <a:ea typeface="楷体_GB2312" pitchFamily="49" charset="-122"/>
                <a:cs typeface="+mn-cs"/>
              </a:rPr>
              <a:t>n</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t>
            </a:r>
          </a:p>
          <a:p>
            <a:pPr marL="273050" marR="0" lvl="0" indent="-273050" algn="l" defTabSz="914400" rtl="0" eaLnBrk="1" fontAlgn="base" latinLnBrk="0" hangingPunct="1">
              <a:lnSpc>
                <a:spcPct val="100000"/>
              </a:lnSpc>
              <a:spcBef>
                <a:spcPct val="20000"/>
              </a:spcBef>
              <a:spcAft>
                <a:spcPct val="0"/>
              </a:spcAft>
              <a:buClr>
                <a:schemeClr val="tx1"/>
              </a:buClr>
              <a:buSzPct val="100000"/>
              <a:buFont typeface="Wingdings" panose="05000000000000000000" pitchFamily="2" charset="2"/>
              <a:buChar char="Ø"/>
              <a:defRPr/>
            </a:pPr>
            <a:r>
              <a:rPr kumimoji="0" lang="zh-CN" altLang="en-US" sz="2500" b="1" i="0" u="none" strike="noStrike" kern="1200" cap="none" spc="0" normalizeH="0" baseline="0" noProof="0" dirty="0">
                <a:ln>
                  <a:noFill/>
                </a:ln>
                <a:solidFill>
                  <a:schemeClr val="tx1"/>
                </a:solidFill>
                <a:effectLst/>
                <a:uLnTx/>
                <a:uFillTx/>
                <a:latin typeface="+mn-ea"/>
                <a:ea typeface="+mn-ea"/>
                <a:cs typeface="+mn-cs"/>
              </a:rPr>
              <a:t>根据</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500" b="1" i="1" u="none" strike="noStrike" kern="1200" cap="none" spc="0" normalizeH="0" baseline="-25000" noProof="0" dirty="0">
                <a:ln>
                  <a:noFill/>
                </a:ln>
                <a:solidFill>
                  <a:schemeClr val="tx1"/>
                </a:solidFill>
                <a:effectLst/>
                <a:uLnTx/>
                <a:uFillTx/>
                <a:latin typeface="Times New Roman" panose="02020603050405020304" pitchFamily="18" charset="0"/>
                <a:ea typeface="楷体_GB2312" pitchFamily="49" charset="-122"/>
                <a:cs typeface="+mn-cs"/>
              </a:rPr>
              <a:t>i</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构造得到状态</a:t>
            </a:r>
            <a:r>
              <a:rPr kumimoji="0" lang="en-US" altLang="zh-CN" sz="25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i</a:t>
            </a:r>
            <a:r>
              <a:rPr kumimoji="0" lang="zh-CN" altLang="en-US"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状态</a:t>
            </a:r>
            <a:r>
              <a:rPr kumimoji="0" lang="en-US" altLang="zh-CN" sz="25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的句法分析动作按照下面的方法决定：</a:t>
            </a:r>
            <a:endParaRPr kumimoji="0" lang="en-US" altLang="zh-CN" sz="2500" b="1" i="0" u="none" strike="noStrike" kern="1200" cap="none" spc="0" normalizeH="0" baseline="0" noProof="0" dirty="0">
              <a:ln>
                <a:noFill/>
              </a:ln>
              <a:solidFill>
                <a:schemeClr val="tx1"/>
              </a:solidFill>
              <a:effectLst/>
              <a:uLnTx/>
              <a:uFillTx/>
              <a:latin typeface="+mn-ea"/>
              <a:ea typeface="+mn-ea"/>
              <a:cs typeface="+mn-cs"/>
            </a:endParaRPr>
          </a:p>
          <a:p>
            <a:pPr marL="576580" marR="0" lvl="1" indent="-273050" algn="l" defTabSz="914400" rtl="0" eaLnBrk="1" fontAlgn="base" latinLnBrk="0" hangingPunct="1">
              <a:lnSpc>
                <a:spcPct val="100000"/>
              </a:lnSpc>
              <a:spcBef>
                <a:spcPct val="20000"/>
              </a:spcBef>
              <a:spcAft>
                <a:spcPct val="0"/>
              </a:spcAft>
              <a:buClr>
                <a:schemeClr val="tx1"/>
              </a:buClr>
              <a:buSzPct val="100000"/>
              <a:buFont typeface="Wingdings" panose="05000000000000000000" pitchFamily="2" charset="2"/>
              <a:buChar char="Ø"/>
              <a:defRPr/>
            </a:pPr>
            <a:r>
              <a:rPr kumimoji="0" lang="en-US" altLang="zh-CN" sz="2000" b="1" i="1"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if</a:t>
            </a:r>
            <a:r>
              <a:rPr kumimoji="0" lang="en-US" altLang="zh-CN" sz="2000" b="1" i="0"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t>
            </a:r>
            <a:r>
              <a:rPr kumimoji="0" lang="en-US" altLang="zh-CN" sz="20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A</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a:t>
            </a:r>
            <a:r>
              <a:rPr kumimoji="0" lang="en-US" altLang="zh-CN" sz="20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α</a:t>
            </a:r>
            <a:r>
              <a:rPr kumimoji="0" lang="en-US" altLang="zh-CN" sz="2000" b="1" i="1"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a</a:t>
            </a:r>
            <a:r>
              <a:rPr kumimoji="0" lang="en-US" altLang="zh-CN" sz="20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β</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b</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000" b="1" i="1" u="none" strike="noStrike" kern="1200" cap="none" spc="0" normalizeH="0" baseline="-25000" noProof="0" dirty="0">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000" b="1" i="0" u="none" strike="noStrike" kern="1200" cap="none" spc="0" normalizeH="0" baseline="-2500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and</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GOTO</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000" b="1" i="1" u="none" strike="noStrike" kern="1200" cap="none" spc="0" normalizeH="0" baseline="-25000" noProof="0" dirty="0">
                <a:ln>
                  <a:noFill/>
                </a:ln>
                <a:solidFill>
                  <a:schemeClr val="tx1"/>
                </a:solidFill>
                <a:effectLst/>
                <a:uLnTx/>
                <a:uFillTx/>
                <a:latin typeface="Times New Roman" panose="02020603050405020304" pitchFamily="18" charset="0"/>
                <a:ea typeface="楷体_GB2312" pitchFamily="49" charset="-122"/>
                <a:cs typeface="+mn-cs"/>
              </a:rPr>
              <a:t>i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 )=</a:t>
            </a:r>
            <a:r>
              <a:rPr kumimoji="0" lang="en-US" altLang="zh-CN" sz="20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pitchFamily="49" charset="-122"/>
                <a:cs typeface="+mn-cs"/>
              </a:rPr>
              <a:t>j</a:t>
            </a:r>
            <a:r>
              <a:rPr kumimoji="0" lang="en-US" altLang="zh-CN" sz="2000" b="1" i="0" u="none" strike="noStrike" kern="1200" cap="none" spc="0" normalizeH="0" baseline="-2500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000" b="1" i="1"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then</a:t>
            </a:r>
            <a:r>
              <a:rPr kumimoji="0" lang="en-US" altLang="zh-CN" sz="2000" b="1" i="0"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ACTION</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0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sj</a:t>
            </a:r>
            <a:endParaRPr kumimoji="0" lang="en-US" altLang="zh-CN" sz="2000" b="1" i="0" u="none" strike="noStrike" kern="1200" cap="none" spc="0" normalizeH="0" baseline="-25000" noProof="0" dirty="0">
              <a:ln>
                <a:noFill/>
              </a:ln>
              <a:solidFill>
                <a:schemeClr val="tx1"/>
              </a:solidFill>
              <a:effectLst/>
              <a:uLnTx/>
              <a:uFillTx/>
              <a:latin typeface="Times New Roman" panose="02020603050405020304" pitchFamily="18" charset="0"/>
              <a:ea typeface="楷体_GB2312" pitchFamily="49" charset="-122"/>
              <a:cs typeface="+mn-cs"/>
            </a:endParaRPr>
          </a:p>
          <a:p>
            <a:pPr marL="576580" marR="0" lvl="1" indent="-273050" algn="l" defTabSz="914400" rtl="0" eaLnBrk="1" fontAlgn="base" latinLnBrk="0" hangingPunct="1">
              <a:lnSpc>
                <a:spcPct val="100000"/>
              </a:lnSpc>
              <a:spcBef>
                <a:spcPct val="20000"/>
              </a:spcBef>
              <a:spcAft>
                <a:spcPct val="0"/>
              </a:spcAft>
              <a:buClr>
                <a:schemeClr val="tx1"/>
              </a:buClr>
              <a:buSzPct val="100000"/>
              <a:buFont typeface="Wingdings" panose="05000000000000000000" pitchFamily="2" charset="2"/>
              <a:buChar char="Ø"/>
              <a:defRPr/>
            </a:pPr>
            <a:r>
              <a:rPr kumimoji="0" lang="en-US" altLang="zh-CN" sz="2000" b="1" i="1" u="none" strike="noStrike" kern="1200" cap="none" spc="0" normalizeH="0" baseline="0" noProof="0" dirty="0">
                <a:ln>
                  <a:noFill/>
                </a:ln>
                <a:solidFill>
                  <a:srgbClr val="2D83F4"/>
                </a:solidFill>
                <a:effectLst/>
                <a:uLnTx/>
                <a:uFillTx/>
                <a:latin typeface="Times New Roman" panose="02020603050405020304" pitchFamily="18" charset="0"/>
                <a:ea typeface="楷体_GB2312"/>
                <a:cs typeface="楷体_GB2312"/>
              </a:rPr>
              <a:t>if</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A</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α</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Bβ</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b</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 ]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I</a:t>
            </a:r>
            <a:r>
              <a:rPr kumimoji="0" lang="en-US" altLang="zh-CN" sz="2000" b="1" i="1" u="none" strike="noStrike" kern="1200" cap="none" spc="0" normalizeH="0" baseline="-25000" noProof="0" dirty="0">
                <a:ln>
                  <a:noFill/>
                </a:ln>
                <a:solidFill>
                  <a:schemeClr val="tx1"/>
                </a:solidFill>
                <a:effectLst/>
                <a:uLnTx/>
                <a:uFillTx/>
                <a:latin typeface="Times New Roman" panose="02020603050405020304" pitchFamily="18" charset="0"/>
                <a:ea typeface="楷体_GB2312"/>
                <a:cs typeface="楷体_GB2312"/>
              </a:rPr>
              <a:t>i</a:t>
            </a:r>
            <a:r>
              <a:rPr kumimoji="0" lang="en-US" altLang="zh-CN" sz="2000" b="1" i="0" u="none" strike="noStrike" kern="1200" cap="none" spc="0" normalizeH="0" baseline="-25000" noProof="0" dirty="0">
                <a:ln>
                  <a:noFill/>
                </a:ln>
                <a:solidFill>
                  <a:schemeClr val="tx1"/>
                </a:solidFill>
                <a:effectLst/>
                <a:uLnTx/>
                <a:uFillTx/>
                <a:latin typeface="Times New Roman" panose="02020603050405020304" pitchFamily="18" charset="0"/>
                <a:ea typeface="楷体_GB2312"/>
                <a:cs typeface="楷体_GB2312"/>
              </a:rPr>
              <a: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and</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GOTO</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I</a:t>
            </a:r>
            <a:r>
              <a:rPr kumimoji="0" lang="en-US" altLang="zh-CN" sz="2000" b="1" i="1" u="none" strike="noStrike" kern="1200" cap="none" spc="0" normalizeH="0" baseline="-25000" noProof="0" dirty="0">
                <a:ln>
                  <a:noFill/>
                </a:ln>
                <a:solidFill>
                  <a:schemeClr val="tx1"/>
                </a:solidFill>
                <a:effectLst/>
                <a:uLnTx/>
                <a:uFillTx/>
                <a:latin typeface="Times New Roman" panose="02020603050405020304" pitchFamily="18" charset="0"/>
                <a:ea typeface="楷体_GB2312"/>
                <a:cs typeface="楷体_GB2312"/>
              </a:rPr>
              <a:t>i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B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a:t>
            </a:r>
            <a:r>
              <a:rPr kumimoji="0" lang="en-US" altLang="zh-CN" sz="20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楷体_GB2312"/>
              </a:rPr>
              <a:t>I</a:t>
            </a:r>
            <a:r>
              <a:rPr kumimoji="0" lang="en-US" altLang="zh-CN" sz="2000" b="1" i="1" u="none" strike="noStrike" kern="1200" cap="none" spc="0" normalizeH="0" baseline="-25000" noProof="0" dirty="0" err="1">
                <a:ln>
                  <a:noFill/>
                </a:ln>
                <a:solidFill>
                  <a:schemeClr val="tx1"/>
                </a:solidFill>
                <a:effectLst/>
                <a:uLnTx/>
                <a:uFillTx/>
                <a:latin typeface="Times New Roman" panose="02020603050405020304" pitchFamily="18" charset="0"/>
                <a:ea typeface="楷体_GB2312"/>
                <a:cs typeface="楷体_GB2312"/>
              </a:rPr>
              <a:t>j</a:t>
            </a:r>
            <a:r>
              <a:rPr kumimoji="0" lang="en-US" altLang="zh-CN" sz="2000" b="1" i="0" u="none" strike="noStrike" kern="1200" cap="none" spc="0" normalizeH="0" baseline="-25000" noProof="0" dirty="0">
                <a:ln>
                  <a:noFill/>
                </a:ln>
                <a:solidFill>
                  <a:schemeClr val="tx1"/>
                </a:solidFill>
                <a:effectLst/>
                <a:uLnTx/>
                <a:uFillTx/>
                <a:latin typeface="Times New Roman" panose="02020603050405020304" pitchFamily="18" charset="0"/>
                <a:ea typeface="楷体_GB2312"/>
                <a:cs typeface="楷体_GB2312"/>
              </a:rPr>
              <a:t> </a:t>
            </a:r>
            <a:r>
              <a:rPr kumimoji="0" lang="en-US" altLang="zh-CN" sz="2000" b="1" i="1" u="none" strike="noStrike" kern="1200" cap="none" spc="0" normalizeH="0" baseline="0" noProof="0" dirty="0">
                <a:ln>
                  <a:noFill/>
                </a:ln>
                <a:solidFill>
                  <a:srgbClr val="2D83F4"/>
                </a:solidFill>
                <a:effectLst/>
                <a:uLnTx/>
                <a:uFillTx/>
                <a:latin typeface="Times New Roman" panose="02020603050405020304" pitchFamily="18" charset="0"/>
                <a:ea typeface="楷体_GB2312"/>
                <a:cs typeface="楷体_GB2312"/>
              </a:rPr>
              <a:t>then</a:t>
            </a:r>
            <a:r>
              <a:rPr kumimoji="0" lang="en-US" altLang="zh-CN" sz="2000" b="1" i="0" u="none" strike="noStrike" kern="1200" cap="none" spc="0" normalizeH="0" baseline="0" noProof="0" dirty="0">
                <a:ln>
                  <a:noFill/>
                </a:ln>
                <a:solidFill>
                  <a:srgbClr val="2D83F4"/>
                </a:solidFill>
                <a:effectLst/>
                <a:uLnTx/>
                <a:uFillTx/>
                <a:latin typeface="Times New Roman" panose="02020603050405020304" pitchFamily="18" charset="0"/>
                <a:ea typeface="楷体_GB2312"/>
                <a:cs typeface="楷体_GB2312"/>
              </a:rPr>
              <a: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GOTO</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 </a:t>
            </a:r>
            <a:r>
              <a:rPr kumimoji="0" lang="en-US" altLang="zh-CN" sz="20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a:cs typeface="楷体_GB2312"/>
              </a:rPr>
              <a:t>i</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B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]=j</a:t>
            </a:r>
            <a:r>
              <a:rPr kumimoji="0" lang="en-US" altLang="zh-CN" sz="2000" b="1" i="0" u="none" strike="noStrike" kern="1200" cap="none" spc="0" normalizeH="0" baseline="-25000" noProof="0" dirty="0">
                <a:ln>
                  <a:noFill/>
                </a:ln>
                <a:solidFill>
                  <a:schemeClr val="tx1"/>
                </a:solidFill>
                <a:effectLst/>
                <a:uLnTx/>
                <a:uFillTx/>
                <a:latin typeface="Times New Roman" panose="02020603050405020304" pitchFamily="18" charset="0"/>
                <a:ea typeface="楷体_GB2312"/>
                <a:cs typeface="楷体_GB2312"/>
              </a:rPr>
              <a:t> </a:t>
            </a: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endParaRPr>
          </a:p>
          <a:p>
            <a:pPr marL="576580" marR="0" lvl="1" indent="-273050" algn="l" defTabSz="914400" rtl="0" eaLnBrk="1" fontAlgn="base" latinLnBrk="0" hangingPunct="1">
              <a:lnSpc>
                <a:spcPct val="100000"/>
              </a:lnSpc>
              <a:spcBef>
                <a:spcPct val="20000"/>
              </a:spcBef>
              <a:spcAft>
                <a:spcPct val="0"/>
              </a:spcAft>
              <a:buClr>
                <a:schemeClr val="tx1"/>
              </a:buClr>
              <a:buSzPct val="100000"/>
              <a:buFont typeface="Wingdings" panose="05000000000000000000" pitchFamily="2" charset="2"/>
              <a:buChar char="Ø"/>
              <a:defRPr/>
            </a:pPr>
            <a:r>
              <a:rPr kumimoji="0" lang="en-US" altLang="zh-CN" sz="2000" b="1" i="1"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if</a:t>
            </a:r>
            <a:r>
              <a:rPr kumimoji="0" lang="en-US" altLang="zh-CN" sz="2000" b="1" i="0"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α</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mn-cs"/>
              </a:rPr>
              <a:t>a</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000" b="1" i="1" u="none" strike="noStrike" kern="1200" cap="none" spc="0" normalizeH="0" baseline="-25000" noProof="0" dirty="0">
                <a:ln>
                  <a:noFill/>
                </a:ln>
                <a:solidFill>
                  <a:schemeClr val="tx1"/>
                </a:solidFill>
                <a:effectLst/>
                <a:uLnTx/>
                <a:uFillTx/>
                <a:latin typeface="Times New Roman" panose="02020603050405020304" pitchFamily="18" charset="0"/>
                <a:ea typeface="楷体_GB2312" pitchFamily="49" charset="-122"/>
                <a:cs typeface="+mn-cs"/>
              </a:rPr>
              <a:t>i</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且</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A </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 </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S' </a:t>
            </a:r>
            <a:r>
              <a:rPr kumimoji="0" lang="en-US" altLang="zh-CN" sz="2000" b="1" i="1"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then</a:t>
            </a:r>
            <a:r>
              <a:rPr kumimoji="0" lang="en-US" altLang="zh-CN" sz="2000" b="1" i="0"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ACTION</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0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 ]=</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rj</a:t>
            </a: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endParaRPr>
          </a:p>
          <a:p>
            <a:pPr marL="303530" marR="0" lvl="1" indent="0" algn="l" defTabSz="914400" rtl="0" eaLnBrk="1" fontAlgn="base" latinLnBrk="0" hangingPunct="1">
              <a:lnSpc>
                <a:spcPct val="100000"/>
              </a:lnSpc>
              <a:spcBef>
                <a:spcPct val="20000"/>
              </a:spcBef>
              <a:spcAft>
                <a:spcPct val="0"/>
              </a:spcAft>
              <a:buClr>
                <a:schemeClr val="tx1"/>
              </a:buClr>
              <a:buSzPct val="100000"/>
              <a:buFont typeface="Symbol" panose="05050102010706020507" pitchFamily="18" charset="2"/>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楷体_GB2312"/>
              </a:rPr>
              <a:t>  </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j</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mn-cs"/>
              </a:rPr>
              <a:t>是产生式</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A</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α</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mn-cs"/>
              </a:rPr>
              <a:t>的编号</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a:cs typeface="楷体_GB2312"/>
              </a:rPr>
              <a:t>）</a:t>
            </a: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endParaRPr>
          </a:p>
          <a:p>
            <a:pPr marL="576580" marR="0" lvl="1" indent="-273050" algn="l" defTabSz="914400" rtl="0" eaLnBrk="1" fontAlgn="base" latinLnBrk="0" hangingPunct="1">
              <a:lnSpc>
                <a:spcPct val="100000"/>
              </a:lnSpc>
              <a:spcBef>
                <a:spcPct val="20000"/>
              </a:spcBef>
              <a:spcAft>
                <a:spcPct val="0"/>
              </a:spcAft>
              <a:buClr>
                <a:schemeClr val="tx1"/>
              </a:buClr>
              <a:buSzPct val="100000"/>
              <a:buFont typeface="Wingdings" panose="05000000000000000000" pitchFamily="2" charset="2"/>
              <a:buChar char="Ø"/>
              <a:defRPr/>
            </a:pPr>
            <a:r>
              <a:rPr kumimoji="0" lang="en-US" altLang="zh-CN" sz="2000" b="1" i="1"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if</a:t>
            </a:r>
            <a:r>
              <a:rPr kumimoji="0" lang="en-US" altLang="zh-CN" sz="2000" b="1" i="0" u="none" strike="noStrike" kern="1200" cap="none" spc="0" normalizeH="0" baseline="0" noProof="0" dirty="0">
                <a:ln>
                  <a:noFill/>
                </a:ln>
                <a:solidFill>
                  <a:srgbClr val="2D83F4"/>
                </a:solidFill>
                <a:effectLst/>
                <a:uLnTx/>
                <a:uFillTx/>
                <a:latin typeface="Times New Roman" panose="02020603050405020304" pitchFamily="18" charset="0"/>
                <a:ea typeface="楷体_GB2312" pitchFamily="49" charset="-122"/>
                <a:cs typeface="+mn-cs"/>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S</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S</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mn-cs"/>
              </a:rPr>
              <a: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000" b="1" i="1" u="none" strike="noStrike" kern="1200" cap="none" spc="0" normalizeH="0" baseline="-25000" noProof="0" dirty="0">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then</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ACTION</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 </a:t>
            </a:r>
            <a:r>
              <a:rPr kumimoji="0" lang="en-US" altLang="zh-CN" sz="20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i</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mn-ea"/>
                <a:cs typeface="+mn-cs"/>
              </a:rPr>
              <a: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acc</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t>
            </a:r>
          </a:p>
          <a:p>
            <a:pPr marL="273050" marR="0" lvl="0" indent="-273050" algn="l" defTabSz="914400" rtl="0" eaLnBrk="1" fontAlgn="base" latinLnBrk="0" hangingPunct="1">
              <a:lnSpc>
                <a:spcPct val="100000"/>
              </a:lnSpc>
              <a:spcBef>
                <a:spcPct val="20000"/>
              </a:spcBef>
              <a:spcAft>
                <a:spcPct val="0"/>
              </a:spcAft>
              <a:buClr>
                <a:schemeClr val="tx1"/>
              </a:buClr>
              <a:buSzPct val="100000"/>
              <a:buFont typeface="Wingdings" panose="05000000000000000000" pitchFamily="2" charset="2"/>
              <a:buChar char="Ø"/>
              <a:defRPr/>
            </a:pPr>
            <a:r>
              <a:rPr kumimoji="0" lang="zh-CN" altLang="en-US" sz="2500" b="1" i="0" u="none" strike="noStrike" kern="1200" cap="none" spc="0" normalizeH="0" baseline="0" noProof="0" dirty="0">
                <a:ln>
                  <a:noFill/>
                </a:ln>
                <a:solidFill>
                  <a:schemeClr val="tx1"/>
                </a:solidFill>
                <a:effectLst/>
                <a:uLnTx/>
                <a:uFillTx/>
                <a:latin typeface="+mn-ea"/>
                <a:ea typeface="+mn-ea"/>
                <a:cs typeface="+mn-cs"/>
              </a:rPr>
              <a:t>没有定义的所有条目都设置为</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error</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endPar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endParaRPr>
          </a:p>
          <a:p>
            <a:pPr marL="273050" marR="0" lvl="0" indent="-273050" algn="l" defTabSz="914400" rtl="0" eaLnBrk="1" fontAlgn="base" latinLnBrk="0" hangingPunct="1">
              <a:lnSpc>
                <a:spcPct val="100000"/>
              </a:lnSpc>
              <a:spcBef>
                <a:spcPct val="20000"/>
              </a:spcBef>
              <a:spcAft>
                <a:spcPct val="0"/>
              </a:spcAft>
              <a:buClr>
                <a:schemeClr val="accent1"/>
              </a:buClr>
              <a:buSzPct val="100000"/>
              <a:buFont typeface="Symbol" panose="05050102010706020507" pitchFamily="18" charset="2"/>
              <a:buChar char=""/>
              <a:defRPr/>
            </a:pPr>
            <a:endParaRPr kumimoji="0" lang="zh-CN" altLang="en-US" sz="2000" b="0" i="0" u="none" strike="noStrike" kern="1200" cap="none"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
        <p:nvSpPr>
          <p:cNvPr id="60419" name="标题 1"/>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en-US" altLang="zh-CN" sz="3000" i="1" kern="1200" dirty="0">
                <a:solidFill>
                  <a:schemeClr val="tx1"/>
                </a:solidFill>
                <a:latin typeface="Times New Roman" panose="02020603050405020304" pitchFamily="18" charset="0"/>
                <a:ea typeface="黑体" panose="02010609060101010101" pitchFamily="49" charset="-122"/>
                <a:cs typeface="+mj-cs"/>
              </a:rPr>
              <a:t>LR</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分析表构造算法</a:t>
            </a:r>
          </a:p>
        </p:txBody>
      </p:sp>
      <p:sp>
        <p:nvSpPr>
          <p:cNvPr id="5" name="矩形 4"/>
          <p:cNvSpPr/>
          <p:nvPr/>
        </p:nvSpPr>
        <p:spPr>
          <a:xfrm>
            <a:off x="1619250" y="4300538"/>
            <a:ext cx="5400675" cy="706755"/>
          </a:xfrm>
          <a:prstGeom prst="rect">
            <a:avLst/>
          </a:prstGeom>
          <a:solidFill>
            <a:srgbClr val="B5CEED"/>
          </a:solidFill>
          <a:ln w="12700" cap="flat" cmpd="sng">
            <a:solidFill>
              <a:schemeClr val="tx1"/>
            </a:solidFill>
            <a:prstDash val="solid"/>
            <a:round/>
            <a:headEnd type="none" w="med" len="med"/>
            <a:tailEnd type="none" w="med" len="med"/>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000" b="1" dirty="0">
                <a:solidFill>
                  <a:srgbClr val="000000"/>
                </a:solidFill>
                <a:latin typeface="Times New Roman" panose="02020603050405020304" pitchFamily="18" charset="0"/>
                <a:ea typeface="楷体" panose="02010609060101010101" pitchFamily="49" charset="-122"/>
              </a:rPr>
              <a:t>如果</a:t>
            </a:r>
            <a:r>
              <a:rPr lang="en-US" altLang="zh-CN" sz="2000" b="1" i="1" dirty="0">
                <a:solidFill>
                  <a:srgbClr val="000000"/>
                </a:solidFill>
                <a:latin typeface="Times New Roman" panose="02020603050405020304" pitchFamily="18" charset="0"/>
                <a:ea typeface="宋体" panose="02010600030101010101" pitchFamily="2" charset="-122"/>
              </a:rPr>
              <a:t>LR</a:t>
            </a:r>
            <a:r>
              <a:rPr lang="en-US" altLang="zh-CN" sz="2000" b="1" dirty="0">
                <a:solidFill>
                  <a:srgbClr val="000000"/>
                </a:solidFill>
                <a:latin typeface="Times New Roman" panose="02020603050405020304" pitchFamily="18" charset="0"/>
                <a:ea typeface="宋体" panose="02010600030101010101" pitchFamily="2" charset="-122"/>
              </a:rPr>
              <a:t>(1)</a:t>
            </a:r>
            <a:r>
              <a:rPr lang="zh-CN" altLang="en-US" sz="2000" b="1" dirty="0">
                <a:solidFill>
                  <a:srgbClr val="000000"/>
                </a:solidFill>
                <a:latin typeface="Times New Roman" panose="02020603050405020304" pitchFamily="18" charset="0"/>
                <a:ea typeface="楷体" panose="02010609060101010101" pitchFamily="49" charset="-122"/>
              </a:rPr>
              <a:t>分析表中没有句法分析动作冲突，那么给定的文法就称为</a:t>
            </a:r>
            <a:r>
              <a:rPr lang="en-US" altLang="zh-CN" sz="2000" b="1" i="1" dirty="0">
                <a:solidFill>
                  <a:srgbClr val="FF0000"/>
                </a:solidFill>
                <a:latin typeface="Times New Roman" panose="02020603050405020304" pitchFamily="18" charset="0"/>
                <a:ea typeface="宋体" panose="02010600030101010101" pitchFamily="2" charset="-122"/>
              </a:rPr>
              <a:t>LR</a:t>
            </a:r>
            <a:r>
              <a:rPr lang="en-US" altLang="zh-CN" sz="2000" b="1" dirty="0">
                <a:solidFill>
                  <a:srgbClr val="FF0000"/>
                </a:solidFill>
                <a:latin typeface="Times New Roman" panose="02020603050405020304" pitchFamily="18" charset="0"/>
                <a:ea typeface="宋体" panose="02010600030101010101" pitchFamily="2" charset="-122"/>
              </a:rPr>
              <a:t>(1)</a:t>
            </a:r>
            <a:r>
              <a:rPr lang="zh-CN" altLang="en-US" sz="2000" b="1" dirty="0">
                <a:solidFill>
                  <a:srgbClr val="FF0000"/>
                </a:solidFill>
                <a:latin typeface="Times New Roman" panose="02020603050405020304" pitchFamily="18" charset="0"/>
                <a:ea typeface="楷体" panose="02010609060101010101" pitchFamily="49" charset="-122"/>
              </a:rPr>
              <a:t>文法</a:t>
            </a:r>
            <a:endParaRPr lang="zh-CN" altLang="en-US" sz="2000" b="1" dirty="0">
              <a:solidFill>
                <a:srgbClr val="000000"/>
              </a:solidFill>
              <a:latin typeface="Times New Roman" panose="02020603050405020304" pitchFamily="18" charset="0"/>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3" descr="G:\QQ截图201607142012副本.jpg"/>
          <p:cNvPicPr>
            <a:picLocks noChangeAspect="1"/>
          </p:cNvPicPr>
          <p:nvPr/>
        </p:nvPicPr>
        <p:blipFill>
          <a:blip r:embed="rId3"/>
          <a:stretch>
            <a:fillRect/>
          </a:stretch>
        </p:blipFill>
        <p:spPr>
          <a:xfrm>
            <a:off x="0" y="0"/>
            <a:ext cx="9144000" cy="5151438"/>
          </a:xfrm>
          <a:prstGeom prst="rect">
            <a:avLst/>
          </a:prstGeom>
          <a:noFill/>
          <a:ln w="9525">
            <a:noFill/>
          </a:ln>
        </p:spPr>
      </p:pic>
      <p:sp>
        <p:nvSpPr>
          <p:cNvPr id="10" name="Rectangle 2"/>
          <p:cNvSpPr txBox="1">
            <a:spLocks noChangeArrowheads="1"/>
          </p:cNvSpPr>
          <p:nvPr/>
        </p:nvSpPr>
        <p:spPr>
          <a:xfrm>
            <a:off x="4714875" y="1774825"/>
            <a:ext cx="4446588" cy="939800"/>
          </a:xfrm>
          <a:prstGeom prst="rect">
            <a:avLst/>
          </a:prstGeom>
        </p:spPr>
        <p:txBody>
          <a:bodyPr anchor="ctr"/>
          <a:lstStyle/>
          <a:p>
            <a:pPr marR="0" defTabSz="914400" eaLnBrk="1" fontAlgn="auto" hangingPunct="1">
              <a:spcAft>
                <a:spcPts val="0"/>
              </a:spcAft>
              <a:buClrTx/>
              <a:buSzTx/>
              <a:buFontTx/>
              <a:buNone/>
              <a:defRPr/>
            </a:pPr>
            <a:r>
              <a:rPr kumimoji="0" lang="en-US" altLang="zh-CN" sz="3500" kern="1200" cap="none" spc="600" normalizeH="0" baseline="0" noProof="0" dirty="0">
                <a:solidFill>
                  <a:prstClr val="white"/>
                </a:solidFill>
                <a:latin typeface="微软雅黑" panose="020B0503020204020204" pitchFamily="34" charset="-122"/>
                <a:ea typeface="微软雅黑" panose="020B0503020204020204" pitchFamily="34" charset="-122"/>
                <a:cs typeface="+mj-cs"/>
              </a:rPr>
              <a:t>LALR</a:t>
            </a:r>
            <a:r>
              <a:rPr kumimoji="0" lang="zh-CN" altLang="en-US" sz="3500" kern="1200" cap="none" spc="600" normalizeH="0" baseline="0" noProof="0" dirty="0">
                <a:solidFill>
                  <a:prstClr val="white"/>
                </a:solidFill>
                <a:latin typeface="微软雅黑" panose="020B0503020204020204" pitchFamily="34" charset="-122"/>
                <a:ea typeface="微软雅黑" panose="020B0503020204020204" pitchFamily="34" charset="-122"/>
                <a:cs typeface="+mj-cs"/>
              </a:rPr>
              <a:t>分析法</a:t>
            </a:r>
          </a:p>
        </p:txBody>
      </p:sp>
      <p:sp>
        <p:nvSpPr>
          <p:cNvPr id="64516" name="Rectangle 2"/>
          <p:cNvSpPr txBox="1"/>
          <p:nvPr/>
        </p:nvSpPr>
        <p:spPr>
          <a:xfrm>
            <a:off x="4914900" y="2428875"/>
            <a:ext cx="3443288" cy="939800"/>
          </a:xfrm>
          <a:prstGeom prst="rect">
            <a:avLst/>
          </a:prstGeom>
          <a:noFill/>
          <a:ln w="9525">
            <a:noFill/>
          </a:ln>
        </p:spPr>
        <p:txBody>
          <a:bodyPr anchor="ctr" anchorCtr="0"/>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500" b="1" dirty="0">
                <a:solidFill>
                  <a:srgbClr val="FFFFFF"/>
                </a:solidFill>
                <a:ea typeface="楷体" panose="02010609060101010101" pitchFamily="49" charset="-122"/>
              </a:rPr>
              <a:t> </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64517" name="Rectangle 2"/>
          <p:cNvSpPr txBox="1"/>
          <p:nvPr/>
        </p:nvSpPr>
        <p:spPr>
          <a:xfrm>
            <a:off x="5214938" y="1487488"/>
            <a:ext cx="3143250" cy="441325"/>
          </a:xfrm>
          <a:prstGeom prst="rect">
            <a:avLst/>
          </a:prstGeom>
          <a:noFill/>
          <a:ln w="12700">
            <a:noFill/>
          </a:ln>
        </p:spPr>
        <p:txBody>
          <a:bodyPr anchor="ctr" anchorCtr="0"/>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80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en-US" altLang="zh-CN" sz="3000" i="1"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LALR</a:t>
            </a:r>
            <a:r>
              <a:rPr lang="zh-CN" altLang="en-US" sz="3000" kern="1200" dirty="0">
                <a:solidFill>
                  <a:srgbClr val="000000"/>
                </a:solidFill>
                <a:latin typeface="微软雅黑" panose="020B0503020204020204" pitchFamily="34" charset="-122"/>
                <a:ea typeface="微软雅黑" panose="020B0503020204020204" pitchFamily="34" charset="-122"/>
                <a:cs typeface="+mj-cs"/>
              </a:rPr>
              <a:t>分析法的提出</a:t>
            </a:r>
            <a:endParaRPr lang="zh-CN" altLang="en-US" sz="3000" kern="1200" dirty="0">
              <a:solidFill>
                <a:schemeClr val="tx1"/>
              </a:solidFill>
              <a:latin typeface="微软雅黑" panose="020B0503020204020204" pitchFamily="34" charset="-122"/>
              <a:ea typeface="微软雅黑" panose="020B0503020204020204" pitchFamily="34" charset="-122"/>
              <a:cs typeface="+mj-cs"/>
            </a:endParaRPr>
          </a:p>
        </p:txBody>
      </p:sp>
      <p:sp>
        <p:nvSpPr>
          <p:cNvPr id="59" name="Rectangle 37"/>
          <p:cNvSpPr>
            <a:spLocks noChangeArrowheads="1"/>
          </p:cNvSpPr>
          <p:nvPr/>
        </p:nvSpPr>
        <p:spPr bwMode="auto">
          <a:xfrm>
            <a:off x="98425" y="1328738"/>
            <a:ext cx="1290638" cy="1908175"/>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0) </a:t>
            </a:r>
            <a:r>
              <a:rPr lang="en-US" altLang="zh-CN" b="1" i="1" dirty="0">
                <a:solidFill>
                  <a:srgbClr val="000000"/>
                </a:solidFill>
                <a:latin typeface="Times New Roman" panose="02020603050405020304" pitchFamily="18" charset="0"/>
                <a:cs typeface="Times New Roman" panose="02020603050405020304" pitchFamily="18" charset="0"/>
              </a:rPr>
              <a:t>S</a:t>
            </a:r>
            <a:r>
              <a:rPr lang="en-US" altLang="zh-CN" sz="1600" b="1" i="1" dirty="0">
                <a:solidFill>
                  <a:srgbClr val="000000"/>
                </a:solidFill>
                <a:latin typeface="Times New Roman" panose="02020603050405020304" pitchFamily="18" charset="0"/>
                <a:cs typeface="Times New Roman" panose="02020603050405020304" pitchFamily="18" charset="0"/>
              </a:rPr>
              <a:t>′ </a:t>
            </a:r>
            <a:r>
              <a:rPr lang="en-US" altLang="zh-CN" b="1" i="1" dirty="0">
                <a:solidFill>
                  <a:srgbClr val="000000"/>
                </a:solidFill>
                <a:latin typeface="Times New Roman" panose="02020603050405020304" pitchFamily="18" charset="0"/>
                <a:cs typeface="Times New Roman" panose="02020603050405020304" pitchFamily="18" charset="0"/>
              </a:rPr>
              <a:t>→S</a:t>
            </a:r>
          </a:p>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1) </a:t>
            </a:r>
            <a:r>
              <a:rPr lang="en-US" altLang="zh-CN" b="1" i="1" dirty="0">
                <a:solidFill>
                  <a:srgbClr val="000000"/>
                </a:solidFill>
                <a:latin typeface="Times New Roman" panose="02020603050405020304" pitchFamily="18" charset="0"/>
                <a:cs typeface="Times New Roman" panose="02020603050405020304" pitchFamily="18" charset="0"/>
              </a:rPr>
              <a:t>S→L=R</a:t>
            </a:r>
          </a:p>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2) </a:t>
            </a:r>
            <a:r>
              <a:rPr lang="en-US" altLang="zh-CN" b="1" i="1" dirty="0">
                <a:solidFill>
                  <a:srgbClr val="000000"/>
                </a:solidFill>
                <a:latin typeface="Times New Roman" panose="02020603050405020304" pitchFamily="18" charset="0"/>
                <a:cs typeface="Times New Roman" panose="02020603050405020304" pitchFamily="18" charset="0"/>
              </a:rPr>
              <a:t>S→R</a:t>
            </a:r>
          </a:p>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3) </a:t>
            </a:r>
            <a:r>
              <a:rPr lang="en-US" altLang="zh-CN" b="1" i="1" dirty="0">
                <a:solidFill>
                  <a:srgbClr val="000000"/>
                </a:solidFill>
                <a:latin typeface="Times New Roman" panose="02020603050405020304" pitchFamily="18" charset="0"/>
                <a:cs typeface="Times New Roman" panose="02020603050405020304" pitchFamily="18" charset="0"/>
              </a:rPr>
              <a:t>L→*R</a:t>
            </a:r>
          </a:p>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4) </a:t>
            </a:r>
            <a:r>
              <a:rPr lang="en-US" altLang="zh-CN" b="1" i="1" dirty="0">
                <a:solidFill>
                  <a:srgbClr val="000000"/>
                </a:solidFill>
                <a:latin typeface="Times New Roman" panose="02020603050405020304" pitchFamily="18" charset="0"/>
                <a:cs typeface="Times New Roman" panose="02020603050405020304" pitchFamily="18" charset="0"/>
              </a:rPr>
              <a:t>L→</a:t>
            </a:r>
            <a:r>
              <a:rPr lang="en-US" altLang="zh-CN" b="1" dirty="0">
                <a:solidFill>
                  <a:srgbClr val="000000"/>
                </a:solidFill>
                <a:latin typeface="Times New Roman" panose="02020603050405020304" pitchFamily="18" charset="0"/>
                <a:cs typeface="Times New Roman" panose="02020603050405020304" pitchFamily="18" charset="0"/>
              </a:rPr>
              <a:t>id</a:t>
            </a:r>
          </a:p>
          <a:p>
            <a:pPr marL="609600" indent="-609600" eaLnBrk="1" hangingPunct="1">
              <a:lnSpc>
                <a:spcPts val="2000"/>
              </a:lnSpc>
              <a:spcBef>
                <a:spcPct val="20000"/>
              </a:spcBef>
              <a:buFont typeface="Wingdings" panose="05000000000000000000" pitchFamily="2" charset="2"/>
              <a:buNone/>
            </a:pPr>
            <a:r>
              <a:rPr lang="en-US" altLang="zh-CN" b="1" dirty="0">
                <a:solidFill>
                  <a:srgbClr val="000000"/>
                </a:solidFill>
                <a:latin typeface="Times New Roman" panose="02020603050405020304" pitchFamily="18" charset="0"/>
                <a:cs typeface="Times New Roman" panose="02020603050405020304" pitchFamily="18" charset="0"/>
              </a:rPr>
              <a:t>5) </a:t>
            </a:r>
            <a:r>
              <a:rPr lang="en-US" altLang="zh-CN" b="1" i="1" dirty="0">
                <a:solidFill>
                  <a:srgbClr val="000000"/>
                </a:solidFill>
                <a:latin typeface="Times New Roman" panose="02020603050405020304" pitchFamily="18" charset="0"/>
                <a:cs typeface="Times New Roman" panose="02020603050405020304" pitchFamily="18" charset="0"/>
              </a:rPr>
              <a:t>R→L</a:t>
            </a:r>
            <a:endParaRPr lang="en-US" altLang="zh-CN" b="1" i="1" dirty="0">
              <a:solidFill>
                <a:srgbClr val="000000"/>
              </a:solidFill>
              <a:latin typeface="Times New Roman" panose="02020603050405020304" pitchFamily="18" charset="0"/>
              <a:ea typeface="Times New Roman" panose="02020603050405020304" pitchFamily="18" charset="0"/>
            </a:endParaRPr>
          </a:p>
        </p:txBody>
      </p:sp>
      <p:sp>
        <p:nvSpPr>
          <p:cNvPr id="66" name="矩形 65"/>
          <p:cNvSpPr/>
          <p:nvPr/>
        </p:nvSpPr>
        <p:spPr>
          <a:xfrm>
            <a:off x="5237163" y="3457575"/>
            <a:ext cx="1711325" cy="814388"/>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grpSp>
        <p:nvGrpSpPr>
          <p:cNvPr id="66565" name="组合 67"/>
          <p:cNvGrpSpPr/>
          <p:nvPr/>
        </p:nvGrpSpPr>
        <p:grpSpPr>
          <a:xfrm>
            <a:off x="1476375" y="63500"/>
            <a:ext cx="7823200" cy="5016500"/>
            <a:chOff x="1475656" y="63500"/>
            <a:chExt cx="7824390" cy="5016500"/>
          </a:xfrm>
        </p:grpSpPr>
        <p:sp>
          <p:nvSpPr>
            <p:cNvPr id="66575" name="Text Box 5"/>
            <p:cNvSpPr txBox="1"/>
            <p:nvPr/>
          </p:nvSpPr>
          <p:spPr>
            <a:xfrm>
              <a:off x="1475656" y="1041400"/>
              <a:ext cx="1555987" cy="2154238"/>
            </a:xfrm>
            <a:prstGeom prst="rect">
              <a:avLst/>
            </a:prstGeom>
            <a:solidFill>
              <a:srgbClr val="B5CEED"/>
            </a:solidFill>
            <a:ln w="12700" cap="flat" cmpd="sng">
              <a:solidFill>
                <a:schemeClr val="tx1"/>
              </a:solidFill>
              <a:prstDash val="solid"/>
              <a:miter/>
              <a:headEnd type="none" w="sm" len="sm"/>
              <a:tailEnd type="none" w="sm" len="sm"/>
            </a:ln>
          </p:spPr>
          <p:txBody>
            <a:bodyPr tIns="0" bIns="0">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0</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 · S</a:t>
              </a:r>
              <a:r>
                <a:rPr lang="zh-CN" altLang="en-US" sz="2000" b="1" i="1" dirty="0">
                  <a:solidFill>
                    <a:srgbClr val="000000"/>
                  </a:solidFill>
                  <a:latin typeface="Times New Roman" panose="02020603050405020304" pitchFamily="18" charset="0"/>
                  <a:ea typeface="宋体" panose="02010600030101010101" pitchFamily="2" charset="-122"/>
                </a:rPr>
                <a:t> </a:t>
              </a:r>
              <a:r>
                <a:rPr lang="en-US" altLang="zh-CN" sz="2000" b="1" i="1" dirty="0">
                  <a:solidFill>
                    <a:srgbClr val="000000"/>
                  </a:solidFill>
                  <a:latin typeface="Times New Roman" panose="02020603050405020304" pitchFamily="18" charset="0"/>
                  <a:ea typeface="宋体" panose="02010600030101010101" pitchFamily="2" charset="-122"/>
                </a:rPr>
                <a:t>,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 L=R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 · R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L→·*R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 · </a:t>
              </a:r>
              <a:r>
                <a:rPr lang="en-US" altLang="zh-CN" sz="2000" b="1" dirty="0">
                  <a:solidFill>
                    <a:srgbClr val="000000"/>
                  </a:solidFill>
                  <a:latin typeface="Times New Roman" panose="02020603050405020304" pitchFamily="18" charset="0"/>
                  <a:ea typeface="宋体" panose="02010600030101010101" pitchFamily="2" charset="-122"/>
                </a:rPr>
                <a:t>id</a:t>
              </a:r>
              <a:r>
                <a:rPr lang="en-US" altLang="zh-CN" sz="2000" b="1" i="1" dirty="0">
                  <a:solidFill>
                    <a:srgbClr val="000000"/>
                  </a:solidFill>
                  <a:latin typeface="Times New Roman" panose="02020603050405020304" pitchFamily="18" charset="0"/>
                  <a:ea typeface="宋体" panose="02010600030101010101" pitchFamily="2" charset="-122"/>
                </a:rPr>
                <a:t>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 · L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p:txBody>
        </p:sp>
        <p:sp>
          <p:nvSpPr>
            <p:cNvPr id="66576" name="Text Box 6"/>
            <p:cNvSpPr txBox="1"/>
            <p:nvPr/>
          </p:nvSpPr>
          <p:spPr>
            <a:xfrm>
              <a:off x="3334902" y="682625"/>
              <a:ext cx="1224148" cy="708025"/>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1</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S′→S·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p:txBody>
        </p:sp>
        <p:sp>
          <p:nvSpPr>
            <p:cNvPr id="66577" name="Line 7"/>
            <p:cNvSpPr/>
            <p:nvPr/>
          </p:nvSpPr>
          <p:spPr>
            <a:xfrm flipV="1">
              <a:off x="3056900" y="1273175"/>
              <a:ext cx="288942" cy="0"/>
            </a:xfrm>
            <a:prstGeom prst="line">
              <a:avLst/>
            </a:prstGeom>
            <a:ln w="38100" cap="flat" cmpd="sng">
              <a:solidFill>
                <a:schemeClr val="tx1"/>
              </a:solidFill>
              <a:prstDash val="solid"/>
              <a:headEnd type="none" w="sm" len="sm"/>
              <a:tailEnd type="triangle" w="med" len="med"/>
            </a:ln>
          </p:spPr>
        </p:sp>
        <p:sp>
          <p:nvSpPr>
            <p:cNvPr id="72" name="Text Box 8"/>
            <p:cNvSpPr txBox="1">
              <a:spLocks noChangeArrowheads="1"/>
            </p:cNvSpPr>
            <p:nvPr/>
          </p:nvSpPr>
          <p:spPr bwMode="auto">
            <a:xfrm>
              <a:off x="3334902" y="1463675"/>
              <a:ext cx="1479775" cy="9382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579" name="Line 9"/>
            <p:cNvSpPr/>
            <p:nvPr/>
          </p:nvSpPr>
          <p:spPr>
            <a:xfrm flipV="1">
              <a:off x="3047374" y="1860550"/>
              <a:ext cx="298468" cy="0"/>
            </a:xfrm>
            <a:prstGeom prst="line">
              <a:avLst/>
            </a:prstGeom>
            <a:ln w="38100" cap="flat" cmpd="sng">
              <a:solidFill>
                <a:schemeClr val="tx1"/>
              </a:solidFill>
              <a:prstDash val="solid"/>
              <a:headEnd type="none" w="sm" len="sm"/>
              <a:tailEnd type="triangle" w="med" len="med"/>
            </a:ln>
          </p:spPr>
        </p:sp>
        <p:sp>
          <p:nvSpPr>
            <p:cNvPr id="66580" name="Text Box 10"/>
            <p:cNvSpPr txBox="1"/>
            <p:nvPr/>
          </p:nvSpPr>
          <p:spPr>
            <a:xfrm>
              <a:off x="3023561" y="1465263"/>
              <a:ext cx="503267"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a:t>
              </a:r>
            </a:p>
          </p:txBody>
        </p:sp>
        <p:sp>
          <p:nvSpPr>
            <p:cNvPr id="77" name="Text Box 11"/>
            <p:cNvSpPr txBox="1">
              <a:spLocks noChangeArrowheads="1"/>
            </p:cNvSpPr>
            <p:nvPr/>
          </p:nvSpPr>
          <p:spPr bwMode="auto">
            <a:xfrm>
              <a:off x="3334902" y="2444750"/>
              <a:ext cx="1224148"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3</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582" name="Line 12"/>
            <p:cNvSpPr/>
            <p:nvPr/>
          </p:nvSpPr>
          <p:spPr>
            <a:xfrm flipV="1">
              <a:off x="3023561" y="2700338"/>
              <a:ext cx="288942" cy="0"/>
            </a:xfrm>
            <a:prstGeom prst="line">
              <a:avLst/>
            </a:prstGeom>
            <a:ln w="38100" cap="flat" cmpd="sng">
              <a:solidFill>
                <a:schemeClr val="tx1"/>
              </a:solidFill>
              <a:prstDash val="solid"/>
              <a:headEnd type="none" w="sm" len="sm"/>
              <a:tailEnd type="triangle" w="med" len="med"/>
            </a:ln>
          </p:spPr>
        </p:sp>
        <p:sp>
          <p:nvSpPr>
            <p:cNvPr id="66583" name="Text Box 13"/>
            <p:cNvSpPr txBox="1"/>
            <p:nvPr/>
          </p:nvSpPr>
          <p:spPr>
            <a:xfrm>
              <a:off x="2996571" y="2333625"/>
              <a:ext cx="609636"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a:t>
              </a:r>
            </a:p>
          </p:txBody>
        </p:sp>
        <p:sp>
          <p:nvSpPr>
            <p:cNvPr id="81" name="Text Box 14"/>
            <p:cNvSpPr txBox="1">
              <a:spLocks noChangeArrowheads="1"/>
            </p:cNvSpPr>
            <p:nvPr/>
          </p:nvSpPr>
          <p:spPr bwMode="auto">
            <a:xfrm>
              <a:off x="3346015" y="3236913"/>
              <a:ext cx="1568689"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4</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id</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2" name="Text Box 15"/>
            <p:cNvSpPr txBox="1">
              <a:spLocks noChangeArrowheads="1"/>
            </p:cNvSpPr>
            <p:nvPr/>
          </p:nvSpPr>
          <p:spPr bwMode="auto">
            <a:xfrm>
              <a:off x="5289411" y="4281488"/>
              <a:ext cx="1582979"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5</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id</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 $</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586" name="Text Box 16"/>
            <p:cNvSpPr txBox="1"/>
            <p:nvPr/>
          </p:nvSpPr>
          <p:spPr>
            <a:xfrm>
              <a:off x="3061663" y="2932113"/>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rgbClr val="000000"/>
                  </a:solidFill>
                  <a:latin typeface="Times New Roman" panose="02020603050405020304" pitchFamily="18" charset="0"/>
                  <a:ea typeface="宋体" panose="02010600030101010101" pitchFamily="2" charset="-122"/>
                </a:rPr>
                <a:t>*</a:t>
              </a:r>
            </a:p>
          </p:txBody>
        </p:sp>
        <p:sp>
          <p:nvSpPr>
            <p:cNvPr id="66587" name="Text Box 17"/>
            <p:cNvSpPr txBox="1"/>
            <p:nvPr/>
          </p:nvSpPr>
          <p:spPr>
            <a:xfrm>
              <a:off x="2704454" y="3687763"/>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id</a:t>
              </a:r>
            </a:p>
          </p:txBody>
        </p:sp>
        <p:sp>
          <p:nvSpPr>
            <p:cNvPr id="66588" name="Line 19"/>
            <p:cNvSpPr/>
            <p:nvPr/>
          </p:nvSpPr>
          <p:spPr>
            <a:xfrm flipV="1">
              <a:off x="4814367" y="1924050"/>
              <a:ext cx="430237" cy="0"/>
            </a:xfrm>
            <a:prstGeom prst="line">
              <a:avLst/>
            </a:prstGeom>
            <a:ln w="38100" cap="flat" cmpd="sng">
              <a:solidFill>
                <a:schemeClr val="tx1"/>
              </a:solidFill>
              <a:prstDash val="solid"/>
              <a:headEnd type="none" w="sm" len="sm"/>
              <a:tailEnd type="triangle" w="med" len="med"/>
            </a:ln>
          </p:spPr>
        </p:sp>
        <p:sp>
          <p:nvSpPr>
            <p:cNvPr id="66589" name="Text Box 20"/>
            <p:cNvSpPr txBox="1"/>
            <p:nvPr/>
          </p:nvSpPr>
          <p:spPr>
            <a:xfrm>
              <a:off x="4809603" y="1595438"/>
              <a:ext cx="457227"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a:t>
              </a:r>
            </a:p>
          </p:txBody>
        </p:sp>
        <p:sp>
          <p:nvSpPr>
            <p:cNvPr id="87" name="Text Box 21"/>
            <p:cNvSpPr txBox="1">
              <a:spLocks noChangeArrowheads="1"/>
            </p:cNvSpPr>
            <p:nvPr/>
          </p:nvSpPr>
          <p:spPr bwMode="auto">
            <a:xfrm>
              <a:off x="5289411" y="2733675"/>
              <a:ext cx="1654427" cy="7064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7</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 $</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591" name="Line 22"/>
            <p:cNvSpPr/>
            <p:nvPr/>
          </p:nvSpPr>
          <p:spPr>
            <a:xfrm>
              <a:off x="4933436" y="3308350"/>
              <a:ext cx="393723" cy="0"/>
            </a:xfrm>
            <a:prstGeom prst="line">
              <a:avLst/>
            </a:prstGeom>
            <a:ln w="38100" cap="flat" cmpd="sng">
              <a:solidFill>
                <a:schemeClr val="tx1"/>
              </a:solidFill>
              <a:prstDash val="solid"/>
              <a:headEnd type="none" w="sm" len="sm"/>
              <a:tailEnd type="triangle" w="med" len="med"/>
            </a:ln>
          </p:spPr>
        </p:sp>
        <p:sp>
          <p:nvSpPr>
            <p:cNvPr id="66592" name="Text Box 23"/>
            <p:cNvSpPr txBox="1"/>
            <p:nvPr/>
          </p:nvSpPr>
          <p:spPr>
            <a:xfrm>
              <a:off x="4879457" y="2949575"/>
              <a:ext cx="457227"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a:t>
              </a:r>
            </a:p>
          </p:txBody>
        </p:sp>
        <p:sp>
          <p:nvSpPr>
            <p:cNvPr id="90" name="Text Box 24"/>
            <p:cNvSpPr txBox="1">
              <a:spLocks noChangeArrowheads="1"/>
            </p:cNvSpPr>
            <p:nvPr/>
          </p:nvSpPr>
          <p:spPr bwMode="auto">
            <a:xfrm>
              <a:off x="5289411" y="3525838"/>
              <a:ext cx="1582979"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8</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 $</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594" name="Line 25"/>
            <p:cNvSpPr/>
            <p:nvPr/>
          </p:nvSpPr>
          <p:spPr>
            <a:xfrm>
              <a:off x="4901684" y="3957638"/>
              <a:ext cx="387373" cy="0"/>
            </a:xfrm>
            <a:prstGeom prst="line">
              <a:avLst/>
            </a:prstGeom>
            <a:ln w="38100" cap="flat" cmpd="sng">
              <a:solidFill>
                <a:schemeClr val="tx1"/>
              </a:solidFill>
              <a:prstDash val="solid"/>
              <a:headEnd type="none" w="sm" len="sm"/>
              <a:tailEnd type="triangle" w="med" len="med"/>
            </a:ln>
          </p:spPr>
        </p:sp>
        <p:sp>
          <p:nvSpPr>
            <p:cNvPr id="66595" name="Text Box 26"/>
            <p:cNvSpPr txBox="1"/>
            <p:nvPr/>
          </p:nvSpPr>
          <p:spPr>
            <a:xfrm>
              <a:off x="4895333" y="3597275"/>
              <a:ext cx="381023"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a:t>
              </a:r>
            </a:p>
          </p:txBody>
        </p:sp>
        <p:sp>
          <p:nvSpPr>
            <p:cNvPr id="93" name="Text Box 27"/>
            <p:cNvSpPr txBox="1">
              <a:spLocks noChangeArrowheads="1"/>
            </p:cNvSpPr>
            <p:nvPr/>
          </p:nvSpPr>
          <p:spPr bwMode="auto">
            <a:xfrm>
              <a:off x="7318545" y="63500"/>
              <a:ext cx="152423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9</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S→L=R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597" name="Line 28"/>
            <p:cNvSpPr/>
            <p:nvPr/>
          </p:nvSpPr>
          <p:spPr>
            <a:xfrm flipV="1">
              <a:off x="6954443" y="373257"/>
              <a:ext cx="327891" cy="385567"/>
            </a:xfrm>
            <a:prstGeom prst="line">
              <a:avLst/>
            </a:prstGeom>
            <a:ln w="38100" cap="flat" cmpd="sng">
              <a:solidFill>
                <a:schemeClr val="tx1"/>
              </a:solidFill>
              <a:prstDash val="solid"/>
              <a:headEnd type="none" w="sm" len="sm"/>
              <a:tailEnd type="triangle" w="med" len="med"/>
            </a:ln>
          </p:spPr>
        </p:sp>
        <p:sp>
          <p:nvSpPr>
            <p:cNvPr id="66598" name="Text Box 29"/>
            <p:cNvSpPr txBox="1"/>
            <p:nvPr/>
          </p:nvSpPr>
          <p:spPr>
            <a:xfrm>
              <a:off x="6718374" y="369251"/>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a:t>
              </a:r>
            </a:p>
          </p:txBody>
        </p:sp>
        <p:sp>
          <p:nvSpPr>
            <p:cNvPr id="66599" name="Text Box 33"/>
            <p:cNvSpPr txBox="1"/>
            <p:nvPr/>
          </p:nvSpPr>
          <p:spPr>
            <a:xfrm>
              <a:off x="3031498" y="896938"/>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a:t>
              </a:r>
            </a:p>
          </p:txBody>
        </p:sp>
        <p:sp>
          <p:nvSpPr>
            <p:cNvPr id="66600" name="Line 34"/>
            <p:cNvSpPr/>
            <p:nvPr/>
          </p:nvSpPr>
          <p:spPr>
            <a:xfrm flipV="1">
              <a:off x="4911209" y="4564063"/>
              <a:ext cx="377847" cy="1587"/>
            </a:xfrm>
            <a:prstGeom prst="line">
              <a:avLst/>
            </a:prstGeom>
            <a:ln w="38100" cap="flat" cmpd="sng">
              <a:solidFill>
                <a:schemeClr val="tx1"/>
              </a:solidFill>
              <a:prstDash val="solid"/>
              <a:headEnd type="none" w="med" len="med"/>
              <a:tailEnd type="triangle" w="med" len="med"/>
            </a:ln>
          </p:spPr>
        </p:sp>
        <p:sp>
          <p:nvSpPr>
            <p:cNvPr id="66601" name="Text Box 35"/>
            <p:cNvSpPr txBox="1"/>
            <p:nvPr/>
          </p:nvSpPr>
          <p:spPr>
            <a:xfrm>
              <a:off x="4879457" y="4175125"/>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id</a:t>
              </a:r>
            </a:p>
          </p:txBody>
        </p:sp>
        <p:grpSp>
          <p:nvGrpSpPr>
            <p:cNvPr id="66602" name="Group 36"/>
            <p:cNvGrpSpPr/>
            <p:nvPr/>
          </p:nvGrpSpPr>
          <p:grpSpPr>
            <a:xfrm>
              <a:off x="3045787" y="3975100"/>
              <a:ext cx="290529" cy="269875"/>
              <a:chOff x="2335" y="3249"/>
              <a:chExt cx="183" cy="226"/>
            </a:xfrm>
          </p:grpSpPr>
          <p:sp>
            <p:nvSpPr>
              <p:cNvPr id="66626" name="Line 37"/>
              <p:cNvSpPr/>
              <p:nvPr/>
            </p:nvSpPr>
            <p:spPr>
              <a:xfrm>
                <a:off x="2335" y="3249"/>
                <a:ext cx="182" cy="0"/>
              </a:xfrm>
              <a:prstGeom prst="line">
                <a:avLst/>
              </a:prstGeom>
              <a:ln w="38100" cap="flat" cmpd="sng">
                <a:solidFill>
                  <a:schemeClr val="tx1"/>
                </a:solidFill>
                <a:prstDash val="solid"/>
                <a:headEnd type="none" w="med" len="med"/>
                <a:tailEnd type="none" w="med" len="med"/>
              </a:ln>
            </p:spPr>
          </p:sp>
          <p:sp>
            <p:nvSpPr>
              <p:cNvPr id="66627" name="Line 38"/>
              <p:cNvSpPr/>
              <p:nvPr/>
            </p:nvSpPr>
            <p:spPr>
              <a:xfrm>
                <a:off x="2335" y="3249"/>
                <a:ext cx="0" cy="226"/>
              </a:xfrm>
              <a:prstGeom prst="line">
                <a:avLst/>
              </a:prstGeom>
              <a:ln w="38100" cap="flat" cmpd="sng">
                <a:solidFill>
                  <a:schemeClr val="tx1"/>
                </a:solidFill>
                <a:prstDash val="solid"/>
                <a:headEnd type="none" w="med" len="med"/>
                <a:tailEnd type="none" w="med" len="med"/>
              </a:ln>
            </p:spPr>
          </p:sp>
          <p:sp>
            <p:nvSpPr>
              <p:cNvPr id="66628" name="Line 39"/>
              <p:cNvSpPr/>
              <p:nvPr/>
            </p:nvSpPr>
            <p:spPr>
              <a:xfrm>
                <a:off x="2336" y="3475"/>
                <a:ext cx="182" cy="0"/>
              </a:xfrm>
              <a:prstGeom prst="line">
                <a:avLst/>
              </a:prstGeom>
              <a:ln w="38100" cap="flat" cmpd="sng">
                <a:solidFill>
                  <a:schemeClr val="tx1"/>
                </a:solidFill>
                <a:prstDash val="solid"/>
                <a:headEnd type="none" w="med" len="med"/>
                <a:tailEnd type="triangle" w="med" len="med"/>
              </a:ln>
            </p:spPr>
          </p:sp>
        </p:grpSp>
        <p:sp>
          <p:nvSpPr>
            <p:cNvPr id="66603" name="Text Box 40"/>
            <p:cNvSpPr txBox="1"/>
            <p:nvPr/>
          </p:nvSpPr>
          <p:spPr>
            <a:xfrm>
              <a:off x="3021973" y="3944938"/>
              <a:ext cx="53343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rgbClr val="000000"/>
                  </a:solidFill>
                  <a:latin typeface="Times New Roman" panose="02020603050405020304" pitchFamily="18" charset="0"/>
                  <a:ea typeface="宋体" panose="02010600030101010101" pitchFamily="2" charset="-122"/>
                </a:rPr>
                <a:t>*</a:t>
              </a:r>
            </a:p>
          </p:txBody>
        </p:sp>
        <p:sp>
          <p:nvSpPr>
            <p:cNvPr id="66604" name="Line 41"/>
            <p:cNvSpPr/>
            <p:nvPr/>
          </p:nvSpPr>
          <p:spPr>
            <a:xfrm>
              <a:off x="3056900" y="3038475"/>
              <a:ext cx="261954" cy="433388"/>
            </a:xfrm>
            <a:prstGeom prst="line">
              <a:avLst/>
            </a:prstGeom>
            <a:ln w="41275" cap="flat" cmpd="sng">
              <a:solidFill>
                <a:schemeClr val="tx1"/>
              </a:solidFill>
              <a:prstDash val="solid"/>
              <a:headEnd type="none" w="med" len="med"/>
              <a:tailEnd type="triangle" w="med" len="med"/>
            </a:ln>
          </p:spPr>
        </p:sp>
        <p:sp>
          <p:nvSpPr>
            <p:cNvPr id="66605" name="Line 57"/>
            <p:cNvSpPr/>
            <p:nvPr/>
          </p:nvSpPr>
          <p:spPr>
            <a:xfrm flipV="1">
              <a:off x="2759099" y="4872037"/>
              <a:ext cx="2529957" cy="25400"/>
            </a:xfrm>
            <a:prstGeom prst="line">
              <a:avLst/>
            </a:prstGeom>
            <a:ln w="38100" cap="flat" cmpd="sng">
              <a:solidFill>
                <a:schemeClr val="tx1"/>
              </a:solidFill>
              <a:prstDash val="solid"/>
              <a:headEnd type="none" w="sm" len="sm"/>
              <a:tailEnd type="triangle" w="med" len="med"/>
            </a:ln>
          </p:spPr>
        </p:sp>
        <p:sp>
          <p:nvSpPr>
            <p:cNvPr id="66606" name="Line 59"/>
            <p:cNvSpPr/>
            <p:nvPr/>
          </p:nvSpPr>
          <p:spPr>
            <a:xfrm flipH="1" flipV="1">
              <a:off x="2759099" y="3195638"/>
              <a:ext cx="12701" cy="1724025"/>
            </a:xfrm>
            <a:prstGeom prst="line">
              <a:avLst/>
            </a:prstGeom>
            <a:ln w="38100" cap="flat" cmpd="sng">
              <a:solidFill>
                <a:schemeClr val="tx1"/>
              </a:solidFill>
              <a:prstDash val="solid"/>
              <a:headEnd type="none" w="med" len="med"/>
              <a:tailEnd type="none" w="med" len="med"/>
            </a:ln>
          </p:spPr>
        </p:sp>
        <p:sp>
          <p:nvSpPr>
            <p:cNvPr id="66607" name="Text Box 32"/>
            <p:cNvSpPr txBox="1"/>
            <p:nvPr/>
          </p:nvSpPr>
          <p:spPr>
            <a:xfrm>
              <a:off x="6944918" y="1677862"/>
              <a:ext cx="503327" cy="36986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dirty="0">
                  <a:solidFill>
                    <a:srgbClr val="000000"/>
                  </a:solidFill>
                  <a:latin typeface="Times New Roman" panose="02020603050405020304" pitchFamily="18" charset="0"/>
                  <a:ea typeface="宋体" panose="02010600030101010101" pitchFamily="2" charset="-122"/>
                </a:rPr>
                <a:t>id</a:t>
              </a:r>
            </a:p>
          </p:txBody>
        </p:sp>
        <p:sp>
          <p:nvSpPr>
            <p:cNvPr id="105" name="Text Box 42"/>
            <p:cNvSpPr txBox="1">
              <a:spLocks noChangeArrowheads="1"/>
            </p:cNvSpPr>
            <p:nvPr/>
          </p:nvSpPr>
          <p:spPr bwMode="auto">
            <a:xfrm>
              <a:off x="7312194" y="844550"/>
              <a:ext cx="1440082" cy="6556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prstClr val="black"/>
                  </a:solidFill>
                  <a:effectLst/>
                  <a:uLnTx/>
                  <a:uFillTx/>
                  <a:latin typeface="Times New Roman" panose="02020603050405020304" pitchFamily="18" charset="0"/>
                  <a:ea typeface="宋体" panose="02010600030101010101" pitchFamily="2" charset="-122"/>
                  <a:cs typeface="+mn-cs"/>
                </a:rPr>
                <a:t>10</a:t>
              </a:r>
              <a:r>
                <a:rPr kumimoji="1" lang="en-US" altLang="zh-CN" sz="20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R→L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prstClr val="black"/>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66609" name="Line 43"/>
            <p:cNvSpPr/>
            <p:nvPr/>
          </p:nvSpPr>
          <p:spPr>
            <a:xfrm flipV="1">
              <a:off x="6906952" y="1050284"/>
              <a:ext cx="405544" cy="18842"/>
            </a:xfrm>
            <a:prstGeom prst="line">
              <a:avLst/>
            </a:prstGeom>
            <a:ln w="38100" cap="flat" cmpd="sng">
              <a:solidFill>
                <a:schemeClr val="tx1"/>
              </a:solidFill>
              <a:prstDash val="solid"/>
              <a:headEnd type="none" w="sm" len="sm"/>
              <a:tailEnd type="triangle" w="med" len="med"/>
            </a:ln>
          </p:spPr>
        </p:sp>
        <p:sp>
          <p:nvSpPr>
            <p:cNvPr id="66610" name="Text Box 44"/>
            <p:cNvSpPr txBox="1"/>
            <p:nvPr/>
          </p:nvSpPr>
          <p:spPr>
            <a:xfrm>
              <a:off x="6924342" y="738592"/>
              <a:ext cx="533495" cy="369864"/>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L</a:t>
              </a:r>
            </a:p>
          </p:txBody>
        </p:sp>
        <p:sp>
          <p:nvSpPr>
            <p:cNvPr id="108" name="Text Box 45"/>
            <p:cNvSpPr txBox="1">
              <a:spLocks noChangeArrowheads="1"/>
            </p:cNvSpPr>
            <p:nvPr/>
          </p:nvSpPr>
          <p:spPr bwMode="auto">
            <a:xfrm>
              <a:off x="7328071" y="1779588"/>
              <a:ext cx="1416265"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prstClr val="black"/>
                  </a:solidFill>
                  <a:effectLst/>
                  <a:uLnTx/>
                  <a:uFillTx/>
                  <a:latin typeface="Times New Roman" panose="02020603050405020304" pitchFamily="18" charset="0"/>
                  <a:ea typeface="宋体" panose="02010600030101010101" pitchFamily="2" charset="-122"/>
                  <a:cs typeface="+mn-cs"/>
                </a:rPr>
                <a:t>11</a:t>
              </a:r>
              <a:r>
                <a:rPr kumimoji="1" lang="en-US" altLang="zh-CN" sz="20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prstClr val="black"/>
                  </a:solidFill>
                  <a:effectLst/>
                  <a:uLnTx/>
                  <a:uFillTx/>
                  <a:latin typeface="华文楷体" panose="02010600040101010101" pitchFamily="2" charset="-122"/>
                  <a:ea typeface="宋体" panose="02010600030101010101" pitchFamily="2" charset="-122"/>
                  <a:cs typeface="+mn-cs"/>
                </a:rPr>
                <a:t>$</a:t>
              </a:r>
              <a:endParaRPr kumimoji="1" lang="zh-CN" altLang="en-US"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L , </a:t>
              </a:r>
              <a:r>
                <a:rPr kumimoji="1" lang="en-US" altLang="zh-CN" sz="2000" b="1" i="0" u="none" strike="noStrike" kern="1200" cap="none" spc="0" normalizeH="0" baseline="0" noProof="0">
                  <a:ln>
                    <a:noFill/>
                  </a:ln>
                  <a:solidFill>
                    <a:prstClr val="black"/>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prstClr val="black"/>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id </a:t>
              </a:r>
              <a:r>
                <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prstClr val="black"/>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66612" name="Text Box 46"/>
            <p:cNvSpPr txBox="1"/>
            <p:nvPr/>
          </p:nvSpPr>
          <p:spPr>
            <a:xfrm>
              <a:off x="6891381" y="1187474"/>
              <a:ext cx="360425" cy="400026"/>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rgbClr val="000000"/>
                  </a:solidFill>
                  <a:latin typeface="Times New Roman" panose="02020603050405020304" pitchFamily="18" charset="0"/>
                  <a:ea typeface="宋体" panose="02010600030101010101" pitchFamily="2" charset="-122"/>
                </a:rPr>
                <a:t>*</a:t>
              </a:r>
            </a:p>
          </p:txBody>
        </p:sp>
        <p:sp>
          <p:nvSpPr>
            <p:cNvPr id="66613" name="Line 47"/>
            <p:cNvSpPr/>
            <p:nvPr/>
          </p:nvSpPr>
          <p:spPr>
            <a:xfrm>
              <a:off x="6940394" y="1406057"/>
              <a:ext cx="385967" cy="371307"/>
            </a:xfrm>
            <a:prstGeom prst="line">
              <a:avLst/>
            </a:prstGeom>
            <a:ln w="41275" cap="flat" cmpd="sng">
              <a:solidFill>
                <a:schemeClr val="tx1"/>
              </a:solidFill>
              <a:prstDash val="solid"/>
              <a:headEnd type="none" w="med" len="med"/>
              <a:tailEnd type="triangle" w="med" len="med"/>
            </a:ln>
          </p:spPr>
        </p:sp>
        <p:sp>
          <p:nvSpPr>
            <p:cNvPr id="111" name="Text Box 48"/>
            <p:cNvSpPr txBox="1">
              <a:spLocks noChangeArrowheads="1"/>
            </p:cNvSpPr>
            <p:nvPr/>
          </p:nvSpPr>
          <p:spPr bwMode="auto">
            <a:xfrm>
              <a:off x="7348712" y="3592513"/>
              <a:ext cx="1395624"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prstClr val="black"/>
                  </a:solidFill>
                  <a:effectLst/>
                  <a:uLnTx/>
                  <a:uFillTx/>
                  <a:latin typeface="Times New Roman" panose="02020603050405020304" pitchFamily="18" charset="0"/>
                  <a:ea typeface="宋体" panose="02010600030101010101" pitchFamily="2" charset="-122"/>
                  <a:cs typeface="+mn-cs"/>
                </a:rPr>
                <a:t>12</a:t>
              </a:r>
              <a:r>
                <a:rPr kumimoji="1" lang="en-US" altLang="zh-CN" sz="20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L→</a:t>
              </a:r>
              <a:r>
                <a:rPr kumimoji="1" lang="en-US" altLang="zh-CN" sz="20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id</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prstClr val="black"/>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66615" name="Line 49"/>
            <p:cNvSpPr/>
            <p:nvPr/>
          </p:nvSpPr>
          <p:spPr>
            <a:xfrm>
              <a:off x="6924342" y="1689736"/>
              <a:ext cx="401956" cy="1836102"/>
            </a:xfrm>
            <a:prstGeom prst="line">
              <a:avLst/>
            </a:prstGeom>
            <a:ln w="41275" cap="flat" cmpd="sng">
              <a:solidFill>
                <a:schemeClr val="tx1"/>
              </a:solidFill>
              <a:prstDash val="solid"/>
              <a:headEnd type="none" w="med" len="med"/>
              <a:tailEnd type="triangle" w="med" len="med"/>
            </a:ln>
          </p:spPr>
        </p:sp>
        <p:sp>
          <p:nvSpPr>
            <p:cNvPr id="113" name="Text Box 50"/>
            <p:cNvSpPr txBox="1">
              <a:spLocks noChangeArrowheads="1"/>
            </p:cNvSpPr>
            <p:nvPr/>
          </p:nvSpPr>
          <p:spPr bwMode="auto">
            <a:xfrm>
              <a:off x="7348712" y="4371975"/>
              <a:ext cx="1403563"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prstClr val="black"/>
                  </a:solidFill>
                  <a:effectLst/>
                  <a:uLnTx/>
                  <a:uFillTx/>
                  <a:latin typeface="Times New Roman" panose="02020603050405020304" pitchFamily="18" charset="0"/>
                  <a:ea typeface="宋体" panose="02010600030101010101" pitchFamily="2" charset="-122"/>
                  <a:cs typeface="+mn-cs"/>
                </a:rPr>
                <a:t>13</a:t>
              </a:r>
              <a:r>
                <a:rPr kumimoji="1" lang="en-US" altLang="zh-CN" sz="20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L→*R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prstClr val="black"/>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66617" name="Freeform 51"/>
            <p:cNvSpPr/>
            <p:nvPr/>
          </p:nvSpPr>
          <p:spPr>
            <a:xfrm>
              <a:off x="8723948" y="3188062"/>
              <a:ext cx="360425" cy="1612802"/>
            </a:xfrm>
            <a:custGeom>
              <a:avLst/>
              <a:gdLst>
                <a:gd name="txL" fmla="*/ 0 w 416"/>
                <a:gd name="txT" fmla="*/ 0 h 862"/>
                <a:gd name="txR" fmla="*/ 416 w 416"/>
                <a:gd name="txB" fmla="*/ 862 h 862"/>
              </a:gdLst>
              <a:ahLst/>
              <a:cxnLst>
                <a:cxn ang="0">
                  <a:pos x="0" y="0"/>
                </a:cxn>
                <a:cxn ang="0">
                  <a:pos x="2147483646" y="2147483646"/>
                </a:cxn>
                <a:cxn ang="0">
                  <a:pos x="2147483646" y="2147483646"/>
                </a:cxn>
              </a:cxnLst>
              <a:rect l="txL" t="txT" r="txR" b="txB"/>
              <a:pathLst>
                <a:path w="416" h="862">
                  <a:moveTo>
                    <a:pt x="0" y="0"/>
                  </a:moveTo>
                  <a:cubicBezTo>
                    <a:pt x="200" y="177"/>
                    <a:pt x="400" y="355"/>
                    <a:pt x="408" y="499"/>
                  </a:cubicBezTo>
                  <a:cubicBezTo>
                    <a:pt x="416" y="643"/>
                    <a:pt x="231" y="752"/>
                    <a:pt x="46" y="862"/>
                  </a:cubicBezTo>
                </a:path>
              </a:pathLst>
            </a:custGeom>
            <a:noFill/>
            <a:ln w="38100" cap="flat" cmpd="sng">
              <a:solidFill>
                <a:schemeClr val="tx1">
                  <a:alpha val="100000"/>
                </a:schemeClr>
              </a:solidFill>
              <a:prstDash val="solid"/>
              <a:round/>
              <a:headEnd type="none" w="med" len="med"/>
              <a:tailEnd type="stealth" w="med" len="med"/>
            </a:ln>
          </p:spPr>
          <p:txBody>
            <a:bodyPr/>
            <a:lstStyle/>
            <a:p>
              <a:endParaRPr lang="zh-CN" altLang="en-US"/>
            </a:p>
          </p:txBody>
        </p:sp>
        <p:sp>
          <p:nvSpPr>
            <p:cNvPr id="66618" name="Text Box 52"/>
            <p:cNvSpPr txBox="1"/>
            <p:nvPr/>
          </p:nvSpPr>
          <p:spPr>
            <a:xfrm>
              <a:off x="8842765" y="2979448"/>
              <a:ext cx="457281" cy="36986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R</a:t>
              </a:r>
            </a:p>
          </p:txBody>
        </p:sp>
        <p:sp>
          <p:nvSpPr>
            <p:cNvPr id="66619" name="Freeform 53"/>
            <p:cNvSpPr/>
            <p:nvPr/>
          </p:nvSpPr>
          <p:spPr>
            <a:xfrm>
              <a:off x="8746431" y="2015087"/>
              <a:ext cx="360425" cy="353990"/>
            </a:xfrm>
            <a:custGeom>
              <a:avLst/>
              <a:gdLst>
                <a:gd name="txL" fmla="*/ 0 w 227"/>
                <a:gd name="txT" fmla="*/ 0 h 227"/>
                <a:gd name="txR" fmla="*/ 227 w 227"/>
                <a:gd name="txB" fmla="*/ 227 h 227"/>
              </a:gdLst>
              <a:ahLst/>
              <a:cxnLst>
                <a:cxn ang="0">
                  <a:pos x="0" y="0"/>
                </a:cxn>
                <a:cxn ang="0">
                  <a:pos x="2147483646" y="2147483646"/>
                </a:cxn>
                <a:cxn ang="0">
                  <a:pos x="0" y="2147483646"/>
                </a:cxn>
              </a:cxnLst>
              <a:rect l="txL" t="txT" r="txR" b="txB"/>
              <a:pathLst>
                <a:path w="227" h="227">
                  <a:moveTo>
                    <a:pt x="0" y="0"/>
                  </a:moveTo>
                  <a:cubicBezTo>
                    <a:pt x="113" y="3"/>
                    <a:pt x="227" y="7"/>
                    <a:pt x="227" y="45"/>
                  </a:cubicBezTo>
                  <a:cubicBezTo>
                    <a:pt x="227" y="83"/>
                    <a:pt x="113" y="155"/>
                    <a:pt x="0" y="227"/>
                  </a:cubicBezTo>
                </a:path>
              </a:pathLst>
            </a:custGeom>
            <a:noFill/>
            <a:ln w="38100" cap="flat" cmpd="sng">
              <a:solidFill>
                <a:schemeClr val="tx1">
                  <a:alpha val="100000"/>
                </a:schemeClr>
              </a:solidFill>
              <a:prstDash val="solid"/>
              <a:round/>
              <a:headEnd type="none" w="med" len="med"/>
              <a:tailEnd type="stealth" w="med" len="med"/>
            </a:ln>
          </p:spPr>
          <p:txBody>
            <a:bodyPr/>
            <a:lstStyle/>
            <a:p>
              <a:endParaRPr lang="zh-CN" altLang="en-US"/>
            </a:p>
          </p:txBody>
        </p:sp>
        <p:sp>
          <p:nvSpPr>
            <p:cNvPr id="66620" name="Text Box 54"/>
            <p:cNvSpPr txBox="1"/>
            <p:nvPr/>
          </p:nvSpPr>
          <p:spPr>
            <a:xfrm>
              <a:off x="8714675" y="1996038"/>
              <a:ext cx="533495" cy="400026"/>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rgbClr val="000000"/>
                  </a:solidFill>
                  <a:latin typeface="Times New Roman" panose="02020603050405020304" pitchFamily="18" charset="0"/>
                  <a:ea typeface="宋体" panose="02010600030101010101" pitchFamily="2" charset="-122"/>
                </a:rPr>
                <a:t>*</a:t>
              </a:r>
            </a:p>
          </p:txBody>
        </p:sp>
        <p:sp>
          <p:nvSpPr>
            <p:cNvPr id="66621" name="Text Box 55"/>
            <p:cNvSpPr txBox="1"/>
            <p:nvPr/>
          </p:nvSpPr>
          <p:spPr>
            <a:xfrm>
              <a:off x="7858813" y="1420009"/>
              <a:ext cx="381068" cy="368278"/>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L</a:t>
              </a:r>
            </a:p>
          </p:txBody>
        </p:sp>
        <p:sp>
          <p:nvSpPr>
            <p:cNvPr id="66622" name="Line 56"/>
            <p:cNvSpPr/>
            <p:nvPr/>
          </p:nvSpPr>
          <p:spPr>
            <a:xfrm flipV="1">
              <a:off x="7866454" y="1492013"/>
              <a:ext cx="0" cy="269859"/>
            </a:xfrm>
            <a:prstGeom prst="line">
              <a:avLst/>
            </a:prstGeom>
            <a:ln w="38100" cap="flat" cmpd="sng">
              <a:solidFill>
                <a:schemeClr val="tx1"/>
              </a:solidFill>
              <a:prstDash val="solid"/>
              <a:headEnd type="none" w="med" len="med"/>
              <a:tailEnd type="triangle" w="med" len="med"/>
            </a:ln>
          </p:spPr>
        </p:sp>
        <p:sp>
          <p:nvSpPr>
            <p:cNvPr id="66623" name="Line 56"/>
            <p:cNvSpPr/>
            <p:nvPr/>
          </p:nvSpPr>
          <p:spPr>
            <a:xfrm flipH="1">
              <a:off x="7976011" y="3292103"/>
              <a:ext cx="9527" cy="317481"/>
            </a:xfrm>
            <a:prstGeom prst="line">
              <a:avLst/>
            </a:prstGeom>
            <a:ln w="38100" cap="flat" cmpd="sng">
              <a:solidFill>
                <a:schemeClr val="tx1"/>
              </a:solidFill>
              <a:prstDash val="solid"/>
              <a:headEnd type="none" w="med" len="med"/>
              <a:tailEnd type="triangle" w="med" len="med"/>
            </a:ln>
          </p:spPr>
        </p:sp>
        <p:sp>
          <p:nvSpPr>
            <p:cNvPr id="66624" name="Text Box 17"/>
            <p:cNvSpPr txBox="1"/>
            <p:nvPr/>
          </p:nvSpPr>
          <p:spPr>
            <a:xfrm>
              <a:off x="7984558" y="3285174"/>
              <a:ext cx="533495" cy="36986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dirty="0">
                  <a:solidFill>
                    <a:srgbClr val="000000"/>
                  </a:solidFill>
                  <a:latin typeface="Times New Roman" panose="02020603050405020304" pitchFamily="18" charset="0"/>
                  <a:ea typeface="宋体" panose="02010600030101010101" pitchFamily="2" charset="-122"/>
                </a:rPr>
                <a:t>id</a:t>
              </a:r>
            </a:p>
          </p:txBody>
        </p:sp>
        <p:sp>
          <p:nvSpPr>
            <p:cNvPr id="122" name="Text Box 18"/>
            <p:cNvSpPr txBox="1">
              <a:spLocks noChangeArrowheads="1"/>
            </p:cNvSpPr>
            <p:nvPr/>
          </p:nvSpPr>
          <p:spPr bwMode="auto">
            <a:xfrm>
              <a:off x="5289411" y="771525"/>
              <a:ext cx="1649664" cy="16319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6</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S→L=</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dirty="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L , </a:t>
              </a:r>
              <a:r>
                <a:rPr kumimoji="1" lang="en-US" altLang="zh-CN" sz="2000" b="1" i="0" u="none" strike="noStrike" kern="1200" cap="none" spc="0" normalizeH="0" baseline="0" noProof="0" dirty="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dirty="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id</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dirty="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26" name="矩形 125"/>
          <p:cNvSpPr/>
          <p:nvPr/>
        </p:nvSpPr>
        <p:spPr>
          <a:xfrm>
            <a:off x="7253288" y="811213"/>
            <a:ext cx="1558925" cy="792163"/>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66567" name="矩形 1"/>
          <p:cNvSpPr/>
          <p:nvPr/>
        </p:nvSpPr>
        <p:spPr>
          <a:xfrm>
            <a:off x="-7937" y="811213"/>
            <a:ext cx="920750" cy="541337"/>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273050" lvl="0" indent="-273050" eaLnBrk="1" hangingPunct="1">
              <a:lnSpc>
                <a:spcPts val="3500"/>
              </a:lnSpc>
              <a:buClrTx/>
              <a:buFont typeface="Wingdings" panose="05000000000000000000" pitchFamily="2" charset="2"/>
              <a:buChar char="Ø"/>
            </a:pPr>
            <a:r>
              <a:rPr lang="zh-CN" altLang="en-US" sz="3200" b="1" dirty="0">
                <a:solidFill>
                  <a:srgbClr val="000000"/>
                </a:solidFill>
                <a:latin typeface="Times New Roman" panose="02020603050405020304" pitchFamily="18" charset="0"/>
                <a:ea typeface="华文楷体" panose="02010600040101010101" pitchFamily="2" charset="-122"/>
              </a:rPr>
              <a:t>例</a:t>
            </a:r>
            <a:endParaRPr lang="en-US" altLang="zh-CN" sz="3200" b="1" dirty="0">
              <a:solidFill>
                <a:srgbClr val="000000"/>
              </a:solidFill>
              <a:latin typeface="Times New Roman" panose="02020603050405020304" pitchFamily="18" charset="0"/>
              <a:ea typeface="宋体" panose="02010600030101010101" pitchFamily="2" charset="-122"/>
            </a:endParaRPr>
          </a:p>
        </p:txBody>
      </p:sp>
      <p:sp>
        <p:nvSpPr>
          <p:cNvPr id="66568" name="矩形 2"/>
          <p:cNvSpPr/>
          <p:nvPr/>
        </p:nvSpPr>
        <p:spPr>
          <a:xfrm>
            <a:off x="5214938" y="323850"/>
            <a:ext cx="1581150" cy="400050"/>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000" b="1" i="1" dirty="0">
                <a:solidFill>
                  <a:srgbClr val="2D83F4"/>
                </a:solidFill>
                <a:latin typeface="Times New Roman" panose="02020603050405020304" pitchFamily="18" charset="0"/>
                <a:ea typeface="宋体" panose="02010600030101010101" pitchFamily="2" charset="-122"/>
              </a:rPr>
              <a:t>LR</a:t>
            </a:r>
            <a:r>
              <a:rPr lang="en-US" altLang="zh-CN" sz="2000" b="1" dirty="0">
                <a:solidFill>
                  <a:srgbClr val="2D83F4"/>
                </a:solidFill>
                <a:latin typeface="Times New Roman" panose="02020603050405020304" pitchFamily="18" charset="0"/>
                <a:ea typeface="宋体" panose="02010600030101010101" pitchFamily="2" charset="-122"/>
              </a:rPr>
              <a:t>(1)</a:t>
            </a:r>
            <a:r>
              <a:rPr lang="zh-CN" altLang="en-US" sz="2000" b="1" dirty="0">
                <a:solidFill>
                  <a:srgbClr val="2D83F4"/>
                </a:solidFill>
                <a:latin typeface="Times New Roman" panose="02020603050405020304" pitchFamily="18" charset="0"/>
                <a:ea typeface="华文楷体" panose="02010600040101010101" pitchFamily="2" charset="-122"/>
              </a:rPr>
              <a:t>分析器</a:t>
            </a:r>
          </a:p>
        </p:txBody>
      </p:sp>
      <p:sp>
        <p:nvSpPr>
          <p:cNvPr id="63" name="矩形 62"/>
          <p:cNvSpPr/>
          <p:nvPr/>
        </p:nvSpPr>
        <p:spPr>
          <a:xfrm>
            <a:off x="7283450" y="1708150"/>
            <a:ext cx="1525588" cy="1624013"/>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64" name="矩形 63"/>
          <p:cNvSpPr/>
          <p:nvPr/>
        </p:nvSpPr>
        <p:spPr>
          <a:xfrm>
            <a:off x="3276600" y="3179763"/>
            <a:ext cx="1704975" cy="1624013"/>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65" name="矩形 64"/>
          <p:cNvSpPr/>
          <p:nvPr/>
        </p:nvSpPr>
        <p:spPr>
          <a:xfrm>
            <a:off x="7285038" y="3552825"/>
            <a:ext cx="1527175" cy="792163"/>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67" name="矩形 66"/>
          <p:cNvSpPr/>
          <p:nvPr/>
        </p:nvSpPr>
        <p:spPr>
          <a:xfrm>
            <a:off x="5219700" y="4227513"/>
            <a:ext cx="1704975" cy="792163"/>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68" name="矩形 67"/>
          <p:cNvSpPr/>
          <p:nvPr/>
        </p:nvSpPr>
        <p:spPr>
          <a:xfrm>
            <a:off x="7281863" y="4349750"/>
            <a:ext cx="1527175" cy="752475"/>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71" name="矩形 70"/>
          <p:cNvSpPr/>
          <p:nvPr/>
        </p:nvSpPr>
        <p:spPr>
          <a:xfrm>
            <a:off x="5219700" y="2682875"/>
            <a:ext cx="1766888" cy="752475"/>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 calcmode="lin" valueType="num">
                                      <p:cBhvr>
                                        <p:cTn id="7" dur="500" fill="hold"/>
                                        <p:tgtEl>
                                          <p:spTgt spid="66"/>
                                        </p:tgtEl>
                                        <p:attrNameLst>
                                          <p:attrName>ppt_w</p:attrName>
                                        </p:attrNameLst>
                                      </p:cBhvr>
                                      <p:tavLst>
                                        <p:tav tm="0">
                                          <p:val>
                                            <p:fltVal val="0"/>
                                          </p:val>
                                        </p:tav>
                                        <p:tav tm="100000">
                                          <p:val>
                                            <p:strVal val="#ppt_w"/>
                                          </p:val>
                                        </p:tav>
                                      </p:tavLst>
                                    </p:anim>
                                    <p:anim calcmode="lin" valueType="num">
                                      <p:cBhvr>
                                        <p:cTn id="8" dur="500" fill="hold"/>
                                        <p:tgtEl>
                                          <p:spTgt spid="66"/>
                                        </p:tgtEl>
                                        <p:attrNameLst>
                                          <p:attrName>ppt_h</p:attrName>
                                        </p:attrNameLst>
                                      </p:cBhvr>
                                      <p:tavLst>
                                        <p:tav tm="0">
                                          <p:val>
                                            <p:fltVal val="0"/>
                                          </p:val>
                                        </p:tav>
                                        <p:tav tm="100000">
                                          <p:val>
                                            <p:strVal val="#ppt_h"/>
                                          </p:val>
                                        </p:tav>
                                      </p:tavLst>
                                    </p:anim>
                                    <p:animEffect transition="in" filter="fade">
                                      <p:cBhvr>
                                        <p:cTn id="9" dur="500"/>
                                        <p:tgtEl>
                                          <p:spTgt spid="6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26"/>
                                        </p:tgtEl>
                                        <p:attrNameLst>
                                          <p:attrName>style.visibility</p:attrName>
                                        </p:attrNameLst>
                                      </p:cBhvr>
                                      <p:to>
                                        <p:strVal val="visible"/>
                                      </p:to>
                                    </p:set>
                                    <p:anim calcmode="lin" valueType="num">
                                      <p:cBhvr>
                                        <p:cTn id="12" dur="500" fill="hold"/>
                                        <p:tgtEl>
                                          <p:spTgt spid="126"/>
                                        </p:tgtEl>
                                        <p:attrNameLst>
                                          <p:attrName>ppt_w</p:attrName>
                                        </p:attrNameLst>
                                      </p:cBhvr>
                                      <p:tavLst>
                                        <p:tav tm="0">
                                          <p:val>
                                            <p:fltVal val="0"/>
                                          </p:val>
                                        </p:tav>
                                        <p:tav tm="100000">
                                          <p:val>
                                            <p:strVal val="#ppt_w"/>
                                          </p:val>
                                        </p:tav>
                                      </p:tavLst>
                                    </p:anim>
                                    <p:anim calcmode="lin" valueType="num">
                                      <p:cBhvr>
                                        <p:cTn id="13" dur="500" fill="hold"/>
                                        <p:tgtEl>
                                          <p:spTgt spid="126"/>
                                        </p:tgtEl>
                                        <p:attrNameLst>
                                          <p:attrName>ppt_h</p:attrName>
                                        </p:attrNameLst>
                                      </p:cBhvr>
                                      <p:tavLst>
                                        <p:tav tm="0">
                                          <p:val>
                                            <p:fltVal val="0"/>
                                          </p:val>
                                        </p:tav>
                                        <p:tav tm="100000">
                                          <p:val>
                                            <p:strVal val="#ppt_h"/>
                                          </p:val>
                                        </p:tav>
                                      </p:tavLst>
                                    </p:anim>
                                    <p:animEffect transition="in" filter="fade">
                                      <p:cBhvr>
                                        <p:cTn id="14" dur="500"/>
                                        <p:tgtEl>
                                          <p:spTgt spid="126"/>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xit" presetSubtype="32" fill="hold" grpId="1" nodeType="clickEffect">
                                  <p:stCondLst>
                                    <p:cond delay="0"/>
                                  </p:stCondLst>
                                  <p:childTnLst>
                                    <p:anim calcmode="lin" valueType="num">
                                      <p:cBhvr>
                                        <p:cTn id="18" dur="500"/>
                                        <p:tgtEl>
                                          <p:spTgt spid="66"/>
                                        </p:tgtEl>
                                        <p:attrNameLst>
                                          <p:attrName>ppt_w</p:attrName>
                                        </p:attrNameLst>
                                      </p:cBhvr>
                                      <p:tavLst>
                                        <p:tav tm="0">
                                          <p:val>
                                            <p:strVal val="ppt_w"/>
                                          </p:val>
                                        </p:tav>
                                        <p:tav tm="100000">
                                          <p:val>
                                            <p:fltVal val="0"/>
                                          </p:val>
                                        </p:tav>
                                      </p:tavLst>
                                    </p:anim>
                                    <p:anim calcmode="lin" valueType="num">
                                      <p:cBhvr>
                                        <p:cTn id="19" dur="500"/>
                                        <p:tgtEl>
                                          <p:spTgt spid="66"/>
                                        </p:tgtEl>
                                        <p:attrNameLst>
                                          <p:attrName>ppt_h</p:attrName>
                                        </p:attrNameLst>
                                      </p:cBhvr>
                                      <p:tavLst>
                                        <p:tav tm="0">
                                          <p:val>
                                            <p:strVal val="ppt_h"/>
                                          </p:val>
                                        </p:tav>
                                        <p:tav tm="100000">
                                          <p:val>
                                            <p:fltVal val="0"/>
                                          </p:val>
                                        </p:tav>
                                      </p:tavLst>
                                    </p:anim>
                                    <p:animEffect transition="out" filter="fade">
                                      <p:cBhvr>
                                        <p:cTn id="20" dur="500"/>
                                        <p:tgtEl>
                                          <p:spTgt spid="66"/>
                                        </p:tgtEl>
                                      </p:cBhvr>
                                    </p:animEffect>
                                    <p:set>
                                      <p:cBhvr>
                                        <p:cTn id="21" dur="1" fill="hold">
                                          <p:stCondLst>
                                            <p:cond delay="499"/>
                                          </p:stCondLst>
                                        </p:cTn>
                                        <p:tgtEl>
                                          <p:spTgt spid="66"/>
                                        </p:tgtEl>
                                        <p:attrNameLst>
                                          <p:attrName>style.visibility</p:attrName>
                                        </p:attrNameLst>
                                      </p:cBhvr>
                                      <p:to>
                                        <p:strVal val="hidden"/>
                                      </p:to>
                                    </p:set>
                                  </p:childTnLst>
                                </p:cTn>
                              </p:par>
                              <p:par>
                                <p:cTn id="22" presetID="53" presetClass="exit" presetSubtype="32" fill="hold" grpId="1" nodeType="withEffect">
                                  <p:stCondLst>
                                    <p:cond delay="0"/>
                                  </p:stCondLst>
                                  <p:childTnLst>
                                    <p:anim calcmode="lin" valueType="num">
                                      <p:cBhvr>
                                        <p:cTn id="23" dur="500"/>
                                        <p:tgtEl>
                                          <p:spTgt spid="126"/>
                                        </p:tgtEl>
                                        <p:attrNameLst>
                                          <p:attrName>ppt_w</p:attrName>
                                        </p:attrNameLst>
                                      </p:cBhvr>
                                      <p:tavLst>
                                        <p:tav tm="0">
                                          <p:val>
                                            <p:strVal val="ppt_w"/>
                                          </p:val>
                                        </p:tav>
                                        <p:tav tm="100000">
                                          <p:val>
                                            <p:fltVal val="0"/>
                                          </p:val>
                                        </p:tav>
                                      </p:tavLst>
                                    </p:anim>
                                    <p:anim calcmode="lin" valueType="num">
                                      <p:cBhvr>
                                        <p:cTn id="24" dur="500"/>
                                        <p:tgtEl>
                                          <p:spTgt spid="126"/>
                                        </p:tgtEl>
                                        <p:attrNameLst>
                                          <p:attrName>ppt_h</p:attrName>
                                        </p:attrNameLst>
                                      </p:cBhvr>
                                      <p:tavLst>
                                        <p:tav tm="0">
                                          <p:val>
                                            <p:strVal val="ppt_h"/>
                                          </p:val>
                                        </p:tav>
                                        <p:tav tm="100000">
                                          <p:val>
                                            <p:fltVal val="0"/>
                                          </p:val>
                                        </p:tav>
                                      </p:tavLst>
                                    </p:anim>
                                    <p:animEffect transition="out" filter="fade">
                                      <p:cBhvr>
                                        <p:cTn id="25" dur="500"/>
                                        <p:tgtEl>
                                          <p:spTgt spid="126"/>
                                        </p:tgtEl>
                                      </p:cBhvr>
                                    </p:animEffect>
                                    <p:set>
                                      <p:cBhvr>
                                        <p:cTn id="26" dur="1" fill="hold">
                                          <p:stCondLst>
                                            <p:cond delay="499"/>
                                          </p:stCondLst>
                                        </p:cTn>
                                        <p:tgtEl>
                                          <p:spTgt spid="12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63"/>
                                        </p:tgtEl>
                                        <p:attrNameLst>
                                          <p:attrName>style.visibility</p:attrName>
                                        </p:attrNameLst>
                                      </p:cBhvr>
                                      <p:to>
                                        <p:strVal val="visible"/>
                                      </p:to>
                                    </p:set>
                                    <p:anim calcmode="lin" valueType="num">
                                      <p:cBhvr>
                                        <p:cTn id="31" dur="500" fill="hold"/>
                                        <p:tgtEl>
                                          <p:spTgt spid="63"/>
                                        </p:tgtEl>
                                        <p:attrNameLst>
                                          <p:attrName>ppt_w</p:attrName>
                                        </p:attrNameLst>
                                      </p:cBhvr>
                                      <p:tavLst>
                                        <p:tav tm="0">
                                          <p:val>
                                            <p:fltVal val="0"/>
                                          </p:val>
                                        </p:tav>
                                        <p:tav tm="100000">
                                          <p:val>
                                            <p:strVal val="#ppt_w"/>
                                          </p:val>
                                        </p:tav>
                                      </p:tavLst>
                                    </p:anim>
                                    <p:anim calcmode="lin" valueType="num">
                                      <p:cBhvr>
                                        <p:cTn id="32" dur="500" fill="hold"/>
                                        <p:tgtEl>
                                          <p:spTgt spid="63"/>
                                        </p:tgtEl>
                                        <p:attrNameLst>
                                          <p:attrName>ppt_h</p:attrName>
                                        </p:attrNameLst>
                                      </p:cBhvr>
                                      <p:tavLst>
                                        <p:tav tm="0">
                                          <p:val>
                                            <p:fltVal val="0"/>
                                          </p:val>
                                        </p:tav>
                                        <p:tav tm="100000">
                                          <p:val>
                                            <p:strVal val="#ppt_h"/>
                                          </p:val>
                                        </p:tav>
                                      </p:tavLst>
                                    </p:anim>
                                    <p:animEffect transition="in" filter="fade">
                                      <p:cBhvr>
                                        <p:cTn id="33" dur="500"/>
                                        <p:tgtEl>
                                          <p:spTgt spid="63"/>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64"/>
                                        </p:tgtEl>
                                        <p:attrNameLst>
                                          <p:attrName>style.visibility</p:attrName>
                                        </p:attrNameLst>
                                      </p:cBhvr>
                                      <p:to>
                                        <p:strVal val="visible"/>
                                      </p:to>
                                    </p:set>
                                    <p:anim calcmode="lin" valueType="num">
                                      <p:cBhvr>
                                        <p:cTn id="36" dur="500" fill="hold"/>
                                        <p:tgtEl>
                                          <p:spTgt spid="64"/>
                                        </p:tgtEl>
                                        <p:attrNameLst>
                                          <p:attrName>ppt_w</p:attrName>
                                        </p:attrNameLst>
                                      </p:cBhvr>
                                      <p:tavLst>
                                        <p:tav tm="0">
                                          <p:val>
                                            <p:fltVal val="0"/>
                                          </p:val>
                                        </p:tav>
                                        <p:tav tm="100000">
                                          <p:val>
                                            <p:strVal val="#ppt_w"/>
                                          </p:val>
                                        </p:tav>
                                      </p:tavLst>
                                    </p:anim>
                                    <p:anim calcmode="lin" valueType="num">
                                      <p:cBhvr>
                                        <p:cTn id="37" dur="500" fill="hold"/>
                                        <p:tgtEl>
                                          <p:spTgt spid="64"/>
                                        </p:tgtEl>
                                        <p:attrNameLst>
                                          <p:attrName>ppt_h</p:attrName>
                                        </p:attrNameLst>
                                      </p:cBhvr>
                                      <p:tavLst>
                                        <p:tav tm="0">
                                          <p:val>
                                            <p:fltVal val="0"/>
                                          </p:val>
                                        </p:tav>
                                        <p:tav tm="100000">
                                          <p:val>
                                            <p:strVal val="#ppt_h"/>
                                          </p:val>
                                        </p:tav>
                                      </p:tavLst>
                                    </p:anim>
                                    <p:animEffect transition="in" filter="fade">
                                      <p:cBhvr>
                                        <p:cTn id="38" dur="500"/>
                                        <p:tgtEl>
                                          <p:spTgt spid="64"/>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xit" presetSubtype="32" fill="hold" grpId="1" nodeType="clickEffect">
                                  <p:stCondLst>
                                    <p:cond delay="0"/>
                                  </p:stCondLst>
                                  <p:childTnLst>
                                    <p:anim calcmode="lin" valueType="num">
                                      <p:cBhvr>
                                        <p:cTn id="42" dur="500"/>
                                        <p:tgtEl>
                                          <p:spTgt spid="63"/>
                                        </p:tgtEl>
                                        <p:attrNameLst>
                                          <p:attrName>ppt_w</p:attrName>
                                        </p:attrNameLst>
                                      </p:cBhvr>
                                      <p:tavLst>
                                        <p:tav tm="0">
                                          <p:val>
                                            <p:strVal val="ppt_w"/>
                                          </p:val>
                                        </p:tav>
                                        <p:tav tm="100000">
                                          <p:val>
                                            <p:fltVal val="0"/>
                                          </p:val>
                                        </p:tav>
                                      </p:tavLst>
                                    </p:anim>
                                    <p:anim calcmode="lin" valueType="num">
                                      <p:cBhvr>
                                        <p:cTn id="43" dur="500"/>
                                        <p:tgtEl>
                                          <p:spTgt spid="63"/>
                                        </p:tgtEl>
                                        <p:attrNameLst>
                                          <p:attrName>ppt_h</p:attrName>
                                        </p:attrNameLst>
                                      </p:cBhvr>
                                      <p:tavLst>
                                        <p:tav tm="0">
                                          <p:val>
                                            <p:strVal val="ppt_h"/>
                                          </p:val>
                                        </p:tav>
                                        <p:tav tm="100000">
                                          <p:val>
                                            <p:fltVal val="0"/>
                                          </p:val>
                                        </p:tav>
                                      </p:tavLst>
                                    </p:anim>
                                    <p:animEffect transition="out" filter="fade">
                                      <p:cBhvr>
                                        <p:cTn id="44" dur="500"/>
                                        <p:tgtEl>
                                          <p:spTgt spid="63"/>
                                        </p:tgtEl>
                                      </p:cBhvr>
                                    </p:animEffect>
                                    <p:set>
                                      <p:cBhvr>
                                        <p:cTn id="45" dur="1" fill="hold">
                                          <p:stCondLst>
                                            <p:cond delay="499"/>
                                          </p:stCondLst>
                                        </p:cTn>
                                        <p:tgtEl>
                                          <p:spTgt spid="63"/>
                                        </p:tgtEl>
                                        <p:attrNameLst>
                                          <p:attrName>style.visibility</p:attrName>
                                        </p:attrNameLst>
                                      </p:cBhvr>
                                      <p:to>
                                        <p:strVal val="hidden"/>
                                      </p:to>
                                    </p:set>
                                  </p:childTnLst>
                                </p:cTn>
                              </p:par>
                              <p:par>
                                <p:cTn id="46" presetID="53" presetClass="exit" presetSubtype="32" fill="hold" grpId="1" nodeType="withEffect">
                                  <p:stCondLst>
                                    <p:cond delay="0"/>
                                  </p:stCondLst>
                                  <p:childTnLst>
                                    <p:anim calcmode="lin" valueType="num">
                                      <p:cBhvr>
                                        <p:cTn id="47" dur="500"/>
                                        <p:tgtEl>
                                          <p:spTgt spid="64"/>
                                        </p:tgtEl>
                                        <p:attrNameLst>
                                          <p:attrName>ppt_w</p:attrName>
                                        </p:attrNameLst>
                                      </p:cBhvr>
                                      <p:tavLst>
                                        <p:tav tm="0">
                                          <p:val>
                                            <p:strVal val="ppt_w"/>
                                          </p:val>
                                        </p:tav>
                                        <p:tav tm="100000">
                                          <p:val>
                                            <p:fltVal val="0"/>
                                          </p:val>
                                        </p:tav>
                                      </p:tavLst>
                                    </p:anim>
                                    <p:anim calcmode="lin" valueType="num">
                                      <p:cBhvr>
                                        <p:cTn id="48" dur="500"/>
                                        <p:tgtEl>
                                          <p:spTgt spid="64"/>
                                        </p:tgtEl>
                                        <p:attrNameLst>
                                          <p:attrName>ppt_h</p:attrName>
                                        </p:attrNameLst>
                                      </p:cBhvr>
                                      <p:tavLst>
                                        <p:tav tm="0">
                                          <p:val>
                                            <p:strVal val="ppt_h"/>
                                          </p:val>
                                        </p:tav>
                                        <p:tav tm="100000">
                                          <p:val>
                                            <p:fltVal val="0"/>
                                          </p:val>
                                        </p:tav>
                                      </p:tavLst>
                                    </p:anim>
                                    <p:animEffect transition="out" filter="fade">
                                      <p:cBhvr>
                                        <p:cTn id="49" dur="500"/>
                                        <p:tgtEl>
                                          <p:spTgt spid="64"/>
                                        </p:tgtEl>
                                      </p:cBhvr>
                                    </p:animEffect>
                                    <p:set>
                                      <p:cBhvr>
                                        <p:cTn id="50" dur="1" fill="hold">
                                          <p:stCondLst>
                                            <p:cond delay="499"/>
                                          </p:stCondLst>
                                        </p:cTn>
                                        <p:tgtEl>
                                          <p:spTgt spid="64"/>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grpId="0" nodeType="clickEffect">
                                  <p:stCondLst>
                                    <p:cond delay="0"/>
                                  </p:stCondLst>
                                  <p:childTnLst>
                                    <p:set>
                                      <p:cBhvr>
                                        <p:cTn id="54" dur="1" fill="hold">
                                          <p:stCondLst>
                                            <p:cond delay="0"/>
                                          </p:stCondLst>
                                        </p:cTn>
                                        <p:tgtEl>
                                          <p:spTgt spid="65"/>
                                        </p:tgtEl>
                                        <p:attrNameLst>
                                          <p:attrName>style.visibility</p:attrName>
                                        </p:attrNameLst>
                                      </p:cBhvr>
                                      <p:to>
                                        <p:strVal val="visible"/>
                                      </p:to>
                                    </p:set>
                                    <p:anim calcmode="lin" valueType="num">
                                      <p:cBhvr>
                                        <p:cTn id="55" dur="500" fill="hold"/>
                                        <p:tgtEl>
                                          <p:spTgt spid="65"/>
                                        </p:tgtEl>
                                        <p:attrNameLst>
                                          <p:attrName>ppt_w</p:attrName>
                                        </p:attrNameLst>
                                      </p:cBhvr>
                                      <p:tavLst>
                                        <p:tav tm="0">
                                          <p:val>
                                            <p:fltVal val="0"/>
                                          </p:val>
                                        </p:tav>
                                        <p:tav tm="100000">
                                          <p:val>
                                            <p:strVal val="#ppt_w"/>
                                          </p:val>
                                        </p:tav>
                                      </p:tavLst>
                                    </p:anim>
                                    <p:anim calcmode="lin" valueType="num">
                                      <p:cBhvr>
                                        <p:cTn id="56" dur="500" fill="hold"/>
                                        <p:tgtEl>
                                          <p:spTgt spid="65"/>
                                        </p:tgtEl>
                                        <p:attrNameLst>
                                          <p:attrName>ppt_h</p:attrName>
                                        </p:attrNameLst>
                                      </p:cBhvr>
                                      <p:tavLst>
                                        <p:tav tm="0">
                                          <p:val>
                                            <p:fltVal val="0"/>
                                          </p:val>
                                        </p:tav>
                                        <p:tav tm="100000">
                                          <p:val>
                                            <p:strVal val="#ppt_h"/>
                                          </p:val>
                                        </p:tav>
                                      </p:tavLst>
                                    </p:anim>
                                    <p:animEffect transition="in" filter="fade">
                                      <p:cBhvr>
                                        <p:cTn id="57" dur="500"/>
                                        <p:tgtEl>
                                          <p:spTgt spid="65"/>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67"/>
                                        </p:tgtEl>
                                        <p:attrNameLst>
                                          <p:attrName>style.visibility</p:attrName>
                                        </p:attrNameLst>
                                      </p:cBhvr>
                                      <p:to>
                                        <p:strVal val="visible"/>
                                      </p:to>
                                    </p:set>
                                    <p:anim calcmode="lin" valueType="num">
                                      <p:cBhvr>
                                        <p:cTn id="60" dur="500" fill="hold"/>
                                        <p:tgtEl>
                                          <p:spTgt spid="67"/>
                                        </p:tgtEl>
                                        <p:attrNameLst>
                                          <p:attrName>ppt_w</p:attrName>
                                        </p:attrNameLst>
                                      </p:cBhvr>
                                      <p:tavLst>
                                        <p:tav tm="0">
                                          <p:val>
                                            <p:fltVal val="0"/>
                                          </p:val>
                                        </p:tav>
                                        <p:tav tm="100000">
                                          <p:val>
                                            <p:strVal val="#ppt_w"/>
                                          </p:val>
                                        </p:tav>
                                      </p:tavLst>
                                    </p:anim>
                                    <p:anim calcmode="lin" valueType="num">
                                      <p:cBhvr>
                                        <p:cTn id="61" dur="500" fill="hold"/>
                                        <p:tgtEl>
                                          <p:spTgt spid="67"/>
                                        </p:tgtEl>
                                        <p:attrNameLst>
                                          <p:attrName>ppt_h</p:attrName>
                                        </p:attrNameLst>
                                      </p:cBhvr>
                                      <p:tavLst>
                                        <p:tav tm="0">
                                          <p:val>
                                            <p:fltVal val="0"/>
                                          </p:val>
                                        </p:tav>
                                        <p:tav tm="100000">
                                          <p:val>
                                            <p:strVal val="#ppt_h"/>
                                          </p:val>
                                        </p:tav>
                                      </p:tavLst>
                                    </p:anim>
                                    <p:animEffect transition="in" filter="fade">
                                      <p:cBhvr>
                                        <p:cTn id="62" dur="500"/>
                                        <p:tgtEl>
                                          <p:spTgt spid="67"/>
                                        </p:tgtEl>
                                      </p:cBhvr>
                                    </p:animEffect>
                                  </p:childTnLst>
                                </p:cTn>
                              </p:par>
                            </p:childTnLst>
                          </p:cTn>
                        </p:par>
                      </p:childTnLst>
                    </p:cTn>
                  </p:par>
                  <p:par>
                    <p:cTn id="63" fill="hold">
                      <p:stCondLst>
                        <p:cond delay="indefinite"/>
                      </p:stCondLst>
                      <p:childTnLst>
                        <p:par>
                          <p:cTn id="64" fill="hold">
                            <p:stCondLst>
                              <p:cond delay="0"/>
                            </p:stCondLst>
                            <p:childTnLst>
                              <p:par>
                                <p:cTn id="65" presetID="53" presetClass="exit" presetSubtype="32" fill="hold" grpId="1" nodeType="clickEffect">
                                  <p:stCondLst>
                                    <p:cond delay="0"/>
                                  </p:stCondLst>
                                  <p:childTnLst>
                                    <p:anim calcmode="lin" valueType="num">
                                      <p:cBhvr>
                                        <p:cTn id="66" dur="500"/>
                                        <p:tgtEl>
                                          <p:spTgt spid="65"/>
                                        </p:tgtEl>
                                        <p:attrNameLst>
                                          <p:attrName>ppt_w</p:attrName>
                                        </p:attrNameLst>
                                      </p:cBhvr>
                                      <p:tavLst>
                                        <p:tav tm="0">
                                          <p:val>
                                            <p:strVal val="ppt_w"/>
                                          </p:val>
                                        </p:tav>
                                        <p:tav tm="100000">
                                          <p:val>
                                            <p:fltVal val="0"/>
                                          </p:val>
                                        </p:tav>
                                      </p:tavLst>
                                    </p:anim>
                                    <p:anim calcmode="lin" valueType="num">
                                      <p:cBhvr>
                                        <p:cTn id="67" dur="500"/>
                                        <p:tgtEl>
                                          <p:spTgt spid="65"/>
                                        </p:tgtEl>
                                        <p:attrNameLst>
                                          <p:attrName>ppt_h</p:attrName>
                                        </p:attrNameLst>
                                      </p:cBhvr>
                                      <p:tavLst>
                                        <p:tav tm="0">
                                          <p:val>
                                            <p:strVal val="ppt_h"/>
                                          </p:val>
                                        </p:tav>
                                        <p:tav tm="100000">
                                          <p:val>
                                            <p:fltVal val="0"/>
                                          </p:val>
                                        </p:tav>
                                      </p:tavLst>
                                    </p:anim>
                                    <p:animEffect transition="out" filter="fade">
                                      <p:cBhvr>
                                        <p:cTn id="68" dur="500"/>
                                        <p:tgtEl>
                                          <p:spTgt spid="65"/>
                                        </p:tgtEl>
                                      </p:cBhvr>
                                    </p:animEffect>
                                    <p:set>
                                      <p:cBhvr>
                                        <p:cTn id="69" dur="1" fill="hold">
                                          <p:stCondLst>
                                            <p:cond delay="499"/>
                                          </p:stCondLst>
                                        </p:cTn>
                                        <p:tgtEl>
                                          <p:spTgt spid="65"/>
                                        </p:tgtEl>
                                        <p:attrNameLst>
                                          <p:attrName>style.visibility</p:attrName>
                                        </p:attrNameLst>
                                      </p:cBhvr>
                                      <p:to>
                                        <p:strVal val="hidden"/>
                                      </p:to>
                                    </p:set>
                                  </p:childTnLst>
                                </p:cTn>
                              </p:par>
                              <p:par>
                                <p:cTn id="70" presetID="53" presetClass="exit" presetSubtype="32" fill="hold" grpId="1" nodeType="withEffect">
                                  <p:stCondLst>
                                    <p:cond delay="0"/>
                                  </p:stCondLst>
                                  <p:childTnLst>
                                    <p:anim calcmode="lin" valueType="num">
                                      <p:cBhvr>
                                        <p:cTn id="71" dur="500"/>
                                        <p:tgtEl>
                                          <p:spTgt spid="67"/>
                                        </p:tgtEl>
                                        <p:attrNameLst>
                                          <p:attrName>ppt_w</p:attrName>
                                        </p:attrNameLst>
                                      </p:cBhvr>
                                      <p:tavLst>
                                        <p:tav tm="0">
                                          <p:val>
                                            <p:strVal val="ppt_w"/>
                                          </p:val>
                                        </p:tav>
                                        <p:tav tm="100000">
                                          <p:val>
                                            <p:fltVal val="0"/>
                                          </p:val>
                                        </p:tav>
                                      </p:tavLst>
                                    </p:anim>
                                    <p:anim calcmode="lin" valueType="num">
                                      <p:cBhvr>
                                        <p:cTn id="72" dur="500"/>
                                        <p:tgtEl>
                                          <p:spTgt spid="67"/>
                                        </p:tgtEl>
                                        <p:attrNameLst>
                                          <p:attrName>ppt_h</p:attrName>
                                        </p:attrNameLst>
                                      </p:cBhvr>
                                      <p:tavLst>
                                        <p:tav tm="0">
                                          <p:val>
                                            <p:strVal val="ppt_h"/>
                                          </p:val>
                                        </p:tav>
                                        <p:tav tm="100000">
                                          <p:val>
                                            <p:fltVal val="0"/>
                                          </p:val>
                                        </p:tav>
                                      </p:tavLst>
                                    </p:anim>
                                    <p:animEffect transition="out" filter="fade">
                                      <p:cBhvr>
                                        <p:cTn id="73" dur="500"/>
                                        <p:tgtEl>
                                          <p:spTgt spid="67"/>
                                        </p:tgtEl>
                                      </p:cBhvr>
                                    </p:animEffect>
                                    <p:set>
                                      <p:cBhvr>
                                        <p:cTn id="74" dur="1" fill="hold">
                                          <p:stCondLst>
                                            <p:cond delay="499"/>
                                          </p:stCondLst>
                                        </p:cTn>
                                        <p:tgtEl>
                                          <p:spTgt spid="67"/>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grpId="0" nodeType="clickEffect">
                                  <p:stCondLst>
                                    <p:cond delay="0"/>
                                  </p:stCondLst>
                                  <p:childTnLst>
                                    <p:set>
                                      <p:cBhvr>
                                        <p:cTn id="78" dur="1" fill="hold">
                                          <p:stCondLst>
                                            <p:cond delay="0"/>
                                          </p:stCondLst>
                                        </p:cTn>
                                        <p:tgtEl>
                                          <p:spTgt spid="68"/>
                                        </p:tgtEl>
                                        <p:attrNameLst>
                                          <p:attrName>style.visibility</p:attrName>
                                        </p:attrNameLst>
                                      </p:cBhvr>
                                      <p:to>
                                        <p:strVal val="visible"/>
                                      </p:to>
                                    </p:set>
                                    <p:anim calcmode="lin" valueType="num">
                                      <p:cBhvr>
                                        <p:cTn id="79" dur="500" fill="hold"/>
                                        <p:tgtEl>
                                          <p:spTgt spid="68"/>
                                        </p:tgtEl>
                                        <p:attrNameLst>
                                          <p:attrName>ppt_w</p:attrName>
                                        </p:attrNameLst>
                                      </p:cBhvr>
                                      <p:tavLst>
                                        <p:tav tm="0">
                                          <p:val>
                                            <p:fltVal val="0"/>
                                          </p:val>
                                        </p:tav>
                                        <p:tav tm="100000">
                                          <p:val>
                                            <p:strVal val="#ppt_w"/>
                                          </p:val>
                                        </p:tav>
                                      </p:tavLst>
                                    </p:anim>
                                    <p:anim calcmode="lin" valueType="num">
                                      <p:cBhvr>
                                        <p:cTn id="80" dur="500" fill="hold"/>
                                        <p:tgtEl>
                                          <p:spTgt spid="68"/>
                                        </p:tgtEl>
                                        <p:attrNameLst>
                                          <p:attrName>ppt_h</p:attrName>
                                        </p:attrNameLst>
                                      </p:cBhvr>
                                      <p:tavLst>
                                        <p:tav tm="0">
                                          <p:val>
                                            <p:fltVal val="0"/>
                                          </p:val>
                                        </p:tav>
                                        <p:tav tm="100000">
                                          <p:val>
                                            <p:strVal val="#ppt_h"/>
                                          </p:val>
                                        </p:tav>
                                      </p:tavLst>
                                    </p:anim>
                                    <p:animEffect transition="in" filter="fade">
                                      <p:cBhvr>
                                        <p:cTn id="81" dur="500"/>
                                        <p:tgtEl>
                                          <p:spTgt spid="68"/>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71"/>
                                        </p:tgtEl>
                                        <p:attrNameLst>
                                          <p:attrName>style.visibility</p:attrName>
                                        </p:attrNameLst>
                                      </p:cBhvr>
                                      <p:to>
                                        <p:strVal val="visible"/>
                                      </p:to>
                                    </p:set>
                                    <p:anim calcmode="lin" valueType="num">
                                      <p:cBhvr>
                                        <p:cTn id="84" dur="500" fill="hold"/>
                                        <p:tgtEl>
                                          <p:spTgt spid="71"/>
                                        </p:tgtEl>
                                        <p:attrNameLst>
                                          <p:attrName>ppt_w</p:attrName>
                                        </p:attrNameLst>
                                      </p:cBhvr>
                                      <p:tavLst>
                                        <p:tav tm="0">
                                          <p:val>
                                            <p:fltVal val="0"/>
                                          </p:val>
                                        </p:tav>
                                        <p:tav tm="100000">
                                          <p:val>
                                            <p:strVal val="#ppt_w"/>
                                          </p:val>
                                        </p:tav>
                                      </p:tavLst>
                                    </p:anim>
                                    <p:anim calcmode="lin" valueType="num">
                                      <p:cBhvr>
                                        <p:cTn id="85" dur="500" fill="hold"/>
                                        <p:tgtEl>
                                          <p:spTgt spid="71"/>
                                        </p:tgtEl>
                                        <p:attrNameLst>
                                          <p:attrName>ppt_h</p:attrName>
                                        </p:attrNameLst>
                                      </p:cBhvr>
                                      <p:tavLst>
                                        <p:tav tm="0">
                                          <p:val>
                                            <p:fltVal val="0"/>
                                          </p:val>
                                        </p:tav>
                                        <p:tav tm="100000">
                                          <p:val>
                                            <p:strVal val="#ppt_h"/>
                                          </p:val>
                                        </p:tav>
                                      </p:tavLst>
                                    </p:anim>
                                    <p:animEffect transition="in" filter="fade">
                                      <p:cBhvr>
                                        <p:cTn id="86"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bldLvl="0" animBg="1"/>
      <p:bldP spid="66" grpId="1" bldLvl="0" animBg="1"/>
      <p:bldP spid="126" grpId="0" bldLvl="0" animBg="1"/>
      <p:bldP spid="126" grpId="1" bldLvl="0" animBg="1"/>
      <p:bldP spid="63" grpId="0" bldLvl="0" animBg="1"/>
      <p:bldP spid="63" grpId="1" bldLvl="0" animBg="1"/>
      <p:bldP spid="64" grpId="0" bldLvl="0" animBg="1"/>
      <p:bldP spid="64" grpId="1" bldLvl="0" animBg="1"/>
      <p:bldP spid="65" grpId="0" bldLvl="0" animBg="1"/>
      <p:bldP spid="65" grpId="1" bldLvl="0" animBg="1"/>
      <p:bldP spid="67" grpId="0" bldLvl="0" animBg="1"/>
      <p:bldP spid="67" grpId="1" bldLvl="0" animBg="1"/>
      <p:bldP spid="68" grpId="0" bldLvl="0" animBg="1"/>
      <p:bldP spid="71"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内容占位符 2"/>
          <p:cNvSpPr>
            <a:spLocks noGrp="1" noChangeArrowheads="1"/>
          </p:cNvSpPr>
          <p:nvPr>
            <p:ph idx="1"/>
          </p:nvPr>
        </p:nvSpPr>
        <p:spPr>
          <a:xfrm>
            <a:off x="428625" y="785813"/>
            <a:ext cx="8015288" cy="3948113"/>
          </a:xfrm>
        </p:spPr>
        <p:txBody>
          <a:bodyPr vert="horz" wrap="square" lIns="91440" tIns="45720" rIns="91440" bIns="45720" numCol="1" anchor="t" anchorCtr="0" compatLnSpc="1"/>
          <a:lstStyle/>
          <a:p>
            <a:pPr marL="273050" marR="0" lvl="0" indent="-273050" algn="l" defTabSz="914400" rtl="0" eaLnBrk="1" fontAlgn="base" latinLnBrk="0" hangingPunct="1">
              <a:lnSpc>
                <a:spcPts val="4000"/>
              </a:lnSpc>
              <a:spcBef>
                <a:spcPct val="20000"/>
              </a:spcBef>
              <a:spcAft>
                <a:spcPct val="0"/>
              </a:spcAft>
              <a:buClr>
                <a:schemeClr val="tx1"/>
              </a:buClr>
              <a:buSzPct val="100000"/>
              <a:buFont typeface="Wingdings" panose="05000000000000000000" pitchFamily="2" charset="2"/>
              <a:buChar char="Ø"/>
              <a:defRPr/>
            </a:pPr>
            <a:r>
              <a:rPr kumimoji="0" lang="zh-CN" altLang="en-US" sz="2800" b="1" i="0" u="none" strike="noStrike" kern="1200" cap="none" spc="0" normalizeH="0" baseline="0" noProof="0" dirty="0">
                <a:ln>
                  <a:noFill/>
                </a:ln>
                <a:solidFill>
                  <a:schemeClr val="tx1"/>
                </a:solidFill>
                <a:effectLst/>
                <a:uLnTx/>
                <a:uFillTx/>
                <a:latin typeface="+mn-ea"/>
                <a:ea typeface="+mn-ea"/>
                <a:cs typeface="+mn-cs"/>
              </a:rPr>
              <a:t>寻找具有</a:t>
            </a:r>
            <a:r>
              <a:rPr kumimoji="0" lang="zh-CN" altLang="en-US" sz="2800" b="1" i="0" u="none" strike="noStrike" kern="1200" cap="none" spc="0" normalizeH="0" baseline="0" noProof="0" dirty="0">
                <a:ln>
                  <a:noFill/>
                </a:ln>
                <a:solidFill>
                  <a:srgbClr val="2D83F4"/>
                </a:solidFill>
                <a:effectLst/>
                <a:uLnTx/>
                <a:uFillTx/>
                <a:latin typeface="+mn-ea"/>
                <a:ea typeface="+mn-ea"/>
                <a:cs typeface="+mn-cs"/>
              </a:rPr>
              <a:t>相同核心</a:t>
            </a:r>
            <a:r>
              <a:rPr kumimoji="0" lang="zh-CN" altLang="en-US" sz="2800" b="1" i="0" u="none" strike="noStrike" kern="1200" cap="none" spc="0" normalizeH="0" baseline="0" noProof="0" dirty="0">
                <a:ln>
                  <a:noFill/>
                </a:ln>
                <a:solidFill>
                  <a:schemeClr val="tx1"/>
                </a:solidFill>
                <a:effectLst/>
                <a:uLnTx/>
                <a:uFillTx/>
                <a:latin typeface="+mn-ea"/>
                <a:ea typeface="+mn-ea"/>
                <a:cs typeface="+mn-cs"/>
              </a:rPr>
              <a:t>的</a:t>
            </a:r>
            <a:r>
              <a:rPr kumimoji="0"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LR</a:t>
            </a:r>
            <a:r>
              <a:rPr kumimoji="0" lang="en-US" altLang="zh-CN" sz="28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a:t>
            </a: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r>
              <a:rPr kumimoji="0" lang="en-US" altLang="zh-CN"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a:t>
            </a:r>
            <a:r>
              <a:rPr kumimoji="0" lang="zh-CN" altLang="en-US" sz="2800" b="1" i="0" u="none" strike="noStrike" kern="1200" cap="none" spc="0" normalizeH="0" baseline="0" noProof="0" dirty="0">
                <a:ln>
                  <a:noFill/>
                </a:ln>
                <a:solidFill>
                  <a:schemeClr val="tx1"/>
                </a:solidFill>
                <a:effectLst/>
                <a:uLnTx/>
                <a:uFillTx/>
                <a:latin typeface="+mn-ea"/>
                <a:ea typeface="+mn-ea"/>
                <a:cs typeface="+mn-cs"/>
              </a:rPr>
              <a:t>项集，并将这些项集合并为一个项集。</a:t>
            </a:r>
            <a:r>
              <a:rPr kumimoji="0" lang="en-US" altLang="zh-CN" sz="2800" b="1" i="0" u="none" strike="noStrike" kern="1200" cap="none" spc="0" normalizeH="0" baseline="0" noProof="0" dirty="0">
                <a:ln>
                  <a:noFill/>
                </a:ln>
                <a:solidFill>
                  <a:schemeClr val="tx1"/>
                </a:solidFill>
                <a:effectLst/>
                <a:uLnTx/>
                <a:uFillTx/>
                <a:latin typeface="+mn-ea"/>
                <a:ea typeface="+mn-ea"/>
                <a:cs typeface="+mn-cs"/>
              </a:rPr>
              <a:t> </a:t>
            </a:r>
            <a:r>
              <a:rPr kumimoji="0" lang="zh-CN" altLang="en-US" sz="2800" b="1" i="0" u="none" strike="noStrike" kern="1200" cap="none" spc="0" normalizeH="0" baseline="0" noProof="0" dirty="0">
                <a:ln>
                  <a:noFill/>
                </a:ln>
                <a:solidFill>
                  <a:schemeClr val="tx1"/>
                </a:solidFill>
                <a:effectLst/>
                <a:uLnTx/>
                <a:uFillTx/>
                <a:latin typeface="+mn-ea"/>
                <a:ea typeface="+mn-ea"/>
                <a:cs typeface="+mn-cs"/>
              </a:rPr>
              <a:t>所谓项集的核心就是其第一分量的集合</a:t>
            </a:r>
            <a:endParaRPr kumimoji="0" lang="en-US" altLang="zh-CN" sz="2800" b="1" i="0" u="none" strike="noStrike" kern="1200" cap="none" spc="0" normalizeH="0" baseline="0" noProof="0" dirty="0">
              <a:ln>
                <a:noFill/>
              </a:ln>
              <a:solidFill>
                <a:schemeClr val="tx1"/>
              </a:solidFill>
              <a:effectLst/>
              <a:uLnTx/>
              <a:uFillTx/>
              <a:latin typeface="+mn-ea"/>
              <a:ea typeface="+mn-ea"/>
              <a:cs typeface="+mn-cs"/>
            </a:endParaRPr>
          </a:p>
          <a:p>
            <a:pPr marL="273050" marR="0" lvl="0" indent="-273050" algn="l" defTabSz="914400" rtl="0" eaLnBrk="1" fontAlgn="base" latinLnBrk="0" hangingPunct="1">
              <a:lnSpc>
                <a:spcPts val="4000"/>
              </a:lnSpc>
              <a:spcBef>
                <a:spcPct val="20000"/>
              </a:spcBef>
              <a:spcAft>
                <a:spcPct val="0"/>
              </a:spcAft>
              <a:buClr>
                <a:schemeClr val="tx1"/>
              </a:buClr>
              <a:buSzPct val="100000"/>
              <a:buFont typeface="Wingdings" panose="05000000000000000000" pitchFamily="2" charset="2"/>
              <a:buChar char="Ø"/>
              <a:defRPr/>
            </a:pPr>
            <a:r>
              <a:rPr kumimoji="0" lang="zh-CN" altLang="en-US" sz="2800" b="1" i="0" u="none" strike="noStrike" kern="1200" cap="none" spc="0" normalizeH="0" baseline="0" noProof="0" dirty="0">
                <a:ln>
                  <a:noFill/>
                </a:ln>
                <a:solidFill>
                  <a:schemeClr val="tx1"/>
                </a:solidFill>
                <a:effectLst/>
                <a:uLnTx/>
                <a:uFillTx/>
                <a:latin typeface="+mn-ea"/>
                <a:ea typeface="+mn-ea"/>
                <a:cs typeface="+mn-cs"/>
              </a:rPr>
              <a:t>然后根据合并后得到的项集族构造句法分析表</a:t>
            </a:r>
            <a:endParaRPr kumimoji="0" lang="en-US" altLang="zh-CN" sz="2800" b="1" i="0" u="none" strike="noStrike" kern="1200" cap="none" spc="0" normalizeH="0" baseline="0" noProof="0" dirty="0">
              <a:ln>
                <a:noFill/>
              </a:ln>
              <a:solidFill>
                <a:schemeClr val="tx1"/>
              </a:solidFill>
              <a:effectLst/>
              <a:uLnTx/>
              <a:uFillTx/>
              <a:latin typeface="+mn-ea"/>
              <a:ea typeface="+mn-ea"/>
              <a:cs typeface="+mn-cs"/>
            </a:endParaRPr>
          </a:p>
          <a:p>
            <a:pPr marL="273050" marR="0" lvl="0" indent="-273050" algn="l" defTabSz="914400" rtl="0" eaLnBrk="1" fontAlgn="base" latinLnBrk="0" hangingPunct="1">
              <a:lnSpc>
                <a:spcPts val="4000"/>
              </a:lnSpc>
              <a:spcBef>
                <a:spcPct val="20000"/>
              </a:spcBef>
              <a:spcAft>
                <a:spcPct val="0"/>
              </a:spcAft>
              <a:buClr>
                <a:schemeClr val="tx1"/>
              </a:buClr>
              <a:buSzPct val="100000"/>
              <a:buFont typeface="Wingdings" panose="05000000000000000000" pitchFamily="2" charset="2"/>
              <a:buChar char="Ø"/>
              <a:defRPr/>
            </a:pPr>
            <a:r>
              <a:rPr kumimoji="0" lang="zh-CN" altLang="en-US" sz="2800" b="1" i="0" u="none" strike="noStrike" kern="1200" cap="none" spc="0" normalizeH="0" baseline="0" noProof="0" dirty="0">
                <a:ln>
                  <a:noFill/>
                </a:ln>
                <a:solidFill>
                  <a:schemeClr val="tx1"/>
                </a:solidFill>
                <a:effectLst/>
                <a:uLnTx/>
                <a:uFillTx/>
                <a:latin typeface="+mn-ea"/>
                <a:ea typeface="+mn-ea"/>
                <a:cs typeface="+mn-cs"/>
              </a:rPr>
              <a:t>如果分析表中</a:t>
            </a:r>
            <a:r>
              <a:rPr kumimoji="0" lang="zh-CN" altLang="en-US" sz="2800" b="1" i="0" u="none" strike="noStrike" kern="1200" cap="none" spc="0" normalizeH="0" baseline="0" noProof="0" dirty="0">
                <a:ln>
                  <a:noFill/>
                </a:ln>
                <a:solidFill>
                  <a:srgbClr val="2D83F4"/>
                </a:solidFill>
                <a:effectLst/>
                <a:uLnTx/>
                <a:uFillTx/>
                <a:latin typeface="+mn-ea"/>
                <a:ea typeface="+mn-ea"/>
                <a:cs typeface="+mn-cs"/>
              </a:rPr>
              <a:t>没有</a:t>
            </a:r>
            <a:r>
              <a:rPr kumimoji="0" lang="zh-CN" altLang="en-US" sz="2800" b="1" i="0" u="none" strike="noStrike" kern="1200" cap="none" spc="0" normalizeH="0" baseline="0" noProof="0" dirty="0">
                <a:ln>
                  <a:noFill/>
                </a:ln>
                <a:solidFill>
                  <a:schemeClr val="tx1"/>
                </a:solidFill>
                <a:effectLst/>
                <a:uLnTx/>
                <a:uFillTx/>
                <a:latin typeface="+mn-ea"/>
                <a:ea typeface="+mn-ea"/>
                <a:cs typeface="+mn-cs"/>
              </a:rPr>
              <a:t>句法分析动作</a:t>
            </a:r>
            <a:r>
              <a:rPr kumimoji="0" lang="zh-CN" altLang="en-US" sz="2800" b="1" i="0" u="none" strike="noStrike" kern="1200" cap="none" spc="0" normalizeH="0" baseline="0" noProof="0" dirty="0">
                <a:ln>
                  <a:noFill/>
                </a:ln>
                <a:solidFill>
                  <a:srgbClr val="2D83F4"/>
                </a:solidFill>
                <a:effectLst/>
                <a:uLnTx/>
                <a:uFillTx/>
                <a:latin typeface="+mn-ea"/>
                <a:ea typeface="+mn-ea"/>
                <a:cs typeface="+mn-cs"/>
              </a:rPr>
              <a:t>冲突</a:t>
            </a:r>
            <a:r>
              <a:rPr kumimoji="0" lang="zh-CN" altLang="en-US" sz="2800" b="1" i="0" u="none" strike="noStrike" kern="1200" cap="none" spc="0" normalizeH="0" baseline="0" noProof="0" dirty="0">
                <a:ln>
                  <a:noFill/>
                </a:ln>
                <a:solidFill>
                  <a:schemeClr val="tx1"/>
                </a:solidFill>
                <a:effectLst/>
                <a:uLnTx/>
                <a:uFillTx/>
                <a:latin typeface="+mn-ea"/>
                <a:ea typeface="+mn-ea"/>
                <a:cs typeface="+mn-cs"/>
              </a:rPr>
              <a:t>，给定的文法就称为</a:t>
            </a:r>
            <a:r>
              <a:rPr kumimoji="0" lang="en-US" altLang="zh-CN" sz="2800" b="1" i="1" u="none" strike="noStrike" kern="1200" cap="none" spc="0" normalizeH="0" baseline="0" noProof="0" dirty="0">
                <a:ln>
                  <a:noFill/>
                </a:ln>
                <a:solidFill>
                  <a:srgbClr val="FF0000"/>
                </a:solidFill>
                <a:effectLst/>
                <a:uLnTx/>
                <a:uFillTx/>
                <a:latin typeface="Times New Roman" panose="02020603050405020304" pitchFamily="18" charset="0"/>
                <a:ea typeface="+mn-ea"/>
                <a:cs typeface="+mn-cs"/>
              </a:rPr>
              <a:t>LALR</a:t>
            </a:r>
            <a:r>
              <a:rPr kumimoji="0" lang="en-US" altLang="zh-CN" sz="28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mn-cs"/>
              </a:rPr>
              <a:t>  </a:t>
            </a: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mn-cs"/>
              </a:rPr>
              <a:t>(1)</a:t>
            </a:r>
            <a:r>
              <a:rPr kumimoji="0" lang="en-US" altLang="zh-CN" sz="28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mn-cs"/>
              </a:rPr>
              <a:t> </a:t>
            </a:r>
            <a:r>
              <a:rPr kumimoji="0" lang="zh-CN" altLang="en-US" sz="2800" b="1" i="0" u="none" strike="noStrike" kern="1200" cap="none" spc="0" normalizeH="0" baseline="0" noProof="0" dirty="0">
                <a:ln>
                  <a:noFill/>
                </a:ln>
                <a:solidFill>
                  <a:srgbClr val="FF0000"/>
                </a:solidFill>
                <a:effectLst/>
                <a:uLnTx/>
                <a:uFillTx/>
                <a:latin typeface="+mn-ea"/>
                <a:ea typeface="+mn-ea"/>
                <a:cs typeface="+mn-cs"/>
              </a:rPr>
              <a:t>文法</a:t>
            </a:r>
            <a:r>
              <a:rPr kumimoji="0" lang="zh-CN" altLang="en-US" sz="2800" b="1" i="0" u="none" strike="noStrike" kern="1200" cap="none" spc="0" normalizeH="0" baseline="0" noProof="0" dirty="0">
                <a:ln>
                  <a:noFill/>
                </a:ln>
                <a:solidFill>
                  <a:schemeClr val="tx1"/>
                </a:solidFill>
                <a:effectLst/>
                <a:uLnTx/>
                <a:uFillTx/>
                <a:latin typeface="+mn-ea"/>
                <a:ea typeface="+mn-ea"/>
                <a:cs typeface="+mn-cs"/>
              </a:rPr>
              <a:t>，就可以根据该分析表进行句法分析</a:t>
            </a:r>
            <a:endParaRPr kumimoji="0" lang="en-US" altLang="zh-CN" sz="2400" b="0" i="0" u="none" strike="noStrike" kern="1200" cap="none" spc="0" normalizeH="0" baseline="0" noProof="0" dirty="0">
              <a:ln>
                <a:noFill/>
              </a:ln>
              <a:solidFill>
                <a:schemeClr val="tx2"/>
              </a:solidFill>
              <a:effectLst/>
              <a:uLnTx/>
              <a:uFillTx/>
              <a:latin typeface="+mn-ea"/>
              <a:ea typeface="+mn-ea"/>
              <a:cs typeface="+mn-cs"/>
            </a:endParaRPr>
          </a:p>
        </p:txBody>
      </p:sp>
      <p:sp>
        <p:nvSpPr>
          <p:cNvPr id="68611" name="标题 1"/>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en-US" altLang="zh-CN" sz="3000" i="1" kern="1200" dirty="0">
                <a:solidFill>
                  <a:schemeClr val="tx1"/>
                </a:solidFill>
                <a:latin typeface="Times New Roman" panose="02020603050405020304" pitchFamily="18" charset="0"/>
                <a:ea typeface="黑体" panose="02010609060101010101" pitchFamily="49" charset="-122"/>
                <a:cs typeface="+mj-cs"/>
              </a:rPr>
              <a:t>LALR </a:t>
            </a:r>
            <a:r>
              <a:rPr lang="en-US" altLang="zh-CN" sz="3000" kern="1200" dirty="0">
                <a:solidFill>
                  <a:schemeClr val="tx1"/>
                </a:solidFill>
                <a:latin typeface="Times New Roman" panose="02020603050405020304" pitchFamily="18" charset="0"/>
                <a:ea typeface="黑体" panose="02010609060101010101" pitchFamily="49" charset="-122"/>
                <a:cs typeface="+mj-cs"/>
              </a:rPr>
              <a:t>( </a:t>
            </a:r>
            <a:r>
              <a:rPr lang="en-US" altLang="zh-CN" sz="3000" i="1" kern="1200" dirty="0">
                <a:solidFill>
                  <a:schemeClr val="tx1"/>
                </a:solidFill>
                <a:latin typeface="Times New Roman" panose="02020603050405020304" pitchFamily="18" charset="0"/>
                <a:ea typeface="黑体" panose="02010609060101010101" pitchFamily="49" charset="-122"/>
                <a:cs typeface="+mj-cs"/>
              </a:rPr>
              <a:t>lookahead-LR</a:t>
            </a:r>
            <a:r>
              <a:rPr lang="en-US" altLang="zh-CN" sz="3000" kern="1200" dirty="0">
                <a:solidFill>
                  <a:schemeClr val="tx1"/>
                </a:solidFill>
                <a:latin typeface="Times New Roman" panose="02020603050405020304" pitchFamily="18" charset="0"/>
                <a:ea typeface="黑体" panose="02010609060101010101" pitchFamily="49" charset="-122"/>
                <a:cs typeface="+mj-cs"/>
              </a:rPr>
              <a:t> )</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分析的基本思想</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5"/>
          <p:cNvSpPr txBox="1"/>
          <p:nvPr/>
        </p:nvSpPr>
        <p:spPr>
          <a:xfrm>
            <a:off x="107950" y="1041400"/>
            <a:ext cx="1555750" cy="2154238"/>
          </a:xfrm>
          <a:prstGeom prst="rect">
            <a:avLst/>
          </a:prstGeom>
          <a:solidFill>
            <a:srgbClr val="B5CEED"/>
          </a:solidFill>
          <a:ln w="12700" cap="flat" cmpd="sng">
            <a:solidFill>
              <a:schemeClr val="tx1"/>
            </a:solidFill>
            <a:prstDash val="solid"/>
            <a:miter/>
            <a:headEnd type="none" w="sm" len="sm"/>
            <a:tailEnd type="none" w="sm" len="sm"/>
          </a:ln>
        </p:spPr>
        <p:txBody>
          <a:bodyPr tIns="0" bIns="0">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0</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 · S</a:t>
            </a:r>
            <a:r>
              <a:rPr lang="zh-CN" altLang="en-US" sz="2000" b="1" i="1" dirty="0">
                <a:solidFill>
                  <a:srgbClr val="000000"/>
                </a:solidFill>
                <a:latin typeface="Times New Roman" panose="02020603050405020304" pitchFamily="18" charset="0"/>
                <a:ea typeface="宋体" panose="02010600030101010101" pitchFamily="2" charset="-122"/>
              </a:rPr>
              <a:t> </a:t>
            </a:r>
            <a:r>
              <a:rPr lang="en-US" altLang="zh-CN" sz="2000" b="1" i="1" dirty="0">
                <a:solidFill>
                  <a:srgbClr val="000000"/>
                </a:solidFill>
                <a:latin typeface="Times New Roman" panose="02020603050405020304" pitchFamily="18" charset="0"/>
                <a:ea typeface="宋体" panose="02010600030101010101" pitchFamily="2" charset="-122"/>
              </a:rPr>
              <a:t>,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 L=R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 · R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L→·*R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 · </a:t>
            </a:r>
            <a:r>
              <a:rPr lang="en-US" altLang="zh-CN" sz="2000" b="1" dirty="0">
                <a:solidFill>
                  <a:srgbClr val="000000"/>
                </a:solidFill>
                <a:latin typeface="Times New Roman" panose="02020603050405020304" pitchFamily="18" charset="0"/>
                <a:ea typeface="宋体" panose="02010600030101010101" pitchFamily="2" charset="-122"/>
              </a:rPr>
              <a:t>id</a:t>
            </a:r>
            <a:r>
              <a:rPr lang="en-US" altLang="zh-CN" sz="2000" b="1" i="1" dirty="0">
                <a:solidFill>
                  <a:srgbClr val="000000"/>
                </a:solidFill>
                <a:latin typeface="Times New Roman" panose="02020603050405020304" pitchFamily="18" charset="0"/>
                <a:ea typeface="宋体" panose="02010600030101010101" pitchFamily="2" charset="-122"/>
              </a:rPr>
              <a:t>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 · L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p:txBody>
      </p:sp>
      <p:sp>
        <p:nvSpPr>
          <p:cNvPr id="70659" name="Text Box 6"/>
          <p:cNvSpPr txBox="1"/>
          <p:nvPr/>
        </p:nvSpPr>
        <p:spPr>
          <a:xfrm>
            <a:off x="1966913" y="682625"/>
            <a:ext cx="1223962" cy="708025"/>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1</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S′→S·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p:txBody>
      </p:sp>
      <p:sp>
        <p:nvSpPr>
          <p:cNvPr id="70660" name="Line 7"/>
          <p:cNvSpPr/>
          <p:nvPr/>
        </p:nvSpPr>
        <p:spPr>
          <a:xfrm flipV="1">
            <a:off x="1689100" y="1273175"/>
            <a:ext cx="288925" cy="0"/>
          </a:xfrm>
          <a:prstGeom prst="line">
            <a:avLst/>
          </a:prstGeom>
          <a:ln w="38100" cap="flat" cmpd="sng">
            <a:solidFill>
              <a:schemeClr val="tx1"/>
            </a:solidFill>
            <a:prstDash val="solid"/>
            <a:headEnd type="none" w="sm" len="sm"/>
            <a:tailEnd type="triangle" w="med" len="med"/>
          </a:ln>
        </p:spPr>
      </p:sp>
      <p:sp>
        <p:nvSpPr>
          <p:cNvPr id="101499" name="Text Box 8"/>
          <p:cNvSpPr txBox="1">
            <a:spLocks noChangeArrowheads="1"/>
          </p:cNvSpPr>
          <p:nvPr/>
        </p:nvSpPr>
        <p:spPr bwMode="auto">
          <a:xfrm>
            <a:off x="1966913" y="1463675"/>
            <a:ext cx="1479550" cy="9382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0662" name="Line 9"/>
          <p:cNvSpPr/>
          <p:nvPr/>
        </p:nvSpPr>
        <p:spPr>
          <a:xfrm flipV="1">
            <a:off x="1679575" y="1860550"/>
            <a:ext cx="298450" cy="0"/>
          </a:xfrm>
          <a:prstGeom prst="line">
            <a:avLst/>
          </a:prstGeom>
          <a:ln w="38100" cap="flat" cmpd="sng">
            <a:solidFill>
              <a:schemeClr val="tx1"/>
            </a:solidFill>
            <a:prstDash val="solid"/>
            <a:headEnd type="none" w="sm" len="sm"/>
            <a:tailEnd type="triangle" w="med" len="med"/>
          </a:ln>
        </p:spPr>
      </p:sp>
      <p:sp>
        <p:nvSpPr>
          <p:cNvPr id="70663" name="Text Box 10"/>
          <p:cNvSpPr txBox="1"/>
          <p:nvPr/>
        </p:nvSpPr>
        <p:spPr>
          <a:xfrm>
            <a:off x="1655763" y="1465263"/>
            <a:ext cx="503237"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a:t>
            </a:r>
          </a:p>
        </p:txBody>
      </p:sp>
      <p:sp>
        <p:nvSpPr>
          <p:cNvPr id="101502" name="Text Box 11"/>
          <p:cNvSpPr txBox="1">
            <a:spLocks noChangeArrowheads="1"/>
          </p:cNvSpPr>
          <p:nvPr/>
        </p:nvSpPr>
        <p:spPr bwMode="auto">
          <a:xfrm>
            <a:off x="1966913" y="2444750"/>
            <a:ext cx="1223963"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3</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0665" name="Line 12"/>
          <p:cNvSpPr/>
          <p:nvPr/>
        </p:nvSpPr>
        <p:spPr>
          <a:xfrm flipV="1">
            <a:off x="1655763" y="2700338"/>
            <a:ext cx="288925" cy="0"/>
          </a:xfrm>
          <a:prstGeom prst="line">
            <a:avLst/>
          </a:prstGeom>
          <a:ln w="38100" cap="flat" cmpd="sng">
            <a:solidFill>
              <a:schemeClr val="tx1"/>
            </a:solidFill>
            <a:prstDash val="solid"/>
            <a:headEnd type="none" w="sm" len="sm"/>
            <a:tailEnd type="triangle" w="med" len="med"/>
          </a:ln>
        </p:spPr>
      </p:sp>
      <p:sp>
        <p:nvSpPr>
          <p:cNvPr id="70666" name="Text Box 13"/>
          <p:cNvSpPr txBox="1"/>
          <p:nvPr/>
        </p:nvSpPr>
        <p:spPr>
          <a:xfrm>
            <a:off x="1628775" y="2333625"/>
            <a:ext cx="6096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a:t>
            </a:r>
          </a:p>
        </p:txBody>
      </p:sp>
      <p:sp>
        <p:nvSpPr>
          <p:cNvPr id="101505" name="Text Box 14"/>
          <p:cNvSpPr txBox="1">
            <a:spLocks noChangeArrowheads="1"/>
          </p:cNvSpPr>
          <p:nvPr/>
        </p:nvSpPr>
        <p:spPr bwMode="auto">
          <a:xfrm>
            <a:off x="1978025" y="3236913"/>
            <a:ext cx="1568450" cy="150336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4</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id</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1506" name="Text Box 15"/>
          <p:cNvSpPr txBox="1">
            <a:spLocks noChangeArrowheads="1"/>
          </p:cNvSpPr>
          <p:nvPr/>
        </p:nvSpPr>
        <p:spPr bwMode="auto">
          <a:xfrm>
            <a:off x="3921125" y="4281488"/>
            <a:ext cx="1584325" cy="7064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5</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id</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 $</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0669" name="Text Box 16"/>
          <p:cNvSpPr txBox="1"/>
          <p:nvPr/>
        </p:nvSpPr>
        <p:spPr>
          <a:xfrm>
            <a:off x="1693863" y="2932113"/>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rgbClr val="000000"/>
                </a:solidFill>
                <a:latin typeface="Times New Roman" panose="02020603050405020304" pitchFamily="18" charset="0"/>
                <a:ea typeface="宋体" panose="02010600030101010101" pitchFamily="2" charset="-122"/>
              </a:rPr>
              <a:t>*</a:t>
            </a:r>
          </a:p>
        </p:txBody>
      </p:sp>
      <p:sp>
        <p:nvSpPr>
          <p:cNvPr id="70670" name="Text Box 17"/>
          <p:cNvSpPr txBox="1"/>
          <p:nvPr/>
        </p:nvSpPr>
        <p:spPr>
          <a:xfrm>
            <a:off x="1336675" y="3687763"/>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id</a:t>
            </a:r>
          </a:p>
        </p:txBody>
      </p:sp>
      <p:sp>
        <p:nvSpPr>
          <p:cNvPr id="101509" name="Text Box 18"/>
          <p:cNvSpPr txBox="1">
            <a:spLocks noChangeArrowheads="1"/>
          </p:cNvSpPr>
          <p:nvPr/>
        </p:nvSpPr>
        <p:spPr bwMode="auto">
          <a:xfrm>
            <a:off x="3921125" y="771525"/>
            <a:ext cx="1655763" cy="16319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6</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id</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0672" name="Line 19"/>
          <p:cNvSpPr/>
          <p:nvPr/>
        </p:nvSpPr>
        <p:spPr>
          <a:xfrm flipV="1">
            <a:off x="3446463" y="1924050"/>
            <a:ext cx="430212" cy="0"/>
          </a:xfrm>
          <a:prstGeom prst="line">
            <a:avLst/>
          </a:prstGeom>
          <a:ln w="38100" cap="flat" cmpd="sng">
            <a:solidFill>
              <a:schemeClr val="tx1"/>
            </a:solidFill>
            <a:prstDash val="solid"/>
            <a:headEnd type="none" w="sm" len="sm"/>
            <a:tailEnd type="triangle" w="med" len="med"/>
          </a:ln>
        </p:spPr>
      </p:sp>
      <p:sp>
        <p:nvSpPr>
          <p:cNvPr id="70673" name="Text Box 20"/>
          <p:cNvSpPr txBox="1"/>
          <p:nvPr/>
        </p:nvSpPr>
        <p:spPr>
          <a:xfrm>
            <a:off x="3441700" y="1595438"/>
            <a:ext cx="4572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a:t>
            </a:r>
          </a:p>
        </p:txBody>
      </p:sp>
      <p:sp>
        <p:nvSpPr>
          <p:cNvPr id="101512" name="Text Box 21"/>
          <p:cNvSpPr txBox="1">
            <a:spLocks noChangeArrowheads="1"/>
          </p:cNvSpPr>
          <p:nvPr/>
        </p:nvSpPr>
        <p:spPr bwMode="auto">
          <a:xfrm>
            <a:off x="3921125" y="2733675"/>
            <a:ext cx="1655763" cy="7064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7</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 $</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0675" name="Line 22"/>
          <p:cNvSpPr/>
          <p:nvPr/>
        </p:nvSpPr>
        <p:spPr>
          <a:xfrm>
            <a:off x="3565525" y="3308350"/>
            <a:ext cx="393700" cy="0"/>
          </a:xfrm>
          <a:prstGeom prst="line">
            <a:avLst/>
          </a:prstGeom>
          <a:ln w="38100" cap="flat" cmpd="sng">
            <a:solidFill>
              <a:schemeClr val="tx1"/>
            </a:solidFill>
            <a:prstDash val="solid"/>
            <a:headEnd type="none" w="sm" len="sm"/>
            <a:tailEnd type="triangle" w="med" len="med"/>
          </a:ln>
        </p:spPr>
      </p:sp>
      <p:sp>
        <p:nvSpPr>
          <p:cNvPr id="70676" name="Text Box 23"/>
          <p:cNvSpPr txBox="1"/>
          <p:nvPr/>
        </p:nvSpPr>
        <p:spPr>
          <a:xfrm>
            <a:off x="3511550" y="2949575"/>
            <a:ext cx="4572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a:t>
            </a:r>
          </a:p>
        </p:txBody>
      </p:sp>
      <p:sp>
        <p:nvSpPr>
          <p:cNvPr id="101515" name="Text Box 24"/>
          <p:cNvSpPr txBox="1">
            <a:spLocks noChangeArrowheads="1"/>
          </p:cNvSpPr>
          <p:nvPr/>
        </p:nvSpPr>
        <p:spPr bwMode="auto">
          <a:xfrm>
            <a:off x="3921125" y="3525838"/>
            <a:ext cx="1584325" cy="7064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8</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 $</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0678" name="Line 25"/>
          <p:cNvSpPr/>
          <p:nvPr/>
        </p:nvSpPr>
        <p:spPr>
          <a:xfrm>
            <a:off x="3533775" y="3957638"/>
            <a:ext cx="387350" cy="0"/>
          </a:xfrm>
          <a:prstGeom prst="line">
            <a:avLst/>
          </a:prstGeom>
          <a:ln w="38100" cap="flat" cmpd="sng">
            <a:solidFill>
              <a:schemeClr val="tx1"/>
            </a:solidFill>
            <a:prstDash val="solid"/>
            <a:headEnd type="none" w="sm" len="sm"/>
            <a:tailEnd type="triangle" w="med" len="med"/>
          </a:ln>
        </p:spPr>
      </p:sp>
      <p:sp>
        <p:nvSpPr>
          <p:cNvPr id="70679" name="Text Box 26"/>
          <p:cNvSpPr txBox="1"/>
          <p:nvPr/>
        </p:nvSpPr>
        <p:spPr>
          <a:xfrm>
            <a:off x="3527425" y="3597275"/>
            <a:ext cx="3810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a:t>
            </a:r>
          </a:p>
        </p:txBody>
      </p:sp>
      <p:sp>
        <p:nvSpPr>
          <p:cNvPr id="101518" name="Text Box 27"/>
          <p:cNvSpPr txBox="1">
            <a:spLocks noChangeArrowheads="1"/>
          </p:cNvSpPr>
          <p:nvPr/>
        </p:nvSpPr>
        <p:spPr bwMode="auto">
          <a:xfrm>
            <a:off x="6119813" y="63500"/>
            <a:ext cx="1719263"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9</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S→L=R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0681" name="Line 28"/>
          <p:cNvSpPr/>
          <p:nvPr/>
        </p:nvSpPr>
        <p:spPr>
          <a:xfrm flipV="1">
            <a:off x="5586413" y="514350"/>
            <a:ext cx="533400" cy="244475"/>
          </a:xfrm>
          <a:prstGeom prst="line">
            <a:avLst/>
          </a:prstGeom>
          <a:ln w="38100" cap="flat" cmpd="sng">
            <a:solidFill>
              <a:schemeClr val="tx1"/>
            </a:solidFill>
            <a:prstDash val="solid"/>
            <a:headEnd type="none" w="sm" len="sm"/>
            <a:tailEnd type="triangle" w="med" len="med"/>
          </a:ln>
        </p:spPr>
      </p:sp>
      <p:sp>
        <p:nvSpPr>
          <p:cNvPr id="70682" name="Text Box 29"/>
          <p:cNvSpPr txBox="1"/>
          <p:nvPr/>
        </p:nvSpPr>
        <p:spPr>
          <a:xfrm>
            <a:off x="5621338" y="304800"/>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a:t>
            </a:r>
          </a:p>
        </p:txBody>
      </p:sp>
      <p:sp>
        <p:nvSpPr>
          <p:cNvPr id="67727" name="Line 30"/>
          <p:cNvSpPr/>
          <p:nvPr/>
        </p:nvSpPr>
        <p:spPr>
          <a:xfrm flipH="1">
            <a:off x="3441700" y="2125663"/>
            <a:ext cx="479425" cy="1149350"/>
          </a:xfrm>
          <a:prstGeom prst="line">
            <a:avLst/>
          </a:prstGeom>
          <a:ln w="38100" cap="flat" cmpd="sng">
            <a:solidFill>
              <a:schemeClr val="hlink"/>
            </a:solidFill>
            <a:prstDash val="solid"/>
            <a:headEnd type="none" w="sm" len="sm"/>
            <a:tailEnd type="triangle" w="med" len="med"/>
          </a:ln>
        </p:spPr>
      </p:sp>
      <p:sp>
        <p:nvSpPr>
          <p:cNvPr id="67728" name="Text Box 31"/>
          <p:cNvSpPr txBox="1"/>
          <p:nvPr/>
        </p:nvSpPr>
        <p:spPr>
          <a:xfrm>
            <a:off x="3530600" y="2198688"/>
            <a:ext cx="533400" cy="400050"/>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rgbClr val="2D83F4"/>
                </a:solidFill>
                <a:latin typeface="Times New Roman" panose="02020603050405020304" pitchFamily="18" charset="0"/>
                <a:ea typeface="宋体" panose="02010600030101010101" pitchFamily="2" charset="-122"/>
              </a:rPr>
              <a:t>*</a:t>
            </a:r>
          </a:p>
        </p:txBody>
      </p:sp>
      <p:sp>
        <p:nvSpPr>
          <p:cNvPr id="70685" name="Text Box 33"/>
          <p:cNvSpPr txBox="1"/>
          <p:nvPr/>
        </p:nvSpPr>
        <p:spPr>
          <a:xfrm>
            <a:off x="1663700" y="896938"/>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a:t>
            </a:r>
          </a:p>
        </p:txBody>
      </p:sp>
      <p:sp>
        <p:nvSpPr>
          <p:cNvPr id="70686" name="Line 34"/>
          <p:cNvSpPr/>
          <p:nvPr/>
        </p:nvSpPr>
        <p:spPr>
          <a:xfrm flipV="1">
            <a:off x="3543300" y="4564063"/>
            <a:ext cx="377825" cy="1587"/>
          </a:xfrm>
          <a:prstGeom prst="line">
            <a:avLst/>
          </a:prstGeom>
          <a:ln w="38100" cap="flat" cmpd="sng">
            <a:solidFill>
              <a:schemeClr val="tx1"/>
            </a:solidFill>
            <a:prstDash val="solid"/>
            <a:headEnd type="none" w="med" len="med"/>
            <a:tailEnd type="triangle" w="med" len="med"/>
          </a:ln>
        </p:spPr>
      </p:sp>
      <p:sp>
        <p:nvSpPr>
          <p:cNvPr id="70687" name="Text Box 35"/>
          <p:cNvSpPr txBox="1"/>
          <p:nvPr/>
        </p:nvSpPr>
        <p:spPr>
          <a:xfrm>
            <a:off x="3511550" y="4175125"/>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id</a:t>
            </a:r>
          </a:p>
        </p:txBody>
      </p:sp>
      <p:grpSp>
        <p:nvGrpSpPr>
          <p:cNvPr id="70688" name="Group 36"/>
          <p:cNvGrpSpPr/>
          <p:nvPr/>
        </p:nvGrpSpPr>
        <p:grpSpPr>
          <a:xfrm>
            <a:off x="1677988" y="3975100"/>
            <a:ext cx="290512" cy="269875"/>
            <a:chOff x="2335" y="3249"/>
            <a:chExt cx="183" cy="226"/>
          </a:xfrm>
        </p:grpSpPr>
        <p:sp>
          <p:nvSpPr>
            <p:cNvPr id="70719" name="Line 37"/>
            <p:cNvSpPr/>
            <p:nvPr/>
          </p:nvSpPr>
          <p:spPr>
            <a:xfrm>
              <a:off x="2335" y="3249"/>
              <a:ext cx="182" cy="0"/>
            </a:xfrm>
            <a:prstGeom prst="line">
              <a:avLst/>
            </a:prstGeom>
            <a:ln w="38100" cap="flat" cmpd="sng">
              <a:solidFill>
                <a:schemeClr val="tx1"/>
              </a:solidFill>
              <a:prstDash val="solid"/>
              <a:headEnd type="none" w="med" len="med"/>
              <a:tailEnd type="none" w="med" len="med"/>
            </a:ln>
          </p:spPr>
        </p:sp>
        <p:sp>
          <p:nvSpPr>
            <p:cNvPr id="70720" name="Line 38"/>
            <p:cNvSpPr/>
            <p:nvPr/>
          </p:nvSpPr>
          <p:spPr>
            <a:xfrm>
              <a:off x="2335" y="3249"/>
              <a:ext cx="0" cy="226"/>
            </a:xfrm>
            <a:prstGeom prst="line">
              <a:avLst/>
            </a:prstGeom>
            <a:ln w="38100" cap="flat" cmpd="sng">
              <a:solidFill>
                <a:schemeClr val="tx1"/>
              </a:solidFill>
              <a:prstDash val="solid"/>
              <a:headEnd type="none" w="med" len="med"/>
              <a:tailEnd type="none" w="med" len="med"/>
            </a:ln>
          </p:spPr>
        </p:sp>
        <p:sp>
          <p:nvSpPr>
            <p:cNvPr id="70721" name="Line 39"/>
            <p:cNvSpPr/>
            <p:nvPr/>
          </p:nvSpPr>
          <p:spPr>
            <a:xfrm>
              <a:off x="2336" y="3475"/>
              <a:ext cx="182" cy="0"/>
            </a:xfrm>
            <a:prstGeom prst="line">
              <a:avLst/>
            </a:prstGeom>
            <a:ln w="38100" cap="flat" cmpd="sng">
              <a:solidFill>
                <a:schemeClr val="tx1"/>
              </a:solidFill>
              <a:prstDash val="solid"/>
              <a:headEnd type="none" w="med" len="med"/>
              <a:tailEnd type="triangle" w="med" len="med"/>
            </a:ln>
          </p:spPr>
        </p:sp>
      </p:grpSp>
      <p:sp>
        <p:nvSpPr>
          <p:cNvPr id="70689" name="Text Box 40"/>
          <p:cNvSpPr txBox="1"/>
          <p:nvPr/>
        </p:nvSpPr>
        <p:spPr>
          <a:xfrm>
            <a:off x="1654175" y="3944938"/>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rgbClr val="000000"/>
                </a:solidFill>
                <a:latin typeface="Times New Roman" panose="02020603050405020304" pitchFamily="18" charset="0"/>
                <a:ea typeface="宋体" panose="02010600030101010101" pitchFamily="2" charset="-122"/>
              </a:rPr>
              <a:t>*</a:t>
            </a:r>
          </a:p>
        </p:txBody>
      </p:sp>
      <p:sp>
        <p:nvSpPr>
          <p:cNvPr id="70690" name="Line 41"/>
          <p:cNvSpPr/>
          <p:nvPr/>
        </p:nvSpPr>
        <p:spPr>
          <a:xfrm>
            <a:off x="1689100" y="3038475"/>
            <a:ext cx="261938" cy="433388"/>
          </a:xfrm>
          <a:prstGeom prst="line">
            <a:avLst/>
          </a:prstGeom>
          <a:ln w="41275" cap="flat" cmpd="sng">
            <a:solidFill>
              <a:schemeClr val="tx1"/>
            </a:solidFill>
            <a:prstDash val="solid"/>
            <a:headEnd type="none" w="med" len="med"/>
            <a:tailEnd type="triangle" w="med" len="med"/>
          </a:ln>
        </p:spPr>
      </p:sp>
      <p:sp>
        <p:nvSpPr>
          <p:cNvPr id="70691" name="Line 57"/>
          <p:cNvSpPr/>
          <p:nvPr/>
        </p:nvSpPr>
        <p:spPr>
          <a:xfrm flipV="1">
            <a:off x="1314450" y="4872038"/>
            <a:ext cx="2606675" cy="20637"/>
          </a:xfrm>
          <a:prstGeom prst="line">
            <a:avLst/>
          </a:prstGeom>
          <a:ln w="38100" cap="flat" cmpd="sng">
            <a:solidFill>
              <a:schemeClr val="tx1"/>
            </a:solidFill>
            <a:prstDash val="solid"/>
            <a:headEnd type="none" w="sm" len="sm"/>
            <a:tailEnd type="triangle" w="med" len="med"/>
          </a:ln>
        </p:spPr>
      </p:sp>
      <p:sp>
        <p:nvSpPr>
          <p:cNvPr id="70692" name="Line 59"/>
          <p:cNvSpPr/>
          <p:nvPr/>
        </p:nvSpPr>
        <p:spPr>
          <a:xfrm flipH="1" flipV="1">
            <a:off x="1301750" y="3195638"/>
            <a:ext cx="12700" cy="1724025"/>
          </a:xfrm>
          <a:prstGeom prst="line">
            <a:avLst/>
          </a:prstGeom>
          <a:ln w="38100" cap="flat" cmpd="sng">
            <a:solidFill>
              <a:schemeClr val="tx1"/>
            </a:solidFill>
            <a:prstDash val="solid"/>
            <a:headEnd type="none" w="med" len="med"/>
            <a:tailEnd type="none" w="med" len="med"/>
          </a:ln>
        </p:spPr>
      </p:sp>
      <p:sp>
        <p:nvSpPr>
          <p:cNvPr id="67737" name="Freeform 65"/>
          <p:cNvSpPr/>
          <p:nvPr/>
        </p:nvSpPr>
        <p:spPr>
          <a:xfrm rot="232506">
            <a:off x="5513388" y="2090738"/>
            <a:ext cx="330200" cy="2000250"/>
          </a:xfrm>
          <a:custGeom>
            <a:avLst/>
            <a:gdLst>
              <a:gd name="txL" fmla="*/ 0 w 208"/>
              <a:gd name="txT" fmla="*/ 0 h 1680"/>
              <a:gd name="txR" fmla="*/ 208 w 208"/>
              <a:gd name="txB" fmla="*/ 1680 h 1680"/>
            </a:gdLst>
            <a:ahLst/>
            <a:cxnLst>
              <a:cxn ang="0">
                <a:pos x="0" y="0"/>
              </a:cxn>
              <a:cxn ang="0">
                <a:pos x="2147483646" y="2147483646"/>
              </a:cxn>
              <a:cxn ang="0">
                <a:pos x="2147483646" y="2147483646"/>
              </a:cxn>
              <a:cxn ang="0">
                <a:pos x="2147483646" y="2147483646"/>
              </a:cxn>
            </a:cxnLst>
            <a:rect l="txL" t="txT" r="txR" b="txB"/>
            <a:pathLst>
              <a:path w="208" h="1680">
                <a:moveTo>
                  <a:pt x="0" y="0"/>
                </a:moveTo>
                <a:cubicBezTo>
                  <a:pt x="56" y="132"/>
                  <a:pt x="112" y="264"/>
                  <a:pt x="144" y="432"/>
                </a:cubicBezTo>
                <a:cubicBezTo>
                  <a:pt x="176" y="600"/>
                  <a:pt x="208" y="800"/>
                  <a:pt x="192" y="1008"/>
                </a:cubicBezTo>
                <a:cubicBezTo>
                  <a:pt x="176" y="1216"/>
                  <a:pt x="112" y="1448"/>
                  <a:pt x="48" y="1680"/>
                </a:cubicBezTo>
              </a:path>
            </a:pathLst>
          </a:custGeom>
          <a:noFill/>
          <a:ln w="38100" cap="flat" cmpd="sng">
            <a:solidFill>
              <a:schemeClr val="hlink">
                <a:alpha val="100000"/>
              </a:schemeClr>
            </a:solidFill>
            <a:prstDash val="solid"/>
            <a:round/>
            <a:headEnd type="none" w="sm" len="sm"/>
            <a:tailEnd type="triangle" w="med" len="med"/>
          </a:ln>
        </p:spPr>
        <p:txBody>
          <a:bodyPr/>
          <a:lstStyle/>
          <a:p>
            <a:endParaRPr lang="zh-CN" altLang="en-US"/>
          </a:p>
        </p:txBody>
      </p:sp>
      <p:sp>
        <p:nvSpPr>
          <p:cNvPr id="67738" name="Text Box 66"/>
          <p:cNvSpPr txBox="1"/>
          <p:nvPr/>
        </p:nvSpPr>
        <p:spPr>
          <a:xfrm>
            <a:off x="5418138" y="2325688"/>
            <a:ext cx="458787" cy="400050"/>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2D83F4"/>
                </a:solidFill>
                <a:latin typeface="Times New Roman" panose="02020603050405020304" pitchFamily="18" charset="0"/>
                <a:ea typeface="宋体" panose="02010600030101010101" pitchFamily="2" charset="-122"/>
              </a:rPr>
              <a:t>L</a:t>
            </a:r>
          </a:p>
        </p:txBody>
      </p:sp>
      <p:sp>
        <p:nvSpPr>
          <p:cNvPr id="67739" name="Text Box 68"/>
          <p:cNvSpPr txBox="1">
            <a:spLocks noChangeArrowheads="1"/>
          </p:cNvSpPr>
          <p:nvPr/>
        </p:nvSpPr>
        <p:spPr bwMode="auto">
          <a:xfrm>
            <a:off x="5888038" y="3275013"/>
            <a:ext cx="685800" cy="400050"/>
          </a:xfrm>
          <a:prstGeom prst="rect">
            <a:avLst/>
          </a:prstGeom>
          <a:noFill/>
          <a:ln>
            <a:noFill/>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defRPr/>
            </a:pPr>
            <a:r>
              <a:rPr kumimoji="1" lang="en-US" altLang="zh-CN" sz="2000" b="1" i="0" u="none" strike="noStrike" kern="1200" cap="none" spc="0" normalizeH="0" baseline="0" noProof="0" dirty="0">
                <a:ln>
                  <a:noFill/>
                </a:ln>
                <a:solidFill>
                  <a:schemeClr val="tx2">
                    <a:lumMod val="60000"/>
                    <a:lumOff val="40000"/>
                  </a:schemeClr>
                </a:solidFill>
                <a:effectLst/>
                <a:uLnTx/>
                <a:uFillTx/>
                <a:latin typeface="Times New Roman" panose="02020603050405020304" pitchFamily="18" charset="0"/>
                <a:ea typeface="宋体" panose="02010600030101010101" pitchFamily="2" charset="-122"/>
                <a:cs typeface="+mn-cs"/>
              </a:rPr>
              <a:t>id</a:t>
            </a:r>
          </a:p>
        </p:txBody>
      </p:sp>
      <p:sp>
        <p:nvSpPr>
          <p:cNvPr id="67740" name="Freeform 69"/>
          <p:cNvSpPr/>
          <p:nvPr/>
        </p:nvSpPr>
        <p:spPr>
          <a:xfrm rot="169672">
            <a:off x="5557838" y="1835150"/>
            <a:ext cx="712787" cy="2700338"/>
          </a:xfrm>
          <a:custGeom>
            <a:avLst/>
            <a:gdLst>
              <a:gd name="txL" fmla="*/ 0 w 598"/>
              <a:gd name="txT" fmla="*/ 0 h 2268"/>
              <a:gd name="txR" fmla="*/ 598 w 598"/>
              <a:gd name="txB" fmla="*/ 2268 h 2268"/>
            </a:gdLst>
            <a:ahLst/>
            <a:cxnLst>
              <a:cxn ang="0">
                <a:pos x="0" y="0"/>
              </a:cxn>
              <a:cxn ang="0">
                <a:pos x="2147483646" y="2147483646"/>
              </a:cxn>
              <a:cxn ang="0">
                <a:pos x="2147483646" y="2147483646"/>
              </a:cxn>
            </a:cxnLst>
            <a:rect l="txL" t="txT" r="txR" b="txB"/>
            <a:pathLst>
              <a:path w="598" h="2268">
                <a:moveTo>
                  <a:pt x="0" y="0"/>
                </a:moveTo>
                <a:cubicBezTo>
                  <a:pt x="291" y="491"/>
                  <a:pt x="582" y="983"/>
                  <a:pt x="590" y="1361"/>
                </a:cubicBezTo>
                <a:cubicBezTo>
                  <a:pt x="598" y="1739"/>
                  <a:pt x="322" y="2003"/>
                  <a:pt x="46" y="2268"/>
                </a:cubicBezTo>
              </a:path>
            </a:pathLst>
          </a:custGeom>
          <a:noFill/>
          <a:ln w="38100" cap="flat" cmpd="sng">
            <a:solidFill>
              <a:schemeClr val="hlink">
                <a:alpha val="100000"/>
              </a:schemeClr>
            </a:solidFill>
            <a:prstDash val="solid"/>
            <a:round/>
            <a:headEnd type="none" w="med" len="med"/>
            <a:tailEnd type="stealth" w="med" len="med"/>
          </a:ln>
        </p:spPr>
        <p:txBody>
          <a:bodyPr/>
          <a:lstStyle/>
          <a:p>
            <a:endParaRPr lang="zh-CN" altLang="en-US"/>
          </a:p>
        </p:txBody>
      </p:sp>
      <p:sp>
        <p:nvSpPr>
          <p:cNvPr id="3" name="矩形 2"/>
          <p:cNvSpPr/>
          <p:nvPr/>
        </p:nvSpPr>
        <p:spPr bwMode="auto">
          <a:xfrm>
            <a:off x="3927475" y="196850"/>
            <a:ext cx="1695450" cy="400050"/>
          </a:xfrm>
          <a:prstGeom prst="rect">
            <a:avLst/>
          </a:prstGeom>
          <a:solidFill>
            <a:schemeClr val="accent5">
              <a:lumMod val="60000"/>
              <a:lumOff val="40000"/>
            </a:schemeClr>
          </a:solidFill>
          <a:ln w="12700">
            <a:solidFill>
              <a:schemeClr val="tx1"/>
            </a:solidFill>
          </a:ln>
        </p:spPr>
        <p:txBody>
          <a:bodyPr>
            <a:spAutoFit/>
          </a:bodyPr>
          <a:lstStyle/>
          <a:p>
            <a:pPr eaLnBrk="1" hangingPunct="1">
              <a:buNone/>
            </a:pPr>
            <a:r>
              <a:rPr lang="en-US" altLang="zh-CN" sz="2000" b="1" i="1" dirty="0">
                <a:solidFill>
                  <a:srgbClr val="000000"/>
                </a:solidFill>
                <a:latin typeface="Times New Roman" panose="02020603050405020304" pitchFamily="18" charset="0"/>
                <a:cs typeface="Times New Roman" panose="02020603050405020304" pitchFamily="18" charset="0"/>
              </a:rPr>
              <a:t>LALR</a:t>
            </a:r>
            <a:r>
              <a:rPr lang="en-US" altLang="en-US" sz="2000" b="1" dirty="0">
                <a:solidFill>
                  <a:srgbClr val="000000"/>
                </a:solidFill>
                <a:latin typeface="华文楷体" panose="02010600040101010101" pitchFamily="2" charset="-122"/>
                <a:cs typeface="Times New Roman" panose="02020603050405020304" pitchFamily="18" charset="0"/>
              </a:rPr>
              <a:t>自动机</a:t>
            </a:r>
            <a:endParaRPr lang="en-US" altLang="en-US" sz="1000" dirty="0">
              <a:solidFill>
                <a:srgbClr val="000000"/>
              </a:solidFill>
              <a:latin typeface="华文楷体" panose="02010600040101010101" pitchFamily="2" charset="-122"/>
              <a:ea typeface="Times New Roman" panose="02020603050405020304" pitchFamily="18" charset="0"/>
            </a:endParaRPr>
          </a:p>
        </p:txBody>
      </p:sp>
      <p:sp>
        <p:nvSpPr>
          <p:cNvPr id="70698"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zh-CN" altLang="en-US" sz="3000" kern="1200" dirty="0">
                <a:solidFill>
                  <a:schemeClr val="tx1"/>
                </a:solidFill>
                <a:latin typeface="微软雅黑" panose="020B0503020204020204" pitchFamily="34" charset="-122"/>
                <a:ea typeface="微软雅黑" panose="020B0503020204020204" pitchFamily="34" charset="-122"/>
                <a:cs typeface="+mj-cs"/>
              </a:rPr>
              <a:t>例：合并同心项集</a:t>
            </a:r>
          </a:p>
        </p:txBody>
      </p:sp>
      <p:grpSp>
        <p:nvGrpSpPr>
          <p:cNvPr id="4" name="组合 3"/>
          <p:cNvGrpSpPr/>
          <p:nvPr/>
        </p:nvGrpSpPr>
        <p:grpSpPr>
          <a:xfrm>
            <a:off x="5499100" y="746125"/>
            <a:ext cx="3570288" cy="4333875"/>
            <a:chOff x="5498998" y="745697"/>
            <a:chExt cx="3569869" cy="4334139"/>
          </a:xfrm>
        </p:grpSpPr>
        <p:sp>
          <p:nvSpPr>
            <p:cNvPr id="70701" name="Text Box 32"/>
            <p:cNvSpPr txBox="1"/>
            <p:nvPr/>
          </p:nvSpPr>
          <p:spPr>
            <a:xfrm>
              <a:off x="5548312" y="1381283"/>
              <a:ext cx="503238" cy="369888"/>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dirty="0">
                  <a:solidFill>
                    <a:schemeClr val="tx1"/>
                  </a:solidFill>
                  <a:latin typeface="Times New Roman" panose="02020603050405020304" pitchFamily="18" charset="0"/>
                  <a:ea typeface="宋体" panose="02010600030101010101" pitchFamily="2" charset="-122"/>
                </a:rPr>
                <a:t>id</a:t>
              </a:r>
            </a:p>
          </p:txBody>
        </p:sp>
        <p:sp>
          <p:nvSpPr>
            <p:cNvPr id="51" name="Text Box 42"/>
            <p:cNvSpPr txBox="1">
              <a:spLocks noChangeArrowheads="1"/>
            </p:cNvSpPr>
            <p:nvPr/>
          </p:nvSpPr>
          <p:spPr bwMode="auto">
            <a:xfrm>
              <a:off x="7081550" y="844128"/>
              <a:ext cx="1439693" cy="65567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10</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0703" name="Line 43"/>
            <p:cNvSpPr/>
            <p:nvPr/>
          </p:nvSpPr>
          <p:spPr>
            <a:xfrm flipV="1">
              <a:off x="5575176" y="1049915"/>
              <a:ext cx="1506313" cy="18804"/>
            </a:xfrm>
            <a:prstGeom prst="line">
              <a:avLst/>
            </a:prstGeom>
            <a:ln w="38100" cap="flat" cmpd="sng">
              <a:solidFill>
                <a:schemeClr val="tx1"/>
              </a:solidFill>
              <a:prstDash val="solid"/>
              <a:headEnd type="none" w="sm" len="sm"/>
              <a:tailEnd type="triangle" w="med" len="med"/>
            </a:ln>
          </p:spPr>
        </p:sp>
        <p:sp>
          <p:nvSpPr>
            <p:cNvPr id="70704" name="Text Box 44"/>
            <p:cNvSpPr txBox="1"/>
            <p:nvPr/>
          </p:nvSpPr>
          <p:spPr>
            <a:xfrm>
              <a:off x="5509164" y="745697"/>
              <a:ext cx="533400" cy="369887"/>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L</a:t>
              </a:r>
            </a:p>
          </p:txBody>
        </p:sp>
        <p:sp>
          <p:nvSpPr>
            <p:cNvPr id="54" name="Text Box 45"/>
            <p:cNvSpPr txBox="1">
              <a:spLocks noChangeArrowheads="1"/>
            </p:cNvSpPr>
            <p:nvPr/>
          </p:nvSpPr>
          <p:spPr bwMode="auto">
            <a:xfrm>
              <a:off x="7097423" y="1779223"/>
              <a:ext cx="1415884" cy="150345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11</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zh-CN" altLang="en-US"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id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0706" name="Text Box 46"/>
            <p:cNvSpPr txBox="1"/>
            <p:nvPr/>
          </p:nvSpPr>
          <p:spPr>
            <a:xfrm>
              <a:off x="5498998" y="1088423"/>
              <a:ext cx="360362"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宋体" panose="02010600030101010101" pitchFamily="2" charset="-122"/>
                </a:rPr>
                <a:t>*</a:t>
              </a:r>
            </a:p>
          </p:txBody>
        </p:sp>
        <p:sp>
          <p:nvSpPr>
            <p:cNvPr id="70707" name="Line 47"/>
            <p:cNvSpPr/>
            <p:nvPr/>
          </p:nvSpPr>
          <p:spPr>
            <a:xfrm>
              <a:off x="5592563" y="1354965"/>
              <a:ext cx="1487348" cy="449401"/>
            </a:xfrm>
            <a:prstGeom prst="line">
              <a:avLst/>
            </a:prstGeom>
            <a:ln w="41275" cap="flat" cmpd="sng">
              <a:solidFill>
                <a:schemeClr val="tx1"/>
              </a:solidFill>
              <a:prstDash val="solid"/>
              <a:headEnd type="none" w="med" len="med"/>
              <a:tailEnd type="triangle" w="med" len="med"/>
            </a:ln>
          </p:spPr>
        </p:sp>
        <p:sp>
          <p:nvSpPr>
            <p:cNvPr id="57" name="Text Box 48"/>
            <p:cNvSpPr txBox="1">
              <a:spLocks noChangeArrowheads="1"/>
            </p:cNvSpPr>
            <p:nvPr/>
          </p:nvSpPr>
          <p:spPr bwMode="auto">
            <a:xfrm>
              <a:off x="7118058" y="3592258"/>
              <a:ext cx="1395249" cy="70806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12</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id</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0709" name="Line 49"/>
            <p:cNvSpPr/>
            <p:nvPr/>
          </p:nvSpPr>
          <p:spPr>
            <a:xfrm>
              <a:off x="5592563" y="1689365"/>
              <a:ext cx="1502568" cy="1902691"/>
            </a:xfrm>
            <a:prstGeom prst="line">
              <a:avLst/>
            </a:prstGeom>
            <a:ln w="41275" cap="flat" cmpd="sng">
              <a:solidFill>
                <a:schemeClr val="tx1"/>
              </a:solidFill>
              <a:prstDash val="solid"/>
              <a:headEnd type="none" w="med" len="med"/>
              <a:tailEnd type="triangle" w="med" len="med"/>
            </a:ln>
          </p:spPr>
        </p:sp>
        <p:sp>
          <p:nvSpPr>
            <p:cNvPr id="59" name="Text Box 50"/>
            <p:cNvSpPr txBox="1">
              <a:spLocks noChangeArrowheads="1"/>
            </p:cNvSpPr>
            <p:nvPr/>
          </p:nvSpPr>
          <p:spPr bwMode="auto">
            <a:xfrm>
              <a:off x="7118058" y="4371768"/>
              <a:ext cx="1403185" cy="70806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13</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0711" name="Freeform 51"/>
            <p:cNvSpPr/>
            <p:nvPr/>
          </p:nvSpPr>
          <p:spPr>
            <a:xfrm>
              <a:off x="8593649" y="3187783"/>
              <a:ext cx="360362" cy="1612900"/>
            </a:xfrm>
            <a:custGeom>
              <a:avLst/>
              <a:gdLst>
                <a:gd name="txL" fmla="*/ 0 w 416"/>
                <a:gd name="txT" fmla="*/ 0 h 862"/>
                <a:gd name="txR" fmla="*/ 416 w 416"/>
                <a:gd name="txB" fmla="*/ 862 h 862"/>
              </a:gdLst>
              <a:ahLst/>
              <a:cxnLst>
                <a:cxn ang="0">
                  <a:pos x="0" y="0"/>
                </a:cxn>
                <a:cxn ang="0">
                  <a:pos x="2147483646" y="2147483646"/>
                </a:cxn>
                <a:cxn ang="0">
                  <a:pos x="2147483646" y="2147483646"/>
                </a:cxn>
              </a:cxnLst>
              <a:rect l="txL" t="txT" r="txR" b="txB"/>
              <a:pathLst>
                <a:path w="416" h="862">
                  <a:moveTo>
                    <a:pt x="0" y="0"/>
                  </a:moveTo>
                  <a:cubicBezTo>
                    <a:pt x="200" y="177"/>
                    <a:pt x="400" y="355"/>
                    <a:pt x="408" y="499"/>
                  </a:cubicBezTo>
                  <a:cubicBezTo>
                    <a:pt x="416" y="643"/>
                    <a:pt x="231" y="752"/>
                    <a:pt x="46" y="862"/>
                  </a:cubicBezTo>
                </a:path>
              </a:pathLst>
            </a:custGeom>
            <a:noFill/>
            <a:ln w="38100" cap="flat" cmpd="sng">
              <a:solidFill>
                <a:schemeClr val="tx1">
                  <a:alpha val="100000"/>
                </a:schemeClr>
              </a:solidFill>
              <a:prstDash val="solid"/>
              <a:round/>
              <a:headEnd type="none" w="med" len="med"/>
              <a:tailEnd type="stealth" w="med" len="med"/>
            </a:ln>
          </p:spPr>
          <p:txBody>
            <a:bodyPr/>
            <a:lstStyle/>
            <a:p>
              <a:endParaRPr lang="zh-CN" altLang="en-US"/>
            </a:p>
          </p:txBody>
        </p:sp>
        <p:sp>
          <p:nvSpPr>
            <p:cNvPr id="70712" name="Text Box 52"/>
            <p:cNvSpPr txBox="1"/>
            <p:nvPr/>
          </p:nvSpPr>
          <p:spPr>
            <a:xfrm>
              <a:off x="8611667" y="2979156"/>
              <a:ext cx="457200" cy="369888"/>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R</a:t>
              </a:r>
            </a:p>
          </p:txBody>
        </p:sp>
        <p:sp>
          <p:nvSpPr>
            <p:cNvPr id="70713" name="Freeform 53"/>
            <p:cNvSpPr/>
            <p:nvPr/>
          </p:nvSpPr>
          <p:spPr>
            <a:xfrm>
              <a:off x="8515350" y="2014736"/>
              <a:ext cx="360362" cy="354012"/>
            </a:xfrm>
            <a:custGeom>
              <a:avLst/>
              <a:gdLst>
                <a:gd name="txL" fmla="*/ 0 w 227"/>
                <a:gd name="txT" fmla="*/ 0 h 227"/>
                <a:gd name="txR" fmla="*/ 227 w 227"/>
                <a:gd name="txB" fmla="*/ 227 h 227"/>
              </a:gdLst>
              <a:ahLst/>
              <a:cxnLst>
                <a:cxn ang="0">
                  <a:pos x="0" y="0"/>
                </a:cxn>
                <a:cxn ang="0">
                  <a:pos x="2147483646" y="2147483646"/>
                </a:cxn>
                <a:cxn ang="0">
                  <a:pos x="0" y="2147483646"/>
                </a:cxn>
              </a:cxnLst>
              <a:rect l="txL" t="txT" r="txR" b="txB"/>
              <a:pathLst>
                <a:path w="227" h="227">
                  <a:moveTo>
                    <a:pt x="0" y="0"/>
                  </a:moveTo>
                  <a:cubicBezTo>
                    <a:pt x="113" y="3"/>
                    <a:pt x="227" y="7"/>
                    <a:pt x="227" y="45"/>
                  </a:cubicBezTo>
                  <a:cubicBezTo>
                    <a:pt x="227" y="83"/>
                    <a:pt x="113" y="155"/>
                    <a:pt x="0" y="227"/>
                  </a:cubicBezTo>
                </a:path>
              </a:pathLst>
            </a:custGeom>
            <a:noFill/>
            <a:ln w="38100" cap="flat" cmpd="sng">
              <a:solidFill>
                <a:schemeClr val="tx1">
                  <a:alpha val="100000"/>
                </a:schemeClr>
              </a:solidFill>
              <a:prstDash val="solid"/>
              <a:round/>
              <a:headEnd type="none" w="med" len="med"/>
              <a:tailEnd type="stealth" w="med" len="med"/>
            </a:ln>
          </p:spPr>
          <p:txBody>
            <a:bodyPr/>
            <a:lstStyle/>
            <a:p>
              <a:endParaRPr lang="zh-CN" altLang="en-US"/>
            </a:p>
          </p:txBody>
        </p:sp>
        <p:sp>
          <p:nvSpPr>
            <p:cNvPr id="70714" name="Text Box 54"/>
            <p:cNvSpPr txBox="1"/>
            <p:nvPr/>
          </p:nvSpPr>
          <p:spPr>
            <a:xfrm>
              <a:off x="8483600" y="1995686"/>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宋体" panose="02010600030101010101" pitchFamily="2" charset="-122"/>
                </a:rPr>
                <a:t>*</a:t>
              </a:r>
            </a:p>
          </p:txBody>
        </p:sp>
        <p:sp>
          <p:nvSpPr>
            <p:cNvPr id="70715" name="Text Box 55"/>
            <p:cNvSpPr txBox="1"/>
            <p:nvPr/>
          </p:nvSpPr>
          <p:spPr>
            <a:xfrm>
              <a:off x="7627888" y="1419622"/>
              <a:ext cx="381000" cy="36830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L</a:t>
              </a:r>
            </a:p>
          </p:txBody>
        </p:sp>
        <p:sp>
          <p:nvSpPr>
            <p:cNvPr id="70716" name="Line 56"/>
            <p:cNvSpPr/>
            <p:nvPr/>
          </p:nvSpPr>
          <p:spPr>
            <a:xfrm flipV="1">
              <a:off x="7635528" y="1491630"/>
              <a:ext cx="0" cy="269875"/>
            </a:xfrm>
            <a:prstGeom prst="line">
              <a:avLst/>
            </a:prstGeom>
            <a:ln w="38100" cap="flat" cmpd="sng">
              <a:solidFill>
                <a:schemeClr val="tx1"/>
              </a:solidFill>
              <a:prstDash val="solid"/>
              <a:headEnd type="none" w="med" len="med"/>
              <a:tailEnd type="triangle" w="med" len="med"/>
            </a:ln>
          </p:spPr>
        </p:sp>
        <p:sp>
          <p:nvSpPr>
            <p:cNvPr id="70717" name="Line 56"/>
            <p:cNvSpPr/>
            <p:nvPr/>
          </p:nvSpPr>
          <p:spPr>
            <a:xfrm flipH="1">
              <a:off x="7745065" y="3291830"/>
              <a:ext cx="9525" cy="317500"/>
            </a:xfrm>
            <a:prstGeom prst="line">
              <a:avLst/>
            </a:prstGeom>
            <a:ln w="38100" cap="flat" cmpd="sng">
              <a:solidFill>
                <a:schemeClr val="tx1"/>
              </a:solidFill>
              <a:prstDash val="solid"/>
              <a:headEnd type="none" w="med" len="med"/>
              <a:tailEnd type="triangle" w="med" len="med"/>
            </a:ln>
          </p:spPr>
        </p:sp>
        <p:sp>
          <p:nvSpPr>
            <p:cNvPr id="70718" name="Text Box 17"/>
            <p:cNvSpPr txBox="1"/>
            <p:nvPr/>
          </p:nvSpPr>
          <p:spPr>
            <a:xfrm>
              <a:off x="7753611" y="3284901"/>
              <a:ext cx="533400" cy="369888"/>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1800" b="1" dirty="0">
                  <a:solidFill>
                    <a:schemeClr val="tx1"/>
                  </a:solidFill>
                  <a:latin typeface="Times New Roman" panose="02020603050405020304" pitchFamily="18" charset="0"/>
                  <a:ea typeface="宋体" panose="02010600030101010101" pitchFamily="2" charset="-122"/>
                </a:rPr>
                <a:t>id</a:t>
              </a:r>
            </a:p>
          </p:txBody>
        </p:sp>
      </p:grpSp>
      <p:sp>
        <p:nvSpPr>
          <p:cNvPr id="72" name="Rectangle 66"/>
          <p:cNvSpPr>
            <a:spLocks noChangeArrowheads="1"/>
          </p:cNvSpPr>
          <p:nvPr/>
        </p:nvSpPr>
        <p:spPr bwMode="auto">
          <a:xfrm>
            <a:off x="117475" y="3638550"/>
            <a:ext cx="1050925" cy="1323975"/>
          </a:xfrm>
          <a:prstGeom prst="rect">
            <a:avLst/>
          </a:prstGeom>
          <a:solidFill>
            <a:schemeClr val="accent5">
              <a:lumMod val="60000"/>
              <a:lumOff val="40000"/>
            </a:schemeClr>
          </a:solidFill>
          <a:ln w="12700">
            <a:solidFill>
              <a:schemeClr val="tx1"/>
            </a:solidFill>
            <a:miter lim="800000"/>
          </a:ln>
        </p:spPr>
        <p:txBody>
          <a:bodyPr>
            <a:spAutoFit/>
          </a:bodyPr>
          <a:lstStyle/>
          <a:p>
            <a:pPr eaLnBrk="1" hangingPunct="1">
              <a:buClr>
                <a:srgbClr val="000000"/>
              </a:buClr>
              <a:buNone/>
            </a:pPr>
            <a:r>
              <a:rPr lang="en-US" altLang="zh-CN" sz="2000" b="1" i="1" dirty="0">
                <a:solidFill>
                  <a:srgbClr val="000000"/>
                </a:solidFill>
                <a:latin typeface="Times New Roman" panose="02020603050405020304" pitchFamily="18" charset="0"/>
                <a:cs typeface="Times New Roman" panose="02020603050405020304" pitchFamily="18" charset="0"/>
              </a:rPr>
              <a:t>I</a:t>
            </a:r>
            <a:r>
              <a:rPr lang="en-US" altLang="zh-CN" sz="2000" b="1" i="1" baseline="-25000" dirty="0">
                <a:solidFill>
                  <a:srgbClr val="000000"/>
                </a:solidFill>
                <a:latin typeface="Times New Roman" panose="02020603050405020304" pitchFamily="18" charset="0"/>
                <a:cs typeface="Times New Roman" panose="02020603050405020304" pitchFamily="18" charset="0"/>
              </a:rPr>
              <a:t>10</a:t>
            </a:r>
            <a:r>
              <a:rPr lang="en-US" altLang="en-US" sz="2000" b="1" i="1" dirty="0">
                <a:solidFill>
                  <a:srgbClr val="000000"/>
                </a:solidFill>
                <a:latin typeface="Times New Roman" panose="02020603050405020304" pitchFamily="18" charset="0"/>
                <a:cs typeface="Times New Roman" panose="02020603050405020304" pitchFamily="18" charset="0"/>
              </a:rPr>
              <a:t>、</a:t>
            </a:r>
            <a:r>
              <a:rPr lang="en-US" altLang="zh-CN" sz="2000" b="1" i="1" dirty="0">
                <a:solidFill>
                  <a:srgbClr val="000000"/>
                </a:solidFill>
                <a:latin typeface="Times New Roman" panose="02020603050405020304" pitchFamily="18" charset="0"/>
                <a:cs typeface="Times New Roman" panose="02020603050405020304" pitchFamily="18" charset="0"/>
              </a:rPr>
              <a:t> I</a:t>
            </a:r>
            <a:r>
              <a:rPr lang="en-US" altLang="zh-CN" sz="2000" b="1" i="1" baseline="-25000" dirty="0">
                <a:solidFill>
                  <a:srgbClr val="000000"/>
                </a:solidFill>
                <a:latin typeface="Times New Roman" panose="02020603050405020304" pitchFamily="18" charset="0"/>
                <a:cs typeface="Times New Roman" panose="02020603050405020304" pitchFamily="18" charset="0"/>
              </a:rPr>
              <a:t>8</a:t>
            </a:r>
            <a:endParaRPr lang="en-US" altLang="zh-CN" sz="2000" b="1" i="1" dirty="0">
              <a:solidFill>
                <a:srgbClr val="000000"/>
              </a:solidFill>
              <a:latin typeface="Times New Roman" panose="02020603050405020304" pitchFamily="18" charset="0"/>
              <a:cs typeface="Times New Roman" panose="02020603050405020304" pitchFamily="18" charset="0"/>
            </a:endParaRPr>
          </a:p>
          <a:p>
            <a:pPr eaLnBrk="1" hangingPunct="1">
              <a:buClr>
                <a:srgbClr val="000000"/>
              </a:buClr>
              <a:buNone/>
            </a:pPr>
            <a:r>
              <a:rPr lang="en-US" altLang="zh-CN" sz="2000" b="1" i="1" dirty="0">
                <a:solidFill>
                  <a:srgbClr val="000000"/>
                </a:solidFill>
                <a:latin typeface="Times New Roman" panose="02020603050405020304" pitchFamily="18" charset="0"/>
                <a:cs typeface="Times New Roman" panose="02020603050405020304" pitchFamily="18" charset="0"/>
              </a:rPr>
              <a:t>I</a:t>
            </a:r>
            <a:r>
              <a:rPr lang="en-US" altLang="zh-CN" sz="2000" b="1" i="1" baseline="-25000" dirty="0">
                <a:solidFill>
                  <a:srgbClr val="000000"/>
                </a:solidFill>
                <a:latin typeface="Times New Roman" panose="02020603050405020304" pitchFamily="18" charset="0"/>
                <a:cs typeface="Times New Roman" panose="02020603050405020304" pitchFamily="18" charset="0"/>
              </a:rPr>
              <a:t>11</a:t>
            </a:r>
            <a:r>
              <a:rPr lang="en-US" altLang="en-US" sz="2000" b="1" i="1" dirty="0">
                <a:solidFill>
                  <a:srgbClr val="000000"/>
                </a:solidFill>
                <a:latin typeface="Times New Roman" panose="02020603050405020304" pitchFamily="18" charset="0"/>
                <a:cs typeface="Times New Roman" panose="02020603050405020304" pitchFamily="18" charset="0"/>
              </a:rPr>
              <a:t>、</a:t>
            </a:r>
            <a:r>
              <a:rPr lang="en-US" altLang="zh-CN" sz="2000" b="1" i="1" dirty="0">
                <a:solidFill>
                  <a:srgbClr val="000000"/>
                </a:solidFill>
                <a:latin typeface="Times New Roman" panose="02020603050405020304" pitchFamily="18" charset="0"/>
                <a:cs typeface="Times New Roman" panose="02020603050405020304" pitchFamily="18" charset="0"/>
              </a:rPr>
              <a:t> I</a:t>
            </a:r>
            <a:r>
              <a:rPr lang="en-US" altLang="zh-CN" sz="2000" b="1" i="1" baseline="-25000" dirty="0">
                <a:solidFill>
                  <a:srgbClr val="000000"/>
                </a:solidFill>
                <a:latin typeface="Times New Roman" panose="02020603050405020304" pitchFamily="18" charset="0"/>
                <a:cs typeface="Times New Roman" panose="02020603050405020304" pitchFamily="18" charset="0"/>
              </a:rPr>
              <a:t>4</a:t>
            </a:r>
            <a:endParaRPr lang="en-US" altLang="zh-CN" sz="2000" b="1" i="1" dirty="0">
              <a:solidFill>
                <a:srgbClr val="000000"/>
              </a:solidFill>
              <a:latin typeface="Times New Roman" panose="02020603050405020304" pitchFamily="18" charset="0"/>
              <a:cs typeface="Times New Roman" panose="02020603050405020304" pitchFamily="18" charset="0"/>
            </a:endParaRPr>
          </a:p>
          <a:p>
            <a:pPr eaLnBrk="1" hangingPunct="1">
              <a:buClr>
                <a:srgbClr val="000000"/>
              </a:buClr>
              <a:buNone/>
            </a:pPr>
            <a:r>
              <a:rPr lang="en-US" altLang="zh-CN" sz="2000" b="1" i="1" dirty="0">
                <a:solidFill>
                  <a:srgbClr val="000000"/>
                </a:solidFill>
                <a:latin typeface="Times New Roman" panose="02020603050405020304" pitchFamily="18" charset="0"/>
                <a:cs typeface="Times New Roman" panose="02020603050405020304" pitchFamily="18" charset="0"/>
              </a:rPr>
              <a:t>I</a:t>
            </a:r>
            <a:r>
              <a:rPr lang="en-US" altLang="zh-CN" sz="2000" b="1" i="1" baseline="-25000" dirty="0">
                <a:solidFill>
                  <a:srgbClr val="000000"/>
                </a:solidFill>
                <a:latin typeface="Times New Roman" panose="02020603050405020304" pitchFamily="18" charset="0"/>
                <a:cs typeface="Times New Roman" panose="02020603050405020304" pitchFamily="18" charset="0"/>
              </a:rPr>
              <a:t>12</a:t>
            </a:r>
            <a:r>
              <a:rPr lang="en-US" altLang="en-US" sz="2000" b="1" i="1" dirty="0">
                <a:solidFill>
                  <a:srgbClr val="000000"/>
                </a:solidFill>
                <a:latin typeface="Times New Roman" panose="02020603050405020304" pitchFamily="18" charset="0"/>
                <a:cs typeface="Times New Roman" panose="02020603050405020304" pitchFamily="18" charset="0"/>
              </a:rPr>
              <a:t>、</a:t>
            </a:r>
            <a:r>
              <a:rPr lang="en-US" altLang="zh-CN" sz="2000" b="1" i="1" dirty="0">
                <a:solidFill>
                  <a:srgbClr val="000000"/>
                </a:solidFill>
                <a:latin typeface="Times New Roman" panose="02020603050405020304" pitchFamily="18" charset="0"/>
                <a:cs typeface="Times New Roman" panose="02020603050405020304" pitchFamily="18" charset="0"/>
              </a:rPr>
              <a:t> I</a:t>
            </a:r>
            <a:r>
              <a:rPr lang="en-US" altLang="zh-CN" sz="2000" b="1" i="1" baseline="-25000" dirty="0">
                <a:solidFill>
                  <a:srgbClr val="000000"/>
                </a:solidFill>
                <a:latin typeface="Times New Roman" panose="02020603050405020304" pitchFamily="18" charset="0"/>
                <a:cs typeface="Times New Roman" panose="02020603050405020304" pitchFamily="18" charset="0"/>
              </a:rPr>
              <a:t>5</a:t>
            </a:r>
            <a:endParaRPr lang="en-US" altLang="zh-CN" sz="2000" b="1" i="1" dirty="0">
              <a:solidFill>
                <a:srgbClr val="000000"/>
              </a:solidFill>
              <a:latin typeface="Times New Roman" panose="02020603050405020304" pitchFamily="18" charset="0"/>
              <a:cs typeface="Times New Roman" panose="02020603050405020304" pitchFamily="18" charset="0"/>
            </a:endParaRPr>
          </a:p>
          <a:p>
            <a:pPr eaLnBrk="1" hangingPunct="1">
              <a:buClr>
                <a:srgbClr val="000000"/>
              </a:buClr>
              <a:buNone/>
            </a:pPr>
            <a:r>
              <a:rPr lang="en-US" altLang="zh-CN" sz="2000" b="1" i="1" dirty="0">
                <a:solidFill>
                  <a:srgbClr val="000000"/>
                </a:solidFill>
                <a:latin typeface="Times New Roman" panose="02020603050405020304" pitchFamily="18" charset="0"/>
                <a:cs typeface="Times New Roman" panose="02020603050405020304" pitchFamily="18" charset="0"/>
              </a:rPr>
              <a:t>I</a:t>
            </a:r>
            <a:r>
              <a:rPr lang="en-US" altLang="zh-CN" sz="2000" b="1" i="1" baseline="-25000" dirty="0">
                <a:solidFill>
                  <a:srgbClr val="000000"/>
                </a:solidFill>
                <a:latin typeface="Times New Roman" panose="02020603050405020304" pitchFamily="18" charset="0"/>
                <a:cs typeface="Times New Roman" panose="02020603050405020304" pitchFamily="18" charset="0"/>
              </a:rPr>
              <a:t>13</a:t>
            </a:r>
            <a:r>
              <a:rPr lang="en-US" altLang="en-US" sz="2000" b="1" i="1" dirty="0">
                <a:solidFill>
                  <a:srgbClr val="000000"/>
                </a:solidFill>
                <a:latin typeface="Times New Roman" panose="02020603050405020304" pitchFamily="18" charset="0"/>
                <a:cs typeface="Times New Roman" panose="02020603050405020304" pitchFamily="18" charset="0"/>
              </a:rPr>
              <a:t>、</a:t>
            </a:r>
            <a:r>
              <a:rPr lang="en-US" altLang="zh-CN" sz="2000" b="1" i="1" dirty="0">
                <a:solidFill>
                  <a:srgbClr val="000000"/>
                </a:solidFill>
                <a:latin typeface="Times New Roman" panose="02020603050405020304" pitchFamily="18" charset="0"/>
                <a:cs typeface="Times New Roman" panose="02020603050405020304" pitchFamily="18" charset="0"/>
              </a:rPr>
              <a:t> I</a:t>
            </a:r>
            <a:r>
              <a:rPr lang="en-US" altLang="zh-CN" sz="2000" b="1" i="1" baseline="-25000" dirty="0">
                <a:solidFill>
                  <a:srgbClr val="000000"/>
                </a:solidFill>
                <a:latin typeface="Times New Roman" panose="02020603050405020304" pitchFamily="18" charset="0"/>
                <a:cs typeface="Times New Roman" panose="02020603050405020304" pitchFamily="18" charset="0"/>
              </a:rPr>
              <a:t>7</a:t>
            </a:r>
            <a:endParaRPr lang="en-US" altLang="zh-CN" sz="2000" b="1" i="1" dirty="0">
              <a:solidFill>
                <a:srgbClr val="000000"/>
              </a:solidFill>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7738"/>
                                        </p:tgtEl>
                                        <p:attrNameLst>
                                          <p:attrName>style.visibility</p:attrName>
                                        </p:attrNameLst>
                                      </p:cBhvr>
                                      <p:to>
                                        <p:strVal val="visible"/>
                                      </p:to>
                                    </p:set>
                                    <p:anim calcmode="lin" valueType="num">
                                      <p:cBhvr>
                                        <p:cTn id="7" dur="500" fill="hold"/>
                                        <p:tgtEl>
                                          <p:spTgt spid="67738"/>
                                        </p:tgtEl>
                                        <p:attrNameLst>
                                          <p:attrName>ppt_w</p:attrName>
                                        </p:attrNameLst>
                                      </p:cBhvr>
                                      <p:tavLst>
                                        <p:tav tm="0">
                                          <p:val>
                                            <p:fltVal val="0"/>
                                          </p:val>
                                        </p:tav>
                                        <p:tav tm="100000">
                                          <p:val>
                                            <p:strVal val="#ppt_w"/>
                                          </p:val>
                                        </p:tav>
                                      </p:tavLst>
                                    </p:anim>
                                    <p:anim calcmode="lin" valueType="num">
                                      <p:cBhvr>
                                        <p:cTn id="8" dur="500" fill="hold"/>
                                        <p:tgtEl>
                                          <p:spTgt spid="67738"/>
                                        </p:tgtEl>
                                        <p:attrNameLst>
                                          <p:attrName>ppt_h</p:attrName>
                                        </p:attrNameLst>
                                      </p:cBhvr>
                                      <p:tavLst>
                                        <p:tav tm="0">
                                          <p:val>
                                            <p:fltVal val="0"/>
                                          </p:val>
                                        </p:tav>
                                        <p:tav tm="100000">
                                          <p:val>
                                            <p:strVal val="#ppt_h"/>
                                          </p:val>
                                        </p:tav>
                                      </p:tavLst>
                                    </p:anim>
                                    <p:animEffect transition="in" filter="fade">
                                      <p:cBhvr>
                                        <p:cTn id="9" dur="500"/>
                                        <p:tgtEl>
                                          <p:spTgt spid="67738"/>
                                        </p:tgtEl>
                                      </p:cBhvr>
                                    </p:animEffect>
                                  </p:childTnLst>
                                </p:cTn>
                              </p:par>
                              <p:par>
                                <p:cTn id="10" presetID="53" presetClass="entr" presetSubtype="16" fill="hold" nodeType="withEffect">
                                  <p:stCondLst>
                                    <p:cond delay="0"/>
                                  </p:stCondLst>
                                  <p:childTnLst>
                                    <p:set>
                                      <p:cBhvr>
                                        <p:cTn id="11" dur="1" fill="hold">
                                          <p:stCondLst>
                                            <p:cond delay="0"/>
                                          </p:stCondLst>
                                        </p:cTn>
                                        <p:tgtEl>
                                          <p:spTgt spid="67737"/>
                                        </p:tgtEl>
                                        <p:attrNameLst>
                                          <p:attrName>style.visibility</p:attrName>
                                        </p:attrNameLst>
                                      </p:cBhvr>
                                      <p:to>
                                        <p:strVal val="visible"/>
                                      </p:to>
                                    </p:set>
                                    <p:anim calcmode="lin" valueType="num">
                                      <p:cBhvr>
                                        <p:cTn id="12" dur="500" fill="hold"/>
                                        <p:tgtEl>
                                          <p:spTgt spid="67737"/>
                                        </p:tgtEl>
                                        <p:attrNameLst>
                                          <p:attrName>ppt_w</p:attrName>
                                        </p:attrNameLst>
                                      </p:cBhvr>
                                      <p:tavLst>
                                        <p:tav tm="0">
                                          <p:val>
                                            <p:fltVal val="0"/>
                                          </p:val>
                                        </p:tav>
                                        <p:tav tm="100000">
                                          <p:val>
                                            <p:strVal val="#ppt_w"/>
                                          </p:val>
                                        </p:tav>
                                      </p:tavLst>
                                    </p:anim>
                                    <p:anim calcmode="lin" valueType="num">
                                      <p:cBhvr>
                                        <p:cTn id="13" dur="500" fill="hold"/>
                                        <p:tgtEl>
                                          <p:spTgt spid="67737"/>
                                        </p:tgtEl>
                                        <p:attrNameLst>
                                          <p:attrName>ppt_h</p:attrName>
                                        </p:attrNameLst>
                                      </p:cBhvr>
                                      <p:tavLst>
                                        <p:tav tm="0">
                                          <p:val>
                                            <p:fltVal val="0"/>
                                          </p:val>
                                        </p:tav>
                                        <p:tav tm="100000">
                                          <p:val>
                                            <p:strVal val="#ppt_h"/>
                                          </p:val>
                                        </p:tav>
                                      </p:tavLst>
                                    </p:anim>
                                    <p:animEffect transition="in" filter="fade">
                                      <p:cBhvr>
                                        <p:cTn id="14" dur="500"/>
                                        <p:tgtEl>
                                          <p:spTgt spid="67737"/>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67728"/>
                                        </p:tgtEl>
                                        <p:attrNameLst>
                                          <p:attrName>style.visibility</p:attrName>
                                        </p:attrNameLst>
                                      </p:cBhvr>
                                      <p:to>
                                        <p:strVal val="visible"/>
                                      </p:to>
                                    </p:set>
                                    <p:anim calcmode="lin" valueType="num">
                                      <p:cBhvr>
                                        <p:cTn id="19" dur="500" fill="hold"/>
                                        <p:tgtEl>
                                          <p:spTgt spid="67728"/>
                                        </p:tgtEl>
                                        <p:attrNameLst>
                                          <p:attrName>ppt_w</p:attrName>
                                        </p:attrNameLst>
                                      </p:cBhvr>
                                      <p:tavLst>
                                        <p:tav tm="0">
                                          <p:val>
                                            <p:fltVal val="0"/>
                                          </p:val>
                                        </p:tav>
                                        <p:tav tm="100000">
                                          <p:val>
                                            <p:strVal val="#ppt_w"/>
                                          </p:val>
                                        </p:tav>
                                      </p:tavLst>
                                    </p:anim>
                                    <p:anim calcmode="lin" valueType="num">
                                      <p:cBhvr>
                                        <p:cTn id="20" dur="500" fill="hold"/>
                                        <p:tgtEl>
                                          <p:spTgt spid="67728"/>
                                        </p:tgtEl>
                                        <p:attrNameLst>
                                          <p:attrName>ppt_h</p:attrName>
                                        </p:attrNameLst>
                                      </p:cBhvr>
                                      <p:tavLst>
                                        <p:tav tm="0">
                                          <p:val>
                                            <p:fltVal val="0"/>
                                          </p:val>
                                        </p:tav>
                                        <p:tav tm="100000">
                                          <p:val>
                                            <p:strVal val="#ppt_h"/>
                                          </p:val>
                                        </p:tav>
                                      </p:tavLst>
                                    </p:anim>
                                    <p:animEffect transition="in" filter="fade">
                                      <p:cBhvr>
                                        <p:cTn id="21" dur="500"/>
                                        <p:tgtEl>
                                          <p:spTgt spid="67728"/>
                                        </p:tgtEl>
                                      </p:cBhvr>
                                    </p:animEffect>
                                  </p:childTnLst>
                                </p:cTn>
                              </p:par>
                              <p:par>
                                <p:cTn id="22" presetID="53" presetClass="entr" presetSubtype="16" fill="hold" nodeType="withEffect">
                                  <p:stCondLst>
                                    <p:cond delay="0"/>
                                  </p:stCondLst>
                                  <p:childTnLst>
                                    <p:set>
                                      <p:cBhvr>
                                        <p:cTn id="23" dur="1" fill="hold">
                                          <p:stCondLst>
                                            <p:cond delay="0"/>
                                          </p:stCondLst>
                                        </p:cTn>
                                        <p:tgtEl>
                                          <p:spTgt spid="67727"/>
                                        </p:tgtEl>
                                        <p:attrNameLst>
                                          <p:attrName>style.visibility</p:attrName>
                                        </p:attrNameLst>
                                      </p:cBhvr>
                                      <p:to>
                                        <p:strVal val="visible"/>
                                      </p:to>
                                    </p:set>
                                    <p:anim calcmode="lin" valueType="num">
                                      <p:cBhvr>
                                        <p:cTn id="24" dur="500" fill="hold"/>
                                        <p:tgtEl>
                                          <p:spTgt spid="67727"/>
                                        </p:tgtEl>
                                        <p:attrNameLst>
                                          <p:attrName>ppt_w</p:attrName>
                                        </p:attrNameLst>
                                      </p:cBhvr>
                                      <p:tavLst>
                                        <p:tav tm="0">
                                          <p:val>
                                            <p:fltVal val="0"/>
                                          </p:val>
                                        </p:tav>
                                        <p:tav tm="100000">
                                          <p:val>
                                            <p:strVal val="#ppt_w"/>
                                          </p:val>
                                        </p:tav>
                                      </p:tavLst>
                                    </p:anim>
                                    <p:anim calcmode="lin" valueType="num">
                                      <p:cBhvr>
                                        <p:cTn id="25" dur="500" fill="hold"/>
                                        <p:tgtEl>
                                          <p:spTgt spid="67727"/>
                                        </p:tgtEl>
                                        <p:attrNameLst>
                                          <p:attrName>ppt_h</p:attrName>
                                        </p:attrNameLst>
                                      </p:cBhvr>
                                      <p:tavLst>
                                        <p:tav tm="0">
                                          <p:val>
                                            <p:fltVal val="0"/>
                                          </p:val>
                                        </p:tav>
                                        <p:tav tm="100000">
                                          <p:val>
                                            <p:strVal val="#ppt_h"/>
                                          </p:val>
                                        </p:tav>
                                      </p:tavLst>
                                    </p:anim>
                                    <p:animEffect transition="in" filter="fade">
                                      <p:cBhvr>
                                        <p:cTn id="26" dur="500"/>
                                        <p:tgtEl>
                                          <p:spTgt spid="67727"/>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67739"/>
                                        </p:tgtEl>
                                        <p:attrNameLst>
                                          <p:attrName>style.visibility</p:attrName>
                                        </p:attrNameLst>
                                      </p:cBhvr>
                                      <p:to>
                                        <p:strVal val="visible"/>
                                      </p:to>
                                    </p:set>
                                    <p:anim calcmode="lin" valueType="num">
                                      <p:cBhvr>
                                        <p:cTn id="31" dur="500" fill="hold"/>
                                        <p:tgtEl>
                                          <p:spTgt spid="67739"/>
                                        </p:tgtEl>
                                        <p:attrNameLst>
                                          <p:attrName>ppt_w</p:attrName>
                                        </p:attrNameLst>
                                      </p:cBhvr>
                                      <p:tavLst>
                                        <p:tav tm="0">
                                          <p:val>
                                            <p:fltVal val="0"/>
                                          </p:val>
                                        </p:tav>
                                        <p:tav tm="100000">
                                          <p:val>
                                            <p:strVal val="#ppt_w"/>
                                          </p:val>
                                        </p:tav>
                                      </p:tavLst>
                                    </p:anim>
                                    <p:anim calcmode="lin" valueType="num">
                                      <p:cBhvr>
                                        <p:cTn id="32" dur="500" fill="hold"/>
                                        <p:tgtEl>
                                          <p:spTgt spid="67739"/>
                                        </p:tgtEl>
                                        <p:attrNameLst>
                                          <p:attrName>ppt_h</p:attrName>
                                        </p:attrNameLst>
                                      </p:cBhvr>
                                      <p:tavLst>
                                        <p:tav tm="0">
                                          <p:val>
                                            <p:fltVal val="0"/>
                                          </p:val>
                                        </p:tav>
                                        <p:tav tm="100000">
                                          <p:val>
                                            <p:strVal val="#ppt_h"/>
                                          </p:val>
                                        </p:tav>
                                      </p:tavLst>
                                    </p:anim>
                                    <p:animEffect transition="in" filter="fade">
                                      <p:cBhvr>
                                        <p:cTn id="33" dur="500"/>
                                        <p:tgtEl>
                                          <p:spTgt spid="67739"/>
                                        </p:tgtEl>
                                      </p:cBhvr>
                                    </p:animEffect>
                                  </p:childTnLst>
                                </p:cTn>
                              </p:par>
                              <p:par>
                                <p:cTn id="34" presetID="53" presetClass="entr" presetSubtype="16" fill="hold" nodeType="withEffect">
                                  <p:stCondLst>
                                    <p:cond delay="0"/>
                                  </p:stCondLst>
                                  <p:childTnLst>
                                    <p:set>
                                      <p:cBhvr>
                                        <p:cTn id="35" dur="1" fill="hold">
                                          <p:stCondLst>
                                            <p:cond delay="0"/>
                                          </p:stCondLst>
                                        </p:cTn>
                                        <p:tgtEl>
                                          <p:spTgt spid="67740"/>
                                        </p:tgtEl>
                                        <p:attrNameLst>
                                          <p:attrName>style.visibility</p:attrName>
                                        </p:attrNameLst>
                                      </p:cBhvr>
                                      <p:to>
                                        <p:strVal val="visible"/>
                                      </p:to>
                                    </p:set>
                                    <p:anim calcmode="lin" valueType="num">
                                      <p:cBhvr>
                                        <p:cTn id="36" dur="500" fill="hold"/>
                                        <p:tgtEl>
                                          <p:spTgt spid="67740"/>
                                        </p:tgtEl>
                                        <p:attrNameLst>
                                          <p:attrName>ppt_w</p:attrName>
                                        </p:attrNameLst>
                                      </p:cBhvr>
                                      <p:tavLst>
                                        <p:tav tm="0">
                                          <p:val>
                                            <p:fltVal val="0"/>
                                          </p:val>
                                        </p:tav>
                                        <p:tav tm="100000">
                                          <p:val>
                                            <p:strVal val="#ppt_w"/>
                                          </p:val>
                                        </p:tav>
                                      </p:tavLst>
                                    </p:anim>
                                    <p:anim calcmode="lin" valueType="num">
                                      <p:cBhvr>
                                        <p:cTn id="37" dur="500" fill="hold"/>
                                        <p:tgtEl>
                                          <p:spTgt spid="67740"/>
                                        </p:tgtEl>
                                        <p:attrNameLst>
                                          <p:attrName>ppt_h</p:attrName>
                                        </p:attrNameLst>
                                      </p:cBhvr>
                                      <p:tavLst>
                                        <p:tav tm="0">
                                          <p:val>
                                            <p:fltVal val="0"/>
                                          </p:val>
                                        </p:tav>
                                        <p:tav tm="100000">
                                          <p:val>
                                            <p:strVal val="#ppt_h"/>
                                          </p:val>
                                        </p:tav>
                                      </p:tavLst>
                                    </p:anim>
                                    <p:animEffect transition="in" filter="fade">
                                      <p:cBhvr>
                                        <p:cTn id="38" dur="500"/>
                                        <p:tgtEl>
                                          <p:spTgt spid="67740"/>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xit" presetSubtype="32" fill="hold" nodeType="clickEffect">
                                  <p:stCondLst>
                                    <p:cond delay="0"/>
                                  </p:stCondLst>
                                  <p:childTnLst>
                                    <p:anim calcmode="lin" valueType="num">
                                      <p:cBhvr>
                                        <p:cTn id="42" dur="500"/>
                                        <p:tgtEl>
                                          <p:spTgt spid="4"/>
                                        </p:tgtEl>
                                        <p:attrNameLst>
                                          <p:attrName>ppt_w</p:attrName>
                                        </p:attrNameLst>
                                      </p:cBhvr>
                                      <p:tavLst>
                                        <p:tav tm="0">
                                          <p:val>
                                            <p:strVal val="ppt_w"/>
                                          </p:val>
                                        </p:tav>
                                        <p:tav tm="100000">
                                          <p:val>
                                            <p:fltVal val="0"/>
                                          </p:val>
                                        </p:tav>
                                      </p:tavLst>
                                    </p:anim>
                                    <p:anim calcmode="lin" valueType="num">
                                      <p:cBhvr>
                                        <p:cTn id="43" dur="500"/>
                                        <p:tgtEl>
                                          <p:spTgt spid="4"/>
                                        </p:tgtEl>
                                        <p:attrNameLst>
                                          <p:attrName>ppt_h</p:attrName>
                                        </p:attrNameLst>
                                      </p:cBhvr>
                                      <p:tavLst>
                                        <p:tav tm="0">
                                          <p:val>
                                            <p:strVal val="ppt_h"/>
                                          </p:val>
                                        </p:tav>
                                        <p:tav tm="100000">
                                          <p:val>
                                            <p:fltVal val="0"/>
                                          </p:val>
                                        </p:tav>
                                      </p:tavLst>
                                    </p:anim>
                                    <p:animEffect transition="out" filter="fade">
                                      <p:cBhvr>
                                        <p:cTn id="44" dur="500"/>
                                        <p:tgtEl>
                                          <p:spTgt spid="4"/>
                                        </p:tgtEl>
                                      </p:cBhvr>
                                    </p:animEffect>
                                    <p:set>
                                      <p:cBhvr>
                                        <p:cTn id="45" dur="1" fill="hold">
                                          <p:stCondLst>
                                            <p:cond delay="499"/>
                                          </p:stCondLst>
                                        </p:cTn>
                                        <p:tgtEl>
                                          <p:spTgt spid="4"/>
                                        </p:tgtEl>
                                        <p:attrNameLst>
                                          <p:attrName>style.visibility</p:attrName>
                                        </p:attrNameLst>
                                      </p:cBhvr>
                                      <p:to>
                                        <p:strVal val="hidden"/>
                                      </p:to>
                                    </p:set>
                                  </p:childTnLst>
                                </p:cTn>
                              </p:par>
                            </p:childTnLst>
                          </p:cTn>
                        </p:par>
                        <p:par>
                          <p:cTn id="46" fill="hold">
                            <p:stCondLst>
                              <p:cond delay="500"/>
                            </p:stCondLst>
                            <p:childTnLst>
                              <p:par>
                                <p:cTn id="47" presetID="53" presetClass="entr" presetSubtype="16" fill="hold" grpId="0" nodeType="afterEffect">
                                  <p:stCondLst>
                                    <p:cond delay="0"/>
                                  </p:stCondLst>
                                  <p:childTnLst>
                                    <p:set>
                                      <p:cBhvr>
                                        <p:cTn id="48" dur="1" fill="hold">
                                          <p:stCondLst>
                                            <p:cond delay="0"/>
                                          </p:stCondLst>
                                        </p:cTn>
                                        <p:tgtEl>
                                          <p:spTgt spid="3"/>
                                        </p:tgtEl>
                                        <p:attrNameLst>
                                          <p:attrName>style.visibility</p:attrName>
                                        </p:attrNameLst>
                                      </p:cBhvr>
                                      <p:to>
                                        <p:strVal val="visible"/>
                                      </p:to>
                                    </p:set>
                                    <p:anim calcmode="lin" valueType="num">
                                      <p:cBhvr>
                                        <p:cTn id="49" dur="500" fill="hold"/>
                                        <p:tgtEl>
                                          <p:spTgt spid="3"/>
                                        </p:tgtEl>
                                        <p:attrNameLst>
                                          <p:attrName>ppt_w</p:attrName>
                                        </p:attrNameLst>
                                      </p:cBhvr>
                                      <p:tavLst>
                                        <p:tav tm="0">
                                          <p:val>
                                            <p:fltVal val="0"/>
                                          </p:val>
                                        </p:tav>
                                        <p:tav tm="100000">
                                          <p:val>
                                            <p:strVal val="#ppt_w"/>
                                          </p:val>
                                        </p:tav>
                                      </p:tavLst>
                                    </p:anim>
                                    <p:anim calcmode="lin" valueType="num">
                                      <p:cBhvr>
                                        <p:cTn id="50" dur="500" fill="hold"/>
                                        <p:tgtEl>
                                          <p:spTgt spid="3"/>
                                        </p:tgtEl>
                                        <p:attrNameLst>
                                          <p:attrName>ppt_h</p:attrName>
                                        </p:attrNameLst>
                                      </p:cBhvr>
                                      <p:tavLst>
                                        <p:tav tm="0">
                                          <p:val>
                                            <p:fltVal val="0"/>
                                          </p:val>
                                        </p:tav>
                                        <p:tav tm="100000">
                                          <p:val>
                                            <p:strVal val="#ppt_h"/>
                                          </p:val>
                                        </p:tav>
                                      </p:tavLst>
                                    </p:anim>
                                    <p:animEffect transition="in" filter="fade">
                                      <p:cBhvr>
                                        <p:cTn id="5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28" grpId="0"/>
      <p:bldP spid="67738" grpId="0"/>
      <p:bldP spid="67739" grpId="0"/>
      <p:bldP spid="3" grpId="0" bldLvl="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5"/>
          <p:cNvSpPr txBox="1"/>
          <p:nvPr/>
        </p:nvSpPr>
        <p:spPr>
          <a:xfrm>
            <a:off x="107950" y="1041400"/>
            <a:ext cx="1555750" cy="2154238"/>
          </a:xfrm>
          <a:prstGeom prst="rect">
            <a:avLst/>
          </a:prstGeom>
          <a:solidFill>
            <a:srgbClr val="B5CEED"/>
          </a:solidFill>
          <a:ln w="12700" cap="flat" cmpd="sng">
            <a:solidFill>
              <a:schemeClr val="tx1"/>
            </a:solidFill>
            <a:prstDash val="solid"/>
            <a:miter/>
            <a:headEnd type="none" w="sm" len="sm"/>
            <a:tailEnd type="none" w="sm" len="sm"/>
          </a:ln>
        </p:spPr>
        <p:txBody>
          <a:bodyPr tIns="0" bIns="0">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0</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 · S</a:t>
            </a:r>
            <a:r>
              <a:rPr lang="zh-CN" altLang="en-US" sz="2000" b="1" i="1" dirty="0">
                <a:solidFill>
                  <a:srgbClr val="000000"/>
                </a:solidFill>
                <a:latin typeface="Times New Roman" panose="02020603050405020304" pitchFamily="18" charset="0"/>
                <a:ea typeface="宋体" panose="02010600030101010101" pitchFamily="2" charset="-122"/>
              </a:rPr>
              <a:t> </a:t>
            </a:r>
            <a:r>
              <a:rPr lang="en-US" altLang="zh-CN" sz="2000" b="1" i="1" dirty="0">
                <a:solidFill>
                  <a:srgbClr val="000000"/>
                </a:solidFill>
                <a:latin typeface="Times New Roman" panose="02020603050405020304" pitchFamily="18" charset="0"/>
                <a:ea typeface="宋体" panose="02010600030101010101" pitchFamily="2" charset="-122"/>
              </a:rPr>
              <a:t>,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 L=R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 · R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L→·*R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 · </a:t>
            </a:r>
            <a:r>
              <a:rPr lang="en-US" altLang="zh-CN" sz="2000" b="1" dirty="0">
                <a:solidFill>
                  <a:srgbClr val="000000"/>
                </a:solidFill>
                <a:latin typeface="Times New Roman" panose="02020603050405020304" pitchFamily="18" charset="0"/>
                <a:ea typeface="宋体" panose="02010600030101010101" pitchFamily="2" charset="-122"/>
              </a:rPr>
              <a:t>id</a:t>
            </a:r>
            <a:r>
              <a:rPr lang="en-US" altLang="zh-CN" sz="2000" b="1" i="1" dirty="0">
                <a:solidFill>
                  <a:srgbClr val="000000"/>
                </a:solidFill>
                <a:latin typeface="Times New Roman" panose="02020603050405020304" pitchFamily="18" charset="0"/>
                <a:ea typeface="宋体" panose="02010600030101010101" pitchFamily="2" charset="-122"/>
              </a:rPr>
              <a:t>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 · L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p:txBody>
      </p:sp>
      <p:sp>
        <p:nvSpPr>
          <p:cNvPr id="72707" name="Text Box 6"/>
          <p:cNvSpPr txBox="1"/>
          <p:nvPr/>
        </p:nvSpPr>
        <p:spPr>
          <a:xfrm>
            <a:off x="1966913" y="682625"/>
            <a:ext cx="1223962" cy="708025"/>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1</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S′→S· , </a:t>
            </a:r>
            <a:r>
              <a:rPr lang="en-US" altLang="zh-CN" sz="2000" b="1" dirty="0">
                <a:solidFill>
                  <a:srgbClr val="000000"/>
                </a:solidFill>
                <a:latin typeface="华文楷体" panose="02010600040101010101" pitchFamily="2" charset="-122"/>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p:txBody>
      </p:sp>
      <p:sp>
        <p:nvSpPr>
          <p:cNvPr id="72708" name="Line 7"/>
          <p:cNvSpPr/>
          <p:nvPr/>
        </p:nvSpPr>
        <p:spPr>
          <a:xfrm flipV="1">
            <a:off x="1689100" y="1273175"/>
            <a:ext cx="288925" cy="0"/>
          </a:xfrm>
          <a:prstGeom prst="line">
            <a:avLst/>
          </a:prstGeom>
          <a:ln w="38100" cap="flat" cmpd="sng">
            <a:solidFill>
              <a:schemeClr val="tx1"/>
            </a:solidFill>
            <a:prstDash val="solid"/>
            <a:headEnd type="none" w="sm" len="sm"/>
            <a:tailEnd type="triangle" w="med" len="med"/>
          </a:ln>
        </p:spPr>
      </p:sp>
      <p:sp>
        <p:nvSpPr>
          <p:cNvPr id="101499" name="Text Box 8"/>
          <p:cNvSpPr txBox="1">
            <a:spLocks noChangeArrowheads="1"/>
          </p:cNvSpPr>
          <p:nvPr/>
        </p:nvSpPr>
        <p:spPr bwMode="auto">
          <a:xfrm>
            <a:off x="1966913" y="1463675"/>
            <a:ext cx="1479550" cy="9382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2710" name="Line 9"/>
          <p:cNvSpPr/>
          <p:nvPr/>
        </p:nvSpPr>
        <p:spPr>
          <a:xfrm flipV="1">
            <a:off x="1679575" y="1860550"/>
            <a:ext cx="298450" cy="0"/>
          </a:xfrm>
          <a:prstGeom prst="line">
            <a:avLst/>
          </a:prstGeom>
          <a:ln w="38100" cap="flat" cmpd="sng">
            <a:solidFill>
              <a:schemeClr val="tx1"/>
            </a:solidFill>
            <a:prstDash val="solid"/>
            <a:headEnd type="none" w="sm" len="sm"/>
            <a:tailEnd type="triangle" w="med" len="med"/>
          </a:ln>
        </p:spPr>
      </p:sp>
      <p:sp>
        <p:nvSpPr>
          <p:cNvPr id="72711" name="Text Box 10"/>
          <p:cNvSpPr txBox="1"/>
          <p:nvPr/>
        </p:nvSpPr>
        <p:spPr>
          <a:xfrm>
            <a:off x="1655763" y="1465263"/>
            <a:ext cx="503237"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a:t>
            </a:r>
          </a:p>
        </p:txBody>
      </p:sp>
      <p:sp>
        <p:nvSpPr>
          <p:cNvPr id="101502" name="Text Box 11"/>
          <p:cNvSpPr txBox="1">
            <a:spLocks noChangeArrowheads="1"/>
          </p:cNvSpPr>
          <p:nvPr/>
        </p:nvSpPr>
        <p:spPr bwMode="auto">
          <a:xfrm>
            <a:off x="1966913" y="2444750"/>
            <a:ext cx="1223963"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3</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2713" name="Line 12"/>
          <p:cNvSpPr/>
          <p:nvPr/>
        </p:nvSpPr>
        <p:spPr>
          <a:xfrm flipV="1">
            <a:off x="1655763" y="2700338"/>
            <a:ext cx="288925" cy="0"/>
          </a:xfrm>
          <a:prstGeom prst="line">
            <a:avLst/>
          </a:prstGeom>
          <a:ln w="38100" cap="flat" cmpd="sng">
            <a:solidFill>
              <a:schemeClr val="tx1"/>
            </a:solidFill>
            <a:prstDash val="solid"/>
            <a:headEnd type="none" w="sm" len="sm"/>
            <a:tailEnd type="triangle" w="med" len="med"/>
          </a:ln>
        </p:spPr>
      </p:sp>
      <p:sp>
        <p:nvSpPr>
          <p:cNvPr id="72714" name="Text Box 13"/>
          <p:cNvSpPr txBox="1"/>
          <p:nvPr/>
        </p:nvSpPr>
        <p:spPr>
          <a:xfrm>
            <a:off x="1628775" y="2333625"/>
            <a:ext cx="6096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a:t>
            </a:r>
          </a:p>
        </p:txBody>
      </p:sp>
      <p:sp>
        <p:nvSpPr>
          <p:cNvPr id="101505" name="Text Box 14"/>
          <p:cNvSpPr txBox="1">
            <a:spLocks noChangeArrowheads="1"/>
          </p:cNvSpPr>
          <p:nvPr/>
        </p:nvSpPr>
        <p:spPr bwMode="auto">
          <a:xfrm>
            <a:off x="1978025" y="3236913"/>
            <a:ext cx="1568450" cy="150336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4</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id</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1506" name="Text Box 15"/>
          <p:cNvSpPr txBox="1">
            <a:spLocks noChangeArrowheads="1"/>
          </p:cNvSpPr>
          <p:nvPr/>
        </p:nvSpPr>
        <p:spPr bwMode="auto">
          <a:xfrm>
            <a:off x="3921125" y="4281488"/>
            <a:ext cx="1584325" cy="7064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5</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id</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 $</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2717" name="Text Box 16"/>
          <p:cNvSpPr txBox="1"/>
          <p:nvPr/>
        </p:nvSpPr>
        <p:spPr>
          <a:xfrm>
            <a:off x="1693863" y="2932113"/>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rgbClr val="000000"/>
                </a:solidFill>
                <a:latin typeface="Times New Roman" panose="02020603050405020304" pitchFamily="18" charset="0"/>
                <a:ea typeface="宋体" panose="02010600030101010101" pitchFamily="2" charset="-122"/>
              </a:rPr>
              <a:t>*</a:t>
            </a:r>
          </a:p>
        </p:txBody>
      </p:sp>
      <p:sp>
        <p:nvSpPr>
          <p:cNvPr id="72718" name="Text Box 17"/>
          <p:cNvSpPr txBox="1"/>
          <p:nvPr/>
        </p:nvSpPr>
        <p:spPr>
          <a:xfrm>
            <a:off x="1336675" y="3687763"/>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id</a:t>
            </a:r>
          </a:p>
        </p:txBody>
      </p:sp>
      <p:sp>
        <p:nvSpPr>
          <p:cNvPr id="101509" name="Text Box 18"/>
          <p:cNvSpPr txBox="1">
            <a:spLocks noChangeArrowheads="1"/>
          </p:cNvSpPr>
          <p:nvPr/>
        </p:nvSpPr>
        <p:spPr bwMode="auto">
          <a:xfrm>
            <a:off x="3921125" y="771525"/>
            <a:ext cx="1655763" cy="16319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6</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4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id</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2720" name="Line 19"/>
          <p:cNvSpPr/>
          <p:nvPr/>
        </p:nvSpPr>
        <p:spPr>
          <a:xfrm flipV="1">
            <a:off x="3446463" y="1924050"/>
            <a:ext cx="430212" cy="0"/>
          </a:xfrm>
          <a:prstGeom prst="line">
            <a:avLst/>
          </a:prstGeom>
          <a:ln w="38100" cap="flat" cmpd="sng">
            <a:solidFill>
              <a:schemeClr val="tx1"/>
            </a:solidFill>
            <a:prstDash val="solid"/>
            <a:headEnd type="none" w="sm" len="sm"/>
            <a:tailEnd type="triangle" w="med" len="med"/>
          </a:ln>
        </p:spPr>
      </p:sp>
      <p:sp>
        <p:nvSpPr>
          <p:cNvPr id="72721" name="Text Box 20"/>
          <p:cNvSpPr txBox="1"/>
          <p:nvPr/>
        </p:nvSpPr>
        <p:spPr>
          <a:xfrm>
            <a:off x="3441700" y="1595438"/>
            <a:ext cx="4572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a:t>
            </a:r>
          </a:p>
        </p:txBody>
      </p:sp>
      <p:sp>
        <p:nvSpPr>
          <p:cNvPr id="101512" name="Text Box 21"/>
          <p:cNvSpPr txBox="1">
            <a:spLocks noChangeArrowheads="1"/>
          </p:cNvSpPr>
          <p:nvPr/>
        </p:nvSpPr>
        <p:spPr bwMode="auto">
          <a:xfrm>
            <a:off x="3921125" y="2733675"/>
            <a:ext cx="1655763" cy="7064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7</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 $</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2723" name="Line 22"/>
          <p:cNvSpPr/>
          <p:nvPr/>
        </p:nvSpPr>
        <p:spPr>
          <a:xfrm>
            <a:off x="3565525" y="3308350"/>
            <a:ext cx="393700" cy="0"/>
          </a:xfrm>
          <a:prstGeom prst="line">
            <a:avLst/>
          </a:prstGeom>
          <a:ln w="38100" cap="flat" cmpd="sng">
            <a:solidFill>
              <a:schemeClr val="tx1"/>
            </a:solidFill>
            <a:prstDash val="solid"/>
            <a:headEnd type="none" w="sm" len="sm"/>
            <a:tailEnd type="triangle" w="med" len="med"/>
          </a:ln>
        </p:spPr>
      </p:sp>
      <p:sp>
        <p:nvSpPr>
          <p:cNvPr id="72724" name="Text Box 23"/>
          <p:cNvSpPr txBox="1"/>
          <p:nvPr/>
        </p:nvSpPr>
        <p:spPr>
          <a:xfrm>
            <a:off x="3511550" y="2949575"/>
            <a:ext cx="4572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a:t>
            </a:r>
          </a:p>
        </p:txBody>
      </p:sp>
      <p:sp>
        <p:nvSpPr>
          <p:cNvPr id="101515" name="Text Box 24"/>
          <p:cNvSpPr txBox="1">
            <a:spLocks noChangeArrowheads="1"/>
          </p:cNvSpPr>
          <p:nvPr/>
        </p:nvSpPr>
        <p:spPr bwMode="auto">
          <a:xfrm>
            <a:off x="3921125" y="3525838"/>
            <a:ext cx="1584325" cy="7064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8</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R→L</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 $</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2726" name="Line 25"/>
          <p:cNvSpPr/>
          <p:nvPr/>
        </p:nvSpPr>
        <p:spPr>
          <a:xfrm>
            <a:off x="3533775" y="3957638"/>
            <a:ext cx="387350" cy="0"/>
          </a:xfrm>
          <a:prstGeom prst="line">
            <a:avLst/>
          </a:prstGeom>
          <a:ln w="38100" cap="flat" cmpd="sng">
            <a:solidFill>
              <a:schemeClr val="tx1"/>
            </a:solidFill>
            <a:prstDash val="solid"/>
            <a:headEnd type="none" w="sm" len="sm"/>
            <a:tailEnd type="triangle" w="med" len="med"/>
          </a:ln>
        </p:spPr>
      </p:sp>
      <p:sp>
        <p:nvSpPr>
          <p:cNvPr id="72727" name="Text Box 26"/>
          <p:cNvSpPr txBox="1"/>
          <p:nvPr/>
        </p:nvSpPr>
        <p:spPr>
          <a:xfrm>
            <a:off x="3527425" y="3597275"/>
            <a:ext cx="3810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L</a:t>
            </a:r>
          </a:p>
        </p:txBody>
      </p:sp>
      <p:sp>
        <p:nvSpPr>
          <p:cNvPr id="101518" name="Text Box 27"/>
          <p:cNvSpPr txBox="1">
            <a:spLocks noChangeArrowheads="1"/>
          </p:cNvSpPr>
          <p:nvPr/>
        </p:nvSpPr>
        <p:spPr bwMode="auto">
          <a:xfrm>
            <a:off x="6119813" y="63500"/>
            <a:ext cx="1719263"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9</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S→L=R</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rgbClr val="000000"/>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2729" name="Line 28"/>
          <p:cNvSpPr/>
          <p:nvPr/>
        </p:nvSpPr>
        <p:spPr>
          <a:xfrm flipV="1">
            <a:off x="5586413" y="514350"/>
            <a:ext cx="533400" cy="244475"/>
          </a:xfrm>
          <a:prstGeom prst="line">
            <a:avLst/>
          </a:prstGeom>
          <a:ln w="38100" cap="flat" cmpd="sng">
            <a:solidFill>
              <a:schemeClr val="tx1"/>
            </a:solidFill>
            <a:prstDash val="solid"/>
            <a:headEnd type="none" w="sm" len="sm"/>
            <a:tailEnd type="triangle" w="med" len="med"/>
          </a:ln>
        </p:spPr>
      </p:sp>
      <p:sp>
        <p:nvSpPr>
          <p:cNvPr id="72730" name="Text Box 29"/>
          <p:cNvSpPr txBox="1"/>
          <p:nvPr/>
        </p:nvSpPr>
        <p:spPr>
          <a:xfrm>
            <a:off x="5621338" y="304800"/>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R</a:t>
            </a:r>
          </a:p>
        </p:txBody>
      </p:sp>
      <p:sp>
        <p:nvSpPr>
          <p:cNvPr id="72731" name="Line 30"/>
          <p:cNvSpPr/>
          <p:nvPr/>
        </p:nvSpPr>
        <p:spPr>
          <a:xfrm flipH="1">
            <a:off x="3441700" y="2125663"/>
            <a:ext cx="479425" cy="1149350"/>
          </a:xfrm>
          <a:prstGeom prst="line">
            <a:avLst/>
          </a:prstGeom>
          <a:ln w="38100" cap="flat" cmpd="sng">
            <a:solidFill>
              <a:schemeClr val="hlink"/>
            </a:solidFill>
            <a:prstDash val="solid"/>
            <a:headEnd type="none" w="sm" len="sm"/>
            <a:tailEnd type="triangle" w="med" len="med"/>
          </a:ln>
        </p:spPr>
      </p:sp>
      <p:sp>
        <p:nvSpPr>
          <p:cNvPr id="72732" name="Text Box 31"/>
          <p:cNvSpPr txBox="1"/>
          <p:nvPr/>
        </p:nvSpPr>
        <p:spPr>
          <a:xfrm>
            <a:off x="3530600" y="2198688"/>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rgbClr val="2D83F4"/>
                </a:solidFill>
                <a:latin typeface="Times New Roman" panose="02020603050405020304" pitchFamily="18" charset="0"/>
                <a:ea typeface="宋体" panose="02010600030101010101" pitchFamily="2" charset="-122"/>
              </a:rPr>
              <a:t>*</a:t>
            </a:r>
          </a:p>
        </p:txBody>
      </p:sp>
      <p:sp>
        <p:nvSpPr>
          <p:cNvPr id="72733" name="Text Box 33"/>
          <p:cNvSpPr txBox="1"/>
          <p:nvPr/>
        </p:nvSpPr>
        <p:spPr>
          <a:xfrm>
            <a:off x="1663700" y="896938"/>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S</a:t>
            </a:r>
          </a:p>
        </p:txBody>
      </p:sp>
      <p:sp>
        <p:nvSpPr>
          <p:cNvPr id="72734" name="Line 34"/>
          <p:cNvSpPr/>
          <p:nvPr/>
        </p:nvSpPr>
        <p:spPr>
          <a:xfrm flipV="1">
            <a:off x="3543300" y="4564063"/>
            <a:ext cx="377825" cy="1587"/>
          </a:xfrm>
          <a:prstGeom prst="line">
            <a:avLst/>
          </a:prstGeom>
          <a:ln w="38100" cap="flat" cmpd="sng">
            <a:solidFill>
              <a:schemeClr val="tx1"/>
            </a:solidFill>
            <a:prstDash val="solid"/>
            <a:headEnd type="none" w="med" len="med"/>
            <a:tailEnd type="triangle" w="med" len="med"/>
          </a:ln>
        </p:spPr>
      </p:sp>
      <p:sp>
        <p:nvSpPr>
          <p:cNvPr id="72735" name="Text Box 35"/>
          <p:cNvSpPr txBox="1"/>
          <p:nvPr/>
        </p:nvSpPr>
        <p:spPr>
          <a:xfrm>
            <a:off x="3511550" y="4175125"/>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id</a:t>
            </a:r>
          </a:p>
        </p:txBody>
      </p:sp>
      <p:grpSp>
        <p:nvGrpSpPr>
          <p:cNvPr id="72736" name="Group 36"/>
          <p:cNvGrpSpPr/>
          <p:nvPr/>
        </p:nvGrpSpPr>
        <p:grpSpPr>
          <a:xfrm>
            <a:off x="1677988" y="3975100"/>
            <a:ext cx="290512" cy="269875"/>
            <a:chOff x="2335" y="3249"/>
            <a:chExt cx="183" cy="226"/>
          </a:xfrm>
        </p:grpSpPr>
        <p:sp>
          <p:nvSpPr>
            <p:cNvPr id="72862" name="Line 37"/>
            <p:cNvSpPr/>
            <p:nvPr/>
          </p:nvSpPr>
          <p:spPr>
            <a:xfrm>
              <a:off x="2335" y="3249"/>
              <a:ext cx="182" cy="0"/>
            </a:xfrm>
            <a:prstGeom prst="line">
              <a:avLst/>
            </a:prstGeom>
            <a:ln w="38100" cap="flat" cmpd="sng">
              <a:solidFill>
                <a:schemeClr val="tx1"/>
              </a:solidFill>
              <a:prstDash val="solid"/>
              <a:headEnd type="none" w="med" len="med"/>
              <a:tailEnd type="none" w="med" len="med"/>
            </a:ln>
          </p:spPr>
        </p:sp>
        <p:sp>
          <p:nvSpPr>
            <p:cNvPr id="72863" name="Line 38"/>
            <p:cNvSpPr/>
            <p:nvPr/>
          </p:nvSpPr>
          <p:spPr>
            <a:xfrm>
              <a:off x="2335" y="3249"/>
              <a:ext cx="0" cy="226"/>
            </a:xfrm>
            <a:prstGeom prst="line">
              <a:avLst/>
            </a:prstGeom>
            <a:ln w="38100" cap="flat" cmpd="sng">
              <a:solidFill>
                <a:schemeClr val="tx1"/>
              </a:solidFill>
              <a:prstDash val="solid"/>
              <a:headEnd type="none" w="med" len="med"/>
              <a:tailEnd type="none" w="med" len="med"/>
            </a:ln>
          </p:spPr>
        </p:sp>
        <p:sp>
          <p:nvSpPr>
            <p:cNvPr id="72864" name="Line 39"/>
            <p:cNvSpPr/>
            <p:nvPr/>
          </p:nvSpPr>
          <p:spPr>
            <a:xfrm>
              <a:off x="2336" y="3475"/>
              <a:ext cx="182" cy="0"/>
            </a:xfrm>
            <a:prstGeom prst="line">
              <a:avLst/>
            </a:prstGeom>
            <a:ln w="38100" cap="flat" cmpd="sng">
              <a:solidFill>
                <a:schemeClr val="tx1"/>
              </a:solidFill>
              <a:prstDash val="solid"/>
              <a:headEnd type="none" w="med" len="med"/>
              <a:tailEnd type="triangle" w="med" len="med"/>
            </a:ln>
          </p:spPr>
        </p:sp>
      </p:grpSp>
      <p:sp>
        <p:nvSpPr>
          <p:cNvPr id="72737" name="Text Box 40"/>
          <p:cNvSpPr txBox="1"/>
          <p:nvPr/>
        </p:nvSpPr>
        <p:spPr>
          <a:xfrm>
            <a:off x="1654175" y="3944938"/>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rgbClr val="000000"/>
                </a:solidFill>
                <a:latin typeface="Times New Roman" panose="02020603050405020304" pitchFamily="18" charset="0"/>
                <a:ea typeface="宋体" panose="02010600030101010101" pitchFamily="2" charset="-122"/>
              </a:rPr>
              <a:t>*</a:t>
            </a:r>
          </a:p>
        </p:txBody>
      </p:sp>
      <p:sp>
        <p:nvSpPr>
          <p:cNvPr id="72738" name="Line 41"/>
          <p:cNvSpPr/>
          <p:nvPr/>
        </p:nvSpPr>
        <p:spPr>
          <a:xfrm>
            <a:off x="1689100" y="3038475"/>
            <a:ext cx="261938" cy="433388"/>
          </a:xfrm>
          <a:prstGeom prst="line">
            <a:avLst/>
          </a:prstGeom>
          <a:ln w="41275" cap="flat" cmpd="sng">
            <a:solidFill>
              <a:schemeClr val="tx1"/>
            </a:solidFill>
            <a:prstDash val="solid"/>
            <a:headEnd type="none" w="med" len="med"/>
            <a:tailEnd type="triangle" w="med" len="med"/>
          </a:ln>
        </p:spPr>
      </p:sp>
      <p:sp>
        <p:nvSpPr>
          <p:cNvPr id="72739" name="Line 57"/>
          <p:cNvSpPr/>
          <p:nvPr/>
        </p:nvSpPr>
        <p:spPr>
          <a:xfrm flipV="1">
            <a:off x="1314450" y="4872038"/>
            <a:ext cx="2606675" cy="20637"/>
          </a:xfrm>
          <a:prstGeom prst="line">
            <a:avLst/>
          </a:prstGeom>
          <a:ln w="38100" cap="flat" cmpd="sng">
            <a:solidFill>
              <a:schemeClr val="tx1"/>
            </a:solidFill>
            <a:prstDash val="solid"/>
            <a:headEnd type="none" w="sm" len="sm"/>
            <a:tailEnd type="triangle" w="med" len="med"/>
          </a:ln>
        </p:spPr>
      </p:sp>
      <p:sp>
        <p:nvSpPr>
          <p:cNvPr id="72740" name="Line 59"/>
          <p:cNvSpPr/>
          <p:nvPr/>
        </p:nvSpPr>
        <p:spPr>
          <a:xfrm flipH="1" flipV="1">
            <a:off x="1301750" y="3195638"/>
            <a:ext cx="12700" cy="1724025"/>
          </a:xfrm>
          <a:prstGeom prst="line">
            <a:avLst/>
          </a:prstGeom>
          <a:ln w="38100" cap="flat" cmpd="sng">
            <a:solidFill>
              <a:schemeClr val="tx1"/>
            </a:solidFill>
            <a:prstDash val="solid"/>
            <a:headEnd type="none" w="med" len="med"/>
            <a:tailEnd type="none" w="med" len="med"/>
          </a:ln>
        </p:spPr>
      </p:sp>
      <p:sp>
        <p:nvSpPr>
          <p:cNvPr id="72741" name="Freeform 65"/>
          <p:cNvSpPr/>
          <p:nvPr/>
        </p:nvSpPr>
        <p:spPr>
          <a:xfrm rot="232506">
            <a:off x="5513388" y="2090738"/>
            <a:ext cx="330200" cy="2000250"/>
          </a:xfrm>
          <a:custGeom>
            <a:avLst/>
            <a:gdLst>
              <a:gd name="txL" fmla="*/ 0 w 208"/>
              <a:gd name="txT" fmla="*/ 0 h 1680"/>
              <a:gd name="txR" fmla="*/ 208 w 208"/>
              <a:gd name="txB" fmla="*/ 1680 h 1680"/>
            </a:gdLst>
            <a:ahLst/>
            <a:cxnLst>
              <a:cxn ang="0">
                <a:pos x="0" y="0"/>
              </a:cxn>
              <a:cxn ang="0">
                <a:pos x="2147483646" y="2147483646"/>
              </a:cxn>
              <a:cxn ang="0">
                <a:pos x="2147483646" y="2147483646"/>
              </a:cxn>
              <a:cxn ang="0">
                <a:pos x="2147483646" y="2147483646"/>
              </a:cxn>
            </a:cxnLst>
            <a:rect l="txL" t="txT" r="txR" b="txB"/>
            <a:pathLst>
              <a:path w="208" h="1680">
                <a:moveTo>
                  <a:pt x="0" y="0"/>
                </a:moveTo>
                <a:cubicBezTo>
                  <a:pt x="56" y="132"/>
                  <a:pt x="112" y="264"/>
                  <a:pt x="144" y="432"/>
                </a:cubicBezTo>
                <a:cubicBezTo>
                  <a:pt x="176" y="600"/>
                  <a:pt x="208" y="800"/>
                  <a:pt x="192" y="1008"/>
                </a:cubicBezTo>
                <a:cubicBezTo>
                  <a:pt x="176" y="1216"/>
                  <a:pt x="112" y="1448"/>
                  <a:pt x="48" y="1680"/>
                </a:cubicBezTo>
              </a:path>
            </a:pathLst>
          </a:custGeom>
          <a:noFill/>
          <a:ln w="38100" cap="flat" cmpd="sng">
            <a:solidFill>
              <a:schemeClr val="hlink">
                <a:alpha val="100000"/>
              </a:schemeClr>
            </a:solidFill>
            <a:prstDash val="solid"/>
            <a:round/>
            <a:headEnd type="none" w="sm" len="sm"/>
            <a:tailEnd type="triangle" w="med" len="med"/>
          </a:ln>
        </p:spPr>
        <p:txBody>
          <a:bodyPr/>
          <a:lstStyle/>
          <a:p>
            <a:endParaRPr lang="zh-CN" altLang="en-US"/>
          </a:p>
        </p:txBody>
      </p:sp>
      <p:sp>
        <p:nvSpPr>
          <p:cNvPr id="72742" name="Text Box 66"/>
          <p:cNvSpPr txBox="1"/>
          <p:nvPr/>
        </p:nvSpPr>
        <p:spPr>
          <a:xfrm>
            <a:off x="5418138" y="2325688"/>
            <a:ext cx="458787"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rgbClr val="2D83F4"/>
                </a:solidFill>
                <a:latin typeface="Times New Roman" panose="02020603050405020304" pitchFamily="18" charset="0"/>
                <a:ea typeface="宋体" panose="02010600030101010101" pitchFamily="2" charset="-122"/>
              </a:rPr>
              <a:t>L</a:t>
            </a:r>
          </a:p>
        </p:txBody>
      </p:sp>
      <p:sp>
        <p:nvSpPr>
          <p:cNvPr id="72743" name="Text Box 68"/>
          <p:cNvSpPr txBox="1"/>
          <p:nvPr/>
        </p:nvSpPr>
        <p:spPr>
          <a:xfrm>
            <a:off x="5888038" y="3275013"/>
            <a:ext cx="6858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rgbClr val="2D83F4"/>
                </a:solidFill>
                <a:latin typeface="Times New Roman" panose="02020603050405020304" pitchFamily="18" charset="0"/>
                <a:ea typeface="宋体" panose="02010600030101010101" pitchFamily="2" charset="-122"/>
              </a:rPr>
              <a:t>id</a:t>
            </a:r>
          </a:p>
        </p:txBody>
      </p:sp>
      <p:sp>
        <p:nvSpPr>
          <p:cNvPr id="72744" name="Freeform 69"/>
          <p:cNvSpPr/>
          <p:nvPr/>
        </p:nvSpPr>
        <p:spPr>
          <a:xfrm rot="169672">
            <a:off x="5557838" y="1835150"/>
            <a:ext cx="712787" cy="2700338"/>
          </a:xfrm>
          <a:custGeom>
            <a:avLst/>
            <a:gdLst>
              <a:gd name="txL" fmla="*/ 0 w 598"/>
              <a:gd name="txT" fmla="*/ 0 h 2268"/>
              <a:gd name="txR" fmla="*/ 598 w 598"/>
              <a:gd name="txB" fmla="*/ 2268 h 2268"/>
            </a:gdLst>
            <a:ahLst/>
            <a:cxnLst>
              <a:cxn ang="0">
                <a:pos x="0" y="0"/>
              </a:cxn>
              <a:cxn ang="0">
                <a:pos x="2147483646" y="2147483646"/>
              </a:cxn>
              <a:cxn ang="0">
                <a:pos x="2147483646" y="2147483646"/>
              </a:cxn>
            </a:cxnLst>
            <a:rect l="txL" t="txT" r="txR" b="txB"/>
            <a:pathLst>
              <a:path w="598" h="2268">
                <a:moveTo>
                  <a:pt x="0" y="0"/>
                </a:moveTo>
                <a:cubicBezTo>
                  <a:pt x="291" y="491"/>
                  <a:pt x="582" y="983"/>
                  <a:pt x="590" y="1361"/>
                </a:cubicBezTo>
                <a:cubicBezTo>
                  <a:pt x="598" y="1739"/>
                  <a:pt x="322" y="2003"/>
                  <a:pt x="46" y="2268"/>
                </a:cubicBezTo>
              </a:path>
            </a:pathLst>
          </a:custGeom>
          <a:noFill/>
          <a:ln w="38100" cap="flat" cmpd="sng">
            <a:solidFill>
              <a:schemeClr val="hlink">
                <a:alpha val="100000"/>
              </a:schemeClr>
            </a:solidFill>
            <a:prstDash val="solid"/>
            <a:round/>
            <a:headEnd type="none" w="med" len="med"/>
            <a:tailEnd type="stealth" w="med" len="med"/>
          </a:ln>
        </p:spPr>
        <p:txBody>
          <a:bodyPr/>
          <a:lstStyle/>
          <a:p>
            <a:endParaRPr lang="zh-CN" altLang="en-US"/>
          </a:p>
        </p:txBody>
      </p:sp>
      <p:sp>
        <p:nvSpPr>
          <p:cNvPr id="3" name="矩形 2"/>
          <p:cNvSpPr/>
          <p:nvPr/>
        </p:nvSpPr>
        <p:spPr bwMode="auto">
          <a:xfrm>
            <a:off x="3927475" y="196850"/>
            <a:ext cx="1695450" cy="400050"/>
          </a:xfrm>
          <a:prstGeom prst="rect">
            <a:avLst/>
          </a:prstGeom>
          <a:solidFill>
            <a:schemeClr val="accent5">
              <a:lumMod val="60000"/>
              <a:lumOff val="40000"/>
            </a:schemeClr>
          </a:solidFill>
          <a:ln w="12700">
            <a:solidFill>
              <a:schemeClr val="tx1"/>
            </a:solidFill>
          </a:ln>
        </p:spPr>
        <p:txBody>
          <a:bodyPr>
            <a:spAutoFit/>
          </a:bodyPr>
          <a:lstStyle/>
          <a:p>
            <a:pPr eaLnBrk="1" hangingPunct="1">
              <a:buNone/>
            </a:pPr>
            <a:r>
              <a:rPr lang="en-US" altLang="zh-CN" sz="2000" b="1" i="1" dirty="0">
                <a:solidFill>
                  <a:srgbClr val="000000"/>
                </a:solidFill>
                <a:latin typeface="Times New Roman" panose="02020603050405020304" pitchFamily="18" charset="0"/>
                <a:cs typeface="Times New Roman" panose="02020603050405020304" pitchFamily="18" charset="0"/>
              </a:rPr>
              <a:t>LALR</a:t>
            </a:r>
            <a:r>
              <a:rPr lang="en-US" altLang="en-US" sz="2000" b="1" dirty="0">
                <a:solidFill>
                  <a:srgbClr val="000000"/>
                </a:solidFill>
                <a:latin typeface="华文楷体" panose="02010600040101010101" pitchFamily="2" charset="-122"/>
                <a:cs typeface="Times New Roman" panose="02020603050405020304" pitchFamily="18" charset="0"/>
              </a:rPr>
              <a:t>自动机</a:t>
            </a:r>
            <a:endParaRPr lang="en-US" altLang="en-US" sz="1000" dirty="0">
              <a:solidFill>
                <a:srgbClr val="000000"/>
              </a:solidFill>
              <a:latin typeface="华文楷体" panose="02010600040101010101" pitchFamily="2" charset="-122"/>
              <a:ea typeface="Times New Roman" panose="02020603050405020304" pitchFamily="18" charset="0"/>
            </a:endParaRPr>
          </a:p>
        </p:txBody>
      </p:sp>
      <p:sp>
        <p:nvSpPr>
          <p:cNvPr id="72746"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zh-CN" altLang="en-US" sz="3000" kern="1200" dirty="0">
                <a:solidFill>
                  <a:schemeClr val="tx1"/>
                </a:solidFill>
                <a:latin typeface="微软雅黑" panose="020B0503020204020204" pitchFamily="34" charset="-122"/>
                <a:ea typeface="微软雅黑" panose="020B0503020204020204" pitchFamily="34" charset="-122"/>
                <a:cs typeface="+mj-cs"/>
              </a:rPr>
              <a:t>例：合并同心项集</a:t>
            </a:r>
          </a:p>
        </p:txBody>
      </p:sp>
      <p:sp>
        <p:nvSpPr>
          <p:cNvPr id="72" name="Rectangle 66"/>
          <p:cNvSpPr>
            <a:spLocks noChangeArrowheads="1"/>
          </p:cNvSpPr>
          <p:nvPr/>
        </p:nvSpPr>
        <p:spPr bwMode="auto">
          <a:xfrm>
            <a:off x="117475" y="3638550"/>
            <a:ext cx="1050925" cy="1323975"/>
          </a:xfrm>
          <a:prstGeom prst="rect">
            <a:avLst/>
          </a:prstGeom>
          <a:solidFill>
            <a:schemeClr val="accent5">
              <a:lumMod val="60000"/>
              <a:lumOff val="40000"/>
            </a:schemeClr>
          </a:solidFill>
          <a:ln w="12700">
            <a:solidFill>
              <a:schemeClr val="tx1"/>
            </a:solidFill>
            <a:miter lim="800000"/>
          </a:ln>
        </p:spPr>
        <p:txBody>
          <a:bodyPr>
            <a:spAutoFit/>
          </a:bodyPr>
          <a:lstStyle/>
          <a:p>
            <a:pPr eaLnBrk="1" hangingPunct="1">
              <a:buClr>
                <a:srgbClr val="000000"/>
              </a:buClr>
              <a:buNone/>
            </a:pPr>
            <a:r>
              <a:rPr lang="en-US" altLang="zh-CN" sz="2000" b="1" i="1" dirty="0">
                <a:solidFill>
                  <a:srgbClr val="000000"/>
                </a:solidFill>
                <a:latin typeface="Times New Roman" panose="02020603050405020304" pitchFamily="18" charset="0"/>
                <a:cs typeface="Times New Roman" panose="02020603050405020304" pitchFamily="18" charset="0"/>
              </a:rPr>
              <a:t>I</a:t>
            </a:r>
            <a:r>
              <a:rPr lang="en-US" altLang="zh-CN" sz="2000" b="1" i="1" baseline="-25000" dirty="0">
                <a:solidFill>
                  <a:srgbClr val="000000"/>
                </a:solidFill>
                <a:latin typeface="Times New Roman" panose="02020603050405020304" pitchFamily="18" charset="0"/>
                <a:cs typeface="Times New Roman" panose="02020603050405020304" pitchFamily="18" charset="0"/>
              </a:rPr>
              <a:t>10</a:t>
            </a:r>
            <a:r>
              <a:rPr lang="en-US" altLang="en-US" sz="2000" b="1" i="1" dirty="0">
                <a:solidFill>
                  <a:srgbClr val="000000"/>
                </a:solidFill>
                <a:latin typeface="Times New Roman" panose="02020603050405020304" pitchFamily="18" charset="0"/>
                <a:cs typeface="Times New Roman" panose="02020603050405020304" pitchFamily="18" charset="0"/>
              </a:rPr>
              <a:t>、</a:t>
            </a:r>
            <a:r>
              <a:rPr lang="en-US" altLang="zh-CN" sz="2000" b="1" i="1" dirty="0">
                <a:solidFill>
                  <a:srgbClr val="000000"/>
                </a:solidFill>
                <a:latin typeface="Times New Roman" panose="02020603050405020304" pitchFamily="18" charset="0"/>
                <a:cs typeface="Times New Roman" panose="02020603050405020304" pitchFamily="18" charset="0"/>
              </a:rPr>
              <a:t> I</a:t>
            </a:r>
            <a:r>
              <a:rPr lang="en-US" altLang="zh-CN" sz="2000" b="1" i="1" baseline="-25000" dirty="0">
                <a:solidFill>
                  <a:srgbClr val="000000"/>
                </a:solidFill>
                <a:latin typeface="Times New Roman" panose="02020603050405020304" pitchFamily="18" charset="0"/>
                <a:cs typeface="Times New Roman" panose="02020603050405020304" pitchFamily="18" charset="0"/>
              </a:rPr>
              <a:t>8</a:t>
            </a:r>
            <a:endParaRPr lang="en-US" altLang="zh-CN" sz="2000" b="1" i="1" dirty="0">
              <a:solidFill>
                <a:srgbClr val="000000"/>
              </a:solidFill>
              <a:latin typeface="Times New Roman" panose="02020603050405020304" pitchFamily="18" charset="0"/>
              <a:cs typeface="Times New Roman" panose="02020603050405020304" pitchFamily="18" charset="0"/>
            </a:endParaRPr>
          </a:p>
          <a:p>
            <a:pPr eaLnBrk="1" hangingPunct="1">
              <a:buClr>
                <a:srgbClr val="000000"/>
              </a:buClr>
              <a:buNone/>
            </a:pPr>
            <a:r>
              <a:rPr lang="en-US" altLang="zh-CN" sz="2000" b="1" i="1" dirty="0">
                <a:solidFill>
                  <a:srgbClr val="000000"/>
                </a:solidFill>
                <a:latin typeface="Times New Roman" panose="02020603050405020304" pitchFamily="18" charset="0"/>
                <a:cs typeface="Times New Roman" panose="02020603050405020304" pitchFamily="18" charset="0"/>
              </a:rPr>
              <a:t>I</a:t>
            </a:r>
            <a:r>
              <a:rPr lang="en-US" altLang="zh-CN" sz="2000" b="1" i="1" baseline="-25000" dirty="0">
                <a:solidFill>
                  <a:srgbClr val="000000"/>
                </a:solidFill>
                <a:latin typeface="Times New Roman" panose="02020603050405020304" pitchFamily="18" charset="0"/>
                <a:cs typeface="Times New Roman" panose="02020603050405020304" pitchFamily="18" charset="0"/>
              </a:rPr>
              <a:t>11</a:t>
            </a:r>
            <a:r>
              <a:rPr lang="en-US" altLang="en-US" sz="2000" b="1" i="1" dirty="0">
                <a:solidFill>
                  <a:srgbClr val="000000"/>
                </a:solidFill>
                <a:latin typeface="Times New Roman" panose="02020603050405020304" pitchFamily="18" charset="0"/>
                <a:cs typeface="Times New Roman" panose="02020603050405020304" pitchFamily="18" charset="0"/>
              </a:rPr>
              <a:t>、</a:t>
            </a:r>
            <a:r>
              <a:rPr lang="en-US" altLang="zh-CN" sz="2000" b="1" i="1" dirty="0">
                <a:solidFill>
                  <a:srgbClr val="000000"/>
                </a:solidFill>
                <a:latin typeface="Times New Roman" panose="02020603050405020304" pitchFamily="18" charset="0"/>
                <a:cs typeface="Times New Roman" panose="02020603050405020304" pitchFamily="18" charset="0"/>
              </a:rPr>
              <a:t> I</a:t>
            </a:r>
            <a:r>
              <a:rPr lang="en-US" altLang="zh-CN" sz="2000" b="1" i="1" baseline="-25000" dirty="0">
                <a:solidFill>
                  <a:srgbClr val="000000"/>
                </a:solidFill>
                <a:latin typeface="Times New Roman" panose="02020603050405020304" pitchFamily="18" charset="0"/>
                <a:cs typeface="Times New Roman" panose="02020603050405020304" pitchFamily="18" charset="0"/>
              </a:rPr>
              <a:t>4</a:t>
            </a:r>
            <a:endParaRPr lang="en-US" altLang="zh-CN" sz="2000" b="1" i="1" dirty="0">
              <a:solidFill>
                <a:srgbClr val="000000"/>
              </a:solidFill>
              <a:latin typeface="Times New Roman" panose="02020603050405020304" pitchFamily="18" charset="0"/>
              <a:cs typeface="Times New Roman" panose="02020603050405020304" pitchFamily="18" charset="0"/>
            </a:endParaRPr>
          </a:p>
          <a:p>
            <a:pPr eaLnBrk="1" hangingPunct="1">
              <a:buClr>
                <a:srgbClr val="000000"/>
              </a:buClr>
              <a:buNone/>
            </a:pPr>
            <a:r>
              <a:rPr lang="en-US" altLang="zh-CN" sz="2000" b="1" i="1" dirty="0">
                <a:solidFill>
                  <a:srgbClr val="000000"/>
                </a:solidFill>
                <a:latin typeface="Times New Roman" panose="02020603050405020304" pitchFamily="18" charset="0"/>
                <a:cs typeface="Times New Roman" panose="02020603050405020304" pitchFamily="18" charset="0"/>
              </a:rPr>
              <a:t>I</a:t>
            </a:r>
            <a:r>
              <a:rPr lang="en-US" altLang="zh-CN" sz="2000" b="1" i="1" baseline="-25000" dirty="0">
                <a:solidFill>
                  <a:srgbClr val="000000"/>
                </a:solidFill>
                <a:latin typeface="Times New Roman" panose="02020603050405020304" pitchFamily="18" charset="0"/>
                <a:cs typeface="Times New Roman" panose="02020603050405020304" pitchFamily="18" charset="0"/>
              </a:rPr>
              <a:t>12</a:t>
            </a:r>
            <a:r>
              <a:rPr lang="en-US" altLang="en-US" sz="2000" b="1" i="1" dirty="0">
                <a:solidFill>
                  <a:srgbClr val="000000"/>
                </a:solidFill>
                <a:latin typeface="Times New Roman" panose="02020603050405020304" pitchFamily="18" charset="0"/>
                <a:cs typeface="Times New Roman" panose="02020603050405020304" pitchFamily="18" charset="0"/>
              </a:rPr>
              <a:t>、</a:t>
            </a:r>
            <a:r>
              <a:rPr lang="en-US" altLang="zh-CN" sz="2000" b="1" i="1" dirty="0">
                <a:solidFill>
                  <a:srgbClr val="000000"/>
                </a:solidFill>
                <a:latin typeface="Times New Roman" panose="02020603050405020304" pitchFamily="18" charset="0"/>
                <a:cs typeface="Times New Roman" panose="02020603050405020304" pitchFamily="18" charset="0"/>
              </a:rPr>
              <a:t> I</a:t>
            </a:r>
            <a:r>
              <a:rPr lang="en-US" altLang="zh-CN" sz="2000" b="1" i="1" baseline="-25000" dirty="0">
                <a:solidFill>
                  <a:srgbClr val="000000"/>
                </a:solidFill>
                <a:latin typeface="Times New Roman" panose="02020603050405020304" pitchFamily="18" charset="0"/>
                <a:cs typeface="Times New Roman" panose="02020603050405020304" pitchFamily="18" charset="0"/>
              </a:rPr>
              <a:t>5</a:t>
            </a:r>
            <a:endParaRPr lang="en-US" altLang="zh-CN" sz="2000" b="1" i="1" dirty="0">
              <a:solidFill>
                <a:srgbClr val="000000"/>
              </a:solidFill>
              <a:latin typeface="Times New Roman" panose="02020603050405020304" pitchFamily="18" charset="0"/>
              <a:cs typeface="Times New Roman" panose="02020603050405020304" pitchFamily="18" charset="0"/>
            </a:endParaRPr>
          </a:p>
          <a:p>
            <a:pPr eaLnBrk="1" hangingPunct="1">
              <a:buClr>
                <a:srgbClr val="000000"/>
              </a:buClr>
              <a:buNone/>
            </a:pPr>
            <a:r>
              <a:rPr lang="en-US" altLang="zh-CN" sz="2000" b="1" i="1" dirty="0">
                <a:solidFill>
                  <a:srgbClr val="000000"/>
                </a:solidFill>
                <a:latin typeface="Times New Roman" panose="02020603050405020304" pitchFamily="18" charset="0"/>
                <a:cs typeface="Times New Roman" panose="02020603050405020304" pitchFamily="18" charset="0"/>
              </a:rPr>
              <a:t>I</a:t>
            </a:r>
            <a:r>
              <a:rPr lang="en-US" altLang="zh-CN" sz="2000" b="1" i="1" baseline="-25000" dirty="0">
                <a:solidFill>
                  <a:srgbClr val="000000"/>
                </a:solidFill>
                <a:latin typeface="Times New Roman" panose="02020603050405020304" pitchFamily="18" charset="0"/>
                <a:cs typeface="Times New Roman" panose="02020603050405020304" pitchFamily="18" charset="0"/>
              </a:rPr>
              <a:t>13</a:t>
            </a:r>
            <a:r>
              <a:rPr lang="en-US" altLang="en-US" sz="2000" b="1" i="1" dirty="0">
                <a:solidFill>
                  <a:srgbClr val="000000"/>
                </a:solidFill>
                <a:latin typeface="Times New Roman" panose="02020603050405020304" pitchFamily="18" charset="0"/>
                <a:cs typeface="Times New Roman" panose="02020603050405020304" pitchFamily="18" charset="0"/>
              </a:rPr>
              <a:t>、</a:t>
            </a:r>
            <a:r>
              <a:rPr lang="en-US" altLang="zh-CN" sz="2000" b="1" i="1" dirty="0">
                <a:solidFill>
                  <a:srgbClr val="000000"/>
                </a:solidFill>
                <a:latin typeface="Times New Roman" panose="02020603050405020304" pitchFamily="18" charset="0"/>
                <a:cs typeface="Times New Roman" panose="02020603050405020304" pitchFamily="18" charset="0"/>
              </a:rPr>
              <a:t> I</a:t>
            </a:r>
            <a:r>
              <a:rPr lang="en-US" altLang="zh-CN" sz="2000" b="1" i="1" baseline="-25000" dirty="0">
                <a:solidFill>
                  <a:srgbClr val="000000"/>
                </a:solidFill>
                <a:latin typeface="Times New Roman" panose="02020603050405020304" pitchFamily="18" charset="0"/>
                <a:cs typeface="Times New Roman" panose="02020603050405020304" pitchFamily="18" charset="0"/>
              </a:rPr>
              <a:t>7</a:t>
            </a:r>
            <a:endParaRPr lang="en-US" altLang="zh-CN" sz="2000" b="1" i="1" dirty="0">
              <a:solidFill>
                <a:srgbClr val="000000"/>
              </a:solidFill>
              <a:latin typeface="Times New Roman" panose="02020603050405020304" pitchFamily="18" charset="0"/>
              <a:ea typeface="Times New Roman" panose="02020603050405020304" pitchFamily="18" charset="0"/>
            </a:endParaRPr>
          </a:p>
        </p:txBody>
      </p:sp>
      <p:sp>
        <p:nvSpPr>
          <p:cNvPr id="68" name="矩形 48"/>
          <p:cNvSpPr/>
          <p:nvPr/>
        </p:nvSpPr>
        <p:spPr>
          <a:xfrm>
            <a:off x="6840538" y="1149350"/>
            <a:ext cx="1471612" cy="369888"/>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LALR</a:t>
            </a:r>
            <a:r>
              <a:rPr lang="zh-CN" altLang="en-US" sz="1800" b="1" dirty="0">
                <a:solidFill>
                  <a:srgbClr val="000000"/>
                </a:solidFill>
                <a:latin typeface="Times New Roman" panose="02020603050405020304" pitchFamily="18" charset="0"/>
                <a:ea typeface="楷体" panose="02010609060101010101" pitchFamily="49" charset="-122"/>
              </a:rPr>
              <a:t>分析表</a:t>
            </a:r>
            <a:endParaRPr lang="zh-CN" altLang="en-US" sz="1000" dirty="0">
              <a:solidFill>
                <a:schemeClr val="tx1"/>
              </a:solidFill>
              <a:latin typeface="Tahoma" panose="020B0604030504040204" pitchFamily="34" charset="0"/>
              <a:ea typeface="楷体" panose="02010609060101010101" pitchFamily="49" charset="-122"/>
            </a:endParaRPr>
          </a:p>
        </p:txBody>
      </p:sp>
      <p:graphicFrame>
        <p:nvGraphicFramePr>
          <p:cNvPr id="106540" name="表格 106539"/>
          <p:cNvGraphicFramePr/>
          <p:nvPr/>
        </p:nvGraphicFramePr>
        <p:xfrm>
          <a:off x="6303963" y="1508125"/>
          <a:ext cx="2697163" cy="3390900"/>
        </p:xfrm>
        <a:graphic>
          <a:graphicData uri="http://schemas.openxmlformats.org/drawingml/2006/table">
            <a:tbl>
              <a:tblPr/>
              <a:tblGrid>
                <a:gridCol w="249238">
                  <a:extLst>
                    <a:ext uri="{9D8B030D-6E8A-4147-A177-3AD203B41FA5}">
                      <a16:colId xmlns:a16="http://schemas.microsoft.com/office/drawing/2014/main" val="20000"/>
                    </a:ext>
                  </a:extLst>
                </a:gridCol>
                <a:gridCol w="358775">
                  <a:extLst>
                    <a:ext uri="{9D8B030D-6E8A-4147-A177-3AD203B41FA5}">
                      <a16:colId xmlns:a16="http://schemas.microsoft.com/office/drawing/2014/main" val="20001"/>
                    </a:ext>
                  </a:extLst>
                </a:gridCol>
                <a:gridCol w="360362">
                  <a:extLst>
                    <a:ext uri="{9D8B030D-6E8A-4147-A177-3AD203B41FA5}">
                      <a16:colId xmlns:a16="http://schemas.microsoft.com/office/drawing/2014/main" val="20002"/>
                    </a:ext>
                  </a:extLst>
                </a:gridCol>
                <a:gridCol w="431800">
                  <a:extLst>
                    <a:ext uri="{9D8B030D-6E8A-4147-A177-3AD203B41FA5}">
                      <a16:colId xmlns:a16="http://schemas.microsoft.com/office/drawing/2014/main" val="20003"/>
                    </a:ext>
                  </a:extLst>
                </a:gridCol>
                <a:gridCol w="433388">
                  <a:extLst>
                    <a:ext uri="{9D8B030D-6E8A-4147-A177-3AD203B41FA5}">
                      <a16:colId xmlns:a16="http://schemas.microsoft.com/office/drawing/2014/main" val="20004"/>
                    </a:ext>
                  </a:extLst>
                </a:gridCol>
                <a:gridCol w="287337">
                  <a:extLst>
                    <a:ext uri="{9D8B030D-6E8A-4147-A177-3AD203B41FA5}">
                      <a16:colId xmlns:a16="http://schemas.microsoft.com/office/drawing/2014/main" val="20005"/>
                    </a:ext>
                  </a:extLst>
                </a:gridCol>
                <a:gridCol w="288925">
                  <a:extLst>
                    <a:ext uri="{9D8B030D-6E8A-4147-A177-3AD203B41FA5}">
                      <a16:colId xmlns:a16="http://schemas.microsoft.com/office/drawing/2014/main" val="20006"/>
                    </a:ext>
                  </a:extLst>
                </a:gridCol>
                <a:gridCol w="287338">
                  <a:extLst>
                    <a:ext uri="{9D8B030D-6E8A-4147-A177-3AD203B41FA5}">
                      <a16:colId xmlns:a16="http://schemas.microsoft.com/office/drawing/2014/main" val="20007"/>
                    </a:ext>
                  </a:extLst>
                </a:gridCol>
              </a:tblGrid>
              <a:tr h="282575">
                <a:tc rowSpan="2">
                  <a:txBody>
                    <a:bodyPr/>
                    <a:lstStyle/>
                    <a:p>
                      <a:pPr lvl="0" algn="ctr" eaLnBrk="1" hangingPunct="1">
                        <a:buNone/>
                      </a:pPr>
                      <a:r>
                        <a:rPr lang="zh-CN" altLang="en-US" sz="1400" b="1">
                          <a:solidFill>
                            <a:srgbClr val="000000"/>
                          </a:solidFill>
                          <a:latin typeface="华文楷体" panose="02010600040101010101" pitchFamily="2" charset="-122"/>
                          <a:ea typeface="华文楷体" panose="02010600040101010101" pitchFamily="2" charset="-122"/>
                        </a:rPr>
                        <a:t>状态</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gridSpan="4">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ACTION</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GOTO</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28257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id</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a:latin typeface="华文楷体" panose="02010600040101010101" pitchFamily="2" charset="-122"/>
                          <a:ea typeface="Times New Roman" panose="02020603050405020304" pitchFamily="18" charset="0"/>
                        </a:rPr>
                        <a:t>$</a:t>
                      </a:r>
                      <a:endParaRPr lang="zh-CN" altLang="en-US" sz="1400" b="1">
                        <a:latin typeface="华文楷体" panose="02010600040101010101" pitchFamily="2" charset="-122"/>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S</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L</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R</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0</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s4</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s5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1</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2</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3</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1</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acc</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2</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s6</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3</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r2</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4</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s4</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s5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8</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7</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r4</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r4</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6</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solidFill>
                            <a:srgbClr val="FF0000"/>
                          </a:solidFill>
                          <a:latin typeface="Times New Roman" panose="02020603050405020304" pitchFamily="18" charset="0"/>
                          <a:ea typeface="Times New Roman" panose="02020603050405020304" pitchFamily="18" charset="0"/>
                        </a:rPr>
                        <a:t>s4</a:t>
                      </a: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solidFill>
                            <a:srgbClr val="FF0000"/>
                          </a:solidFill>
                          <a:latin typeface="Times New Roman" panose="02020603050405020304" pitchFamily="18" charset="0"/>
                          <a:ea typeface="Times New Roman" panose="02020603050405020304" pitchFamily="18" charset="0"/>
                        </a:rPr>
                        <a:t>s5</a:t>
                      </a: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solidFill>
                            <a:srgbClr val="FF0000"/>
                          </a:solidFill>
                          <a:latin typeface="Times New Roman" panose="02020603050405020304" pitchFamily="18" charset="0"/>
                          <a:ea typeface="Times New Roman" panose="02020603050405020304" pitchFamily="18" charset="0"/>
                        </a:rPr>
                        <a:t>8</a:t>
                      </a: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9</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7</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r3</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r3</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8</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9</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r1</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500" fill="hold"/>
                                        <p:tgtEl>
                                          <p:spTgt spid="68"/>
                                        </p:tgtEl>
                                        <p:attrNameLst>
                                          <p:attrName>ppt_w</p:attrName>
                                        </p:attrNameLst>
                                      </p:cBhvr>
                                      <p:tavLst>
                                        <p:tav tm="0">
                                          <p:val>
                                            <p:fltVal val="0"/>
                                          </p:val>
                                        </p:tav>
                                        <p:tav tm="100000">
                                          <p:val>
                                            <p:strVal val="#ppt_w"/>
                                          </p:val>
                                        </p:tav>
                                      </p:tavLst>
                                    </p:anim>
                                    <p:anim calcmode="lin" valueType="num">
                                      <p:cBhvr>
                                        <p:cTn id="8" dur="500" fill="hold"/>
                                        <p:tgtEl>
                                          <p:spTgt spid="68"/>
                                        </p:tgtEl>
                                        <p:attrNameLst>
                                          <p:attrName>ppt_h</p:attrName>
                                        </p:attrNameLst>
                                      </p:cBhvr>
                                      <p:tavLst>
                                        <p:tav tm="0">
                                          <p:val>
                                            <p:fltVal val="0"/>
                                          </p:val>
                                        </p:tav>
                                        <p:tav tm="100000">
                                          <p:val>
                                            <p:strVal val="#ppt_h"/>
                                          </p:val>
                                        </p:tav>
                                      </p:tavLst>
                                    </p:anim>
                                    <p:animEffect transition="in" filter="fade">
                                      <p:cBhvr>
                                        <p:cTn id="9" dur="500"/>
                                        <p:tgtEl>
                                          <p:spTgt spid="68"/>
                                        </p:tgtEl>
                                      </p:cBhvr>
                                    </p:animEffect>
                                  </p:childTnLst>
                                </p:cTn>
                              </p:par>
                              <p:par>
                                <p:cTn id="10" presetID="53" presetClass="entr" presetSubtype="16" fill="hold" nodeType="withEffect">
                                  <p:stCondLst>
                                    <p:cond delay="0"/>
                                  </p:stCondLst>
                                  <p:childTnLst>
                                    <p:set>
                                      <p:cBhvr>
                                        <p:cTn id="11" dur="1" fill="hold">
                                          <p:stCondLst>
                                            <p:cond delay="0"/>
                                          </p:stCondLst>
                                        </p:cTn>
                                        <p:tgtEl>
                                          <p:spTgt spid="106540"/>
                                        </p:tgtEl>
                                        <p:attrNameLst>
                                          <p:attrName>style.visibility</p:attrName>
                                        </p:attrNameLst>
                                      </p:cBhvr>
                                      <p:to>
                                        <p:strVal val="visible"/>
                                      </p:to>
                                    </p:set>
                                    <p:anim calcmode="lin" valueType="num">
                                      <p:cBhvr>
                                        <p:cTn id="12" dur="500" fill="hold"/>
                                        <p:tgtEl>
                                          <p:spTgt spid="106540"/>
                                        </p:tgtEl>
                                        <p:attrNameLst>
                                          <p:attrName>ppt_w</p:attrName>
                                        </p:attrNameLst>
                                      </p:cBhvr>
                                      <p:tavLst>
                                        <p:tav tm="0">
                                          <p:val>
                                            <p:fltVal val="0"/>
                                          </p:val>
                                        </p:tav>
                                        <p:tav tm="100000">
                                          <p:val>
                                            <p:strVal val="#ppt_w"/>
                                          </p:val>
                                        </p:tav>
                                      </p:tavLst>
                                    </p:anim>
                                    <p:anim calcmode="lin" valueType="num">
                                      <p:cBhvr>
                                        <p:cTn id="13" dur="500" fill="hold"/>
                                        <p:tgtEl>
                                          <p:spTgt spid="106540"/>
                                        </p:tgtEl>
                                        <p:attrNameLst>
                                          <p:attrName>ppt_h</p:attrName>
                                        </p:attrNameLst>
                                      </p:cBhvr>
                                      <p:tavLst>
                                        <p:tav tm="0">
                                          <p:val>
                                            <p:fltVal val="0"/>
                                          </p:val>
                                        </p:tav>
                                        <p:tav tm="100000">
                                          <p:val>
                                            <p:strVal val="#ppt_h"/>
                                          </p:val>
                                        </p:tav>
                                      </p:tavLst>
                                    </p:anim>
                                    <p:animEffect transition="in" filter="fade">
                                      <p:cBhvr>
                                        <p:cTn id="14" dur="500"/>
                                        <p:tgtEl>
                                          <p:spTgt spid="106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907" name="Rectangle 37"/>
          <p:cNvSpPr>
            <a:spLocks noChangeArrowheads="1"/>
          </p:cNvSpPr>
          <p:nvPr/>
        </p:nvSpPr>
        <p:spPr bwMode="auto">
          <a:xfrm>
            <a:off x="177800" y="727075"/>
            <a:ext cx="2465388" cy="1558925"/>
          </a:xfrm>
          <a:prstGeom prst="rect">
            <a:avLst/>
          </a:prstGeom>
          <a:solidFill>
            <a:schemeClr val="accent5">
              <a:lumMod val="60000"/>
              <a:lumOff val="40000"/>
            </a:schemeClr>
          </a:solidFill>
          <a:ln w="12700">
            <a:solidFill>
              <a:schemeClr val="tx1"/>
            </a:solidFill>
          </a:ln>
        </p:spPr>
        <p:txBody>
          <a:bodyPr>
            <a:spAutoFit/>
          </a:bodyPr>
          <a:lstStyle/>
          <a:p>
            <a:pPr eaLnBrk="1" hangingPunct="1">
              <a:lnSpc>
                <a:spcPts val="2800"/>
              </a:lnSpc>
              <a:spcBef>
                <a:spcPct val="20000"/>
              </a:spcBef>
              <a:buClr>
                <a:srgbClr val="000000"/>
              </a:buClr>
              <a:buNone/>
            </a:pPr>
            <a:r>
              <a:rPr lang="en-US" altLang="en-US" sz="2000" b="1" dirty="0">
                <a:solidFill>
                  <a:srgbClr val="000000"/>
                </a:solidFill>
                <a:latin typeface="Times New Roman" panose="02020603050405020304" pitchFamily="18" charset="0"/>
                <a:ea typeface="华文楷体" panose="02010600040101010101" pitchFamily="2" charset="-122"/>
              </a:rPr>
              <a:t>文法</a:t>
            </a:r>
            <a:endParaRPr lang="en-US" altLang="zh-CN" sz="2000" b="1" dirty="0">
              <a:solidFill>
                <a:srgbClr val="000000"/>
              </a:solidFill>
              <a:latin typeface="Times New Roman" panose="02020603050405020304" pitchFamily="18" charset="0"/>
              <a:cs typeface="Times New Roman" panose="02020603050405020304" pitchFamily="18" charset="0"/>
            </a:endParaRPr>
          </a:p>
          <a:p>
            <a:pPr eaLnBrk="1" hangingPunct="1">
              <a:lnSpc>
                <a:spcPct val="80000"/>
              </a:lnSpc>
              <a:spcBef>
                <a:spcPct val="20000"/>
              </a:spcBef>
              <a:buFont typeface="Wingdings" panose="05000000000000000000" pitchFamily="2" charset="2"/>
              <a:buNone/>
            </a:pPr>
            <a:r>
              <a:rPr lang="en-US" altLang="zh-CN" b="1" dirty="0">
                <a:latin typeface="Times New Roman" panose="02020603050405020304" pitchFamily="18" charset="0"/>
                <a:ea typeface="楷体_GB2312"/>
              </a:rPr>
              <a:t>0)</a:t>
            </a:r>
            <a:r>
              <a:rPr lang="en-US" altLang="zh-CN" b="1" i="1" dirty="0">
                <a:solidFill>
                  <a:schemeClr val="tx2"/>
                </a:solidFill>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S′</a:t>
            </a:r>
            <a:r>
              <a:rPr lang="en-US" altLang="zh-CN" b="1" i="1" dirty="0">
                <a:latin typeface="Times New Roman" panose="02020603050405020304" pitchFamily="18" charset="0"/>
                <a:ea typeface="楷体_GB2312"/>
              </a:rPr>
              <a:t>→S</a:t>
            </a:r>
          </a:p>
          <a:p>
            <a:pPr eaLnBrk="1" hangingPunct="1">
              <a:buNone/>
            </a:pPr>
            <a:r>
              <a:rPr lang="en-US" altLang="zh-CN" b="1" dirty="0">
                <a:latin typeface="Times New Roman" panose="02020603050405020304" pitchFamily="18" charset="0"/>
                <a:cs typeface="Times New Roman" panose="02020603050405020304" pitchFamily="18" charset="0"/>
              </a:rPr>
              <a:t>1) </a:t>
            </a:r>
            <a:r>
              <a:rPr lang="en-US" altLang="zh-CN" b="1" i="1" dirty="0">
                <a:latin typeface="Times New Roman" panose="02020603050405020304" pitchFamily="18" charset="0"/>
                <a:cs typeface="Times New Roman" panose="02020603050405020304" pitchFamily="18" charset="0"/>
              </a:rPr>
              <a:t>S→aAd|bBd|aBe|bAe</a:t>
            </a:r>
          </a:p>
          <a:p>
            <a:pPr eaLnBrk="1" hangingPunct="1">
              <a:buNone/>
            </a:pPr>
            <a:r>
              <a:rPr lang="en-US" altLang="zh-CN" b="1" dirty="0">
                <a:latin typeface="Times New Roman" panose="02020603050405020304" pitchFamily="18" charset="0"/>
                <a:cs typeface="Times New Roman" panose="02020603050405020304" pitchFamily="18" charset="0"/>
              </a:rPr>
              <a:t>2) </a:t>
            </a:r>
            <a:r>
              <a:rPr lang="en-US" altLang="zh-CN" b="1" i="1" dirty="0">
                <a:latin typeface="Times New Roman" panose="02020603050405020304" pitchFamily="18" charset="0"/>
                <a:cs typeface="Times New Roman" panose="02020603050405020304" pitchFamily="18" charset="0"/>
              </a:rPr>
              <a:t>A→c </a:t>
            </a:r>
          </a:p>
          <a:p>
            <a:pPr eaLnBrk="1" hangingPunct="1">
              <a:buNone/>
            </a:pPr>
            <a:r>
              <a:rPr lang="en-US" altLang="zh-CN" b="1" dirty="0">
                <a:latin typeface="Times New Roman" panose="02020603050405020304" pitchFamily="18" charset="0"/>
                <a:cs typeface="Times New Roman" panose="02020603050405020304" pitchFamily="18" charset="0"/>
              </a:rPr>
              <a:t>3) </a:t>
            </a:r>
            <a:r>
              <a:rPr lang="en-US" altLang="zh-CN" b="1" i="1" dirty="0">
                <a:latin typeface="Times New Roman" panose="02020603050405020304" pitchFamily="18" charset="0"/>
                <a:cs typeface="Times New Roman" panose="02020603050405020304" pitchFamily="18" charset="0"/>
              </a:rPr>
              <a:t>B→c </a:t>
            </a:r>
            <a:endParaRPr lang="en-US" altLang="zh-CN" b="1" i="1" dirty="0">
              <a:latin typeface="Times New Roman" panose="02020603050405020304" pitchFamily="18" charset="0"/>
              <a:ea typeface="Times New Roman" panose="02020603050405020304" pitchFamily="18" charset="0"/>
            </a:endParaRPr>
          </a:p>
        </p:txBody>
      </p:sp>
      <p:sp>
        <p:nvSpPr>
          <p:cNvPr id="74755" name="Rectangle 2"/>
          <p:cNvSpPr>
            <a:spLocks noGrp="1"/>
          </p:cNvSpPr>
          <p:nvPr>
            <p:ph type="title"/>
          </p:nvPr>
        </p:nvSpPr>
        <p:spPr>
          <a:xfrm>
            <a:off x="755650" y="268288"/>
            <a:ext cx="8245475" cy="344487"/>
          </a:xfrm>
        </p:spPr>
        <p:txBody>
          <a:bodyPr vert="horz" wrap="square" lIns="91440" tIns="45720" rIns="91440" bIns="45720" anchor="ctr" anchorCtr="0"/>
          <a:lstStyle/>
          <a:p>
            <a:pPr eaLnBrk="1" hangingPunct="1"/>
            <a:r>
              <a:rPr lang="zh-CN" altLang="en-US" sz="3000" kern="1200" dirty="0">
                <a:solidFill>
                  <a:schemeClr val="tx1"/>
                </a:solidFill>
                <a:latin typeface="微软雅黑" panose="020B0503020204020204" pitchFamily="34" charset="-122"/>
                <a:ea typeface="微软雅黑" panose="020B0503020204020204" pitchFamily="34" charset="-122"/>
                <a:cs typeface="+mj-cs"/>
              </a:rPr>
              <a:t>合并同心项集时产生</a:t>
            </a:r>
            <a:r>
              <a:rPr lang="zh-CN" altLang="en-US" sz="3000" kern="1200" dirty="0">
                <a:solidFill>
                  <a:srgbClr val="2D83F4"/>
                </a:solidFill>
                <a:latin typeface="微软雅黑" panose="020B0503020204020204" pitchFamily="34" charset="-122"/>
                <a:ea typeface="微软雅黑" panose="020B0503020204020204" pitchFamily="34" charset="-122"/>
                <a:cs typeface="+mj-cs"/>
              </a:rPr>
              <a:t>归约</a:t>
            </a:r>
            <a:r>
              <a:rPr lang="en-US" altLang="zh-CN" sz="3000" kern="1200" dirty="0">
                <a:solidFill>
                  <a:srgbClr val="2D83F4"/>
                </a:solidFill>
                <a:latin typeface="微软雅黑" panose="020B0503020204020204" pitchFamily="34" charset="-122"/>
                <a:ea typeface="微软雅黑" panose="020B0503020204020204" pitchFamily="34" charset="-122"/>
                <a:cs typeface="+mj-cs"/>
              </a:rPr>
              <a:t>-</a:t>
            </a:r>
            <a:r>
              <a:rPr lang="zh-CN" altLang="en-US" sz="3000" kern="1200" dirty="0">
                <a:solidFill>
                  <a:srgbClr val="2D83F4"/>
                </a:solidFill>
                <a:latin typeface="微软雅黑" panose="020B0503020204020204" pitchFamily="34" charset="-122"/>
                <a:ea typeface="微软雅黑" panose="020B0503020204020204" pitchFamily="34" charset="-122"/>
                <a:cs typeface="+mj-cs"/>
              </a:rPr>
              <a:t>归约</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冲突的例子</a:t>
            </a:r>
            <a:endParaRPr lang="en-US" altLang="zh-CN" sz="3000" kern="1200" dirty="0">
              <a:solidFill>
                <a:schemeClr val="tx1"/>
              </a:solidFill>
              <a:latin typeface="微软雅黑" panose="020B0503020204020204" pitchFamily="34" charset="-122"/>
              <a:ea typeface="微软雅黑" panose="020B0503020204020204" pitchFamily="34" charset="-122"/>
              <a:cs typeface="+mj-cs"/>
            </a:endParaRPr>
          </a:p>
        </p:txBody>
      </p:sp>
      <p:grpSp>
        <p:nvGrpSpPr>
          <p:cNvPr id="3" name="组合 3"/>
          <p:cNvGrpSpPr/>
          <p:nvPr/>
        </p:nvGrpSpPr>
        <p:grpSpPr>
          <a:xfrm>
            <a:off x="981075" y="682625"/>
            <a:ext cx="7867650" cy="4408488"/>
            <a:chOff x="910415" y="683096"/>
            <a:chExt cx="7867293" cy="4406612"/>
          </a:xfrm>
        </p:grpSpPr>
        <p:sp>
          <p:nvSpPr>
            <p:cNvPr id="74758" name="Text Box 5"/>
            <p:cNvSpPr txBox="1"/>
            <p:nvPr/>
          </p:nvSpPr>
          <p:spPr>
            <a:xfrm>
              <a:off x="910415" y="2392106"/>
              <a:ext cx="1496945" cy="1845476"/>
            </a:xfrm>
            <a:prstGeom prst="rect">
              <a:avLst/>
            </a:prstGeom>
            <a:solidFill>
              <a:srgbClr val="B5CEED"/>
            </a:solidFill>
            <a:ln w="12700" cap="flat" cmpd="sng">
              <a:solidFill>
                <a:schemeClr val="tx1"/>
              </a:solidFill>
              <a:prstDash val="solid"/>
              <a:miter/>
              <a:headEnd type="none" w="sm" len="sm"/>
              <a:tailEnd type="none" w="sm" len="sm"/>
            </a:ln>
          </p:spPr>
          <p:txBody>
            <a:bodyPr tIns="0" bIns="0">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I</a:t>
              </a:r>
              <a:r>
                <a:rPr lang="en-US" altLang="zh-CN" sz="2000" b="1" i="1" baseline="-25000" dirty="0">
                  <a:solidFill>
                    <a:schemeClr val="tx1"/>
                  </a:solidFill>
                  <a:latin typeface="Times New Roman" panose="02020603050405020304" pitchFamily="18" charset="0"/>
                  <a:ea typeface="宋体" panose="02010600030101010101" pitchFamily="2" charset="-122"/>
                </a:rPr>
                <a:t>0</a:t>
              </a:r>
              <a:r>
                <a:rPr lang="en-US" altLang="zh-CN" sz="2000" b="1" dirty="0">
                  <a:solidFill>
                    <a:schemeClr val="tx1"/>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S′→</a:t>
              </a:r>
              <a:r>
                <a:rPr lang="en-US" altLang="zh-CN" sz="2000" b="1" i="1" dirty="0">
                  <a:solidFill>
                    <a:srgbClr val="000000"/>
                  </a:solidFill>
                  <a:latin typeface="Times New Roman" panose="02020603050405020304" pitchFamily="18" charset="0"/>
                  <a:ea typeface="宋体" panose="02010600030101010101" pitchFamily="2" charset="-122"/>
                </a:rPr>
                <a:t> · </a:t>
              </a:r>
              <a:r>
                <a:rPr lang="en-US" altLang="zh-CN" sz="2000" b="1" i="1" dirty="0">
                  <a:solidFill>
                    <a:schemeClr val="tx1"/>
                  </a:solidFill>
                  <a:latin typeface="Times New Roman" panose="02020603050405020304" pitchFamily="18" charset="0"/>
                  <a:ea typeface="宋体" panose="02010600030101010101" pitchFamily="2" charset="-122"/>
                </a:rPr>
                <a:t>S</a:t>
              </a:r>
              <a:r>
                <a:rPr lang="zh-CN" altLang="en-US" sz="2000" b="1" i="1" dirty="0">
                  <a:solidFill>
                    <a:schemeClr val="tx1"/>
                  </a:solidFill>
                  <a:latin typeface="Times New Roman" panose="02020603050405020304" pitchFamily="18" charset="0"/>
                  <a:ea typeface="宋体" panose="02010600030101010101" pitchFamily="2" charset="-122"/>
                </a:rPr>
                <a:t> </a:t>
              </a:r>
              <a:r>
                <a:rPr lang="en-US" altLang="zh-CN" sz="2000" b="1" i="1" dirty="0">
                  <a:solidFill>
                    <a:schemeClr val="tx1"/>
                  </a:solidFill>
                  <a:latin typeface="Times New Roman" panose="02020603050405020304" pitchFamily="18" charset="0"/>
                  <a:ea typeface="宋体" panose="02010600030101010101" pitchFamily="2" charset="-122"/>
                </a:rPr>
                <a:t>, </a:t>
              </a:r>
              <a:r>
                <a:rPr lang="en-US" altLang="zh-CN" sz="2000" b="1" dirty="0">
                  <a:solidFill>
                    <a:schemeClr val="tx1"/>
                  </a:solidFill>
                  <a:latin typeface="华文楷体" panose="02010600040101010101" pitchFamily="2" charset="-122"/>
                  <a:ea typeface="宋体" panose="02010600030101010101" pitchFamily="2" charset="-122"/>
                </a:rPr>
                <a:t>$</a:t>
              </a:r>
              <a:endParaRPr lang="en-US" altLang="zh-CN" sz="2000" b="1" i="1" dirty="0">
                <a:solidFill>
                  <a:schemeClr val="tx1"/>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S→</a:t>
              </a:r>
              <a:r>
                <a:rPr lang="en-US" altLang="zh-CN" sz="2000" b="1" i="1" dirty="0">
                  <a:solidFill>
                    <a:srgbClr val="000000"/>
                  </a:solidFill>
                  <a:latin typeface="Times New Roman" panose="02020603050405020304" pitchFamily="18" charset="0"/>
                  <a:ea typeface="宋体" panose="02010600030101010101" pitchFamily="2" charset="-122"/>
                </a:rPr>
                <a:t> ·</a:t>
              </a:r>
              <a:r>
                <a:rPr lang="en-US" altLang="zh-CN" sz="2000" b="1" i="1" dirty="0">
                  <a:solidFill>
                    <a:schemeClr val="tx1"/>
                  </a:solidFill>
                  <a:latin typeface="Times New Roman" panose="02020603050405020304" pitchFamily="18" charset="0"/>
                  <a:ea typeface="宋体" panose="02010600030101010101" pitchFamily="2" charset="-122"/>
                </a:rPr>
                <a:t>aAd , </a:t>
              </a:r>
              <a:r>
                <a:rPr lang="en-US" altLang="zh-CN" sz="2000" b="1" dirty="0">
                  <a:solidFill>
                    <a:schemeClr val="tx1"/>
                  </a:solidFill>
                  <a:latin typeface="华文楷体" panose="02010600040101010101" pitchFamily="2" charset="-122"/>
                  <a:ea typeface="宋体" panose="02010600030101010101" pitchFamily="2" charset="-122"/>
                </a:rPr>
                <a:t>$</a:t>
              </a:r>
              <a:endParaRPr lang="en-US" altLang="zh-CN" sz="2000" b="1" i="1" dirty="0">
                <a:solidFill>
                  <a:schemeClr val="tx1"/>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S→ </a:t>
              </a:r>
              <a:r>
                <a:rPr lang="en-US" altLang="zh-CN" sz="2000" b="1" i="1" dirty="0">
                  <a:solidFill>
                    <a:srgbClr val="000000"/>
                  </a:solidFill>
                  <a:latin typeface="Times New Roman" panose="02020603050405020304" pitchFamily="18" charset="0"/>
                  <a:ea typeface="宋体" panose="02010600030101010101" pitchFamily="2" charset="-122"/>
                </a:rPr>
                <a:t>·</a:t>
              </a:r>
              <a:r>
                <a:rPr lang="en-US" altLang="zh-CN" sz="2000" b="1" i="1" dirty="0">
                  <a:solidFill>
                    <a:schemeClr val="tx1"/>
                  </a:solidFill>
                  <a:latin typeface="Times New Roman" panose="02020603050405020304" pitchFamily="18" charset="0"/>
                  <a:ea typeface="宋体" panose="02010600030101010101" pitchFamily="2" charset="-122"/>
                </a:rPr>
                <a:t>bBd , </a:t>
              </a:r>
              <a:r>
                <a:rPr lang="en-US" altLang="zh-CN" sz="2000" b="1" dirty="0">
                  <a:solidFill>
                    <a:schemeClr val="tx1"/>
                  </a:solidFill>
                  <a:latin typeface="华文楷体" panose="02010600040101010101" pitchFamily="2" charset="-122"/>
                  <a:ea typeface="宋体" panose="02010600030101010101" pitchFamily="2" charset="-122"/>
                </a:rPr>
                <a:t>$</a:t>
              </a:r>
              <a:endParaRPr lang="en-US" altLang="zh-CN" sz="2000" b="1" i="1" dirty="0">
                <a:solidFill>
                  <a:schemeClr val="tx1"/>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S→ </a:t>
              </a:r>
              <a:r>
                <a:rPr lang="en-US" altLang="zh-CN" sz="2000" b="1" i="1" dirty="0">
                  <a:solidFill>
                    <a:srgbClr val="000000"/>
                  </a:solidFill>
                  <a:latin typeface="Times New Roman" panose="02020603050405020304" pitchFamily="18" charset="0"/>
                  <a:ea typeface="宋体" panose="02010600030101010101" pitchFamily="2" charset="-122"/>
                </a:rPr>
                <a:t>· </a:t>
              </a:r>
              <a:r>
                <a:rPr lang="en-US" altLang="zh-CN" sz="2000" b="1" i="1" dirty="0">
                  <a:solidFill>
                    <a:schemeClr val="tx1"/>
                  </a:solidFill>
                  <a:latin typeface="Times New Roman" panose="02020603050405020304" pitchFamily="18" charset="0"/>
                  <a:ea typeface="宋体" panose="02010600030101010101" pitchFamily="2" charset="-122"/>
                </a:rPr>
                <a:t>aBe , </a:t>
              </a:r>
              <a:r>
                <a:rPr lang="en-US" altLang="zh-CN" sz="2000" b="1" dirty="0">
                  <a:solidFill>
                    <a:schemeClr val="tx1"/>
                  </a:solidFill>
                  <a:latin typeface="华文楷体" panose="02010600040101010101" pitchFamily="2" charset="-122"/>
                  <a:ea typeface="宋体" panose="02010600030101010101" pitchFamily="2" charset="-122"/>
                </a:rPr>
                <a:t>$</a:t>
              </a:r>
              <a:endParaRPr lang="en-US" altLang="zh-CN" sz="2000" b="1" i="1" dirty="0">
                <a:solidFill>
                  <a:schemeClr val="tx1"/>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S→ </a:t>
              </a:r>
              <a:r>
                <a:rPr lang="en-US" altLang="zh-CN" sz="2000" b="1" i="1" dirty="0">
                  <a:solidFill>
                    <a:srgbClr val="000000"/>
                  </a:solidFill>
                  <a:latin typeface="Times New Roman" panose="02020603050405020304" pitchFamily="18" charset="0"/>
                  <a:ea typeface="宋体" panose="02010600030101010101" pitchFamily="2" charset="-122"/>
                </a:rPr>
                <a:t>· </a:t>
              </a:r>
              <a:r>
                <a:rPr lang="en-US" altLang="zh-CN" sz="2000" b="1" i="1" dirty="0">
                  <a:solidFill>
                    <a:schemeClr val="tx1"/>
                  </a:solidFill>
                  <a:latin typeface="Times New Roman" panose="02020603050405020304" pitchFamily="18" charset="0"/>
                  <a:ea typeface="宋体" panose="02010600030101010101" pitchFamily="2" charset="-122"/>
                </a:rPr>
                <a:t>bAe , </a:t>
              </a:r>
              <a:r>
                <a:rPr lang="en-US" altLang="zh-CN" sz="2000" b="1" dirty="0">
                  <a:solidFill>
                    <a:schemeClr val="tx1"/>
                  </a:solidFill>
                  <a:latin typeface="华文楷体" panose="02010600040101010101" pitchFamily="2" charset="-122"/>
                  <a:ea typeface="宋体" panose="02010600030101010101" pitchFamily="2" charset="-122"/>
                </a:rPr>
                <a:t>$</a:t>
              </a:r>
              <a:endParaRPr lang="en-US" altLang="zh-CN" sz="2000" b="1" i="1" dirty="0">
                <a:solidFill>
                  <a:schemeClr val="tx1"/>
                </a:solidFill>
                <a:latin typeface="Times New Roman" panose="02020603050405020304" pitchFamily="18" charset="0"/>
                <a:ea typeface="宋体" panose="02010600030101010101" pitchFamily="2" charset="-122"/>
              </a:endParaRPr>
            </a:p>
          </p:txBody>
        </p:sp>
        <p:sp>
          <p:nvSpPr>
            <p:cNvPr id="74759" name="Text Box 6"/>
            <p:cNvSpPr txBox="1"/>
            <p:nvPr/>
          </p:nvSpPr>
          <p:spPr>
            <a:xfrm>
              <a:off x="2896288" y="916360"/>
              <a:ext cx="1535042" cy="706136"/>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I</a:t>
              </a:r>
              <a:r>
                <a:rPr lang="en-US" altLang="zh-CN" sz="2000" b="1" i="1" baseline="-25000" dirty="0">
                  <a:solidFill>
                    <a:schemeClr val="tx1"/>
                  </a:solidFill>
                  <a:latin typeface="Times New Roman" panose="02020603050405020304" pitchFamily="18" charset="0"/>
                  <a:ea typeface="宋体" panose="02010600030101010101" pitchFamily="2" charset="-122"/>
                </a:rPr>
                <a:t>1</a:t>
              </a:r>
              <a:r>
                <a:rPr lang="en-US" altLang="zh-CN" sz="2000" b="1" dirty="0">
                  <a:solidFill>
                    <a:schemeClr val="tx1"/>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S′→ S</a:t>
              </a:r>
              <a:r>
                <a:rPr lang="en-US" altLang="zh-CN" sz="2000" b="1" i="1" dirty="0">
                  <a:solidFill>
                    <a:srgbClr val="000000"/>
                  </a:solidFill>
                  <a:latin typeface="Times New Roman" panose="02020603050405020304" pitchFamily="18" charset="0"/>
                  <a:ea typeface="宋体" panose="02010600030101010101" pitchFamily="2" charset="-122"/>
                </a:rPr>
                <a:t> ·</a:t>
              </a:r>
              <a:r>
                <a:rPr lang="en-US" altLang="zh-CN" sz="2000" b="1" i="1" dirty="0">
                  <a:solidFill>
                    <a:schemeClr val="tx1"/>
                  </a:solidFill>
                  <a:latin typeface="Times New Roman" panose="02020603050405020304" pitchFamily="18" charset="0"/>
                  <a:ea typeface="宋体" panose="02010600030101010101" pitchFamily="2" charset="-122"/>
                </a:rPr>
                <a:t> , </a:t>
              </a:r>
              <a:r>
                <a:rPr lang="en-US" altLang="zh-CN" sz="2000" b="1" dirty="0">
                  <a:solidFill>
                    <a:schemeClr val="tx1"/>
                  </a:solidFill>
                  <a:latin typeface="华文楷体" panose="02010600040101010101" pitchFamily="2" charset="-122"/>
                  <a:ea typeface="宋体" panose="02010600030101010101" pitchFamily="2" charset="-122"/>
                </a:rPr>
                <a:t>$</a:t>
              </a:r>
              <a:endParaRPr lang="en-US" altLang="zh-CN" sz="2000" b="1" i="1" dirty="0">
                <a:solidFill>
                  <a:schemeClr val="tx1"/>
                </a:solidFill>
                <a:latin typeface="Times New Roman" panose="02020603050405020304" pitchFamily="18" charset="0"/>
                <a:ea typeface="宋体" panose="02010600030101010101" pitchFamily="2" charset="-122"/>
              </a:endParaRPr>
            </a:p>
          </p:txBody>
        </p:sp>
        <p:sp>
          <p:nvSpPr>
            <p:cNvPr id="74760" name="Line 7"/>
            <p:cNvSpPr/>
            <p:nvPr/>
          </p:nvSpPr>
          <p:spPr>
            <a:xfrm flipV="1">
              <a:off x="2437181" y="1611784"/>
              <a:ext cx="439925" cy="1182634"/>
            </a:xfrm>
            <a:prstGeom prst="line">
              <a:avLst/>
            </a:prstGeom>
            <a:ln w="38100" cap="flat" cmpd="sng">
              <a:solidFill>
                <a:schemeClr val="tx1"/>
              </a:solidFill>
              <a:prstDash val="solid"/>
              <a:headEnd type="none" w="sm" len="sm"/>
              <a:tailEnd type="triangle" w="med" len="med"/>
            </a:ln>
          </p:spPr>
        </p:sp>
        <p:sp>
          <p:nvSpPr>
            <p:cNvPr id="103432" name="Text Box 8"/>
            <p:cNvSpPr txBox="1">
              <a:spLocks noChangeArrowheads="1"/>
            </p:cNvSpPr>
            <p:nvPr/>
          </p:nvSpPr>
          <p:spPr bwMode="auto">
            <a:xfrm>
              <a:off x="2896288" y="1708185"/>
              <a:ext cx="1530281" cy="163125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 a</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Ad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 a</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Be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c , d</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B→ </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c , e</a:t>
              </a:r>
            </a:p>
          </p:txBody>
        </p:sp>
        <p:sp>
          <p:nvSpPr>
            <p:cNvPr id="74762" name="Line 9"/>
            <p:cNvSpPr/>
            <p:nvPr/>
          </p:nvSpPr>
          <p:spPr>
            <a:xfrm flipV="1">
              <a:off x="2408502" y="3219637"/>
              <a:ext cx="508000" cy="0"/>
            </a:xfrm>
            <a:prstGeom prst="line">
              <a:avLst/>
            </a:prstGeom>
            <a:ln w="38100" cap="flat" cmpd="sng">
              <a:solidFill>
                <a:schemeClr val="tx1"/>
              </a:solidFill>
              <a:prstDash val="solid"/>
              <a:headEnd type="none" w="sm" len="sm"/>
              <a:tailEnd type="triangle" w="med" len="med"/>
            </a:ln>
          </p:spPr>
        </p:sp>
        <p:sp>
          <p:nvSpPr>
            <p:cNvPr id="74763" name="Text Box 10"/>
            <p:cNvSpPr txBox="1"/>
            <p:nvPr/>
          </p:nvSpPr>
          <p:spPr>
            <a:xfrm>
              <a:off x="2436889" y="2859690"/>
              <a:ext cx="503238"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a</a:t>
              </a:r>
            </a:p>
          </p:txBody>
        </p:sp>
        <p:sp>
          <p:nvSpPr>
            <p:cNvPr id="103435" name="Text Box 14"/>
            <p:cNvSpPr txBox="1">
              <a:spLocks noChangeArrowheads="1"/>
            </p:cNvSpPr>
            <p:nvPr/>
          </p:nvSpPr>
          <p:spPr bwMode="auto">
            <a:xfrm>
              <a:off x="2897875" y="3436237"/>
              <a:ext cx="1528694" cy="162935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3</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 b</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Bd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 </a:t>
              </a:r>
              <a:r>
                <a:rPr kumimoji="1" lang="en-US" altLang="zh-CN" sz="2000" b="1" i="1" noProof="0">
                  <a:ln>
                    <a:noFill/>
                  </a:ln>
                  <a:effectLst/>
                  <a:uLnTx/>
                  <a:uFillTx/>
                  <a:latin typeface="Times New Roman" panose="02020603050405020304" pitchFamily="18" charset="0"/>
                  <a:sym typeface="+mn-ea"/>
                </a:rPr>
                <a:t>b</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Ae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B→ </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c , d</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 </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c , e</a:t>
              </a:r>
            </a:p>
          </p:txBody>
        </p:sp>
        <p:sp>
          <p:nvSpPr>
            <p:cNvPr id="74765" name="Text Box 16"/>
            <p:cNvSpPr txBox="1"/>
            <p:nvPr/>
          </p:nvSpPr>
          <p:spPr>
            <a:xfrm>
              <a:off x="2412469" y="3723562"/>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b</a:t>
              </a:r>
              <a:endParaRPr lang="zh-CN" altLang="en-US" sz="2000" b="1" i="1" dirty="0">
                <a:solidFill>
                  <a:schemeClr val="tx1"/>
                </a:solidFill>
                <a:latin typeface="Times New Roman" panose="02020603050405020304" pitchFamily="18" charset="0"/>
                <a:ea typeface="宋体" panose="02010600030101010101" pitchFamily="2" charset="-122"/>
              </a:endParaRPr>
            </a:p>
          </p:txBody>
        </p:sp>
        <p:sp>
          <p:nvSpPr>
            <p:cNvPr id="103437" name="Text Box 18"/>
            <p:cNvSpPr txBox="1">
              <a:spLocks noChangeArrowheads="1"/>
            </p:cNvSpPr>
            <p:nvPr/>
          </p:nvSpPr>
          <p:spPr bwMode="auto">
            <a:xfrm>
              <a:off x="5201233" y="683096"/>
              <a:ext cx="1517581" cy="60458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4</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 aA</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d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4767" name="Line 19"/>
            <p:cNvSpPr/>
            <p:nvPr/>
          </p:nvSpPr>
          <p:spPr>
            <a:xfrm flipV="1">
              <a:off x="4426199" y="1002453"/>
              <a:ext cx="781357" cy="1010571"/>
            </a:xfrm>
            <a:prstGeom prst="line">
              <a:avLst/>
            </a:prstGeom>
            <a:ln w="38100" cap="flat" cmpd="sng">
              <a:solidFill>
                <a:schemeClr val="tx1"/>
              </a:solidFill>
              <a:prstDash val="solid"/>
              <a:headEnd type="none" w="sm" len="sm"/>
              <a:tailEnd type="triangle" w="med" len="med"/>
            </a:ln>
          </p:spPr>
        </p:sp>
        <p:sp>
          <p:nvSpPr>
            <p:cNvPr id="74768" name="Text Box 20"/>
            <p:cNvSpPr txBox="1"/>
            <p:nvPr/>
          </p:nvSpPr>
          <p:spPr>
            <a:xfrm>
              <a:off x="4475435" y="1203934"/>
              <a:ext cx="4572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A</a:t>
              </a:r>
            </a:p>
          </p:txBody>
        </p:sp>
        <p:sp>
          <p:nvSpPr>
            <p:cNvPr id="103440" name="Text Box 21"/>
            <p:cNvSpPr txBox="1">
              <a:spLocks noChangeArrowheads="1"/>
            </p:cNvSpPr>
            <p:nvPr/>
          </p:nvSpPr>
          <p:spPr bwMode="auto">
            <a:xfrm>
              <a:off x="5256793" y="1347976"/>
              <a:ext cx="1449322" cy="60458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5</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 aB</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e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4770" name="Line 22"/>
            <p:cNvSpPr/>
            <p:nvPr/>
          </p:nvSpPr>
          <p:spPr>
            <a:xfrm flipV="1">
              <a:off x="4423919" y="1666780"/>
              <a:ext cx="868893" cy="792225"/>
            </a:xfrm>
            <a:prstGeom prst="line">
              <a:avLst/>
            </a:prstGeom>
            <a:ln w="38100" cap="flat" cmpd="sng">
              <a:solidFill>
                <a:schemeClr val="tx1"/>
              </a:solidFill>
              <a:prstDash val="solid"/>
              <a:headEnd type="none" w="sm" len="sm"/>
              <a:tailEnd type="triangle" w="med" len="med"/>
            </a:ln>
          </p:spPr>
        </p:sp>
        <p:sp>
          <p:nvSpPr>
            <p:cNvPr id="74771" name="Text Box 23"/>
            <p:cNvSpPr txBox="1"/>
            <p:nvPr/>
          </p:nvSpPr>
          <p:spPr>
            <a:xfrm>
              <a:off x="4440545" y="1860877"/>
              <a:ext cx="457200" cy="401637"/>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B</a:t>
              </a:r>
            </a:p>
          </p:txBody>
        </p:sp>
        <p:sp>
          <p:nvSpPr>
            <p:cNvPr id="103443" name="Text Box 24"/>
            <p:cNvSpPr txBox="1">
              <a:spLocks noChangeArrowheads="1"/>
            </p:cNvSpPr>
            <p:nvPr/>
          </p:nvSpPr>
          <p:spPr bwMode="auto">
            <a:xfrm>
              <a:off x="5283780" y="1995400"/>
              <a:ext cx="1438210" cy="86164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6</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A→ c</a:t>
              </a:r>
              <a:r>
                <a:rPr kumimoji="0" lang="en-US" altLang="zh-CN" sz="20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 , d</a:t>
              </a:r>
            </a:p>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B→ c</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 , e</a:t>
              </a:r>
            </a:p>
          </p:txBody>
        </p:sp>
        <p:sp>
          <p:nvSpPr>
            <p:cNvPr id="74773" name="Line 25"/>
            <p:cNvSpPr/>
            <p:nvPr/>
          </p:nvSpPr>
          <p:spPr>
            <a:xfrm flipV="1">
              <a:off x="4426198" y="2643722"/>
              <a:ext cx="857309" cy="7937"/>
            </a:xfrm>
            <a:prstGeom prst="line">
              <a:avLst/>
            </a:prstGeom>
            <a:ln w="38100" cap="flat" cmpd="sng">
              <a:solidFill>
                <a:schemeClr val="tx1"/>
              </a:solidFill>
              <a:prstDash val="solid"/>
              <a:headEnd type="none" w="sm" len="sm"/>
              <a:tailEnd type="triangle" w="med" len="med"/>
            </a:ln>
          </p:spPr>
        </p:sp>
        <p:sp>
          <p:nvSpPr>
            <p:cNvPr id="74774" name="Text Box 26"/>
            <p:cNvSpPr txBox="1"/>
            <p:nvPr/>
          </p:nvSpPr>
          <p:spPr>
            <a:xfrm>
              <a:off x="4479631" y="2315662"/>
              <a:ext cx="3810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c</a:t>
              </a:r>
            </a:p>
          </p:txBody>
        </p:sp>
        <p:sp>
          <p:nvSpPr>
            <p:cNvPr id="103446" name="Text Box 27"/>
            <p:cNvSpPr txBox="1">
              <a:spLocks noChangeArrowheads="1"/>
            </p:cNvSpPr>
            <p:nvPr/>
          </p:nvSpPr>
          <p:spPr bwMode="auto">
            <a:xfrm>
              <a:off x="7249015" y="711659"/>
              <a:ext cx="1523931" cy="7045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10</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 aAd</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4776" name="Line 28"/>
            <p:cNvSpPr/>
            <p:nvPr/>
          </p:nvSpPr>
          <p:spPr>
            <a:xfrm flipV="1">
              <a:off x="6732754" y="1131945"/>
              <a:ext cx="533400" cy="0"/>
            </a:xfrm>
            <a:prstGeom prst="line">
              <a:avLst/>
            </a:prstGeom>
            <a:ln w="38100" cap="flat" cmpd="sng">
              <a:solidFill>
                <a:schemeClr val="tx1"/>
              </a:solidFill>
              <a:prstDash val="solid"/>
              <a:headEnd type="none" w="sm" len="sm"/>
              <a:tailEnd type="triangle" w="med" len="med"/>
            </a:ln>
          </p:spPr>
        </p:sp>
        <p:sp>
          <p:nvSpPr>
            <p:cNvPr id="74777" name="Text Box 29"/>
            <p:cNvSpPr txBox="1"/>
            <p:nvPr/>
          </p:nvSpPr>
          <p:spPr>
            <a:xfrm>
              <a:off x="6754077" y="737071"/>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d</a:t>
              </a:r>
            </a:p>
          </p:txBody>
        </p:sp>
        <p:sp>
          <p:nvSpPr>
            <p:cNvPr id="74778" name="Text Box 33"/>
            <p:cNvSpPr txBox="1"/>
            <p:nvPr/>
          </p:nvSpPr>
          <p:spPr>
            <a:xfrm>
              <a:off x="2494740" y="2363862"/>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S</a:t>
              </a:r>
            </a:p>
          </p:txBody>
        </p:sp>
        <p:sp>
          <p:nvSpPr>
            <p:cNvPr id="74779" name="Line 41"/>
            <p:cNvSpPr/>
            <p:nvPr/>
          </p:nvSpPr>
          <p:spPr>
            <a:xfrm>
              <a:off x="2392670" y="4083509"/>
              <a:ext cx="522287" cy="0"/>
            </a:xfrm>
            <a:prstGeom prst="line">
              <a:avLst/>
            </a:prstGeom>
            <a:ln w="41275" cap="flat" cmpd="sng">
              <a:solidFill>
                <a:schemeClr val="tx1"/>
              </a:solidFill>
              <a:prstDash val="solid"/>
              <a:headEnd type="none" w="med" len="med"/>
              <a:tailEnd type="triangle" w="med" len="med"/>
            </a:ln>
          </p:spPr>
        </p:sp>
        <p:sp>
          <p:nvSpPr>
            <p:cNvPr id="103451" name="Text Box 18"/>
            <p:cNvSpPr txBox="1">
              <a:spLocks noChangeArrowheads="1"/>
            </p:cNvSpPr>
            <p:nvPr/>
          </p:nvSpPr>
          <p:spPr bwMode="auto">
            <a:xfrm>
              <a:off x="5271080" y="2931627"/>
              <a:ext cx="1482658" cy="60458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7</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 bB</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d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4781" name="Line 19"/>
            <p:cNvSpPr/>
            <p:nvPr/>
          </p:nvSpPr>
          <p:spPr>
            <a:xfrm flipV="1">
              <a:off x="4455524" y="3405700"/>
              <a:ext cx="827983" cy="159056"/>
            </a:xfrm>
            <a:prstGeom prst="line">
              <a:avLst/>
            </a:prstGeom>
            <a:ln w="38100" cap="flat" cmpd="sng">
              <a:solidFill>
                <a:schemeClr val="tx1"/>
              </a:solidFill>
              <a:prstDash val="solid"/>
              <a:headEnd type="none" w="sm" len="sm"/>
              <a:tailEnd type="triangle" w="med" len="med"/>
            </a:ln>
          </p:spPr>
        </p:sp>
        <p:sp>
          <p:nvSpPr>
            <p:cNvPr id="74782" name="Text Box 20"/>
            <p:cNvSpPr txBox="1"/>
            <p:nvPr/>
          </p:nvSpPr>
          <p:spPr>
            <a:xfrm>
              <a:off x="4423918" y="3156161"/>
              <a:ext cx="4572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B</a:t>
              </a:r>
            </a:p>
          </p:txBody>
        </p:sp>
        <p:sp>
          <p:nvSpPr>
            <p:cNvPr id="103454" name="Text Box 21"/>
            <p:cNvSpPr txBox="1">
              <a:spLocks noChangeArrowheads="1"/>
            </p:cNvSpPr>
            <p:nvPr/>
          </p:nvSpPr>
          <p:spPr bwMode="auto">
            <a:xfrm>
              <a:off x="5272667" y="3580637"/>
              <a:ext cx="1449322" cy="60458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8</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 aA</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e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4784" name="Line 22"/>
            <p:cNvSpPr/>
            <p:nvPr/>
          </p:nvSpPr>
          <p:spPr>
            <a:xfrm flipV="1">
              <a:off x="4455524" y="4011520"/>
              <a:ext cx="804965" cy="0"/>
            </a:xfrm>
            <a:prstGeom prst="line">
              <a:avLst/>
            </a:prstGeom>
            <a:ln w="38100" cap="flat" cmpd="sng">
              <a:solidFill>
                <a:schemeClr val="tx1"/>
              </a:solidFill>
              <a:prstDash val="solid"/>
              <a:headEnd type="none" w="sm" len="sm"/>
              <a:tailEnd type="triangle" w="med" len="med"/>
            </a:ln>
          </p:spPr>
        </p:sp>
        <p:sp>
          <p:nvSpPr>
            <p:cNvPr id="74785" name="Text Box 23"/>
            <p:cNvSpPr txBox="1"/>
            <p:nvPr/>
          </p:nvSpPr>
          <p:spPr>
            <a:xfrm>
              <a:off x="4403430" y="3651573"/>
              <a:ext cx="457200" cy="401638"/>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A</a:t>
              </a:r>
            </a:p>
          </p:txBody>
        </p:sp>
        <p:sp>
          <p:nvSpPr>
            <p:cNvPr id="103457" name="Text Box 24"/>
            <p:cNvSpPr txBox="1">
              <a:spLocks noChangeArrowheads="1"/>
            </p:cNvSpPr>
            <p:nvPr/>
          </p:nvSpPr>
          <p:spPr bwMode="auto">
            <a:xfrm>
              <a:off x="5283780" y="4228062"/>
              <a:ext cx="1438210" cy="86164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9</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B→ c</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 , d</a:t>
              </a:r>
            </a:p>
            <a:p>
              <a:pPr marL="0" marR="0" lvl="0" indent="0" algn="l" defTabSz="914400" rtl="0" eaLnBrk="0" fontAlgn="base" latinLnBrk="0" hangingPunct="0">
                <a:lnSpc>
                  <a:spcPts val="2000"/>
                </a:lnSpc>
                <a:spcBef>
                  <a:spcPct val="0"/>
                </a:spcBef>
                <a:spcAft>
                  <a:spcPct val="0"/>
                </a:spcAft>
                <a:buClrTx/>
                <a:buSzTx/>
                <a:buFontTx/>
                <a:buNone/>
                <a:defRPr/>
              </a:pPr>
              <a:r>
                <a:rPr kumimoji="1" lang="en-US" altLang="zh-CN" sz="20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A→ c</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 , e</a:t>
              </a:r>
            </a:p>
          </p:txBody>
        </p:sp>
        <p:sp>
          <p:nvSpPr>
            <p:cNvPr id="74787" name="Line 25"/>
            <p:cNvSpPr/>
            <p:nvPr/>
          </p:nvSpPr>
          <p:spPr>
            <a:xfrm>
              <a:off x="4440545" y="4907558"/>
              <a:ext cx="857249" cy="0"/>
            </a:xfrm>
            <a:prstGeom prst="line">
              <a:avLst/>
            </a:prstGeom>
            <a:ln w="38100" cap="flat" cmpd="sng">
              <a:solidFill>
                <a:schemeClr val="tx1"/>
              </a:solidFill>
              <a:prstDash val="solid"/>
              <a:headEnd type="none" w="sm" len="sm"/>
              <a:tailEnd type="triangle" w="med" len="med"/>
            </a:ln>
          </p:spPr>
        </p:sp>
        <p:sp>
          <p:nvSpPr>
            <p:cNvPr id="74788" name="Text Box 26"/>
            <p:cNvSpPr txBox="1"/>
            <p:nvPr/>
          </p:nvSpPr>
          <p:spPr>
            <a:xfrm>
              <a:off x="4425694" y="4547332"/>
              <a:ext cx="3810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c</a:t>
              </a:r>
            </a:p>
          </p:txBody>
        </p:sp>
        <p:sp>
          <p:nvSpPr>
            <p:cNvPr id="103460" name="Text Box 27"/>
            <p:cNvSpPr txBox="1">
              <a:spLocks noChangeArrowheads="1"/>
            </p:cNvSpPr>
            <p:nvPr/>
          </p:nvSpPr>
          <p:spPr bwMode="auto">
            <a:xfrm>
              <a:off x="7249015" y="1505071"/>
              <a:ext cx="1523931" cy="70772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11</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 aBe</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4790" name="Line 28"/>
            <p:cNvSpPr/>
            <p:nvPr/>
          </p:nvSpPr>
          <p:spPr>
            <a:xfrm flipV="1">
              <a:off x="6692164" y="1779849"/>
              <a:ext cx="533400" cy="0"/>
            </a:xfrm>
            <a:prstGeom prst="line">
              <a:avLst/>
            </a:prstGeom>
            <a:ln w="38100" cap="flat" cmpd="sng">
              <a:solidFill>
                <a:schemeClr val="tx1"/>
              </a:solidFill>
              <a:prstDash val="solid"/>
              <a:headEnd type="none" w="sm" len="sm"/>
              <a:tailEnd type="triangle" w="med" len="med"/>
            </a:ln>
          </p:spPr>
        </p:sp>
        <p:sp>
          <p:nvSpPr>
            <p:cNvPr id="74791" name="Text Box 29"/>
            <p:cNvSpPr txBox="1"/>
            <p:nvPr/>
          </p:nvSpPr>
          <p:spPr>
            <a:xfrm>
              <a:off x="6755665" y="1419902"/>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e</a:t>
              </a:r>
            </a:p>
          </p:txBody>
        </p:sp>
        <p:sp>
          <p:nvSpPr>
            <p:cNvPr id="103463" name="Text Box 27"/>
            <p:cNvSpPr txBox="1">
              <a:spLocks noChangeArrowheads="1"/>
            </p:cNvSpPr>
            <p:nvPr/>
          </p:nvSpPr>
          <p:spPr bwMode="auto">
            <a:xfrm>
              <a:off x="7263302" y="2355609"/>
              <a:ext cx="1509644" cy="70772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12</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 bBd</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4793" name="Line 28"/>
            <p:cNvSpPr/>
            <p:nvPr/>
          </p:nvSpPr>
          <p:spPr>
            <a:xfrm flipV="1">
              <a:off x="6775392" y="3003669"/>
              <a:ext cx="533400" cy="0"/>
            </a:xfrm>
            <a:prstGeom prst="line">
              <a:avLst/>
            </a:prstGeom>
            <a:ln w="38100" cap="flat" cmpd="sng">
              <a:solidFill>
                <a:schemeClr val="tx1"/>
              </a:solidFill>
              <a:prstDash val="solid"/>
              <a:headEnd type="none" w="sm" len="sm"/>
              <a:tailEnd type="triangle" w="med" len="med"/>
            </a:ln>
          </p:spPr>
        </p:sp>
        <p:sp>
          <p:nvSpPr>
            <p:cNvPr id="74794" name="Text Box 29"/>
            <p:cNvSpPr txBox="1"/>
            <p:nvPr/>
          </p:nvSpPr>
          <p:spPr>
            <a:xfrm>
              <a:off x="6775392" y="2643722"/>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d</a:t>
              </a:r>
            </a:p>
          </p:txBody>
        </p:sp>
        <p:sp>
          <p:nvSpPr>
            <p:cNvPr id="103466" name="Text Box 27"/>
            <p:cNvSpPr txBox="1">
              <a:spLocks noChangeArrowheads="1"/>
            </p:cNvSpPr>
            <p:nvPr/>
          </p:nvSpPr>
          <p:spPr bwMode="auto">
            <a:xfrm>
              <a:off x="7249015" y="3147435"/>
              <a:ext cx="1528693" cy="70772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13</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 aAe</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4796" name="Line 28"/>
            <p:cNvSpPr/>
            <p:nvPr/>
          </p:nvSpPr>
          <p:spPr>
            <a:xfrm flipV="1">
              <a:off x="6742965" y="3723562"/>
              <a:ext cx="533400" cy="0"/>
            </a:xfrm>
            <a:prstGeom prst="line">
              <a:avLst/>
            </a:prstGeom>
            <a:ln w="38100" cap="flat" cmpd="sng">
              <a:solidFill>
                <a:schemeClr val="tx1"/>
              </a:solidFill>
              <a:prstDash val="solid"/>
              <a:headEnd type="none" w="sm" len="sm"/>
              <a:tailEnd type="triangle" w="med" len="med"/>
            </a:ln>
          </p:spPr>
        </p:sp>
        <p:sp>
          <p:nvSpPr>
            <p:cNvPr id="74797" name="Text Box 29"/>
            <p:cNvSpPr txBox="1"/>
            <p:nvPr/>
          </p:nvSpPr>
          <p:spPr>
            <a:xfrm>
              <a:off x="6819165" y="3363616"/>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e</a:t>
              </a:r>
            </a:p>
          </p:txBody>
        </p:sp>
      </p:grpSp>
      <p:sp>
        <p:nvSpPr>
          <p:cNvPr id="2" name="矩形 1"/>
          <p:cNvSpPr>
            <a:spLocks noChangeArrowheads="1"/>
          </p:cNvSpPr>
          <p:nvPr/>
        </p:nvSpPr>
        <p:spPr bwMode="auto">
          <a:xfrm>
            <a:off x="7164388" y="4011613"/>
            <a:ext cx="1836738" cy="1016000"/>
          </a:xfrm>
          <a:prstGeom prst="rect">
            <a:avLst/>
          </a:prstGeom>
          <a:solidFill>
            <a:schemeClr val="accent5">
              <a:lumMod val="60000"/>
              <a:lumOff val="40000"/>
            </a:schemeClr>
          </a:solidFill>
          <a:ln w="12700">
            <a:solidFill>
              <a:schemeClr val="tx1"/>
            </a:solid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1">
                <a:ln>
                  <a:noFill/>
                </a:ln>
                <a:solidFill>
                  <a:schemeClr val="tx1"/>
                </a:solidFill>
                <a:effectLst/>
                <a:uLnTx/>
                <a:uFillTx/>
                <a:latin typeface="Times New Roman" panose="02020603050405020304" pitchFamily="18" charset="0"/>
                <a:ea typeface="楷体" panose="02010609060101010101" pitchFamily="49" charset="-122"/>
                <a:cs typeface="+mn-ea"/>
              </a:rPr>
              <a:t>合并同心项集不会产生移进</a:t>
            </a:r>
            <a:r>
              <a:rPr kumimoji="0" lang="en-US" altLang="zh-CN" sz="2000" b="1" i="0" u="none" strike="noStrike" kern="1200" cap="none" spc="0" normalizeH="0" baseline="0" noProof="1">
                <a:ln>
                  <a:noFill/>
                </a:ln>
                <a:solidFill>
                  <a:schemeClr val="tx1"/>
                </a:solidFill>
                <a:effectLst/>
                <a:uLnTx/>
                <a:uFillTx/>
                <a:latin typeface="Times New Roman" panose="02020603050405020304" pitchFamily="18" charset="0"/>
                <a:ea typeface="Times New Roman" panose="02020603050405020304" pitchFamily="18" charset="0"/>
                <a:cs typeface="+mn-ea"/>
              </a:rPr>
              <a:t>-</a:t>
            </a:r>
            <a:r>
              <a:rPr kumimoji="0" lang="zh-CN" altLang="en-US" sz="2000" b="1" i="0" u="none" strike="noStrike" kern="1200" cap="none" spc="0" normalizeH="0" baseline="0" noProof="1">
                <a:ln>
                  <a:noFill/>
                </a:ln>
                <a:solidFill>
                  <a:schemeClr val="tx1"/>
                </a:solidFill>
                <a:effectLst/>
                <a:uLnTx/>
                <a:uFillTx/>
                <a:latin typeface="Times New Roman" panose="02020603050405020304" pitchFamily="18" charset="0"/>
                <a:ea typeface="楷体" panose="02010609060101010101" pitchFamily="49" charset="-122"/>
                <a:cs typeface="+mn-ea"/>
              </a:rPr>
              <a:t>归约冲突</a:t>
            </a:r>
            <a:endParaRPr kumimoji="0" lang="zh-CN" altLang="en-US" sz="1400" b="1" i="0" u="none" strike="noStrike" kern="1200" cap="none" spc="0" normalizeH="0" baseline="0" noProof="1">
              <a:ln>
                <a:noFill/>
              </a:ln>
              <a:solidFill>
                <a:schemeClr val="tx1"/>
              </a:solidFill>
              <a:effectLst/>
              <a:uLnTx/>
              <a:uFillTx/>
              <a:latin typeface="Tahoma" panose="020B0604030504040204" pitchFamily="34" charset="0"/>
              <a:ea typeface="楷体" panose="020106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p:cNvSpPr>
          <p:nvPr>
            <p:ph type="title"/>
          </p:nvPr>
        </p:nvSpPr>
        <p:spPr>
          <a:xfrm>
            <a:off x="755650" y="484188"/>
            <a:ext cx="7931150" cy="358775"/>
          </a:xfrm>
        </p:spPr>
        <p:txBody>
          <a:bodyPr vert="horz" wrap="square" lIns="91440" tIns="45720" rIns="91440" bIns="45720" anchor="ctr" anchorCtr="0"/>
          <a:lstStyle/>
          <a:p>
            <a:pPr eaLnBrk="1" hangingPunct="1"/>
            <a:r>
              <a:rPr lang="zh-CN" altLang="en-US" sz="2800" kern="1200" dirty="0">
                <a:solidFill>
                  <a:schemeClr val="tx1"/>
                </a:solidFill>
                <a:latin typeface="微软雅黑" panose="020B0503020204020204" pitchFamily="34" charset="-122"/>
                <a:ea typeface="微软雅黑" panose="020B0503020204020204" pitchFamily="34" charset="-122"/>
                <a:cs typeface="+mj-cs"/>
              </a:rPr>
              <a:t>合并同心项集后，虽然不产生冲突，但可能会</a:t>
            </a:r>
            <a:br>
              <a:rPr lang="zh-CN" altLang="en-US" sz="2800" kern="1200" dirty="0">
                <a:solidFill>
                  <a:schemeClr val="tx1"/>
                </a:solidFill>
                <a:latin typeface="微软雅黑" panose="020B0503020204020204" pitchFamily="34" charset="-122"/>
                <a:ea typeface="微软雅黑" panose="020B0503020204020204" pitchFamily="34" charset="-122"/>
                <a:cs typeface="+mj-cs"/>
              </a:rPr>
            </a:br>
            <a:r>
              <a:rPr lang="zh-CN" altLang="en-US" sz="2800" kern="1200" dirty="0">
                <a:solidFill>
                  <a:schemeClr val="hlink"/>
                </a:solidFill>
                <a:latin typeface="微软雅黑" panose="020B0503020204020204" pitchFamily="34" charset="-122"/>
                <a:ea typeface="微软雅黑" panose="020B0503020204020204" pitchFamily="34" charset="-122"/>
                <a:cs typeface="+mj-cs"/>
              </a:rPr>
              <a:t>推迟错误的发现</a:t>
            </a:r>
          </a:p>
        </p:txBody>
      </p:sp>
      <p:sp>
        <p:nvSpPr>
          <p:cNvPr id="352373" name="Rectangle 117"/>
          <p:cNvSpPr>
            <a:spLocks noChangeArrowheads="1"/>
          </p:cNvSpPr>
          <p:nvPr/>
        </p:nvSpPr>
        <p:spPr bwMode="auto">
          <a:xfrm>
            <a:off x="4067175" y="4449763"/>
            <a:ext cx="4613275" cy="638175"/>
          </a:xfrm>
          <a:prstGeom prst="rect">
            <a:avLst/>
          </a:prstGeom>
          <a:solidFill>
            <a:schemeClr val="accent5">
              <a:lumMod val="60000"/>
              <a:lumOff val="40000"/>
            </a:schemeClr>
          </a:solidFill>
          <a:ln w="12700">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1" u="none" strike="noStrike" kern="1200" cap="none" spc="0" normalizeH="0" baseline="0" noProof="1">
                <a:ln>
                  <a:noFill/>
                </a:ln>
                <a:solidFill>
                  <a:schemeClr val="tx1"/>
                </a:solidFill>
                <a:effectLst/>
                <a:uLnTx/>
                <a:uFillTx/>
                <a:latin typeface="Times New Roman" panose="02020603050405020304" pitchFamily="18" charset="0"/>
                <a:ea typeface="Times New Roman" panose="02020603050405020304" pitchFamily="18" charset="0"/>
                <a:cs typeface="华文楷体" panose="02010600040101010101" pitchFamily="2" charset="-122"/>
              </a:rPr>
              <a:t>LALR</a:t>
            </a:r>
            <a:r>
              <a:rPr kumimoji="0" lang="zh-CN" altLang="en-US" sz="2000" b="1" i="0" u="none" strike="noStrike" kern="1200" cap="none" spc="0" normalizeH="0" baseline="0" noProof="1">
                <a:ln>
                  <a:noFill/>
                </a:ln>
                <a:solidFill>
                  <a:schemeClr val="tx1"/>
                </a:solidFill>
                <a:effectLst/>
                <a:uLnTx/>
                <a:uFillTx/>
                <a:latin typeface="Times New Roman" panose="02020603050405020304" pitchFamily="18" charset="0"/>
                <a:ea typeface="楷体" panose="02010609060101010101" pitchFamily="49" charset="-122"/>
                <a:cs typeface="华文楷体" panose="02010600040101010101" pitchFamily="2" charset="-122"/>
              </a:rPr>
              <a:t>分析法可能会作多余的归约动作，</a:t>
            </a:r>
            <a:endParaRPr kumimoji="0" lang="zh-CN" altLang="en-US" sz="2000" b="1" i="0" u="none" strike="noStrike" kern="1200" cap="none" spc="0" normalizeH="0" baseline="0" noProof="1">
              <a:ln>
                <a:noFill/>
              </a:ln>
              <a:solidFill>
                <a:schemeClr val="tx1"/>
              </a:solidFill>
              <a:effectLst/>
              <a:uLnTx/>
              <a:uFillTx/>
              <a:latin typeface="Times New Roman" panose="02020603050405020304" pitchFamily="18" charset="0"/>
              <a:ea typeface="楷体" panose="02010609060101010101" pitchFamily="49"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1">
                <a:ln>
                  <a:noFill/>
                </a:ln>
                <a:solidFill>
                  <a:schemeClr val="tx1"/>
                </a:solidFill>
                <a:effectLst/>
                <a:uLnTx/>
                <a:uFillTx/>
                <a:latin typeface="Times New Roman" panose="02020603050405020304" pitchFamily="18" charset="0"/>
                <a:ea typeface="楷体" panose="02010609060101010101" pitchFamily="49" charset="-122"/>
                <a:cs typeface="+mn-cs"/>
              </a:rPr>
              <a:t>但绝不会作错误的移进操作</a:t>
            </a:r>
            <a:endParaRPr kumimoji="0" lang="zh-CN" altLang="zh-CN" sz="20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2151" name="矩形 2"/>
          <p:cNvSpPr>
            <a:spLocks noChangeArrowheads="1"/>
          </p:cNvSpPr>
          <p:nvPr/>
        </p:nvSpPr>
        <p:spPr bwMode="auto">
          <a:xfrm>
            <a:off x="4254500" y="752475"/>
            <a:ext cx="1452563" cy="1477963"/>
          </a:xfrm>
          <a:prstGeom prst="rect">
            <a:avLst/>
          </a:prstGeom>
          <a:solidFill>
            <a:schemeClr val="accent5">
              <a:lumMod val="60000"/>
              <a:lumOff val="40000"/>
            </a:schemeClr>
          </a:solidFill>
          <a:ln>
            <a:solidFill>
              <a:schemeClr val="tx1"/>
            </a:solidFill>
          </a:ln>
        </p:spPr>
        <p:txBody>
          <a:bodyPr>
            <a:spAutoFit/>
          </a:bodyPr>
          <a:lstStyle/>
          <a:p>
            <a:pPr eaLnBrk="1" hangingPunct="1">
              <a:buClr>
                <a:srgbClr val="000000"/>
              </a:buClr>
              <a:buNone/>
            </a:pPr>
            <a:r>
              <a:rPr lang="en-US" altLang="en-US" b="1" dirty="0">
                <a:latin typeface="楷体" panose="02010609060101010101" pitchFamily="49" charset="-122"/>
                <a:ea typeface="楷体" panose="02010609060101010101" pitchFamily="49" charset="-122"/>
              </a:rPr>
              <a:t>例</a:t>
            </a:r>
            <a:endParaRPr lang="en-US" altLang="zh-CN" b="1" dirty="0">
              <a:latin typeface="楷体" panose="02010609060101010101" pitchFamily="49" charset="-122"/>
              <a:ea typeface="楷体" panose="02010609060101010101" pitchFamily="49" charset="-122"/>
            </a:endParaRPr>
          </a:p>
          <a:p>
            <a:pPr eaLnBrk="1" hangingPunct="1">
              <a:buClr>
                <a:srgbClr val="000000"/>
              </a:buClr>
              <a:buNone/>
            </a:pPr>
            <a:r>
              <a:rPr lang="en-US" altLang="zh-CN" b="1" dirty="0">
                <a:latin typeface="Times New Roman" panose="02020603050405020304" pitchFamily="18" charset="0"/>
                <a:cs typeface="Times New Roman" panose="02020603050405020304" pitchFamily="18" charset="0"/>
              </a:rPr>
              <a:t>(0) </a:t>
            </a:r>
            <a:r>
              <a:rPr lang="en-US" altLang="zh-CN" b="1" i="1" dirty="0">
                <a:latin typeface="Times New Roman" panose="02020603050405020304" pitchFamily="18" charset="0"/>
                <a:cs typeface="Times New Roman" panose="02020603050405020304" pitchFamily="18" charset="0"/>
              </a:rPr>
              <a:t>S′→S</a:t>
            </a:r>
          </a:p>
          <a:p>
            <a:pPr eaLnBrk="1" hangingPunct="1">
              <a:buClr>
                <a:srgbClr val="000000"/>
              </a:buClr>
              <a:buNone/>
            </a:pPr>
            <a:r>
              <a:rPr lang="en-US" altLang="zh-CN" b="1" dirty="0">
                <a:latin typeface="Times New Roman" panose="02020603050405020304" pitchFamily="18" charset="0"/>
                <a:cs typeface="Times New Roman" panose="02020603050405020304" pitchFamily="18" charset="0"/>
              </a:rPr>
              <a:t>(1) </a:t>
            </a:r>
            <a:r>
              <a:rPr lang="en-US" altLang="zh-CN" b="1" i="1" dirty="0">
                <a:latin typeface="Times New Roman" panose="02020603050405020304" pitchFamily="18" charset="0"/>
                <a:cs typeface="Times New Roman" panose="02020603050405020304" pitchFamily="18" charset="0"/>
              </a:rPr>
              <a:t>S → AcA</a:t>
            </a:r>
          </a:p>
          <a:p>
            <a:pPr eaLnBrk="1" hangingPunct="1">
              <a:buClr>
                <a:srgbClr val="000000"/>
              </a:buClr>
              <a:buNone/>
            </a:pPr>
            <a:r>
              <a:rPr lang="en-US" altLang="zh-CN" b="1" dirty="0">
                <a:latin typeface="Times New Roman" panose="02020603050405020304" pitchFamily="18" charset="0"/>
                <a:cs typeface="Times New Roman" panose="02020603050405020304" pitchFamily="18" charset="0"/>
              </a:rPr>
              <a:t>(2) </a:t>
            </a:r>
            <a:r>
              <a:rPr lang="en-US" altLang="zh-CN" b="1" i="1" dirty="0">
                <a:latin typeface="Times New Roman" panose="02020603050405020304" pitchFamily="18" charset="0"/>
                <a:cs typeface="Times New Roman" panose="02020603050405020304" pitchFamily="18" charset="0"/>
              </a:rPr>
              <a:t>A → aA</a:t>
            </a:r>
          </a:p>
          <a:p>
            <a:pPr eaLnBrk="1" hangingPunct="1">
              <a:buClr>
                <a:srgbClr val="000000"/>
              </a:buClr>
              <a:buNone/>
            </a:pPr>
            <a:r>
              <a:rPr lang="en-US" altLang="zh-CN" b="1" dirty="0">
                <a:latin typeface="Times New Roman" panose="02020603050405020304" pitchFamily="18" charset="0"/>
                <a:cs typeface="Times New Roman" panose="02020603050405020304" pitchFamily="18" charset="0"/>
              </a:rPr>
              <a:t>(3) </a:t>
            </a:r>
            <a:r>
              <a:rPr lang="en-US" altLang="zh-CN" b="1" i="1" dirty="0">
                <a:latin typeface="Times New Roman" panose="02020603050405020304" pitchFamily="18" charset="0"/>
                <a:cs typeface="Times New Roman" panose="02020603050405020304" pitchFamily="18" charset="0"/>
              </a:rPr>
              <a:t>A → d</a:t>
            </a:r>
            <a:endParaRPr lang="en-US" altLang="zh-CN" b="1" i="1" dirty="0">
              <a:latin typeface="Times New Roman" panose="02020603050405020304" pitchFamily="18" charset="0"/>
              <a:ea typeface="Times New Roman" panose="02020603050405020304" pitchFamily="18" charset="0"/>
            </a:endParaRPr>
          </a:p>
        </p:txBody>
      </p:sp>
      <p:sp>
        <p:nvSpPr>
          <p:cNvPr id="57" name="Rectangle 72"/>
          <p:cNvSpPr>
            <a:spLocks noChangeArrowheads="1"/>
          </p:cNvSpPr>
          <p:nvPr/>
        </p:nvSpPr>
        <p:spPr bwMode="auto">
          <a:xfrm>
            <a:off x="203200" y="4659313"/>
            <a:ext cx="2444750" cy="400050"/>
          </a:xfrm>
          <a:prstGeom prst="rect">
            <a:avLst/>
          </a:prstGeom>
          <a:solidFill>
            <a:schemeClr val="accent5">
              <a:lumMod val="60000"/>
              <a:lumOff val="40000"/>
            </a:schemeClr>
          </a:solidFill>
          <a:ln w="12700">
            <a:solidFill>
              <a:schemeClr val="tx1"/>
            </a:solidFill>
            <a:miter lim="800000"/>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FOLLOW</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A</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c</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mn-ea"/>
                <a:ea typeface="+mn-ea"/>
                <a:cs typeface="Times New Roman" panose="02020603050405020304" pitchFamily="18" charset="0"/>
              </a:rPr>
              <a: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 }</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endParaRPr>
          </a:p>
        </p:txBody>
      </p:sp>
      <p:sp>
        <p:nvSpPr>
          <p:cNvPr id="54" name="Rectangle 72"/>
          <p:cNvSpPr>
            <a:spLocks noChangeArrowheads="1"/>
          </p:cNvSpPr>
          <p:nvPr/>
        </p:nvSpPr>
        <p:spPr bwMode="auto">
          <a:xfrm>
            <a:off x="5857875" y="935038"/>
            <a:ext cx="1227138" cy="400050"/>
          </a:xfrm>
          <a:prstGeom prst="rect">
            <a:avLst/>
          </a:prstGeom>
          <a:solidFill>
            <a:schemeClr val="accent5">
              <a:lumMod val="60000"/>
              <a:lumOff val="40000"/>
            </a:schemeClr>
          </a:solidFill>
          <a:ln w="12700">
            <a:solidFill>
              <a:schemeClr val="tx1"/>
            </a:solidFill>
            <a:miter lim="800000"/>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r=a</a:t>
            </a:r>
            <a:r>
              <a:rPr kumimoji="0" lang="en-US" altLang="zh-CN" sz="2000" b="1" i="1" u="none" strike="noStrike" kern="1200" cap="none" spc="0" normalizeH="0" baseline="3000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0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dca</a:t>
            </a:r>
            <a:r>
              <a:rPr kumimoji="0" lang="en-US" altLang="zh-CN" sz="2000" b="1" i="1" u="none" strike="noStrike" kern="1200" cap="none" spc="0" normalizeH="0" baseline="3000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d</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endParaRPr>
          </a:p>
        </p:txBody>
      </p:sp>
      <p:grpSp>
        <p:nvGrpSpPr>
          <p:cNvPr id="2" name="组合 4"/>
          <p:cNvGrpSpPr/>
          <p:nvPr/>
        </p:nvGrpSpPr>
        <p:grpSpPr>
          <a:xfrm>
            <a:off x="439738" y="685800"/>
            <a:ext cx="8453437" cy="4127500"/>
            <a:chOff x="439738" y="685800"/>
            <a:chExt cx="8453437" cy="4127500"/>
          </a:xfrm>
        </p:grpSpPr>
        <p:sp>
          <p:nvSpPr>
            <p:cNvPr id="76810" name="Text Box 2"/>
            <p:cNvSpPr txBox="1"/>
            <p:nvPr/>
          </p:nvSpPr>
          <p:spPr>
            <a:xfrm>
              <a:off x="439738" y="1687513"/>
              <a:ext cx="1439862" cy="1508125"/>
            </a:xfrm>
            <a:prstGeom prst="rect">
              <a:avLst/>
            </a:prstGeom>
            <a:solidFill>
              <a:srgbClr val="B5CEED"/>
            </a:solidFill>
            <a:ln w="12700" cap="flat" cmpd="sng">
              <a:solidFill>
                <a:schemeClr val="tx1"/>
              </a:solidFill>
              <a:prstDash val="solid"/>
              <a:miter/>
              <a:headEnd type="none" w="sm" len="sm"/>
              <a:tailEnd type="none" w="sm" len="sm"/>
            </a:ln>
          </p:spPr>
          <p:txBody>
            <a:bodyPr tIns="0" bIns="0">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I</a:t>
              </a:r>
              <a:r>
                <a:rPr lang="en-US" altLang="zh-CN" b="1" i="1" baseline="-25000" dirty="0">
                  <a:solidFill>
                    <a:schemeClr val="tx1"/>
                  </a:solidFill>
                  <a:latin typeface="Times New Roman" panose="02020603050405020304" pitchFamily="18" charset="0"/>
                  <a:ea typeface="宋体" panose="02010600030101010101" pitchFamily="2" charset="-122"/>
                </a:rPr>
                <a:t>0</a:t>
              </a:r>
              <a:r>
                <a:rPr lang="en-US" altLang="zh-CN" b="1" dirty="0">
                  <a:solidFill>
                    <a:schemeClr val="tx1"/>
                  </a:solidFill>
                  <a:latin typeface="Times New Roman" panose="02020603050405020304" pitchFamily="18" charset="0"/>
                  <a:ea typeface="宋体" panose="02010600030101010101" pitchFamily="2" charset="-122"/>
                </a:rPr>
                <a:t>:</a:t>
              </a:r>
            </a:p>
            <a:p>
              <a:pPr marL="0" lvl="0" indent="0"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S′→</a:t>
              </a:r>
              <a:r>
                <a:rPr lang="en-US" altLang="zh-CN" sz="1800" b="1" i="1" dirty="0">
                  <a:solidFill>
                    <a:srgbClr val="000000"/>
                  </a:solidFill>
                  <a:latin typeface="Times New Roman" panose="02020603050405020304" pitchFamily="18" charset="0"/>
                  <a:ea typeface="宋体" panose="02010600030101010101" pitchFamily="2" charset="-122"/>
                </a:rPr>
                <a:t>·</a:t>
              </a:r>
              <a:r>
                <a:rPr lang="en-US" altLang="zh-CN" sz="1800" b="1" i="1" dirty="0">
                  <a:solidFill>
                    <a:schemeClr val="tx1"/>
                  </a:solidFill>
                  <a:latin typeface="Times New Roman" panose="02020603050405020304" pitchFamily="18" charset="0"/>
                  <a:ea typeface="宋体" panose="02010600030101010101" pitchFamily="2" charset="-122"/>
                </a:rPr>
                <a:t>S</a:t>
              </a:r>
              <a:r>
                <a:rPr lang="zh-CN" altLang="en-US" sz="1800" b="1" i="1" dirty="0">
                  <a:solidFill>
                    <a:schemeClr val="tx1"/>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 </a:t>
              </a:r>
              <a:r>
                <a:rPr lang="en-US" altLang="zh-CN" sz="1800" b="1" dirty="0">
                  <a:solidFill>
                    <a:schemeClr val="tx1"/>
                  </a:solidFill>
                  <a:latin typeface="华文楷体" panose="02010600040101010101" pitchFamily="2" charset="-122"/>
                  <a:ea typeface="宋体" panose="02010600030101010101" pitchFamily="2" charset="-122"/>
                </a:rPr>
                <a:t>$</a:t>
              </a:r>
              <a:r>
                <a:rPr lang="en-US" altLang="zh-CN" sz="1800" b="1" i="1" dirty="0">
                  <a:solidFill>
                    <a:schemeClr val="tx1"/>
                  </a:solidFill>
                  <a:latin typeface="Times New Roman" panose="02020603050405020304" pitchFamily="18" charset="0"/>
                  <a:ea typeface="宋体" panose="02010600030101010101" pitchFamily="2" charset="-122"/>
                </a:rPr>
                <a:t>	    </a:t>
              </a:r>
            </a:p>
            <a:p>
              <a:pPr marL="0" lvl="0" indent="0"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S →</a:t>
              </a:r>
              <a:r>
                <a:rPr lang="en-US" altLang="zh-CN" sz="1800" b="1" i="1" dirty="0">
                  <a:solidFill>
                    <a:srgbClr val="000000"/>
                  </a:solidFill>
                  <a:latin typeface="Times New Roman" panose="02020603050405020304" pitchFamily="18" charset="0"/>
                  <a:ea typeface="宋体" panose="02010600030101010101" pitchFamily="2" charset="-122"/>
                </a:rPr>
                <a:t>·</a:t>
              </a:r>
              <a:r>
                <a:rPr lang="en-US" altLang="zh-CN" sz="1800" b="1" i="1" dirty="0">
                  <a:solidFill>
                    <a:schemeClr val="tx1"/>
                  </a:solidFill>
                  <a:latin typeface="Times New Roman" panose="02020603050405020304" pitchFamily="18" charset="0"/>
                  <a:ea typeface="宋体" panose="02010600030101010101" pitchFamily="2" charset="-122"/>
                </a:rPr>
                <a:t>AcA</a:t>
              </a:r>
              <a:r>
                <a:rPr lang="zh-CN" altLang="en-US" sz="1800" b="1" i="1" dirty="0">
                  <a:solidFill>
                    <a:schemeClr val="tx1"/>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 </a:t>
              </a:r>
              <a:r>
                <a:rPr lang="en-US" altLang="zh-CN" sz="1800" b="1" dirty="0">
                  <a:solidFill>
                    <a:schemeClr val="tx1"/>
                  </a:solidFill>
                  <a:latin typeface="华文楷体" panose="02010600040101010101" pitchFamily="2" charset="-122"/>
                  <a:ea typeface="宋体" panose="02010600030101010101" pitchFamily="2" charset="-122"/>
                </a:rPr>
                <a:t>$</a:t>
              </a:r>
              <a:r>
                <a:rPr lang="en-US" altLang="zh-CN" sz="1800" b="1" i="1" dirty="0">
                  <a:solidFill>
                    <a:schemeClr val="tx1"/>
                  </a:solidFill>
                  <a:latin typeface="Times New Roman" panose="02020603050405020304" pitchFamily="18" charset="0"/>
                  <a:ea typeface="宋体" panose="02010600030101010101" pitchFamily="2" charset="-122"/>
                </a:rPr>
                <a:t>    </a:t>
              </a:r>
            </a:p>
            <a:p>
              <a:pPr marL="0" lvl="0" indent="0"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A →</a:t>
              </a:r>
              <a:r>
                <a:rPr lang="en-US" altLang="zh-CN" sz="1800" b="1" i="1" dirty="0">
                  <a:solidFill>
                    <a:srgbClr val="000000"/>
                  </a:solidFill>
                  <a:latin typeface="Times New Roman" panose="02020603050405020304" pitchFamily="18" charset="0"/>
                  <a:ea typeface="宋体" panose="02010600030101010101" pitchFamily="2" charset="-122"/>
                </a:rPr>
                <a:t>·</a:t>
              </a:r>
              <a:r>
                <a:rPr lang="en-US" altLang="zh-CN" sz="1800" b="1" i="1" dirty="0">
                  <a:solidFill>
                    <a:schemeClr val="tx1"/>
                  </a:solidFill>
                  <a:latin typeface="Times New Roman" panose="02020603050405020304" pitchFamily="18" charset="0"/>
                  <a:ea typeface="宋体" panose="02010600030101010101" pitchFamily="2" charset="-122"/>
                </a:rPr>
                <a:t>aA , c </a:t>
              </a:r>
            </a:p>
            <a:p>
              <a:pPr marL="0" lvl="0" indent="0"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A →</a:t>
              </a:r>
              <a:r>
                <a:rPr lang="en-US" altLang="zh-CN" sz="1800" b="1" i="1" dirty="0">
                  <a:solidFill>
                    <a:srgbClr val="000000"/>
                  </a:solidFill>
                  <a:latin typeface="Times New Roman" panose="02020603050405020304" pitchFamily="18" charset="0"/>
                  <a:ea typeface="宋体" panose="02010600030101010101" pitchFamily="2" charset="-122"/>
                </a:rPr>
                <a:t>·</a:t>
              </a:r>
              <a:r>
                <a:rPr lang="en-US" altLang="zh-CN" sz="1800" b="1" i="1" dirty="0">
                  <a:solidFill>
                    <a:schemeClr val="tx1"/>
                  </a:solidFill>
                  <a:latin typeface="Times New Roman" panose="02020603050405020304" pitchFamily="18" charset="0"/>
                  <a:ea typeface="宋体" panose="02010600030101010101" pitchFamily="2" charset="-122"/>
                </a:rPr>
                <a:t>d , c</a:t>
              </a:r>
              <a:endParaRPr lang="zh-CN" altLang="en-US" sz="1800" b="1" i="1" dirty="0">
                <a:solidFill>
                  <a:schemeClr val="tx1"/>
                </a:solidFill>
                <a:latin typeface="Times New Roman" panose="02020603050405020304" pitchFamily="18" charset="0"/>
                <a:ea typeface="宋体" panose="02010600030101010101" pitchFamily="2" charset="-122"/>
              </a:endParaRPr>
            </a:p>
          </p:txBody>
        </p:sp>
        <p:sp>
          <p:nvSpPr>
            <p:cNvPr id="76811" name="Text Box 3"/>
            <p:cNvSpPr txBox="1"/>
            <p:nvPr/>
          </p:nvSpPr>
          <p:spPr>
            <a:xfrm>
              <a:off x="2587625" y="1325563"/>
              <a:ext cx="1439863" cy="677862"/>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I</a:t>
              </a:r>
              <a:r>
                <a:rPr lang="en-US" altLang="zh-CN" sz="2000" b="1" i="1" baseline="-25000" dirty="0">
                  <a:solidFill>
                    <a:schemeClr val="tx1"/>
                  </a:solidFill>
                  <a:latin typeface="Times New Roman" panose="02020603050405020304" pitchFamily="18" charset="0"/>
                  <a:ea typeface="宋体" panose="02010600030101010101" pitchFamily="2" charset="-122"/>
                </a:rPr>
                <a:t>1</a:t>
              </a:r>
              <a:r>
                <a:rPr lang="en-US" altLang="zh-CN" sz="2000" b="1" dirty="0">
                  <a:solidFill>
                    <a:schemeClr val="tx1"/>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S′ →S</a:t>
              </a:r>
              <a:r>
                <a:rPr lang="en-US" altLang="zh-CN" sz="1800" b="1" i="1" dirty="0">
                  <a:solidFill>
                    <a:srgbClr val="000000"/>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 , </a:t>
              </a:r>
              <a:r>
                <a:rPr lang="en-US" altLang="zh-CN" sz="1800" b="1" dirty="0">
                  <a:solidFill>
                    <a:schemeClr val="tx1"/>
                  </a:solidFill>
                  <a:latin typeface="华文楷体" panose="02010600040101010101" pitchFamily="2" charset="-122"/>
                  <a:ea typeface="宋体" panose="02010600030101010101" pitchFamily="2" charset="-122"/>
                </a:rPr>
                <a:t>$</a:t>
              </a:r>
              <a:endParaRPr lang="en-US" altLang="zh-CN" sz="1800" b="1" i="1" dirty="0">
                <a:solidFill>
                  <a:schemeClr val="tx1"/>
                </a:solidFill>
                <a:latin typeface="Times New Roman" panose="02020603050405020304" pitchFamily="18" charset="0"/>
                <a:ea typeface="宋体" panose="02010600030101010101" pitchFamily="2" charset="-122"/>
              </a:endParaRPr>
            </a:p>
          </p:txBody>
        </p:sp>
        <p:sp>
          <p:nvSpPr>
            <p:cNvPr id="76812" name="Line 4"/>
            <p:cNvSpPr/>
            <p:nvPr/>
          </p:nvSpPr>
          <p:spPr>
            <a:xfrm flipV="1">
              <a:off x="1862138" y="1903413"/>
              <a:ext cx="720725" cy="0"/>
            </a:xfrm>
            <a:prstGeom prst="line">
              <a:avLst/>
            </a:prstGeom>
            <a:ln w="38100" cap="flat" cmpd="sng">
              <a:solidFill>
                <a:schemeClr val="tx1"/>
              </a:solidFill>
              <a:prstDash val="solid"/>
              <a:headEnd type="none" w="sm" len="sm"/>
              <a:tailEnd type="triangle" w="med" len="med"/>
            </a:ln>
          </p:spPr>
        </p:sp>
        <p:sp>
          <p:nvSpPr>
            <p:cNvPr id="76813" name="Text Box 5"/>
            <p:cNvSpPr txBox="1"/>
            <p:nvPr/>
          </p:nvSpPr>
          <p:spPr>
            <a:xfrm>
              <a:off x="2584450" y="2265363"/>
              <a:ext cx="1423988" cy="677862"/>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I</a:t>
              </a:r>
              <a:r>
                <a:rPr lang="en-US" altLang="zh-CN" sz="2000" b="1" i="1" baseline="-25000" dirty="0">
                  <a:solidFill>
                    <a:schemeClr val="tx1"/>
                  </a:solidFill>
                  <a:latin typeface="Times New Roman" panose="02020603050405020304" pitchFamily="18" charset="0"/>
                  <a:ea typeface="宋体" panose="02010600030101010101" pitchFamily="2" charset="-122"/>
                </a:rPr>
                <a:t>2</a:t>
              </a:r>
              <a:r>
                <a:rPr lang="en-US" altLang="zh-CN" sz="2000" b="1" dirty="0">
                  <a:solidFill>
                    <a:schemeClr val="tx1"/>
                  </a:solidFill>
                  <a:latin typeface="Times New Roman" panose="02020603050405020304" pitchFamily="18" charset="0"/>
                  <a:ea typeface="宋体" panose="02010600030101010101" pitchFamily="2" charset="-122"/>
                </a:rPr>
                <a:t>:</a:t>
              </a:r>
            </a:p>
            <a:p>
              <a:pPr marL="0" lvl="0" indent="0"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S →A</a:t>
              </a:r>
              <a:r>
                <a:rPr lang="en-US" altLang="zh-CN" sz="1800" b="1" i="1" dirty="0">
                  <a:solidFill>
                    <a:srgbClr val="000000"/>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cA</a:t>
              </a:r>
              <a:r>
                <a:rPr lang="zh-CN" altLang="en-US" sz="1800" b="1" i="1" dirty="0">
                  <a:solidFill>
                    <a:schemeClr val="tx1"/>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 </a:t>
              </a:r>
              <a:r>
                <a:rPr lang="en-US" altLang="zh-CN" sz="1800" b="1" dirty="0">
                  <a:solidFill>
                    <a:schemeClr val="tx1"/>
                  </a:solidFill>
                  <a:latin typeface="华文楷体" panose="02010600040101010101" pitchFamily="2" charset="-122"/>
                  <a:ea typeface="宋体" panose="02010600030101010101" pitchFamily="2" charset="-122"/>
                </a:rPr>
                <a:t>$</a:t>
              </a:r>
              <a:endParaRPr lang="en-US" altLang="zh-CN" sz="1800" b="1" i="1" dirty="0">
                <a:solidFill>
                  <a:schemeClr val="tx1"/>
                </a:solidFill>
                <a:latin typeface="Times New Roman" panose="02020603050405020304" pitchFamily="18" charset="0"/>
                <a:ea typeface="宋体" panose="02010600030101010101" pitchFamily="2" charset="-122"/>
              </a:endParaRPr>
            </a:p>
          </p:txBody>
        </p:sp>
        <p:sp>
          <p:nvSpPr>
            <p:cNvPr id="76814" name="Line 6"/>
            <p:cNvSpPr/>
            <p:nvPr/>
          </p:nvSpPr>
          <p:spPr>
            <a:xfrm flipV="1">
              <a:off x="1897063" y="2381250"/>
              <a:ext cx="679450" cy="0"/>
            </a:xfrm>
            <a:prstGeom prst="line">
              <a:avLst/>
            </a:prstGeom>
            <a:ln w="38100" cap="flat" cmpd="sng">
              <a:solidFill>
                <a:schemeClr val="tx1"/>
              </a:solidFill>
              <a:prstDash val="solid"/>
              <a:headEnd type="none" w="sm" len="sm"/>
              <a:tailEnd type="triangle" w="med" len="med"/>
            </a:ln>
          </p:spPr>
        </p:sp>
        <p:sp>
          <p:nvSpPr>
            <p:cNvPr id="76815" name="Text Box 7"/>
            <p:cNvSpPr txBox="1"/>
            <p:nvPr/>
          </p:nvSpPr>
          <p:spPr>
            <a:xfrm>
              <a:off x="2039938" y="1954213"/>
              <a:ext cx="503237"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A</a:t>
              </a:r>
            </a:p>
          </p:txBody>
        </p:sp>
        <p:sp>
          <p:nvSpPr>
            <p:cNvPr id="76816" name="Text Box 8"/>
            <p:cNvSpPr txBox="1"/>
            <p:nvPr/>
          </p:nvSpPr>
          <p:spPr>
            <a:xfrm>
              <a:off x="2613025" y="3165475"/>
              <a:ext cx="1436688" cy="1231900"/>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I</a:t>
              </a:r>
              <a:r>
                <a:rPr lang="en-US" altLang="zh-CN" sz="2000" b="1" i="1" baseline="-25000" dirty="0">
                  <a:solidFill>
                    <a:schemeClr val="tx1"/>
                  </a:solidFill>
                  <a:latin typeface="Times New Roman" panose="02020603050405020304" pitchFamily="18" charset="0"/>
                  <a:ea typeface="宋体" panose="02010600030101010101" pitchFamily="2" charset="-122"/>
                </a:rPr>
                <a:t>3</a:t>
              </a:r>
              <a:r>
                <a:rPr lang="en-US" altLang="zh-CN" sz="2000" b="1" dirty="0">
                  <a:solidFill>
                    <a:schemeClr val="tx1"/>
                  </a:solidFill>
                  <a:latin typeface="Times New Roman" panose="02020603050405020304" pitchFamily="18" charset="0"/>
                  <a:ea typeface="宋体" panose="02010600030101010101" pitchFamily="2" charset="-122"/>
                </a:rPr>
                <a:t>:</a:t>
              </a:r>
            </a:p>
            <a:p>
              <a:pPr marL="0" lvl="0" indent="0"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A → a</a:t>
              </a:r>
              <a:r>
                <a:rPr lang="en-US" altLang="zh-CN" sz="1800" b="1" i="1" dirty="0">
                  <a:solidFill>
                    <a:srgbClr val="000000"/>
                  </a:solidFill>
                  <a:latin typeface="Times New Roman" panose="02020603050405020304" pitchFamily="18" charset="0"/>
                  <a:ea typeface="宋体" panose="02010600030101010101" pitchFamily="2" charset="-122"/>
                </a:rPr>
                <a:t> · </a:t>
              </a:r>
              <a:r>
                <a:rPr lang="en-US" altLang="zh-CN" sz="1800" b="1" i="1" dirty="0">
                  <a:solidFill>
                    <a:schemeClr val="tx1"/>
                  </a:solidFill>
                  <a:latin typeface="Times New Roman" panose="02020603050405020304" pitchFamily="18" charset="0"/>
                  <a:ea typeface="宋体" panose="02010600030101010101" pitchFamily="2" charset="-122"/>
                </a:rPr>
                <a:t>A , c</a:t>
              </a:r>
            </a:p>
            <a:p>
              <a:pPr marL="0" lvl="0" indent="0"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A → </a:t>
              </a:r>
              <a:r>
                <a:rPr lang="en-US" altLang="zh-CN" sz="1800" b="1" i="1" dirty="0">
                  <a:solidFill>
                    <a:srgbClr val="000000"/>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aA , c</a:t>
              </a:r>
            </a:p>
            <a:p>
              <a:pPr marL="0" lvl="0" indent="0"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A → </a:t>
              </a:r>
              <a:r>
                <a:rPr lang="en-US" altLang="zh-CN" sz="1800" b="1" i="1" dirty="0">
                  <a:solidFill>
                    <a:srgbClr val="000000"/>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d , c</a:t>
              </a:r>
            </a:p>
          </p:txBody>
        </p:sp>
        <p:sp>
          <p:nvSpPr>
            <p:cNvPr id="76817" name="Text Box 10"/>
            <p:cNvSpPr txBox="1"/>
            <p:nvPr/>
          </p:nvSpPr>
          <p:spPr>
            <a:xfrm>
              <a:off x="2106613" y="2614613"/>
              <a:ext cx="609600" cy="46037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a</a:t>
              </a:r>
            </a:p>
          </p:txBody>
        </p:sp>
        <p:sp>
          <p:nvSpPr>
            <p:cNvPr id="76818" name="Text Box 11"/>
            <p:cNvSpPr txBox="1"/>
            <p:nvPr/>
          </p:nvSpPr>
          <p:spPr>
            <a:xfrm>
              <a:off x="481013" y="3879850"/>
              <a:ext cx="1439862" cy="677863"/>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I</a:t>
              </a:r>
              <a:r>
                <a:rPr lang="en-US" altLang="zh-CN" sz="2000" b="1" i="1" baseline="-25000" dirty="0">
                  <a:solidFill>
                    <a:schemeClr val="tx1"/>
                  </a:solidFill>
                  <a:latin typeface="Times New Roman" panose="02020603050405020304" pitchFamily="18" charset="0"/>
                  <a:ea typeface="宋体" panose="02010600030101010101" pitchFamily="2" charset="-122"/>
                </a:rPr>
                <a:t>4</a:t>
              </a:r>
              <a:r>
                <a:rPr lang="en-US" altLang="zh-CN" sz="2000" b="1" dirty="0">
                  <a:solidFill>
                    <a:schemeClr val="tx1"/>
                  </a:solidFill>
                  <a:latin typeface="Times New Roman" panose="02020603050405020304" pitchFamily="18" charset="0"/>
                  <a:ea typeface="宋体" panose="02010600030101010101" pitchFamily="2" charset="-122"/>
                </a:rPr>
                <a:t>:</a:t>
              </a:r>
            </a:p>
            <a:p>
              <a:pPr marL="0" lvl="0" indent="0" eaLnBrk="1" hangingPunct="1">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ea typeface="宋体" panose="02010600030101010101" pitchFamily="2" charset="-122"/>
                </a:rPr>
                <a:t>A →d · , c</a:t>
              </a:r>
            </a:p>
          </p:txBody>
        </p:sp>
        <p:sp>
          <p:nvSpPr>
            <p:cNvPr id="76819" name="Text Box 12"/>
            <p:cNvSpPr txBox="1"/>
            <p:nvPr/>
          </p:nvSpPr>
          <p:spPr>
            <a:xfrm>
              <a:off x="4527550" y="2405063"/>
              <a:ext cx="1417638" cy="1231900"/>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I</a:t>
              </a:r>
              <a:r>
                <a:rPr lang="en-US" altLang="zh-CN" sz="2000" b="1" i="1" baseline="-25000" dirty="0">
                  <a:solidFill>
                    <a:schemeClr val="tx1"/>
                  </a:solidFill>
                  <a:latin typeface="Times New Roman" panose="02020603050405020304" pitchFamily="18" charset="0"/>
                  <a:ea typeface="宋体" panose="02010600030101010101" pitchFamily="2" charset="-122"/>
                </a:rPr>
                <a:t>5</a:t>
              </a:r>
              <a:r>
                <a:rPr lang="en-US" altLang="zh-CN" sz="2000" b="1" dirty="0">
                  <a:solidFill>
                    <a:schemeClr val="tx1"/>
                  </a:solidFill>
                  <a:latin typeface="Times New Roman" panose="02020603050405020304" pitchFamily="18" charset="0"/>
                  <a:ea typeface="宋体" panose="02010600030101010101" pitchFamily="2" charset="-122"/>
                </a:rPr>
                <a:t>:</a:t>
              </a:r>
            </a:p>
            <a:p>
              <a:pPr marL="0" lvl="0" indent="0"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S →Ac</a:t>
              </a:r>
              <a:r>
                <a:rPr lang="en-US" altLang="zh-CN" sz="1800" b="1" i="1" dirty="0">
                  <a:solidFill>
                    <a:srgbClr val="000000"/>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A</a:t>
              </a:r>
              <a:r>
                <a:rPr lang="zh-CN" altLang="en-US" sz="1800" b="1" i="1" dirty="0">
                  <a:solidFill>
                    <a:schemeClr val="tx1"/>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 </a:t>
              </a:r>
              <a:r>
                <a:rPr lang="en-US" altLang="zh-CN" sz="1800" b="1" dirty="0">
                  <a:solidFill>
                    <a:schemeClr val="tx1"/>
                  </a:solidFill>
                  <a:latin typeface="华文楷体" panose="02010600040101010101" pitchFamily="2" charset="-122"/>
                  <a:ea typeface="宋体" panose="02010600030101010101" pitchFamily="2" charset="-122"/>
                </a:rPr>
                <a:t>$</a:t>
              </a:r>
              <a:endParaRPr lang="en-US" altLang="zh-CN" sz="1800" b="1" i="1" dirty="0">
                <a:solidFill>
                  <a:schemeClr val="tx1"/>
                </a:solidFill>
                <a:latin typeface="Times New Roman" panose="02020603050405020304" pitchFamily="18" charset="0"/>
                <a:ea typeface="宋体" panose="02010600030101010101" pitchFamily="2" charset="-122"/>
              </a:endParaRPr>
            </a:p>
            <a:p>
              <a:pPr marL="0" lvl="0" indent="0"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A →</a:t>
              </a:r>
              <a:r>
                <a:rPr lang="en-US" altLang="zh-CN" sz="1800" b="1" i="1" dirty="0">
                  <a:solidFill>
                    <a:srgbClr val="000000"/>
                  </a:solidFill>
                  <a:latin typeface="Times New Roman" panose="02020603050405020304" pitchFamily="18" charset="0"/>
                  <a:ea typeface="宋体" panose="02010600030101010101" pitchFamily="2" charset="-122"/>
                </a:rPr>
                <a:t> · </a:t>
              </a:r>
              <a:r>
                <a:rPr lang="en-US" altLang="zh-CN" sz="1800" b="1" i="1" dirty="0">
                  <a:solidFill>
                    <a:schemeClr val="tx1"/>
                  </a:solidFill>
                  <a:latin typeface="Times New Roman" panose="02020603050405020304" pitchFamily="18" charset="0"/>
                  <a:ea typeface="宋体" panose="02010600030101010101" pitchFamily="2" charset="-122"/>
                </a:rPr>
                <a:t>aA</a:t>
              </a:r>
              <a:r>
                <a:rPr lang="zh-CN" altLang="en-US" sz="1800" b="1" i="1" dirty="0">
                  <a:solidFill>
                    <a:schemeClr val="tx1"/>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 </a:t>
              </a:r>
              <a:r>
                <a:rPr lang="en-US" altLang="zh-CN" sz="1800" b="1" dirty="0">
                  <a:solidFill>
                    <a:schemeClr val="tx1"/>
                  </a:solidFill>
                  <a:latin typeface="华文楷体" panose="02010600040101010101" pitchFamily="2" charset="-122"/>
                  <a:ea typeface="宋体" panose="02010600030101010101" pitchFamily="2" charset="-122"/>
                </a:rPr>
                <a:t>$</a:t>
              </a:r>
              <a:endParaRPr lang="en-US" altLang="zh-CN" sz="1800" b="1" i="1" dirty="0">
                <a:solidFill>
                  <a:schemeClr val="tx1"/>
                </a:solidFill>
                <a:latin typeface="Times New Roman" panose="02020603050405020304" pitchFamily="18" charset="0"/>
                <a:ea typeface="宋体" panose="02010600030101010101" pitchFamily="2" charset="-122"/>
              </a:endParaRPr>
            </a:p>
            <a:p>
              <a:pPr marL="0" lvl="0" indent="0"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A → </a:t>
              </a:r>
              <a:r>
                <a:rPr lang="en-US" altLang="zh-CN" sz="1800" b="1" i="1" dirty="0">
                  <a:solidFill>
                    <a:srgbClr val="000000"/>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d</a:t>
              </a:r>
              <a:r>
                <a:rPr lang="zh-CN" altLang="en-US" sz="1800" b="1" i="1" dirty="0">
                  <a:solidFill>
                    <a:schemeClr val="tx1"/>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 </a:t>
              </a:r>
              <a:r>
                <a:rPr lang="en-US" altLang="zh-CN" sz="1800" b="1" dirty="0">
                  <a:solidFill>
                    <a:schemeClr val="tx1"/>
                  </a:solidFill>
                  <a:latin typeface="华文楷体" panose="02010600040101010101" pitchFamily="2" charset="-122"/>
                  <a:ea typeface="宋体" panose="02010600030101010101" pitchFamily="2" charset="-122"/>
                </a:rPr>
                <a:t>$</a:t>
              </a:r>
              <a:endParaRPr lang="en-US" altLang="zh-CN" sz="1800" b="1" i="1" dirty="0">
                <a:solidFill>
                  <a:schemeClr val="tx1"/>
                </a:solidFill>
                <a:latin typeface="Times New Roman" panose="02020603050405020304" pitchFamily="18" charset="0"/>
                <a:ea typeface="宋体" panose="02010600030101010101" pitchFamily="2" charset="-122"/>
              </a:endParaRPr>
            </a:p>
          </p:txBody>
        </p:sp>
        <p:sp>
          <p:nvSpPr>
            <p:cNvPr id="76820" name="Text Box 13"/>
            <p:cNvSpPr txBox="1"/>
            <p:nvPr/>
          </p:nvSpPr>
          <p:spPr>
            <a:xfrm>
              <a:off x="4103688" y="2217738"/>
              <a:ext cx="533400"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c</a:t>
              </a:r>
            </a:p>
          </p:txBody>
        </p:sp>
        <p:sp>
          <p:nvSpPr>
            <p:cNvPr id="76821" name="Text Box 15"/>
            <p:cNvSpPr txBox="1"/>
            <p:nvPr/>
          </p:nvSpPr>
          <p:spPr>
            <a:xfrm>
              <a:off x="858838" y="3295650"/>
              <a:ext cx="5334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d</a:t>
              </a:r>
            </a:p>
          </p:txBody>
        </p:sp>
        <p:sp>
          <p:nvSpPr>
            <p:cNvPr id="76822" name="Text Box 17"/>
            <p:cNvSpPr txBox="1"/>
            <p:nvPr/>
          </p:nvSpPr>
          <p:spPr>
            <a:xfrm>
              <a:off x="4518025" y="3706813"/>
              <a:ext cx="1417638" cy="677862"/>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I</a:t>
              </a:r>
              <a:r>
                <a:rPr lang="en-US" altLang="zh-CN" sz="2000" b="1" i="1" baseline="-25000" dirty="0">
                  <a:solidFill>
                    <a:schemeClr val="tx1"/>
                  </a:solidFill>
                  <a:latin typeface="Times New Roman" panose="02020603050405020304" pitchFamily="18" charset="0"/>
                  <a:ea typeface="宋体" panose="02010600030101010101" pitchFamily="2" charset="-122"/>
                </a:rPr>
                <a:t>6</a:t>
              </a:r>
              <a:r>
                <a:rPr lang="en-US" altLang="zh-CN" sz="2000" b="1" dirty="0">
                  <a:solidFill>
                    <a:schemeClr val="tx1"/>
                  </a:solidFill>
                  <a:latin typeface="Times New Roman" panose="02020603050405020304" pitchFamily="18" charset="0"/>
                  <a:ea typeface="宋体" panose="02010600030101010101" pitchFamily="2" charset="-122"/>
                </a:rPr>
                <a:t>:</a:t>
              </a:r>
            </a:p>
            <a:p>
              <a:pPr marL="0" lvl="0" indent="0" eaLnBrk="1" hangingPunct="1">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ea typeface="宋体" panose="02010600030101010101" pitchFamily="2" charset="-122"/>
                </a:rPr>
                <a:t>A → aA ·</a:t>
              </a:r>
              <a:r>
                <a:rPr lang="zh-CN" altLang="en-US" sz="1800" b="1" i="1" dirty="0">
                  <a:solidFill>
                    <a:srgbClr val="FF0000"/>
                  </a:solidFill>
                  <a:latin typeface="Times New Roman" panose="02020603050405020304" pitchFamily="18" charset="0"/>
                  <a:ea typeface="宋体" panose="02010600030101010101" pitchFamily="2" charset="-122"/>
                </a:rPr>
                <a:t> </a:t>
              </a:r>
              <a:r>
                <a:rPr lang="en-US" altLang="zh-CN" sz="1800" b="1" i="1" dirty="0">
                  <a:solidFill>
                    <a:srgbClr val="FF0000"/>
                  </a:solidFill>
                  <a:latin typeface="Times New Roman" panose="02020603050405020304" pitchFamily="18" charset="0"/>
                  <a:ea typeface="宋体" panose="02010600030101010101" pitchFamily="2" charset="-122"/>
                </a:rPr>
                <a:t>, c</a:t>
              </a:r>
            </a:p>
          </p:txBody>
        </p:sp>
        <p:sp>
          <p:nvSpPr>
            <p:cNvPr id="76823" name="Line 18"/>
            <p:cNvSpPr/>
            <p:nvPr/>
          </p:nvSpPr>
          <p:spPr>
            <a:xfrm flipV="1">
              <a:off x="4073525" y="3948113"/>
              <a:ext cx="431800" cy="0"/>
            </a:xfrm>
            <a:prstGeom prst="line">
              <a:avLst/>
            </a:prstGeom>
            <a:ln w="38100" cap="flat" cmpd="sng">
              <a:solidFill>
                <a:schemeClr val="tx1"/>
              </a:solidFill>
              <a:prstDash val="solid"/>
              <a:headEnd type="none" w="sm" len="sm"/>
              <a:tailEnd type="triangle" w="med" len="med"/>
            </a:ln>
          </p:spPr>
        </p:sp>
        <p:sp>
          <p:nvSpPr>
            <p:cNvPr id="76824" name="Text Box 19"/>
            <p:cNvSpPr txBox="1"/>
            <p:nvPr/>
          </p:nvSpPr>
          <p:spPr>
            <a:xfrm>
              <a:off x="4067175" y="3514725"/>
              <a:ext cx="4572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A</a:t>
              </a:r>
            </a:p>
          </p:txBody>
        </p:sp>
        <p:sp>
          <p:nvSpPr>
            <p:cNvPr id="76825" name="Text Box 20"/>
            <p:cNvSpPr txBox="1"/>
            <p:nvPr/>
          </p:nvSpPr>
          <p:spPr>
            <a:xfrm>
              <a:off x="6591300" y="1460500"/>
              <a:ext cx="1544638" cy="677863"/>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I</a:t>
              </a:r>
              <a:r>
                <a:rPr lang="en-US" altLang="zh-CN" sz="2000" b="1" i="1" baseline="-25000" dirty="0">
                  <a:solidFill>
                    <a:schemeClr val="tx1"/>
                  </a:solidFill>
                  <a:latin typeface="Times New Roman" panose="02020603050405020304" pitchFamily="18" charset="0"/>
                  <a:ea typeface="宋体" panose="02010600030101010101" pitchFamily="2" charset="-122"/>
                </a:rPr>
                <a:t>7</a:t>
              </a:r>
              <a:r>
                <a:rPr lang="en-US" altLang="zh-CN" sz="2000" b="1" dirty="0">
                  <a:solidFill>
                    <a:schemeClr val="tx1"/>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S →AcA</a:t>
              </a:r>
              <a:r>
                <a:rPr lang="en-US" altLang="zh-CN" sz="1800" b="1" i="1" dirty="0">
                  <a:solidFill>
                    <a:srgbClr val="000000"/>
                  </a:solidFill>
                  <a:latin typeface="Times New Roman" panose="02020603050405020304" pitchFamily="18" charset="0"/>
                  <a:ea typeface="宋体" panose="02010600030101010101" pitchFamily="2" charset="-122"/>
                </a:rPr>
                <a:t> ·</a:t>
              </a:r>
              <a:r>
                <a:rPr lang="zh-CN" altLang="en-US" sz="1800" b="1" i="1" dirty="0">
                  <a:solidFill>
                    <a:schemeClr val="tx1"/>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 </a:t>
              </a:r>
              <a:r>
                <a:rPr lang="en-US" altLang="zh-CN" sz="1800" b="1" dirty="0">
                  <a:solidFill>
                    <a:schemeClr val="tx1"/>
                  </a:solidFill>
                  <a:latin typeface="华文楷体" panose="02010600040101010101" pitchFamily="2" charset="-122"/>
                  <a:ea typeface="宋体" panose="02010600030101010101" pitchFamily="2" charset="-122"/>
                </a:rPr>
                <a:t>$</a:t>
              </a:r>
              <a:endParaRPr lang="en-US" altLang="zh-CN" sz="1800" b="1" i="1" dirty="0">
                <a:solidFill>
                  <a:schemeClr val="tx1"/>
                </a:solidFill>
                <a:latin typeface="Times New Roman" panose="02020603050405020304" pitchFamily="18" charset="0"/>
                <a:ea typeface="宋体" panose="02010600030101010101" pitchFamily="2" charset="-122"/>
              </a:endParaRPr>
            </a:p>
          </p:txBody>
        </p:sp>
        <p:sp>
          <p:nvSpPr>
            <p:cNvPr id="76826" name="Line 21"/>
            <p:cNvSpPr/>
            <p:nvPr/>
          </p:nvSpPr>
          <p:spPr>
            <a:xfrm rot="10800000">
              <a:off x="1965325" y="4092575"/>
              <a:ext cx="647700" cy="0"/>
            </a:xfrm>
            <a:prstGeom prst="line">
              <a:avLst/>
            </a:prstGeom>
            <a:ln w="38100" cap="flat" cmpd="sng">
              <a:solidFill>
                <a:schemeClr val="tx1"/>
              </a:solidFill>
              <a:prstDash val="solid"/>
              <a:headEnd type="none" w="sm" len="sm"/>
              <a:tailEnd type="triangle" w="med" len="med"/>
            </a:ln>
          </p:spPr>
        </p:sp>
        <p:sp>
          <p:nvSpPr>
            <p:cNvPr id="76827" name="Text Box 22"/>
            <p:cNvSpPr txBox="1"/>
            <p:nvPr/>
          </p:nvSpPr>
          <p:spPr>
            <a:xfrm>
              <a:off x="2014538" y="3657600"/>
              <a:ext cx="457200" cy="46037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d</a:t>
              </a:r>
            </a:p>
          </p:txBody>
        </p:sp>
        <p:sp>
          <p:nvSpPr>
            <p:cNvPr id="76828" name="Text Box 23"/>
            <p:cNvSpPr txBox="1"/>
            <p:nvPr/>
          </p:nvSpPr>
          <p:spPr>
            <a:xfrm>
              <a:off x="6599238" y="2184400"/>
              <a:ext cx="1536700" cy="1262063"/>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I</a:t>
              </a:r>
              <a:r>
                <a:rPr lang="en-US" altLang="zh-CN" sz="2000" b="1" i="1" baseline="-25000" dirty="0">
                  <a:solidFill>
                    <a:schemeClr val="tx1"/>
                  </a:solidFill>
                  <a:latin typeface="Times New Roman" panose="02020603050405020304" pitchFamily="18" charset="0"/>
                  <a:ea typeface="宋体" panose="02010600030101010101" pitchFamily="2" charset="-122"/>
                </a:rPr>
                <a:t>8</a:t>
              </a:r>
              <a:r>
                <a:rPr lang="en-US" altLang="zh-CN" sz="2000" b="1" dirty="0">
                  <a:solidFill>
                    <a:schemeClr val="tx1"/>
                  </a:solidFill>
                  <a:latin typeface="Times New Roman" panose="02020603050405020304" pitchFamily="18" charset="0"/>
                  <a:ea typeface="宋体" panose="02010600030101010101" pitchFamily="2" charset="-122"/>
                </a:rPr>
                <a:t>:</a:t>
              </a:r>
            </a:p>
            <a:p>
              <a:pPr marL="0" lvl="0" indent="0"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A → a</a:t>
              </a:r>
              <a:r>
                <a:rPr lang="en-US" altLang="zh-CN" sz="1800" b="1" i="1" dirty="0">
                  <a:solidFill>
                    <a:srgbClr val="000000"/>
                  </a:solidFill>
                  <a:latin typeface="Times New Roman" panose="02020603050405020304" pitchFamily="18" charset="0"/>
                  <a:ea typeface="宋体" panose="02010600030101010101" pitchFamily="2" charset="-122"/>
                </a:rPr>
                <a:t> · </a:t>
              </a:r>
              <a:r>
                <a:rPr lang="en-US" altLang="zh-CN" sz="1800" b="1" i="1" dirty="0">
                  <a:solidFill>
                    <a:schemeClr val="tx1"/>
                  </a:solidFill>
                  <a:latin typeface="Times New Roman" panose="02020603050405020304" pitchFamily="18" charset="0"/>
                  <a:ea typeface="宋体" panose="02010600030101010101" pitchFamily="2" charset="-122"/>
                </a:rPr>
                <a:t>A </a:t>
              </a:r>
              <a:r>
                <a:rPr lang="zh-CN" altLang="en-US" sz="1800" b="1" i="1" dirty="0">
                  <a:solidFill>
                    <a:schemeClr val="tx1"/>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 </a:t>
              </a:r>
              <a:r>
                <a:rPr lang="en-US" altLang="zh-CN" sz="1800" b="1" dirty="0">
                  <a:solidFill>
                    <a:schemeClr val="tx1"/>
                  </a:solidFill>
                  <a:latin typeface="华文楷体" panose="02010600040101010101" pitchFamily="2" charset="-122"/>
                  <a:ea typeface="宋体" panose="02010600030101010101" pitchFamily="2" charset="-122"/>
                </a:rPr>
                <a:t>$</a:t>
              </a:r>
              <a:endParaRPr lang="en-US" altLang="zh-CN" sz="1800" b="1" i="1" dirty="0">
                <a:solidFill>
                  <a:schemeClr val="tx1"/>
                </a:solidFill>
                <a:latin typeface="Times New Roman" panose="02020603050405020304" pitchFamily="18" charset="0"/>
                <a:ea typeface="宋体" panose="02010600030101010101" pitchFamily="2" charset="-122"/>
              </a:endParaRPr>
            </a:p>
            <a:p>
              <a:pPr marL="0" lvl="0" indent="0"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A → </a:t>
              </a:r>
              <a:r>
                <a:rPr lang="en-US" altLang="zh-CN" sz="1800" b="1" i="1" dirty="0">
                  <a:solidFill>
                    <a:srgbClr val="000000"/>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aA </a:t>
              </a:r>
              <a:r>
                <a:rPr lang="zh-CN" altLang="en-US" sz="1800" b="1" i="1" dirty="0">
                  <a:solidFill>
                    <a:schemeClr val="tx1"/>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 </a:t>
              </a:r>
              <a:r>
                <a:rPr lang="en-US" altLang="zh-CN" sz="1800" b="1" dirty="0">
                  <a:solidFill>
                    <a:schemeClr val="tx1"/>
                  </a:solidFill>
                  <a:latin typeface="华文楷体" panose="02010600040101010101" pitchFamily="2" charset="-122"/>
                  <a:ea typeface="宋体" panose="02010600030101010101" pitchFamily="2" charset="-122"/>
                </a:rPr>
                <a:t>$</a:t>
              </a:r>
              <a:endParaRPr lang="en-US" altLang="zh-CN" sz="1800" b="1" i="1" dirty="0">
                <a:solidFill>
                  <a:schemeClr val="tx1"/>
                </a:solidFill>
                <a:latin typeface="Times New Roman" panose="02020603050405020304" pitchFamily="18" charset="0"/>
                <a:ea typeface="宋体" panose="02010600030101010101" pitchFamily="2" charset="-122"/>
              </a:endParaRPr>
            </a:p>
            <a:p>
              <a:pPr marL="0" lvl="0" indent="0"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A → </a:t>
              </a:r>
              <a:r>
                <a:rPr lang="en-US" altLang="zh-CN" sz="1800" b="1" i="1" dirty="0">
                  <a:solidFill>
                    <a:srgbClr val="000000"/>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d </a:t>
              </a:r>
              <a:r>
                <a:rPr lang="zh-CN" altLang="en-US" sz="2000" b="1" i="1" dirty="0">
                  <a:solidFill>
                    <a:schemeClr val="tx1"/>
                  </a:solidFill>
                  <a:latin typeface="Times New Roman" panose="02020603050405020304" pitchFamily="18" charset="0"/>
                  <a:ea typeface="宋体" panose="02010600030101010101" pitchFamily="2" charset="-122"/>
                </a:rPr>
                <a:t> </a:t>
              </a:r>
              <a:r>
                <a:rPr lang="en-US" altLang="zh-CN" sz="2000" b="1" i="1" dirty="0">
                  <a:solidFill>
                    <a:schemeClr val="tx1"/>
                  </a:solidFill>
                  <a:latin typeface="Times New Roman" panose="02020603050405020304" pitchFamily="18" charset="0"/>
                  <a:ea typeface="宋体" panose="02010600030101010101" pitchFamily="2" charset="-122"/>
                </a:rPr>
                <a:t>, </a:t>
              </a:r>
              <a:r>
                <a:rPr lang="en-US" altLang="zh-CN" sz="2000" b="1" dirty="0">
                  <a:solidFill>
                    <a:schemeClr val="tx1"/>
                  </a:solidFill>
                  <a:latin typeface="华文楷体" panose="02010600040101010101" pitchFamily="2" charset="-122"/>
                  <a:ea typeface="宋体" panose="02010600030101010101" pitchFamily="2" charset="-122"/>
                </a:rPr>
                <a:t>$</a:t>
              </a:r>
              <a:endParaRPr lang="en-US" altLang="zh-CN" sz="2000" b="1" i="1" dirty="0">
                <a:solidFill>
                  <a:schemeClr val="tx1"/>
                </a:solidFill>
                <a:latin typeface="Times New Roman" panose="02020603050405020304" pitchFamily="18" charset="0"/>
                <a:ea typeface="宋体" panose="02010600030101010101" pitchFamily="2" charset="-122"/>
              </a:endParaRPr>
            </a:p>
          </p:txBody>
        </p:sp>
        <p:sp>
          <p:nvSpPr>
            <p:cNvPr id="76829" name="Line 24"/>
            <p:cNvSpPr/>
            <p:nvPr/>
          </p:nvSpPr>
          <p:spPr>
            <a:xfrm>
              <a:off x="5970588" y="2895600"/>
              <a:ext cx="647700" cy="0"/>
            </a:xfrm>
            <a:prstGeom prst="line">
              <a:avLst/>
            </a:prstGeom>
            <a:ln w="38100" cap="flat" cmpd="sng">
              <a:solidFill>
                <a:schemeClr val="tx1"/>
              </a:solidFill>
              <a:prstDash val="solid"/>
              <a:headEnd type="none" w="sm" len="sm"/>
              <a:tailEnd type="triangle" w="med" len="med"/>
            </a:ln>
          </p:spPr>
        </p:sp>
        <p:sp>
          <p:nvSpPr>
            <p:cNvPr id="76830" name="Text Box 25"/>
            <p:cNvSpPr txBox="1"/>
            <p:nvPr/>
          </p:nvSpPr>
          <p:spPr>
            <a:xfrm>
              <a:off x="6097588" y="2470150"/>
              <a:ext cx="3810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a</a:t>
              </a:r>
            </a:p>
          </p:txBody>
        </p:sp>
        <p:sp>
          <p:nvSpPr>
            <p:cNvPr id="76831" name="Text Box 26"/>
            <p:cNvSpPr txBox="1"/>
            <p:nvPr/>
          </p:nvSpPr>
          <p:spPr>
            <a:xfrm>
              <a:off x="6575425" y="3708400"/>
              <a:ext cx="1584325" cy="677863"/>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I</a:t>
              </a:r>
              <a:r>
                <a:rPr lang="en-US" altLang="zh-CN" sz="2000" b="1" i="1" baseline="-25000" dirty="0">
                  <a:solidFill>
                    <a:schemeClr val="tx1"/>
                  </a:solidFill>
                  <a:latin typeface="Times New Roman" panose="02020603050405020304" pitchFamily="18" charset="0"/>
                  <a:ea typeface="宋体" panose="02010600030101010101" pitchFamily="2" charset="-122"/>
                </a:rPr>
                <a:t>9</a:t>
              </a:r>
              <a:r>
                <a:rPr lang="en-US" altLang="zh-CN" sz="2000" b="1" dirty="0">
                  <a:solidFill>
                    <a:schemeClr val="tx1"/>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ea typeface="宋体" panose="02010600030101010101" pitchFamily="2" charset="-122"/>
                </a:rPr>
                <a:t>A → d · , </a:t>
              </a:r>
              <a:r>
                <a:rPr lang="en-US" altLang="zh-CN" sz="1800" b="1" dirty="0">
                  <a:solidFill>
                    <a:srgbClr val="FF0000"/>
                  </a:solidFill>
                  <a:latin typeface="华文楷体" panose="02010600040101010101" pitchFamily="2" charset="-122"/>
                  <a:ea typeface="宋体" panose="02010600030101010101" pitchFamily="2" charset="-122"/>
                </a:rPr>
                <a:t>$</a:t>
              </a:r>
              <a:endParaRPr lang="en-US" altLang="zh-CN" sz="1800" b="1" i="1" dirty="0">
                <a:solidFill>
                  <a:srgbClr val="FF0000"/>
                </a:solidFill>
                <a:latin typeface="Times New Roman" panose="02020603050405020304" pitchFamily="18" charset="0"/>
                <a:ea typeface="宋体" panose="02010600030101010101" pitchFamily="2" charset="-122"/>
              </a:endParaRPr>
            </a:p>
          </p:txBody>
        </p:sp>
        <p:sp>
          <p:nvSpPr>
            <p:cNvPr id="76832" name="Line 27"/>
            <p:cNvSpPr/>
            <p:nvPr/>
          </p:nvSpPr>
          <p:spPr>
            <a:xfrm flipV="1">
              <a:off x="6015038" y="2030413"/>
              <a:ext cx="563562" cy="536575"/>
            </a:xfrm>
            <a:prstGeom prst="line">
              <a:avLst/>
            </a:prstGeom>
            <a:ln w="38100" cap="flat" cmpd="sng">
              <a:solidFill>
                <a:schemeClr val="tx1"/>
              </a:solidFill>
              <a:prstDash val="solid"/>
              <a:headEnd type="none" w="sm" len="sm"/>
              <a:tailEnd type="triangle" w="med" len="med"/>
            </a:ln>
          </p:spPr>
        </p:sp>
        <p:sp>
          <p:nvSpPr>
            <p:cNvPr id="76833" name="Text Box 28"/>
            <p:cNvSpPr txBox="1"/>
            <p:nvPr/>
          </p:nvSpPr>
          <p:spPr>
            <a:xfrm>
              <a:off x="6024563" y="1893888"/>
              <a:ext cx="533400"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A</a:t>
              </a:r>
            </a:p>
          </p:txBody>
        </p:sp>
        <p:sp>
          <p:nvSpPr>
            <p:cNvPr id="76834" name="Line 29"/>
            <p:cNvSpPr/>
            <p:nvPr/>
          </p:nvSpPr>
          <p:spPr>
            <a:xfrm>
              <a:off x="5975350" y="3025775"/>
              <a:ext cx="576263" cy="809625"/>
            </a:xfrm>
            <a:prstGeom prst="line">
              <a:avLst/>
            </a:prstGeom>
            <a:ln w="38100" cap="flat" cmpd="sng">
              <a:solidFill>
                <a:schemeClr val="tx1"/>
              </a:solidFill>
              <a:prstDash val="solid"/>
              <a:headEnd type="none" w="sm" len="sm"/>
              <a:tailEnd type="triangle" w="med" len="med"/>
            </a:ln>
          </p:spPr>
        </p:sp>
        <p:sp>
          <p:nvSpPr>
            <p:cNvPr id="76835" name="Text Box 34"/>
            <p:cNvSpPr txBox="1"/>
            <p:nvPr/>
          </p:nvSpPr>
          <p:spPr>
            <a:xfrm>
              <a:off x="7323138" y="3363913"/>
              <a:ext cx="360362"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d</a:t>
              </a:r>
            </a:p>
          </p:txBody>
        </p:sp>
        <p:sp>
          <p:nvSpPr>
            <p:cNvPr id="76836" name="Text Box 35"/>
            <p:cNvSpPr txBox="1"/>
            <p:nvPr/>
          </p:nvSpPr>
          <p:spPr>
            <a:xfrm>
              <a:off x="2098675" y="1419225"/>
              <a:ext cx="533400" cy="46037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S</a:t>
              </a:r>
            </a:p>
          </p:txBody>
        </p:sp>
        <p:sp>
          <p:nvSpPr>
            <p:cNvPr id="76837" name="Line 38"/>
            <p:cNvSpPr/>
            <p:nvPr/>
          </p:nvSpPr>
          <p:spPr>
            <a:xfrm flipV="1">
              <a:off x="8683625" y="1385888"/>
              <a:ext cx="0" cy="1135062"/>
            </a:xfrm>
            <a:prstGeom prst="line">
              <a:avLst/>
            </a:prstGeom>
            <a:ln w="9525" cap="flat" cmpd="sng">
              <a:solidFill>
                <a:schemeClr val="tx1"/>
              </a:solidFill>
              <a:prstDash val="solid"/>
              <a:headEnd type="none" w="med" len="med"/>
              <a:tailEnd type="triangle" w="med" len="med"/>
            </a:ln>
          </p:spPr>
        </p:sp>
        <p:sp>
          <p:nvSpPr>
            <p:cNvPr id="76838" name="Text Box 39"/>
            <p:cNvSpPr txBox="1"/>
            <p:nvPr/>
          </p:nvSpPr>
          <p:spPr>
            <a:xfrm>
              <a:off x="3114675" y="4286250"/>
              <a:ext cx="5334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a</a:t>
              </a:r>
            </a:p>
          </p:txBody>
        </p:sp>
        <p:sp>
          <p:nvSpPr>
            <p:cNvPr id="76839" name="Line 50"/>
            <p:cNvSpPr/>
            <p:nvPr/>
          </p:nvSpPr>
          <p:spPr>
            <a:xfrm>
              <a:off x="7323138" y="3463925"/>
              <a:ext cx="0" cy="269875"/>
            </a:xfrm>
            <a:prstGeom prst="line">
              <a:avLst/>
            </a:prstGeom>
            <a:ln w="38100" cap="flat" cmpd="sng">
              <a:solidFill>
                <a:schemeClr val="tx1"/>
              </a:solidFill>
              <a:prstDash val="solid"/>
              <a:headEnd type="none" w="med" len="med"/>
              <a:tailEnd type="triangle" w="med" len="med"/>
            </a:ln>
          </p:spPr>
        </p:sp>
        <p:sp>
          <p:nvSpPr>
            <p:cNvPr id="76840" name="Freeform 51"/>
            <p:cNvSpPr/>
            <p:nvPr/>
          </p:nvSpPr>
          <p:spPr>
            <a:xfrm>
              <a:off x="2903538" y="4408488"/>
              <a:ext cx="684212" cy="404812"/>
            </a:xfrm>
            <a:custGeom>
              <a:avLst/>
              <a:gdLst>
                <a:gd name="txL" fmla="*/ 0 w 431"/>
                <a:gd name="txT" fmla="*/ 0 h 340"/>
                <a:gd name="txR" fmla="*/ 431 w 431"/>
                <a:gd name="txB" fmla="*/ 340 h 340"/>
              </a:gdLst>
              <a:ahLst/>
              <a:cxnLst>
                <a:cxn ang="0">
                  <a:pos x="2147483646" y="0"/>
                </a:cxn>
                <a:cxn ang="0">
                  <a:pos x="2147483646" y="2147483646"/>
                </a:cxn>
                <a:cxn ang="0">
                  <a:pos x="2147483646" y="2147483646"/>
                </a:cxn>
                <a:cxn ang="0">
                  <a:pos x="2147483646" y="0"/>
                </a:cxn>
              </a:cxnLst>
              <a:rect l="txL" t="txT" r="txR" b="txB"/>
              <a:pathLst>
                <a:path w="431" h="340">
                  <a:moveTo>
                    <a:pt x="431" y="0"/>
                  </a:moveTo>
                  <a:cubicBezTo>
                    <a:pt x="397" y="147"/>
                    <a:pt x="363" y="294"/>
                    <a:pt x="295" y="317"/>
                  </a:cubicBezTo>
                  <a:cubicBezTo>
                    <a:pt x="227" y="340"/>
                    <a:pt x="46" y="189"/>
                    <a:pt x="23" y="136"/>
                  </a:cubicBezTo>
                  <a:cubicBezTo>
                    <a:pt x="0" y="83"/>
                    <a:pt x="79" y="41"/>
                    <a:pt x="159" y="0"/>
                  </a:cubicBezTo>
                </a:path>
              </a:pathLst>
            </a:custGeom>
            <a:noFill/>
            <a:ln w="38100" cap="flat" cmpd="sng">
              <a:solidFill>
                <a:schemeClr val="tx1">
                  <a:alpha val="100000"/>
                </a:schemeClr>
              </a:solidFill>
              <a:prstDash val="solid"/>
              <a:round/>
              <a:headEnd type="none" w="med" len="med"/>
              <a:tailEnd type="stealth" w="med" len="med"/>
            </a:ln>
          </p:spPr>
          <p:txBody>
            <a:bodyPr/>
            <a:lstStyle/>
            <a:p>
              <a:endParaRPr lang="zh-CN" altLang="en-US"/>
            </a:p>
          </p:txBody>
        </p:sp>
        <p:sp>
          <p:nvSpPr>
            <p:cNvPr id="76841" name="Text Box 52"/>
            <p:cNvSpPr txBox="1"/>
            <p:nvPr/>
          </p:nvSpPr>
          <p:spPr>
            <a:xfrm>
              <a:off x="5953125" y="3292475"/>
              <a:ext cx="360363"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d</a:t>
              </a:r>
            </a:p>
          </p:txBody>
        </p:sp>
        <p:sp>
          <p:nvSpPr>
            <p:cNvPr id="76842" name="Line 53"/>
            <p:cNvSpPr/>
            <p:nvPr/>
          </p:nvSpPr>
          <p:spPr>
            <a:xfrm>
              <a:off x="8180388" y="2520950"/>
              <a:ext cx="503237" cy="0"/>
            </a:xfrm>
            <a:prstGeom prst="line">
              <a:avLst/>
            </a:prstGeom>
            <a:ln w="9525" cap="flat" cmpd="sng">
              <a:solidFill>
                <a:schemeClr val="tx1"/>
              </a:solidFill>
              <a:prstDash val="solid"/>
              <a:headEnd type="none" w="med" len="med"/>
              <a:tailEnd type="none" w="med" len="med"/>
            </a:ln>
          </p:spPr>
        </p:sp>
        <p:sp>
          <p:nvSpPr>
            <p:cNvPr id="76843" name="Text Box 54"/>
            <p:cNvSpPr txBox="1"/>
            <p:nvPr/>
          </p:nvSpPr>
          <p:spPr>
            <a:xfrm>
              <a:off x="7573963" y="685800"/>
              <a:ext cx="1319212" cy="677863"/>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I</a:t>
              </a:r>
              <a:r>
                <a:rPr lang="en-US" altLang="zh-CN" sz="2000" b="1" i="1" baseline="-25000" dirty="0">
                  <a:solidFill>
                    <a:schemeClr val="tx1"/>
                  </a:solidFill>
                  <a:latin typeface="Times New Roman" panose="02020603050405020304" pitchFamily="18" charset="0"/>
                  <a:ea typeface="宋体" panose="02010600030101010101" pitchFamily="2" charset="-122"/>
                </a:rPr>
                <a:t>10</a:t>
              </a:r>
              <a:r>
                <a:rPr lang="en-US" altLang="zh-CN" sz="2000" b="1" dirty="0">
                  <a:solidFill>
                    <a:schemeClr val="tx1"/>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ea typeface="宋体" panose="02010600030101010101" pitchFamily="2" charset="-122"/>
                </a:rPr>
                <a:t>A → aA· , </a:t>
              </a:r>
              <a:r>
                <a:rPr lang="en-US" altLang="zh-CN" sz="1800" b="1" dirty="0">
                  <a:solidFill>
                    <a:srgbClr val="FF0000"/>
                  </a:solidFill>
                  <a:latin typeface="华文楷体" panose="02010600040101010101" pitchFamily="2" charset="-122"/>
                  <a:ea typeface="宋体" panose="02010600030101010101" pitchFamily="2" charset="-122"/>
                </a:rPr>
                <a:t>$</a:t>
              </a:r>
              <a:endParaRPr lang="en-US" altLang="zh-CN" sz="1800" b="1" i="1" dirty="0">
                <a:solidFill>
                  <a:srgbClr val="FF0000"/>
                </a:solidFill>
                <a:latin typeface="Times New Roman" panose="02020603050405020304" pitchFamily="18" charset="0"/>
                <a:ea typeface="宋体" panose="02010600030101010101" pitchFamily="2" charset="-122"/>
              </a:endParaRPr>
            </a:p>
          </p:txBody>
        </p:sp>
        <p:sp>
          <p:nvSpPr>
            <p:cNvPr id="76844" name="Freeform 55"/>
            <p:cNvSpPr/>
            <p:nvPr/>
          </p:nvSpPr>
          <p:spPr>
            <a:xfrm>
              <a:off x="8143875" y="2947988"/>
              <a:ext cx="431800" cy="323850"/>
            </a:xfrm>
            <a:custGeom>
              <a:avLst/>
              <a:gdLst>
                <a:gd name="txL" fmla="*/ 0 w 272"/>
                <a:gd name="txT" fmla="*/ 0 h 272"/>
                <a:gd name="txR" fmla="*/ 272 w 272"/>
                <a:gd name="txB" fmla="*/ 272 h 272"/>
              </a:gdLst>
              <a:ahLst/>
              <a:cxnLst>
                <a:cxn ang="0">
                  <a:pos x="0" y="0"/>
                </a:cxn>
                <a:cxn ang="0">
                  <a:pos x="2147483646" y="2147483646"/>
                </a:cxn>
                <a:cxn ang="0">
                  <a:pos x="0" y="2147483646"/>
                </a:cxn>
              </a:cxnLst>
              <a:rect l="txL" t="txT" r="txR" b="txB"/>
              <a:pathLst>
                <a:path w="272" h="272">
                  <a:moveTo>
                    <a:pt x="0" y="0"/>
                  </a:moveTo>
                  <a:cubicBezTo>
                    <a:pt x="136" y="23"/>
                    <a:pt x="272" y="46"/>
                    <a:pt x="272" y="91"/>
                  </a:cubicBezTo>
                  <a:cubicBezTo>
                    <a:pt x="272" y="136"/>
                    <a:pt x="136" y="204"/>
                    <a:pt x="0" y="272"/>
                  </a:cubicBezTo>
                </a:path>
              </a:pathLst>
            </a:custGeom>
            <a:noFill/>
            <a:ln w="38100" cap="flat" cmpd="sng">
              <a:solidFill>
                <a:schemeClr val="tx1">
                  <a:alpha val="100000"/>
                </a:schemeClr>
              </a:solidFill>
              <a:prstDash val="solid"/>
              <a:round/>
              <a:headEnd type="none" w="med" len="med"/>
              <a:tailEnd type="stealth" w="med" len="med"/>
            </a:ln>
          </p:spPr>
          <p:txBody>
            <a:bodyPr/>
            <a:lstStyle/>
            <a:p>
              <a:endParaRPr lang="zh-CN" altLang="en-US"/>
            </a:p>
          </p:txBody>
        </p:sp>
        <p:sp>
          <p:nvSpPr>
            <p:cNvPr id="76845" name="Text Box 56"/>
            <p:cNvSpPr txBox="1"/>
            <p:nvPr/>
          </p:nvSpPr>
          <p:spPr>
            <a:xfrm>
              <a:off x="8359775" y="3055938"/>
              <a:ext cx="533400"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a</a:t>
              </a:r>
            </a:p>
          </p:txBody>
        </p:sp>
        <p:sp>
          <p:nvSpPr>
            <p:cNvPr id="76846" name="Line 57"/>
            <p:cNvSpPr/>
            <p:nvPr/>
          </p:nvSpPr>
          <p:spPr>
            <a:xfrm flipV="1">
              <a:off x="8683625" y="1385888"/>
              <a:ext cx="0" cy="1135062"/>
            </a:xfrm>
            <a:prstGeom prst="line">
              <a:avLst/>
            </a:prstGeom>
            <a:ln w="9525" cap="flat" cmpd="sng">
              <a:solidFill>
                <a:schemeClr val="tx1"/>
              </a:solidFill>
              <a:prstDash val="solid"/>
              <a:headEnd type="none" w="med" len="med"/>
              <a:tailEnd type="triangle" w="med" len="med"/>
            </a:ln>
          </p:spPr>
        </p:sp>
        <p:sp>
          <p:nvSpPr>
            <p:cNvPr id="76847" name="Line 58"/>
            <p:cNvSpPr/>
            <p:nvPr/>
          </p:nvSpPr>
          <p:spPr>
            <a:xfrm>
              <a:off x="8180388" y="2520950"/>
              <a:ext cx="503237" cy="0"/>
            </a:xfrm>
            <a:prstGeom prst="line">
              <a:avLst/>
            </a:prstGeom>
            <a:ln w="9525" cap="flat" cmpd="sng">
              <a:solidFill>
                <a:schemeClr val="tx1"/>
              </a:solidFill>
              <a:prstDash val="solid"/>
              <a:headEnd type="none" w="med" len="med"/>
              <a:tailEnd type="none" w="med" len="med"/>
            </a:ln>
          </p:spPr>
        </p:sp>
        <p:sp>
          <p:nvSpPr>
            <p:cNvPr id="76848" name="Line 60"/>
            <p:cNvSpPr/>
            <p:nvPr/>
          </p:nvSpPr>
          <p:spPr>
            <a:xfrm flipV="1">
              <a:off x="8683625" y="1385888"/>
              <a:ext cx="0" cy="1135062"/>
            </a:xfrm>
            <a:prstGeom prst="line">
              <a:avLst/>
            </a:prstGeom>
            <a:ln w="9525" cap="flat" cmpd="sng">
              <a:solidFill>
                <a:schemeClr val="tx1"/>
              </a:solidFill>
              <a:prstDash val="solid"/>
              <a:headEnd type="none" w="med" len="med"/>
              <a:tailEnd type="triangle" w="med" len="med"/>
            </a:ln>
          </p:spPr>
        </p:sp>
        <p:sp>
          <p:nvSpPr>
            <p:cNvPr id="76849" name="Line 61"/>
            <p:cNvSpPr/>
            <p:nvPr/>
          </p:nvSpPr>
          <p:spPr>
            <a:xfrm>
              <a:off x="8180388" y="2520950"/>
              <a:ext cx="503237" cy="0"/>
            </a:xfrm>
            <a:prstGeom prst="line">
              <a:avLst/>
            </a:prstGeom>
            <a:ln w="9525" cap="flat" cmpd="sng">
              <a:solidFill>
                <a:schemeClr val="tx1"/>
              </a:solidFill>
              <a:prstDash val="solid"/>
              <a:headEnd type="none" w="med" len="med"/>
              <a:tailEnd type="none" w="med" len="med"/>
            </a:ln>
          </p:spPr>
        </p:sp>
        <p:sp>
          <p:nvSpPr>
            <p:cNvPr id="76850" name="Line 64"/>
            <p:cNvSpPr/>
            <p:nvPr/>
          </p:nvSpPr>
          <p:spPr>
            <a:xfrm flipV="1">
              <a:off x="8683625" y="1385888"/>
              <a:ext cx="0" cy="1135062"/>
            </a:xfrm>
            <a:prstGeom prst="line">
              <a:avLst/>
            </a:prstGeom>
            <a:ln w="9525" cap="flat" cmpd="sng">
              <a:solidFill>
                <a:schemeClr val="tx1"/>
              </a:solidFill>
              <a:prstDash val="solid"/>
              <a:headEnd type="none" w="med" len="med"/>
              <a:tailEnd type="triangle" w="med" len="med"/>
            </a:ln>
          </p:spPr>
        </p:sp>
        <p:sp>
          <p:nvSpPr>
            <p:cNvPr id="76851" name="Line 65"/>
            <p:cNvSpPr/>
            <p:nvPr/>
          </p:nvSpPr>
          <p:spPr>
            <a:xfrm>
              <a:off x="8180388" y="2520950"/>
              <a:ext cx="503237" cy="0"/>
            </a:xfrm>
            <a:prstGeom prst="line">
              <a:avLst/>
            </a:prstGeom>
            <a:ln w="9525" cap="flat" cmpd="sng">
              <a:solidFill>
                <a:schemeClr val="tx1"/>
              </a:solidFill>
              <a:prstDash val="solid"/>
              <a:headEnd type="none" w="med" len="med"/>
              <a:tailEnd type="none" w="med" len="med"/>
            </a:ln>
          </p:spPr>
        </p:sp>
        <p:sp>
          <p:nvSpPr>
            <p:cNvPr id="76852" name="Line 66"/>
            <p:cNvSpPr/>
            <p:nvPr/>
          </p:nvSpPr>
          <p:spPr>
            <a:xfrm>
              <a:off x="4008438" y="2603500"/>
              <a:ext cx="503237" cy="0"/>
            </a:xfrm>
            <a:prstGeom prst="line">
              <a:avLst/>
            </a:prstGeom>
            <a:ln w="38100" cap="flat" cmpd="sng">
              <a:solidFill>
                <a:schemeClr val="tx1"/>
              </a:solidFill>
              <a:prstDash val="solid"/>
              <a:headEnd type="none" w="med" len="med"/>
              <a:tailEnd type="triangle" w="med" len="med"/>
            </a:ln>
          </p:spPr>
        </p:sp>
        <p:sp>
          <p:nvSpPr>
            <p:cNvPr id="76853" name="Line 67"/>
            <p:cNvSpPr/>
            <p:nvPr/>
          </p:nvSpPr>
          <p:spPr>
            <a:xfrm>
              <a:off x="1201738" y="3165475"/>
              <a:ext cx="0" cy="703263"/>
            </a:xfrm>
            <a:prstGeom prst="line">
              <a:avLst/>
            </a:prstGeom>
            <a:ln w="38100" cap="flat" cmpd="sng">
              <a:solidFill>
                <a:schemeClr val="tx1"/>
              </a:solidFill>
              <a:prstDash val="solid"/>
              <a:headEnd type="none" w="med" len="med"/>
              <a:tailEnd type="triangle" w="med" len="med"/>
            </a:ln>
          </p:spPr>
        </p:sp>
        <p:sp>
          <p:nvSpPr>
            <p:cNvPr id="76854" name="Line 68"/>
            <p:cNvSpPr/>
            <p:nvPr/>
          </p:nvSpPr>
          <p:spPr>
            <a:xfrm>
              <a:off x="1852613" y="2740025"/>
              <a:ext cx="792162" cy="687388"/>
            </a:xfrm>
            <a:prstGeom prst="line">
              <a:avLst/>
            </a:prstGeom>
            <a:ln w="38100" cap="flat" cmpd="sng">
              <a:solidFill>
                <a:schemeClr val="tx1"/>
              </a:solidFill>
              <a:prstDash val="solid"/>
              <a:headEnd type="none" w="med" len="med"/>
              <a:tailEnd type="triangle" w="med" len="med"/>
            </a:ln>
          </p:spPr>
        </p:sp>
        <p:sp>
          <p:nvSpPr>
            <p:cNvPr id="76855" name="Line 69"/>
            <p:cNvSpPr/>
            <p:nvPr/>
          </p:nvSpPr>
          <p:spPr>
            <a:xfrm flipV="1">
              <a:off x="8683625" y="1385888"/>
              <a:ext cx="0" cy="1135062"/>
            </a:xfrm>
            <a:prstGeom prst="line">
              <a:avLst/>
            </a:prstGeom>
            <a:ln w="38100" cap="flat" cmpd="sng">
              <a:solidFill>
                <a:schemeClr val="tx1"/>
              </a:solidFill>
              <a:prstDash val="solid"/>
              <a:headEnd type="none" w="med" len="med"/>
              <a:tailEnd type="triangle" w="med" len="med"/>
            </a:ln>
          </p:spPr>
        </p:sp>
        <p:sp>
          <p:nvSpPr>
            <p:cNvPr id="76856" name="Line 70"/>
            <p:cNvSpPr/>
            <p:nvPr/>
          </p:nvSpPr>
          <p:spPr>
            <a:xfrm>
              <a:off x="8180388" y="2520950"/>
              <a:ext cx="503237" cy="0"/>
            </a:xfrm>
            <a:prstGeom prst="line">
              <a:avLst/>
            </a:prstGeom>
            <a:ln w="38100" cap="flat" cmpd="sng">
              <a:solidFill>
                <a:schemeClr val="tx1"/>
              </a:solidFill>
              <a:prstDash val="solid"/>
              <a:headEnd type="none" w="med" len="med"/>
              <a:tailEnd type="none" w="med" len="med"/>
            </a:ln>
          </p:spPr>
        </p:sp>
        <p:sp>
          <p:nvSpPr>
            <p:cNvPr id="76857" name="Text Box 19"/>
            <p:cNvSpPr txBox="1"/>
            <p:nvPr/>
          </p:nvSpPr>
          <p:spPr>
            <a:xfrm>
              <a:off x="8256588" y="1765300"/>
              <a:ext cx="4572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A</a:t>
              </a:r>
            </a:p>
          </p:txBody>
        </p:sp>
        <p:sp>
          <p:nvSpPr>
            <p:cNvPr id="3" name="弧形 2"/>
            <p:cNvSpPr/>
            <p:nvPr/>
          </p:nvSpPr>
          <p:spPr>
            <a:xfrm>
              <a:off x="1692275" y="4557713"/>
              <a:ext cx="71438" cy="46037"/>
            </a:xfrm>
            <a:prstGeom prst="arc">
              <a:avLst/>
            </a:prstGeom>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grpSp>
      <p:sp>
        <p:nvSpPr>
          <p:cNvPr id="4" name="任意多边形 3"/>
          <p:cNvSpPr/>
          <p:nvPr/>
        </p:nvSpPr>
        <p:spPr>
          <a:xfrm>
            <a:off x="1735138" y="4384675"/>
            <a:ext cx="5087938" cy="588963"/>
          </a:xfrm>
          <a:custGeom>
            <a:avLst/>
            <a:gdLst>
              <a:gd name="connsiteX0" fmla="*/ 0 w 5087816"/>
              <a:gd name="connsiteY0" fmla="*/ 175846 h 588793"/>
              <a:gd name="connsiteX1" fmla="*/ 1887416 w 5087816"/>
              <a:gd name="connsiteY1" fmla="*/ 586154 h 588793"/>
              <a:gd name="connsiteX2" fmla="*/ 5087816 w 5087816"/>
              <a:gd name="connsiteY2" fmla="*/ 0 h 588793"/>
            </a:gdLst>
            <a:ahLst/>
            <a:cxnLst>
              <a:cxn ang="0">
                <a:pos x="connsiteX0" y="connsiteY0"/>
              </a:cxn>
              <a:cxn ang="0">
                <a:pos x="connsiteX1" y="connsiteY1"/>
              </a:cxn>
              <a:cxn ang="0">
                <a:pos x="connsiteX2" y="connsiteY2"/>
              </a:cxn>
            </a:cxnLst>
            <a:rect l="l" t="t" r="r" b="b"/>
            <a:pathLst>
              <a:path w="5087816" h="588793">
                <a:moveTo>
                  <a:pt x="0" y="175846"/>
                </a:moveTo>
                <a:cubicBezTo>
                  <a:pt x="519723" y="395654"/>
                  <a:pt x="1039447" y="615462"/>
                  <a:pt x="1887416" y="586154"/>
                </a:cubicBezTo>
                <a:cubicBezTo>
                  <a:pt x="2735385" y="556846"/>
                  <a:pt x="3911600" y="278423"/>
                  <a:pt x="5087816" y="0"/>
                </a:cubicBezTo>
              </a:path>
            </a:pathLst>
          </a:custGeom>
          <a:noFill/>
          <a:ln w="317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8" name="Rectangle 72"/>
          <p:cNvSpPr>
            <a:spLocks noChangeArrowheads="1"/>
          </p:cNvSpPr>
          <p:nvPr/>
        </p:nvSpPr>
        <p:spPr bwMode="auto">
          <a:xfrm>
            <a:off x="203200" y="1166813"/>
            <a:ext cx="993775" cy="400050"/>
          </a:xfrm>
          <a:prstGeom prst="rect">
            <a:avLst/>
          </a:prstGeom>
          <a:solidFill>
            <a:schemeClr val="accent5">
              <a:lumMod val="60000"/>
              <a:lumOff val="40000"/>
            </a:schemeClr>
          </a:solidFill>
          <a:ln w="12700">
            <a:solidFill>
              <a:schemeClr val="tx1"/>
            </a:solid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ea"/>
              </a:rPr>
              <a:t>输入</a:t>
            </a:r>
            <a:r>
              <a:rPr kumimoji="0" lang="en-US" altLang="zh-CN" sz="2000" b="1" i="1" u="none" strike="noStrike" kern="1200" cap="none" spc="0" normalizeH="0" baseline="0" noProof="1">
                <a:ln>
                  <a:noFill/>
                </a:ln>
                <a:solidFill>
                  <a:schemeClr val="tx1"/>
                </a:solidFill>
                <a:effectLst/>
                <a:uLnTx/>
                <a:uFillTx/>
                <a:latin typeface="Times New Roman" panose="02020603050405020304" pitchFamily="18" charset="0"/>
                <a:ea typeface="Times New Roman" panose="02020603050405020304" pitchFamily="18" charset="0"/>
                <a:cs typeface="+mn-ea"/>
              </a:rPr>
              <a:t> d</a:t>
            </a:r>
            <a:r>
              <a:rPr kumimoji="0" lang="en-US" altLang="zh-CN" sz="1800" b="1" i="0" u="none" strike="noStrike" kern="1200" cap="none" spc="0" normalizeH="0" baseline="0" noProof="1">
                <a:ln>
                  <a:noFill/>
                </a:ln>
                <a:solidFill>
                  <a:schemeClr val="tx1"/>
                </a:solidFill>
                <a:effectLst/>
                <a:uLnTx/>
                <a:uFillTx/>
                <a:latin typeface="华文楷体" panose="02010600040101010101" pitchFamily="2" charset="-122"/>
                <a:ea typeface="宋体" panose="02010600030101010101" pitchFamily="2" charset="-122"/>
                <a:cs typeface="+mn-ea"/>
              </a:rPr>
              <a:t>$</a:t>
            </a:r>
            <a:endParaRPr kumimoji="0" lang="zh-CN" altLang="en-US" sz="1800" b="1" i="0" u="none" strike="noStrike" kern="1200" cap="none" spc="0" normalizeH="0" baseline="0" noProof="1">
              <a:ln>
                <a:noFill/>
              </a:ln>
              <a:solidFill>
                <a:schemeClr val="tx1"/>
              </a:solidFill>
              <a:effectLst/>
              <a:uLnTx/>
              <a:uFillTx/>
              <a:latin typeface="华文楷体" panose="02010600040101010101" pitchFamily="2" charset="-122"/>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32151"/>
                                        </p:tgtEl>
                                        <p:attrNameLst>
                                          <p:attrName>style.visibility</p:attrName>
                                        </p:attrNameLst>
                                      </p:cBhvr>
                                      <p:to>
                                        <p:strVal val="visible"/>
                                      </p:to>
                                    </p:set>
                                    <p:anim calcmode="lin" valueType="num">
                                      <p:cBhvr>
                                        <p:cTn id="7" dur="500" fill="hold"/>
                                        <p:tgtEl>
                                          <p:spTgt spid="132151"/>
                                        </p:tgtEl>
                                        <p:attrNameLst>
                                          <p:attrName>ppt_w</p:attrName>
                                        </p:attrNameLst>
                                      </p:cBhvr>
                                      <p:tavLst>
                                        <p:tav tm="0">
                                          <p:val>
                                            <p:fltVal val="0"/>
                                          </p:val>
                                        </p:tav>
                                        <p:tav tm="100000">
                                          <p:val>
                                            <p:strVal val="#ppt_w"/>
                                          </p:val>
                                        </p:tav>
                                      </p:tavLst>
                                    </p:anim>
                                    <p:anim calcmode="lin" valueType="num">
                                      <p:cBhvr>
                                        <p:cTn id="8" dur="500" fill="hold"/>
                                        <p:tgtEl>
                                          <p:spTgt spid="132151"/>
                                        </p:tgtEl>
                                        <p:attrNameLst>
                                          <p:attrName>ppt_h</p:attrName>
                                        </p:attrNameLst>
                                      </p:cBhvr>
                                      <p:tavLst>
                                        <p:tav tm="0">
                                          <p:val>
                                            <p:fltVal val="0"/>
                                          </p:val>
                                        </p:tav>
                                        <p:tav tm="100000">
                                          <p:val>
                                            <p:strVal val="#ppt_h"/>
                                          </p:val>
                                        </p:tav>
                                      </p:tavLst>
                                    </p:anim>
                                    <p:animEffect transition="in" filter="fade">
                                      <p:cBhvr>
                                        <p:cTn id="9" dur="500"/>
                                        <p:tgtEl>
                                          <p:spTgt spid="132151"/>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4"/>
                                        </p:tgtEl>
                                        <p:attrNameLst>
                                          <p:attrName>style.visibility</p:attrName>
                                        </p:attrNameLst>
                                      </p:cBhvr>
                                      <p:to>
                                        <p:strVal val="visible"/>
                                      </p:to>
                                    </p:set>
                                    <p:anim calcmode="lin" valueType="num">
                                      <p:cBhvr>
                                        <p:cTn id="14" dur="500" fill="hold"/>
                                        <p:tgtEl>
                                          <p:spTgt spid="54"/>
                                        </p:tgtEl>
                                        <p:attrNameLst>
                                          <p:attrName>ppt_w</p:attrName>
                                        </p:attrNameLst>
                                      </p:cBhvr>
                                      <p:tavLst>
                                        <p:tav tm="0">
                                          <p:val>
                                            <p:fltVal val="0"/>
                                          </p:val>
                                        </p:tav>
                                        <p:tav tm="100000">
                                          <p:val>
                                            <p:strVal val="#ppt_w"/>
                                          </p:val>
                                        </p:tav>
                                      </p:tavLst>
                                    </p:anim>
                                    <p:anim calcmode="lin" valueType="num">
                                      <p:cBhvr>
                                        <p:cTn id="15" dur="500" fill="hold"/>
                                        <p:tgtEl>
                                          <p:spTgt spid="54"/>
                                        </p:tgtEl>
                                        <p:attrNameLst>
                                          <p:attrName>ppt_h</p:attrName>
                                        </p:attrNameLst>
                                      </p:cBhvr>
                                      <p:tavLst>
                                        <p:tav tm="0">
                                          <p:val>
                                            <p:fltVal val="0"/>
                                          </p:val>
                                        </p:tav>
                                        <p:tav tm="100000">
                                          <p:val>
                                            <p:strVal val="#ppt_h"/>
                                          </p:val>
                                        </p:tav>
                                      </p:tavLst>
                                    </p:anim>
                                    <p:animEffect transition="in" filter="fade">
                                      <p:cBhvr>
                                        <p:cTn id="16" dur="500"/>
                                        <p:tgtEl>
                                          <p:spTgt spid="54"/>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57"/>
                                        </p:tgtEl>
                                        <p:attrNameLst>
                                          <p:attrName>style.visibility</p:attrName>
                                        </p:attrNameLst>
                                      </p:cBhvr>
                                      <p:to>
                                        <p:strVal val="visible"/>
                                      </p:to>
                                    </p:set>
                                    <p:anim calcmode="lin" valueType="num">
                                      <p:cBhvr>
                                        <p:cTn id="26" dur="500" fill="hold"/>
                                        <p:tgtEl>
                                          <p:spTgt spid="57"/>
                                        </p:tgtEl>
                                        <p:attrNameLst>
                                          <p:attrName>ppt_w</p:attrName>
                                        </p:attrNameLst>
                                      </p:cBhvr>
                                      <p:tavLst>
                                        <p:tav tm="0">
                                          <p:val>
                                            <p:fltVal val="0"/>
                                          </p:val>
                                        </p:tav>
                                        <p:tav tm="100000">
                                          <p:val>
                                            <p:strVal val="#ppt_w"/>
                                          </p:val>
                                        </p:tav>
                                      </p:tavLst>
                                    </p:anim>
                                    <p:anim calcmode="lin" valueType="num">
                                      <p:cBhvr>
                                        <p:cTn id="27" dur="500" fill="hold"/>
                                        <p:tgtEl>
                                          <p:spTgt spid="57"/>
                                        </p:tgtEl>
                                        <p:attrNameLst>
                                          <p:attrName>ppt_h</p:attrName>
                                        </p:attrNameLst>
                                      </p:cBhvr>
                                      <p:tavLst>
                                        <p:tav tm="0">
                                          <p:val>
                                            <p:fltVal val="0"/>
                                          </p:val>
                                        </p:tav>
                                        <p:tav tm="100000">
                                          <p:val>
                                            <p:strVal val="#ppt_h"/>
                                          </p:val>
                                        </p:tav>
                                      </p:tavLst>
                                    </p:anim>
                                    <p:animEffect transition="in" filter="fade">
                                      <p:cBhvr>
                                        <p:cTn id="28" dur="500"/>
                                        <p:tgtEl>
                                          <p:spTgt spid="57"/>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p:cTn id="33" dur="500" fill="hold"/>
                                        <p:tgtEl>
                                          <p:spTgt spid="4"/>
                                        </p:tgtEl>
                                        <p:attrNameLst>
                                          <p:attrName>ppt_w</p:attrName>
                                        </p:attrNameLst>
                                      </p:cBhvr>
                                      <p:tavLst>
                                        <p:tav tm="0">
                                          <p:val>
                                            <p:fltVal val="0"/>
                                          </p:val>
                                        </p:tav>
                                        <p:tav tm="100000">
                                          <p:val>
                                            <p:strVal val="#ppt_w"/>
                                          </p:val>
                                        </p:tav>
                                      </p:tavLst>
                                    </p:anim>
                                    <p:anim calcmode="lin" valueType="num">
                                      <p:cBhvr>
                                        <p:cTn id="34" dur="500" fill="hold"/>
                                        <p:tgtEl>
                                          <p:spTgt spid="4"/>
                                        </p:tgtEl>
                                        <p:attrNameLst>
                                          <p:attrName>ppt_h</p:attrName>
                                        </p:attrNameLst>
                                      </p:cBhvr>
                                      <p:tavLst>
                                        <p:tav tm="0">
                                          <p:val>
                                            <p:fltVal val="0"/>
                                          </p:val>
                                        </p:tav>
                                        <p:tav tm="100000">
                                          <p:val>
                                            <p:strVal val="#ppt_h"/>
                                          </p:val>
                                        </p:tav>
                                      </p:tavLst>
                                    </p:anim>
                                    <p:animEffect transition="in" filter="fade">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58"/>
                                        </p:tgtEl>
                                        <p:attrNameLst>
                                          <p:attrName>style.visibility</p:attrName>
                                        </p:attrNameLst>
                                      </p:cBhvr>
                                      <p:to>
                                        <p:strVal val="visible"/>
                                      </p:to>
                                    </p:set>
                                    <p:anim calcmode="lin" valueType="num">
                                      <p:cBhvr>
                                        <p:cTn id="40" dur="500" fill="hold"/>
                                        <p:tgtEl>
                                          <p:spTgt spid="58"/>
                                        </p:tgtEl>
                                        <p:attrNameLst>
                                          <p:attrName>ppt_w</p:attrName>
                                        </p:attrNameLst>
                                      </p:cBhvr>
                                      <p:tavLst>
                                        <p:tav tm="0">
                                          <p:val>
                                            <p:fltVal val="0"/>
                                          </p:val>
                                        </p:tav>
                                        <p:tav tm="100000">
                                          <p:val>
                                            <p:strVal val="#ppt_w"/>
                                          </p:val>
                                        </p:tav>
                                      </p:tavLst>
                                    </p:anim>
                                    <p:anim calcmode="lin" valueType="num">
                                      <p:cBhvr>
                                        <p:cTn id="41" dur="500" fill="hold"/>
                                        <p:tgtEl>
                                          <p:spTgt spid="58"/>
                                        </p:tgtEl>
                                        <p:attrNameLst>
                                          <p:attrName>ppt_h</p:attrName>
                                        </p:attrNameLst>
                                      </p:cBhvr>
                                      <p:tavLst>
                                        <p:tav tm="0">
                                          <p:val>
                                            <p:fltVal val="0"/>
                                          </p:val>
                                        </p:tav>
                                        <p:tav tm="100000">
                                          <p:val>
                                            <p:strVal val="#ppt_h"/>
                                          </p:val>
                                        </p:tav>
                                      </p:tavLst>
                                    </p:anim>
                                    <p:animEffect transition="in" filter="fade">
                                      <p:cBhvr>
                                        <p:cTn id="42" dur="500"/>
                                        <p:tgtEl>
                                          <p:spTgt spid="58"/>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xit" presetSubtype="32" fill="hold" nodeType="clickEffect">
                                  <p:stCondLst>
                                    <p:cond delay="0"/>
                                  </p:stCondLst>
                                  <p:childTnLst>
                                    <p:anim calcmode="lin" valueType="num">
                                      <p:cBhvr>
                                        <p:cTn id="46" dur="500"/>
                                        <p:tgtEl>
                                          <p:spTgt spid="4"/>
                                        </p:tgtEl>
                                        <p:attrNameLst>
                                          <p:attrName>ppt_w</p:attrName>
                                        </p:attrNameLst>
                                      </p:cBhvr>
                                      <p:tavLst>
                                        <p:tav tm="0">
                                          <p:val>
                                            <p:strVal val="ppt_w"/>
                                          </p:val>
                                        </p:tav>
                                        <p:tav tm="100000">
                                          <p:val>
                                            <p:fltVal val="0"/>
                                          </p:val>
                                        </p:tav>
                                      </p:tavLst>
                                    </p:anim>
                                    <p:anim calcmode="lin" valueType="num">
                                      <p:cBhvr>
                                        <p:cTn id="47" dur="500"/>
                                        <p:tgtEl>
                                          <p:spTgt spid="4"/>
                                        </p:tgtEl>
                                        <p:attrNameLst>
                                          <p:attrName>ppt_h</p:attrName>
                                        </p:attrNameLst>
                                      </p:cBhvr>
                                      <p:tavLst>
                                        <p:tav tm="0">
                                          <p:val>
                                            <p:strVal val="ppt_h"/>
                                          </p:val>
                                        </p:tav>
                                        <p:tav tm="100000">
                                          <p:val>
                                            <p:fltVal val="0"/>
                                          </p:val>
                                        </p:tav>
                                      </p:tavLst>
                                    </p:anim>
                                    <p:animEffect transition="out" filter="fade">
                                      <p:cBhvr>
                                        <p:cTn id="48" dur="500"/>
                                        <p:tgtEl>
                                          <p:spTgt spid="4"/>
                                        </p:tgtEl>
                                      </p:cBhvr>
                                    </p:animEffect>
                                    <p:set>
                                      <p:cBhvr>
                                        <p:cTn id="49" dur="1" fill="hold">
                                          <p:stCondLst>
                                            <p:cond delay="499"/>
                                          </p:stCondLst>
                                        </p:cTn>
                                        <p:tgtEl>
                                          <p:spTgt spid="4"/>
                                        </p:tgtEl>
                                        <p:attrNameLst>
                                          <p:attrName>style.visibility</p:attrName>
                                        </p:attrNameLst>
                                      </p:cBhvr>
                                      <p:to>
                                        <p:strVal val="hidden"/>
                                      </p:to>
                                    </p:set>
                                  </p:childTnLst>
                                </p:cTn>
                              </p:par>
                              <p:par>
                                <p:cTn id="50" presetID="53" presetClass="entr" presetSubtype="16" fill="hold" grpId="0" nodeType="withEffect">
                                  <p:stCondLst>
                                    <p:cond delay="0"/>
                                  </p:stCondLst>
                                  <p:childTnLst>
                                    <p:set>
                                      <p:cBhvr>
                                        <p:cTn id="51" dur="1" fill="hold">
                                          <p:stCondLst>
                                            <p:cond delay="0"/>
                                          </p:stCondLst>
                                        </p:cTn>
                                        <p:tgtEl>
                                          <p:spTgt spid="352373"/>
                                        </p:tgtEl>
                                        <p:attrNameLst>
                                          <p:attrName>style.visibility</p:attrName>
                                        </p:attrNameLst>
                                      </p:cBhvr>
                                      <p:to>
                                        <p:strVal val="visible"/>
                                      </p:to>
                                    </p:set>
                                    <p:anim calcmode="lin" valueType="num">
                                      <p:cBhvr>
                                        <p:cTn id="52" dur="500" fill="hold"/>
                                        <p:tgtEl>
                                          <p:spTgt spid="352373"/>
                                        </p:tgtEl>
                                        <p:attrNameLst>
                                          <p:attrName>ppt_w</p:attrName>
                                        </p:attrNameLst>
                                      </p:cBhvr>
                                      <p:tavLst>
                                        <p:tav tm="0">
                                          <p:val>
                                            <p:fltVal val="0"/>
                                          </p:val>
                                        </p:tav>
                                        <p:tav tm="100000">
                                          <p:val>
                                            <p:strVal val="#ppt_w"/>
                                          </p:val>
                                        </p:tav>
                                      </p:tavLst>
                                    </p:anim>
                                    <p:anim calcmode="lin" valueType="num">
                                      <p:cBhvr>
                                        <p:cTn id="53" dur="500" fill="hold"/>
                                        <p:tgtEl>
                                          <p:spTgt spid="352373"/>
                                        </p:tgtEl>
                                        <p:attrNameLst>
                                          <p:attrName>ppt_h</p:attrName>
                                        </p:attrNameLst>
                                      </p:cBhvr>
                                      <p:tavLst>
                                        <p:tav tm="0">
                                          <p:val>
                                            <p:fltVal val="0"/>
                                          </p:val>
                                        </p:tav>
                                        <p:tav tm="100000">
                                          <p:val>
                                            <p:strVal val="#ppt_h"/>
                                          </p:val>
                                        </p:tav>
                                      </p:tavLst>
                                    </p:anim>
                                    <p:animEffect transition="in" filter="fade">
                                      <p:cBhvr>
                                        <p:cTn id="54" dur="500"/>
                                        <p:tgtEl>
                                          <p:spTgt spid="352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373" grpId="0" bldLvl="0" animBg="1"/>
      <p:bldP spid="132151" grpId="0" bldLvl="0" animBg="1"/>
      <p:bldP spid="57" grpId="0" bldLvl="0" animBg="1"/>
      <p:bldP spid="54" grpId="0" bldLvl="0" animBg="1"/>
      <p:bldP spid="58" grpId="0" bldLvl="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9" name="Rectangle 3"/>
          <p:cNvSpPr>
            <a:spLocks noGrp="1" noChangeArrowheads="1"/>
          </p:cNvSpPr>
          <p:nvPr>
            <p:ph idx="1"/>
          </p:nvPr>
        </p:nvSpPr>
        <p:spPr>
          <a:xfrm>
            <a:off x="250825" y="771525"/>
            <a:ext cx="5495925" cy="576263"/>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ct val="20000"/>
              </a:spcBef>
              <a:spcAft>
                <a:spcPct val="0"/>
              </a:spcAft>
              <a:buClr>
                <a:schemeClr val="tx1"/>
              </a:buClr>
              <a:buSzPct val="100000"/>
              <a:buFont typeface="Wingdings" panose="05000000000000000000" pitchFamily="2" charset="2"/>
              <a:buChar char="Ø"/>
              <a:defRPr/>
            </a:pPr>
            <a:r>
              <a:rPr kumimoji="0" lang="zh-CN" altLang="en-US" sz="2500" b="1" i="0" u="none" strike="noStrike" kern="1200" cap="none" spc="0" normalizeH="0" baseline="0" noProof="0" dirty="0">
                <a:ln>
                  <a:noFill/>
                </a:ln>
                <a:solidFill>
                  <a:schemeClr val="tx1"/>
                </a:solidFill>
                <a:effectLst/>
                <a:uLnTx/>
                <a:uFillTx/>
                <a:latin typeface="+mn-ea"/>
                <a:ea typeface="+mn-ea"/>
                <a:cs typeface="+mn-cs"/>
              </a:rPr>
              <a:t>形式上与</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LR</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相同</a:t>
            </a:r>
          </a:p>
          <a:p>
            <a:pPr marL="273050" marR="0" lvl="0" indent="-273050" algn="l" defTabSz="914400" rtl="0" eaLnBrk="1" fontAlgn="base" latinLnBrk="0" hangingPunct="1">
              <a:lnSpc>
                <a:spcPct val="100000"/>
              </a:lnSpc>
              <a:spcBef>
                <a:spcPct val="20000"/>
              </a:spcBef>
              <a:spcAft>
                <a:spcPct val="0"/>
              </a:spcAft>
              <a:buClr>
                <a:schemeClr val="accent1"/>
              </a:buClr>
              <a:buSzPct val="100000"/>
              <a:buFont typeface="Symbol" panose="05050102010706020507" pitchFamily="18" charset="2"/>
              <a:buChar char="•"/>
              <a:defRPr/>
            </a:pPr>
            <a:endParaRPr kumimoji="0" lang="zh-CN" altLang="en-US" sz="2400" b="0" i="0" u="none" strike="noStrike" kern="1200" cap="none" spc="0" normalizeH="0" baseline="0" noProof="0" dirty="0">
              <a:ln>
                <a:noFill/>
              </a:ln>
              <a:solidFill>
                <a:schemeClr val="tx2"/>
              </a:solidFill>
              <a:effectLst/>
              <a:uLnTx/>
              <a:uFillTx/>
              <a:latin typeface="楷体_GB2312" pitchFamily="49" charset="-122"/>
              <a:ea typeface="楷体_GB2312" pitchFamily="49" charset="-122"/>
              <a:cs typeface="+mn-cs"/>
            </a:endParaRPr>
          </a:p>
        </p:txBody>
      </p:sp>
      <p:sp>
        <p:nvSpPr>
          <p:cNvPr id="78851"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en-US" altLang="zh-CN" sz="3000" i="1" kern="1200" dirty="0">
                <a:solidFill>
                  <a:schemeClr val="tx1"/>
                </a:solidFill>
                <a:latin typeface="Times New Roman" panose="02020603050405020304" pitchFamily="18" charset="0"/>
                <a:ea typeface="黑体" panose="02010609060101010101" pitchFamily="49" charset="-122"/>
                <a:cs typeface="+mj-cs"/>
              </a:rPr>
              <a:t>LALR</a:t>
            </a:r>
            <a:r>
              <a:rPr lang="en-US" altLang="zh-CN" sz="3000" kern="1200" dirty="0">
                <a:solidFill>
                  <a:schemeClr val="tx1"/>
                </a:solidFill>
                <a:latin typeface="Times New Roman" panose="02020603050405020304" pitchFamily="18" charset="0"/>
                <a:ea typeface="黑体" panose="02010609060101010101" pitchFamily="49" charset="-122"/>
                <a:cs typeface="+mj-cs"/>
              </a:rPr>
              <a:t>(1)</a:t>
            </a:r>
            <a:r>
              <a:rPr lang="zh-CN" altLang="en-US" sz="3000" kern="1200" dirty="0">
                <a:solidFill>
                  <a:schemeClr val="tx1"/>
                </a:solidFill>
                <a:latin typeface="微软雅黑" panose="020B0503020204020204" pitchFamily="34" charset="-122"/>
                <a:ea typeface="微软雅黑" panose="020B0503020204020204" pitchFamily="34" charset="-122"/>
                <a:cs typeface="+mj-cs"/>
              </a:rPr>
              <a:t>的特点</a:t>
            </a:r>
          </a:p>
        </p:txBody>
      </p:sp>
      <p:grpSp>
        <p:nvGrpSpPr>
          <p:cNvPr id="2" name="组合 3"/>
          <p:cNvGrpSpPr/>
          <p:nvPr/>
        </p:nvGrpSpPr>
        <p:grpSpPr>
          <a:xfrm>
            <a:off x="1547813" y="771525"/>
            <a:ext cx="7416800" cy="4321175"/>
            <a:chOff x="-188974" y="361809"/>
            <a:chExt cx="7416370" cy="4321525"/>
          </a:xfrm>
        </p:grpSpPr>
        <p:sp>
          <p:nvSpPr>
            <p:cNvPr id="78854" name="Text Box 5"/>
            <p:cNvSpPr txBox="1"/>
            <p:nvPr/>
          </p:nvSpPr>
          <p:spPr>
            <a:xfrm>
              <a:off x="-188974" y="1166737"/>
              <a:ext cx="1517562" cy="1938494"/>
            </a:xfrm>
            <a:prstGeom prst="rect">
              <a:avLst/>
            </a:prstGeom>
            <a:solidFill>
              <a:srgbClr val="B5CEED"/>
            </a:solidFill>
            <a:ln w="12700" cap="flat" cmpd="sng">
              <a:solidFill>
                <a:schemeClr val="tx1"/>
              </a:solidFill>
              <a:prstDash val="solid"/>
              <a:miter/>
              <a:headEnd type="none" w="sm" len="sm"/>
              <a:tailEnd type="none" w="sm" len="sm"/>
            </a:ln>
          </p:spPr>
          <p:txBody>
            <a:bodyPr tIns="0" bIns="0">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I</a:t>
              </a:r>
              <a:r>
                <a:rPr lang="en-US" altLang="zh-CN" sz="1800" b="1" i="1" baseline="-25000" dirty="0">
                  <a:solidFill>
                    <a:schemeClr val="tx1"/>
                  </a:solidFill>
                  <a:latin typeface="Times New Roman" panose="02020603050405020304" pitchFamily="18" charset="0"/>
                  <a:ea typeface="宋体" panose="02010600030101010101" pitchFamily="2" charset="-122"/>
                </a:rPr>
                <a:t>0</a:t>
              </a:r>
              <a:r>
                <a:rPr lang="en-US" altLang="zh-CN" sz="1800" b="1" dirty="0">
                  <a:solidFill>
                    <a:schemeClr val="tx1"/>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S′→</a:t>
              </a:r>
              <a:r>
                <a:rPr lang="en-US" altLang="zh-CN" sz="1800" b="1" i="1" dirty="0">
                  <a:solidFill>
                    <a:srgbClr val="000000"/>
                  </a:solidFill>
                  <a:latin typeface="Times New Roman" panose="02020603050405020304" pitchFamily="18" charset="0"/>
                  <a:ea typeface="宋体" panose="02010600030101010101" pitchFamily="2" charset="-122"/>
                </a:rPr>
                <a:t> · </a:t>
              </a:r>
              <a:r>
                <a:rPr lang="en-US" altLang="zh-CN" sz="1800" b="1" i="1" dirty="0">
                  <a:solidFill>
                    <a:schemeClr val="tx1"/>
                  </a:solidFill>
                  <a:latin typeface="Times New Roman" panose="02020603050405020304" pitchFamily="18" charset="0"/>
                  <a:ea typeface="宋体" panose="02010600030101010101" pitchFamily="2" charset="-122"/>
                </a:rPr>
                <a:t>S</a:t>
              </a:r>
              <a:r>
                <a:rPr lang="zh-CN" altLang="en-US" sz="1800" b="1" i="1" dirty="0">
                  <a:solidFill>
                    <a:schemeClr val="tx1"/>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 </a:t>
              </a:r>
              <a:r>
                <a:rPr lang="en-US" altLang="zh-CN" sz="1800" b="1" dirty="0">
                  <a:solidFill>
                    <a:schemeClr val="tx1"/>
                  </a:solidFill>
                  <a:latin typeface="华文楷体" panose="02010600040101010101" pitchFamily="2" charset="-122"/>
                  <a:ea typeface="宋体" panose="02010600030101010101" pitchFamily="2" charset="-122"/>
                </a:rPr>
                <a:t>$</a:t>
              </a:r>
              <a:endParaRPr lang="en-US" altLang="zh-CN" sz="1800" b="1" i="1" dirty="0">
                <a:solidFill>
                  <a:schemeClr val="tx1"/>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S→</a:t>
              </a:r>
              <a:r>
                <a:rPr lang="en-US" altLang="zh-CN" sz="1800" b="1" i="1" dirty="0">
                  <a:solidFill>
                    <a:srgbClr val="000000"/>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L=R , </a:t>
              </a:r>
              <a:r>
                <a:rPr lang="en-US" altLang="zh-CN" sz="1800" b="1" dirty="0">
                  <a:solidFill>
                    <a:schemeClr val="tx1"/>
                  </a:solidFill>
                  <a:latin typeface="华文楷体" panose="02010600040101010101" pitchFamily="2" charset="-122"/>
                  <a:ea typeface="宋体" panose="02010600030101010101" pitchFamily="2" charset="-122"/>
                </a:rPr>
                <a:t>$</a:t>
              </a:r>
              <a:endParaRPr lang="en-US" altLang="zh-CN" sz="1800" b="1" i="1" dirty="0">
                <a:solidFill>
                  <a:schemeClr val="tx1"/>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S→</a:t>
              </a:r>
              <a:r>
                <a:rPr lang="en-US" altLang="zh-CN" sz="1800" b="1" i="1" dirty="0">
                  <a:solidFill>
                    <a:srgbClr val="000000"/>
                  </a:solidFill>
                  <a:latin typeface="Times New Roman" panose="02020603050405020304" pitchFamily="18" charset="0"/>
                  <a:ea typeface="宋体" panose="02010600030101010101" pitchFamily="2" charset="-122"/>
                </a:rPr>
                <a:t> · </a:t>
              </a:r>
              <a:r>
                <a:rPr lang="en-US" altLang="zh-CN" sz="1800" b="1" i="1" dirty="0">
                  <a:solidFill>
                    <a:schemeClr val="tx1"/>
                  </a:solidFill>
                  <a:latin typeface="Times New Roman" panose="02020603050405020304" pitchFamily="18" charset="0"/>
                  <a:ea typeface="宋体" panose="02010600030101010101" pitchFamily="2" charset="-122"/>
                </a:rPr>
                <a:t>R , </a:t>
              </a:r>
              <a:r>
                <a:rPr lang="en-US" altLang="zh-CN" sz="1800" b="1" dirty="0">
                  <a:solidFill>
                    <a:schemeClr val="tx1"/>
                  </a:solidFill>
                  <a:latin typeface="华文楷体" panose="02010600040101010101" pitchFamily="2" charset="-122"/>
                  <a:ea typeface="宋体" panose="02010600030101010101" pitchFamily="2" charset="-122"/>
                </a:rPr>
                <a:t>$</a:t>
              </a:r>
              <a:endParaRPr lang="en-US" altLang="zh-CN" sz="1800" b="1" i="1" dirty="0">
                <a:solidFill>
                  <a:schemeClr val="tx1"/>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L→</a:t>
              </a:r>
              <a:r>
                <a:rPr lang="en-US" altLang="zh-CN" sz="1800" b="1" i="1" dirty="0">
                  <a:solidFill>
                    <a:srgbClr val="000000"/>
                  </a:solidFill>
                  <a:latin typeface="Times New Roman" panose="02020603050405020304" pitchFamily="18" charset="0"/>
                  <a:ea typeface="宋体" panose="02010600030101010101" pitchFamily="2" charset="-122"/>
                </a:rPr>
                <a:t>·</a:t>
              </a:r>
              <a:r>
                <a:rPr lang="en-US" altLang="zh-CN" sz="1800" b="1" i="1" dirty="0">
                  <a:solidFill>
                    <a:schemeClr val="tx1"/>
                  </a:solidFill>
                  <a:latin typeface="Times New Roman" panose="02020603050405020304" pitchFamily="18" charset="0"/>
                  <a:ea typeface="宋体" panose="02010600030101010101" pitchFamily="2" charset="-122"/>
                </a:rPr>
                <a:t>*R , =/</a:t>
              </a:r>
              <a:r>
                <a:rPr lang="en-US" altLang="zh-CN" sz="1800" b="1" dirty="0">
                  <a:solidFill>
                    <a:schemeClr val="tx1"/>
                  </a:solidFill>
                  <a:latin typeface="华文楷体" panose="02010600040101010101" pitchFamily="2" charset="-122"/>
                  <a:ea typeface="宋体" panose="02010600030101010101" pitchFamily="2" charset="-122"/>
                </a:rPr>
                <a:t> $</a:t>
              </a:r>
              <a:endParaRPr lang="en-US" altLang="zh-CN" sz="1800" b="1" i="1" dirty="0">
                <a:solidFill>
                  <a:schemeClr val="tx1"/>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L→</a:t>
              </a:r>
              <a:r>
                <a:rPr lang="en-US" altLang="zh-CN" sz="1800" b="1" i="1" dirty="0">
                  <a:solidFill>
                    <a:srgbClr val="000000"/>
                  </a:solidFill>
                  <a:latin typeface="Times New Roman" panose="02020603050405020304" pitchFamily="18" charset="0"/>
                  <a:ea typeface="宋体" panose="02010600030101010101" pitchFamily="2" charset="-122"/>
                </a:rPr>
                <a:t> · </a:t>
              </a:r>
              <a:r>
                <a:rPr lang="en-US" altLang="zh-CN" sz="1800" b="1" dirty="0">
                  <a:solidFill>
                    <a:schemeClr val="tx1"/>
                  </a:solidFill>
                  <a:latin typeface="Times New Roman" panose="02020603050405020304" pitchFamily="18" charset="0"/>
                  <a:ea typeface="宋体" panose="02010600030101010101" pitchFamily="2" charset="-122"/>
                </a:rPr>
                <a:t>id</a:t>
              </a:r>
              <a:r>
                <a:rPr lang="en-US" altLang="zh-CN" sz="1800" b="1" i="1" dirty="0">
                  <a:solidFill>
                    <a:schemeClr val="tx1"/>
                  </a:solidFill>
                  <a:latin typeface="Times New Roman" panose="02020603050405020304" pitchFamily="18" charset="0"/>
                  <a:ea typeface="宋体" panose="02010600030101010101" pitchFamily="2" charset="-122"/>
                </a:rPr>
                <a:t> , =/</a:t>
              </a:r>
              <a:r>
                <a:rPr lang="en-US" altLang="zh-CN" sz="1800" b="1" dirty="0">
                  <a:solidFill>
                    <a:schemeClr val="tx1"/>
                  </a:solidFill>
                  <a:latin typeface="华文楷体" panose="02010600040101010101" pitchFamily="2" charset="-122"/>
                  <a:ea typeface="宋体" panose="02010600030101010101" pitchFamily="2" charset="-122"/>
                </a:rPr>
                <a:t> $</a:t>
              </a:r>
              <a:endParaRPr lang="en-US" altLang="zh-CN" sz="1800" b="1" i="1" dirty="0">
                <a:solidFill>
                  <a:schemeClr val="tx1"/>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R→</a:t>
              </a:r>
              <a:r>
                <a:rPr lang="en-US" altLang="zh-CN" sz="1800" b="1" i="1" dirty="0">
                  <a:solidFill>
                    <a:srgbClr val="000000"/>
                  </a:solidFill>
                  <a:latin typeface="Times New Roman" panose="02020603050405020304" pitchFamily="18" charset="0"/>
                  <a:ea typeface="宋体" panose="02010600030101010101" pitchFamily="2" charset="-122"/>
                </a:rPr>
                <a:t> · </a:t>
              </a:r>
              <a:r>
                <a:rPr lang="en-US" altLang="zh-CN" sz="1800" b="1" i="1" dirty="0">
                  <a:solidFill>
                    <a:schemeClr val="tx1"/>
                  </a:solidFill>
                  <a:latin typeface="Times New Roman" panose="02020603050405020304" pitchFamily="18" charset="0"/>
                  <a:ea typeface="宋体" panose="02010600030101010101" pitchFamily="2" charset="-122"/>
                </a:rPr>
                <a:t>L ,</a:t>
              </a:r>
              <a:r>
                <a:rPr lang="en-US" altLang="zh-CN" sz="1800" b="1" dirty="0">
                  <a:solidFill>
                    <a:schemeClr val="tx1"/>
                  </a:solidFill>
                  <a:latin typeface="华文楷体" panose="02010600040101010101" pitchFamily="2" charset="-122"/>
                  <a:ea typeface="宋体" panose="02010600030101010101" pitchFamily="2" charset="-122"/>
                </a:rPr>
                <a:t> $</a:t>
              </a:r>
              <a:endParaRPr lang="en-US" altLang="zh-CN" sz="1800" b="1" i="1" dirty="0">
                <a:solidFill>
                  <a:schemeClr val="tx1"/>
                </a:solidFill>
                <a:latin typeface="Times New Roman" panose="02020603050405020304" pitchFamily="18" charset="0"/>
                <a:ea typeface="宋体" panose="02010600030101010101" pitchFamily="2" charset="-122"/>
              </a:endParaRPr>
            </a:p>
          </p:txBody>
        </p:sp>
        <p:sp>
          <p:nvSpPr>
            <p:cNvPr id="78855" name="Text Box 6"/>
            <p:cNvSpPr txBox="1"/>
            <p:nvPr/>
          </p:nvSpPr>
          <p:spPr>
            <a:xfrm>
              <a:off x="1858782" y="361809"/>
              <a:ext cx="1223891" cy="646165"/>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I</a:t>
              </a:r>
              <a:r>
                <a:rPr lang="en-US" altLang="zh-CN" sz="1800" b="1" i="1" baseline="-25000" dirty="0">
                  <a:solidFill>
                    <a:schemeClr val="tx1"/>
                  </a:solidFill>
                  <a:latin typeface="Times New Roman" panose="02020603050405020304" pitchFamily="18" charset="0"/>
                  <a:ea typeface="宋体" panose="02010600030101010101" pitchFamily="2" charset="-122"/>
                </a:rPr>
                <a:t>1</a:t>
              </a:r>
              <a:r>
                <a:rPr lang="en-US" altLang="zh-CN" sz="1800" b="1" dirty="0">
                  <a:solidFill>
                    <a:schemeClr val="tx1"/>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S′→S</a:t>
              </a:r>
              <a:r>
                <a:rPr lang="en-US" altLang="zh-CN" sz="1800" b="1" i="1" dirty="0">
                  <a:solidFill>
                    <a:srgbClr val="000000"/>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 </a:t>
              </a:r>
            </a:p>
          </p:txBody>
        </p:sp>
        <p:sp>
          <p:nvSpPr>
            <p:cNvPr id="78856" name="Line 7"/>
            <p:cNvSpPr/>
            <p:nvPr/>
          </p:nvSpPr>
          <p:spPr>
            <a:xfrm flipV="1">
              <a:off x="1328694" y="926048"/>
              <a:ext cx="541502" cy="523089"/>
            </a:xfrm>
            <a:prstGeom prst="line">
              <a:avLst/>
            </a:prstGeom>
            <a:ln w="38100" cap="flat" cmpd="sng">
              <a:solidFill>
                <a:schemeClr val="tx1"/>
              </a:solidFill>
              <a:prstDash val="solid"/>
              <a:headEnd type="none" w="sm" len="sm"/>
              <a:tailEnd type="triangle" w="med" len="med"/>
            </a:ln>
          </p:spPr>
        </p:sp>
        <p:sp>
          <p:nvSpPr>
            <p:cNvPr id="9" name="Text Box 8"/>
            <p:cNvSpPr txBox="1">
              <a:spLocks noChangeArrowheads="1"/>
            </p:cNvSpPr>
            <p:nvPr/>
          </p:nvSpPr>
          <p:spPr bwMode="auto">
            <a:xfrm>
              <a:off x="1858782" y="1154036"/>
              <a:ext cx="1528673" cy="93828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2</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S→L</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 $</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R→L</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 $</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8858" name="Line 9"/>
            <p:cNvSpPr/>
            <p:nvPr/>
          </p:nvSpPr>
          <p:spPr>
            <a:xfrm flipV="1">
              <a:off x="1328694" y="1986916"/>
              <a:ext cx="541502" cy="93"/>
            </a:xfrm>
            <a:prstGeom prst="line">
              <a:avLst/>
            </a:prstGeom>
            <a:ln w="38100" cap="flat" cmpd="sng">
              <a:solidFill>
                <a:schemeClr val="tx1"/>
              </a:solidFill>
              <a:prstDash val="solid"/>
              <a:headEnd type="none" w="sm" len="sm"/>
              <a:tailEnd type="triangle" w="med" len="med"/>
            </a:ln>
          </p:spPr>
        </p:sp>
        <p:sp>
          <p:nvSpPr>
            <p:cNvPr id="78859" name="Text Box 10"/>
            <p:cNvSpPr txBox="1"/>
            <p:nvPr/>
          </p:nvSpPr>
          <p:spPr>
            <a:xfrm>
              <a:off x="1395105" y="1591165"/>
              <a:ext cx="503238"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L</a:t>
              </a:r>
            </a:p>
          </p:txBody>
        </p:sp>
        <p:sp>
          <p:nvSpPr>
            <p:cNvPr id="12" name="Text Box 11"/>
            <p:cNvSpPr txBox="1">
              <a:spLocks noChangeArrowheads="1"/>
            </p:cNvSpPr>
            <p:nvPr/>
          </p:nvSpPr>
          <p:spPr bwMode="auto">
            <a:xfrm>
              <a:off x="1858782" y="2233624"/>
              <a:ext cx="1223891" cy="64616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3</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S→R</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 $</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8861" name="Line 12"/>
            <p:cNvSpPr/>
            <p:nvPr/>
          </p:nvSpPr>
          <p:spPr>
            <a:xfrm flipV="1">
              <a:off x="1328694" y="2673516"/>
              <a:ext cx="508793" cy="3668"/>
            </a:xfrm>
            <a:prstGeom prst="line">
              <a:avLst/>
            </a:prstGeom>
            <a:ln w="38100" cap="flat" cmpd="sng">
              <a:solidFill>
                <a:schemeClr val="tx1"/>
              </a:solidFill>
              <a:prstDash val="solid"/>
              <a:headEnd type="none" w="sm" len="sm"/>
              <a:tailEnd type="triangle" w="med" len="med"/>
            </a:ln>
          </p:spPr>
        </p:sp>
        <p:sp>
          <p:nvSpPr>
            <p:cNvPr id="78862" name="Text Box 13"/>
            <p:cNvSpPr txBox="1"/>
            <p:nvPr/>
          </p:nvSpPr>
          <p:spPr>
            <a:xfrm>
              <a:off x="1395105" y="2306265"/>
              <a:ext cx="6096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R</a:t>
              </a:r>
            </a:p>
          </p:txBody>
        </p:sp>
        <p:sp>
          <p:nvSpPr>
            <p:cNvPr id="15" name="Text Box 14"/>
            <p:cNvSpPr txBox="1">
              <a:spLocks noChangeArrowheads="1"/>
            </p:cNvSpPr>
            <p:nvPr/>
          </p:nvSpPr>
          <p:spPr bwMode="auto">
            <a:xfrm>
              <a:off x="1869894" y="3025850"/>
              <a:ext cx="1515975" cy="150348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4</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a:t>
              </a:r>
              <a:r>
                <a:rPr kumimoji="1" lang="zh-CN" altLang="en-US"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 $</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1" lang="zh-CN" altLang="en-US"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 $</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 ,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 $</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id</a:t>
              </a:r>
              <a:r>
                <a:rPr kumimoji="1" lang="zh-CN" altLang="en-US"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 $</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Text Box 15"/>
            <p:cNvSpPr txBox="1">
              <a:spLocks noChangeArrowheads="1"/>
            </p:cNvSpPr>
            <p:nvPr/>
          </p:nvSpPr>
          <p:spPr bwMode="auto">
            <a:xfrm>
              <a:off x="3812881" y="3975252"/>
              <a:ext cx="1666778" cy="70808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5</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id</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 $</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8865" name="Text Box 16"/>
            <p:cNvSpPr txBox="1"/>
            <p:nvPr/>
          </p:nvSpPr>
          <p:spPr>
            <a:xfrm>
              <a:off x="1509737" y="2954418"/>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宋体" panose="02010600030101010101" pitchFamily="2" charset="-122"/>
                </a:rPr>
                <a:t>*</a:t>
              </a:r>
            </a:p>
          </p:txBody>
        </p:sp>
        <p:sp>
          <p:nvSpPr>
            <p:cNvPr id="78866" name="Text Box 17"/>
            <p:cNvSpPr txBox="1"/>
            <p:nvPr/>
          </p:nvSpPr>
          <p:spPr>
            <a:xfrm>
              <a:off x="717697" y="3530553"/>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chemeClr val="tx1"/>
                  </a:solidFill>
                  <a:latin typeface="Times New Roman" panose="02020603050405020304" pitchFamily="18" charset="0"/>
                  <a:ea typeface="宋体" panose="02010600030101010101" pitchFamily="2" charset="-122"/>
                </a:rPr>
                <a:t>id</a:t>
              </a:r>
            </a:p>
          </p:txBody>
        </p:sp>
        <p:sp>
          <p:nvSpPr>
            <p:cNvPr id="19" name="Text Box 18"/>
            <p:cNvSpPr txBox="1">
              <a:spLocks noChangeArrowheads="1"/>
            </p:cNvSpPr>
            <p:nvPr/>
          </p:nvSpPr>
          <p:spPr bwMode="auto">
            <a:xfrm>
              <a:off x="3814469" y="361809"/>
              <a:ext cx="1401681" cy="147808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6</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S→L=</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 $</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 $</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 $</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id</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 $</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8868" name="Line 19"/>
            <p:cNvSpPr/>
            <p:nvPr/>
          </p:nvSpPr>
          <p:spPr>
            <a:xfrm flipV="1">
              <a:off x="3413015" y="1442063"/>
              <a:ext cx="430213" cy="0"/>
            </a:xfrm>
            <a:prstGeom prst="line">
              <a:avLst/>
            </a:prstGeom>
            <a:ln w="38100" cap="flat" cmpd="sng">
              <a:solidFill>
                <a:schemeClr val="tx1"/>
              </a:solidFill>
              <a:prstDash val="solid"/>
              <a:headEnd type="none" w="sm" len="sm"/>
              <a:tailEnd type="triangle" w="med" len="med"/>
            </a:ln>
          </p:spPr>
        </p:sp>
        <p:sp>
          <p:nvSpPr>
            <p:cNvPr id="78869" name="Text Box 20"/>
            <p:cNvSpPr txBox="1"/>
            <p:nvPr/>
          </p:nvSpPr>
          <p:spPr>
            <a:xfrm>
              <a:off x="3458031" y="1009961"/>
              <a:ext cx="4572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chemeClr val="tx1"/>
                  </a:solidFill>
                  <a:latin typeface="Times New Roman" panose="02020603050405020304" pitchFamily="18" charset="0"/>
                  <a:ea typeface="宋体" panose="02010600030101010101" pitchFamily="2" charset="-122"/>
                </a:rPr>
                <a:t>=</a:t>
              </a:r>
            </a:p>
          </p:txBody>
        </p:sp>
        <p:sp>
          <p:nvSpPr>
            <p:cNvPr id="22" name="Text Box 21"/>
            <p:cNvSpPr txBox="1">
              <a:spLocks noChangeArrowheads="1"/>
            </p:cNvSpPr>
            <p:nvPr/>
          </p:nvSpPr>
          <p:spPr bwMode="auto">
            <a:xfrm>
              <a:off x="3812881" y="2163768"/>
              <a:ext cx="1655667" cy="64616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7</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L→*R</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 $</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8871" name="Line 22"/>
            <p:cNvSpPr/>
            <p:nvPr/>
          </p:nvSpPr>
          <p:spPr>
            <a:xfrm flipV="1">
              <a:off x="3408935" y="2634299"/>
              <a:ext cx="392498" cy="592090"/>
            </a:xfrm>
            <a:prstGeom prst="line">
              <a:avLst/>
            </a:prstGeom>
            <a:ln w="38100" cap="flat" cmpd="sng">
              <a:solidFill>
                <a:schemeClr val="tx1"/>
              </a:solidFill>
              <a:prstDash val="solid"/>
              <a:headEnd type="none" w="sm" len="sm"/>
              <a:tailEnd type="triangle" w="med" len="med"/>
            </a:ln>
          </p:spPr>
        </p:sp>
        <p:sp>
          <p:nvSpPr>
            <p:cNvPr id="78872" name="Text Box 23"/>
            <p:cNvSpPr txBox="1"/>
            <p:nvPr/>
          </p:nvSpPr>
          <p:spPr>
            <a:xfrm>
              <a:off x="3339202" y="2554367"/>
              <a:ext cx="4572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R</a:t>
              </a:r>
            </a:p>
          </p:txBody>
        </p:sp>
        <p:sp>
          <p:nvSpPr>
            <p:cNvPr id="25" name="Text Box 24"/>
            <p:cNvSpPr txBox="1">
              <a:spLocks noChangeArrowheads="1"/>
            </p:cNvSpPr>
            <p:nvPr/>
          </p:nvSpPr>
          <p:spPr bwMode="auto">
            <a:xfrm>
              <a:off x="3812881" y="3027438"/>
              <a:ext cx="1662017" cy="64616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8</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R→L</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 $</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8874" name="Line 25"/>
            <p:cNvSpPr/>
            <p:nvPr/>
          </p:nvSpPr>
          <p:spPr>
            <a:xfrm>
              <a:off x="3425959" y="3530553"/>
              <a:ext cx="386990" cy="0"/>
            </a:xfrm>
            <a:prstGeom prst="line">
              <a:avLst/>
            </a:prstGeom>
            <a:ln w="38100" cap="flat" cmpd="sng">
              <a:solidFill>
                <a:schemeClr val="tx1"/>
              </a:solidFill>
              <a:prstDash val="solid"/>
              <a:headEnd type="none" w="sm" len="sm"/>
              <a:tailEnd type="triangle" w="med" len="med"/>
            </a:ln>
          </p:spPr>
        </p:sp>
        <p:sp>
          <p:nvSpPr>
            <p:cNvPr id="78875" name="Text Box 26"/>
            <p:cNvSpPr txBox="1"/>
            <p:nvPr/>
          </p:nvSpPr>
          <p:spPr>
            <a:xfrm>
              <a:off x="3420432" y="3170468"/>
              <a:ext cx="3810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L</a:t>
              </a:r>
            </a:p>
          </p:txBody>
        </p:sp>
        <p:sp>
          <p:nvSpPr>
            <p:cNvPr id="28" name="Text Box 27"/>
            <p:cNvSpPr txBox="1">
              <a:spLocks noChangeArrowheads="1"/>
            </p:cNvSpPr>
            <p:nvPr/>
          </p:nvSpPr>
          <p:spPr bwMode="auto">
            <a:xfrm>
              <a:off x="5838414" y="482469"/>
              <a:ext cx="1388982" cy="64616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9</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S→L=R</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1" lang="en-US" altLang="zh-CN" sz="1800" b="1" i="0" u="none" strike="noStrike" kern="1200" cap="none" spc="0" normalizeH="0" baseline="0" noProof="0">
                  <a:ln>
                    <a:noFill/>
                  </a:ln>
                  <a:solidFill>
                    <a:schemeClr val="tx1"/>
                  </a:solidFill>
                  <a:effectLst/>
                  <a:uLnTx/>
                  <a:uFillTx/>
                  <a:latin typeface="华文楷体" panose="02010600040101010101" pitchFamily="2" charset="-122"/>
                  <a:ea typeface="宋体" panose="02010600030101010101" pitchFamily="2" charset="-122"/>
                  <a:cs typeface="+mn-cs"/>
                </a:rPr>
                <a:t> $</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8877" name="Line 28"/>
            <p:cNvSpPr/>
            <p:nvPr/>
          </p:nvSpPr>
          <p:spPr>
            <a:xfrm flipV="1">
              <a:off x="5283299" y="937944"/>
              <a:ext cx="533400" cy="0"/>
            </a:xfrm>
            <a:prstGeom prst="line">
              <a:avLst/>
            </a:prstGeom>
            <a:ln w="38100" cap="flat" cmpd="sng">
              <a:solidFill>
                <a:schemeClr val="tx1"/>
              </a:solidFill>
              <a:prstDash val="solid"/>
              <a:headEnd type="none" w="sm" len="sm"/>
              <a:tailEnd type="triangle" w="med" len="med"/>
            </a:ln>
          </p:spPr>
        </p:sp>
        <p:sp>
          <p:nvSpPr>
            <p:cNvPr id="78878" name="Text Box 29"/>
            <p:cNvSpPr txBox="1"/>
            <p:nvPr/>
          </p:nvSpPr>
          <p:spPr>
            <a:xfrm>
              <a:off x="5325927" y="537894"/>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R</a:t>
              </a:r>
            </a:p>
          </p:txBody>
        </p:sp>
        <p:sp>
          <p:nvSpPr>
            <p:cNvPr id="78879" name="Line 30"/>
            <p:cNvSpPr/>
            <p:nvPr/>
          </p:nvSpPr>
          <p:spPr>
            <a:xfrm flipH="1">
              <a:off x="3160229" y="1592899"/>
              <a:ext cx="663036" cy="1450602"/>
            </a:xfrm>
            <a:prstGeom prst="line">
              <a:avLst/>
            </a:prstGeom>
            <a:ln w="38100" cap="flat" cmpd="sng">
              <a:solidFill>
                <a:schemeClr val="hlink"/>
              </a:solidFill>
              <a:prstDash val="solid"/>
              <a:headEnd type="none" w="sm" len="sm"/>
              <a:tailEnd type="triangle" w="med" len="med"/>
            </a:ln>
          </p:spPr>
        </p:sp>
        <p:sp>
          <p:nvSpPr>
            <p:cNvPr id="78880" name="Text Box 31"/>
            <p:cNvSpPr txBox="1"/>
            <p:nvPr/>
          </p:nvSpPr>
          <p:spPr>
            <a:xfrm>
              <a:off x="3453834" y="1586096"/>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宋体" panose="02010600030101010101" pitchFamily="2" charset="-122"/>
                </a:rPr>
                <a:t>*</a:t>
              </a:r>
            </a:p>
          </p:txBody>
        </p:sp>
        <p:sp>
          <p:nvSpPr>
            <p:cNvPr id="78881" name="Text Box 33"/>
            <p:cNvSpPr txBox="1"/>
            <p:nvPr/>
          </p:nvSpPr>
          <p:spPr>
            <a:xfrm>
              <a:off x="1395105" y="793910"/>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S</a:t>
              </a:r>
            </a:p>
          </p:txBody>
        </p:sp>
        <p:sp>
          <p:nvSpPr>
            <p:cNvPr id="78882" name="Line 34"/>
            <p:cNvSpPr/>
            <p:nvPr/>
          </p:nvSpPr>
          <p:spPr>
            <a:xfrm flipV="1">
              <a:off x="3436344" y="4321896"/>
              <a:ext cx="376605" cy="843"/>
            </a:xfrm>
            <a:prstGeom prst="line">
              <a:avLst/>
            </a:prstGeom>
            <a:ln w="38100" cap="flat" cmpd="sng">
              <a:solidFill>
                <a:schemeClr val="tx1"/>
              </a:solidFill>
              <a:prstDash val="solid"/>
              <a:headEnd type="none" w="med" len="med"/>
              <a:tailEnd type="triangle" w="med" len="med"/>
            </a:ln>
          </p:spPr>
        </p:sp>
        <p:sp>
          <p:nvSpPr>
            <p:cNvPr id="78883" name="Text Box 35"/>
            <p:cNvSpPr txBox="1"/>
            <p:nvPr/>
          </p:nvSpPr>
          <p:spPr>
            <a:xfrm>
              <a:off x="3403524" y="3922688"/>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chemeClr val="tx1"/>
                  </a:solidFill>
                  <a:latin typeface="Times New Roman" panose="02020603050405020304" pitchFamily="18" charset="0"/>
                  <a:ea typeface="宋体" panose="02010600030101010101" pitchFamily="2" charset="-122"/>
                </a:rPr>
                <a:t>id</a:t>
              </a:r>
            </a:p>
          </p:txBody>
        </p:sp>
        <p:grpSp>
          <p:nvGrpSpPr>
            <p:cNvPr id="78884" name="Group 36"/>
            <p:cNvGrpSpPr/>
            <p:nvPr/>
          </p:nvGrpSpPr>
          <p:grpSpPr>
            <a:xfrm>
              <a:off x="1570953" y="4102075"/>
              <a:ext cx="290512" cy="269875"/>
              <a:chOff x="2335" y="3249"/>
              <a:chExt cx="183" cy="226"/>
            </a:xfrm>
          </p:grpSpPr>
          <p:sp>
            <p:nvSpPr>
              <p:cNvPr id="78893" name="Line 37"/>
              <p:cNvSpPr/>
              <p:nvPr/>
            </p:nvSpPr>
            <p:spPr>
              <a:xfrm>
                <a:off x="2335" y="3249"/>
                <a:ext cx="182" cy="0"/>
              </a:xfrm>
              <a:prstGeom prst="line">
                <a:avLst/>
              </a:prstGeom>
              <a:ln w="38100" cap="flat" cmpd="sng">
                <a:solidFill>
                  <a:schemeClr val="tx1"/>
                </a:solidFill>
                <a:prstDash val="solid"/>
                <a:headEnd type="none" w="med" len="med"/>
                <a:tailEnd type="none" w="med" len="med"/>
              </a:ln>
            </p:spPr>
          </p:sp>
          <p:sp>
            <p:nvSpPr>
              <p:cNvPr id="78894" name="Line 38"/>
              <p:cNvSpPr/>
              <p:nvPr/>
            </p:nvSpPr>
            <p:spPr>
              <a:xfrm>
                <a:off x="2335" y="3249"/>
                <a:ext cx="0" cy="226"/>
              </a:xfrm>
              <a:prstGeom prst="line">
                <a:avLst/>
              </a:prstGeom>
              <a:ln w="38100" cap="flat" cmpd="sng">
                <a:solidFill>
                  <a:schemeClr val="tx1"/>
                </a:solidFill>
                <a:prstDash val="solid"/>
                <a:headEnd type="none" w="med" len="med"/>
                <a:tailEnd type="none" w="med" len="med"/>
              </a:ln>
            </p:spPr>
          </p:sp>
          <p:sp>
            <p:nvSpPr>
              <p:cNvPr id="78895" name="Line 39"/>
              <p:cNvSpPr/>
              <p:nvPr/>
            </p:nvSpPr>
            <p:spPr>
              <a:xfrm>
                <a:off x="2336" y="3475"/>
                <a:ext cx="182" cy="0"/>
              </a:xfrm>
              <a:prstGeom prst="line">
                <a:avLst/>
              </a:prstGeom>
              <a:ln w="38100" cap="flat" cmpd="sng">
                <a:solidFill>
                  <a:schemeClr val="tx1"/>
                </a:solidFill>
                <a:prstDash val="solid"/>
                <a:headEnd type="none" w="med" len="med"/>
                <a:tailEnd type="triangle" w="med" len="med"/>
              </a:ln>
            </p:spPr>
          </p:sp>
        </p:grpSp>
        <p:sp>
          <p:nvSpPr>
            <p:cNvPr id="78885" name="Text Box 40"/>
            <p:cNvSpPr txBox="1"/>
            <p:nvPr/>
          </p:nvSpPr>
          <p:spPr>
            <a:xfrm>
              <a:off x="1546346" y="4071306"/>
              <a:ext cx="533400" cy="40005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宋体" panose="02010600030101010101" pitchFamily="2" charset="-122"/>
                </a:rPr>
                <a:t>*</a:t>
              </a:r>
            </a:p>
          </p:txBody>
        </p:sp>
        <p:sp>
          <p:nvSpPr>
            <p:cNvPr id="78886" name="Line 41"/>
            <p:cNvSpPr/>
            <p:nvPr/>
          </p:nvSpPr>
          <p:spPr>
            <a:xfrm>
              <a:off x="1337425" y="2931521"/>
              <a:ext cx="506132" cy="667342"/>
            </a:xfrm>
            <a:prstGeom prst="line">
              <a:avLst/>
            </a:prstGeom>
            <a:ln w="41275" cap="flat" cmpd="sng">
              <a:solidFill>
                <a:schemeClr val="tx1"/>
              </a:solidFill>
              <a:prstDash val="solid"/>
              <a:headEnd type="none" w="med" len="med"/>
              <a:tailEnd type="triangle" w="med" len="med"/>
            </a:ln>
          </p:spPr>
        </p:sp>
        <p:sp>
          <p:nvSpPr>
            <p:cNvPr id="78887" name="Line 57"/>
            <p:cNvSpPr/>
            <p:nvPr/>
          </p:nvSpPr>
          <p:spPr>
            <a:xfrm>
              <a:off x="675069" y="4654244"/>
              <a:ext cx="3137879" cy="0"/>
            </a:xfrm>
            <a:prstGeom prst="line">
              <a:avLst/>
            </a:prstGeom>
            <a:ln w="38100" cap="flat" cmpd="sng">
              <a:solidFill>
                <a:schemeClr val="tx1"/>
              </a:solidFill>
              <a:prstDash val="solid"/>
              <a:headEnd type="none" w="sm" len="sm"/>
              <a:tailEnd type="triangle" w="med" len="med"/>
            </a:ln>
          </p:spPr>
        </p:sp>
        <p:sp>
          <p:nvSpPr>
            <p:cNvPr id="78888" name="Line 59"/>
            <p:cNvSpPr/>
            <p:nvPr/>
          </p:nvSpPr>
          <p:spPr>
            <a:xfrm flipV="1">
              <a:off x="675069" y="3098451"/>
              <a:ext cx="14289" cy="1556972"/>
            </a:xfrm>
            <a:prstGeom prst="line">
              <a:avLst/>
            </a:prstGeom>
            <a:ln w="38100" cap="flat" cmpd="sng">
              <a:solidFill>
                <a:schemeClr val="tx1"/>
              </a:solidFill>
              <a:prstDash val="solid"/>
              <a:headEnd type="none" w="med" len="med"/>
              <a:tailEnd type="none" w="med" len="med"/>
            </a:ln>
          </p:spPr>
        </p:sp>
        <p:sp>
          <p:nvSpPr>
            <p:cNvPr id="78889" name="Freeform 65"/>
            <p:cNvSpPr/>
            <p:nvPr/>
          </p:nvSpPr>
          <p:spPr>
            <a:xfrm rot="-239446">
              <a:off x="5320383" y="1574939"/>
              <a:ext cx="497459" cy="1998204"/>
            </a:xfrm>
            <a:custGeom>
              <a:avLst/>
              <a:gdLst>
                <a:gd name="txL" fmla="*/ 0 w 208"/>
                <a:gd name="txT" fmla="*/ 0 h 1680"/>
                <a:gd name="txR" fmla="*/ 208 w 208"/>
                <a:gd name="txB" fmla="*/ 1680 h 1680"/>
              </a:gdLst>
              <a:ahLst/>
              <a:cxnLst>
                <a:cxn ang="0">
                  <a:pos x="0" y="0"/>
                </a:cxn>
                <a:cxn ang="0">
                  <a:pos x="2147483646" y="2147483646"/>
                </a:cxn>
                <a:cxn ang="0">
                  <a:pos x="2147483646" y="2147483646"/>
                </a:cxn>
                <a:cxn ang="0">
                  <a:pos x="2147483646" y="2147483646"/>
                </a:cxn>
              </a:cxnLst>
              <a:rect l="txL" t="txT" r="txR" b="txB"/>
              <a:pathLst>
                <a:path w="208" h="1680">
                  <a:moveTo>
                    <a:pt x="0" y="0"/>
                  </a:moveTo>
                  <a:cubicBezTo>
                    <a:pt x="56" y="132"/>
                    <a:pt x="112" y="264"/>
                    <a:pt x="144" y="432"/>
                  </a:cubicBezTo>
                  <a:cubicBezTo>
                    <a:pt x="176" y="600"/>
                    <a:pt x="208" y="800"/>
                    <a:pt x="192" y="1008"/>
                  </a:cubicBezTo>
                  <a:cubicBezTo>
                    <a:pt x="176" y="1216"/>
                    <a:pt x="112" y="1448"/>
                    <a:pt x="48" y="1680"/>
                  </a:cubicBezTo>
                </a:path>
              </a:pathLst>
            </a:custGeom>
            <a:noFill/>
            <a:ln w="38100" cap="flat" cmpd="sng">
              <a:solidFill>
                <a:schemeClr val="hlink">
                  <a:alpha val="100000"/>
                </a:schemeClr>
              </a:solidFill>
              <a:prstDash val="solid"/>
              <a:round/>
              <a:headEnd type="none" w="sm" len="sm"/>
              <a:tailEnd type="triangle" w="med" len="med"/>
            </a:ln>
          </p:spPr>
          <p:txBody>
            <a:bodyPr/>
            <a:lstStyle/>
            <a:p>
              <a:endParaRPr lang="zh-CN" altLang="en-US"/>
            </a:p>
          </p:txBody>
        </p:sp>
        <p:sp>
          <p:nvSpPr>
            <p:cNvPr id="78890" name="Text Box 66"/>
            <p:cNvSpPr txBox="1"/>
            <p:nvPr/>
          </p:nvSpPr>
          <p:spPr>
            <a:xfrm>
              <a:off x="5474132" y="2531360"/>
              <a:ext cx="457200" cy="40016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L</a:t>
              </a:r>
            </a:p>
          </p:txBody>
        </p:sp>
        <p:sp>
          <p:nvSpPr>
            <p:cNvPr id="78891" name="Text Box 68"/>
            <p:cNvSpPr txBox="1"/>
            <p:nvPr/>
          </p:nvSpPr>
          <p:spPr>
            <a:xfrm>
              <a:off x="5893564" y="1874164"/>
              <a:ext cx="685800" cy="400160"/>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chemeClr val="tx1"/>
                  </a:solidFill>
                  <a:latin typeface="Times New Roman" panose="02020603050405020304" pitchFamily="18" charset="0"/>
                  <a:ea typeface="宋体" panose="02010600030101010101" pitchFamily="2" charset="-122"/>
                </a:rPr>
                <a:t>id</a:t>
              </a:r>
            </a:p>
          </p:txBody>
        </p:sp>
        <p:sp>
          <p:nvSpPr>
            <p:cNvPr id="78892" name="Freeform 69"/>
            <p:cNvSpPr/>
            <p:nvPr/>
          </p:nvSpPr>
          <p:spPr>
            <a:xfrm rot="-200960">
              <a:off x="5348040" y="1167312"/>
              <a:ext cx="873074" cy="3240005"/>
            </a:xfrm>
            <a:custGeom>
              <a:avLst/>
              <a:gdLst>
                <a:gd name="txL" fmla="*/ 0 w 598"/>
                <a:gd name="txT" fmla="*/ 0 h 2268"/>
                <a:gd name="txR" fmla="*/ 598 w 598"/>
                <a:gd name="txB" fmla="*/ 2268 h 2268"/>
              </a:gdLst>
              <a:ahLst/>
              <a:cxnLst>
                <a:cxn ang="0">
                  <a:pos x="0" y="0"/>
                </a:cxn>
                <a:cxn ang="0">
                  <a:pos x="2147483646" y="2147483646"/>
                </a:cxn>
                <a:cxn ang="0">
                  <a:pos x="2147483646" y="2147483646"/>
                </a:cxn>
              </a:cxnLst>
              <a:rect l="txL" t="txT" r="txR" b="txB"/>
              <a:pathLst>
                <a:path w="598" h="2268">
                  <a:moveTo>
                    <a:pt x="0" y="0"/>
                  </a:moveTo>
                  <a:cubicBezTo>
                    <a:pt x="291" y="491"/>
                    <a:pt x="582" y="983"/>
                    <a:pt x="590" y="1361"/>
                  </a:cubicBezTo>
                  <a:cubicBezTo>
                    <a:pt x="598" y="1739"/>
                    <a:pt x="322" y="2003"/>
                    <a:pt x="46" y="2268"/>
                  </a:cubicBezTo>
                </a:path>
              </a:pathLst>
            </a:custGeom>
            <a:noFill/>
            <a:ln w="38100" cap="flat" cmpd="sng">
              <a:solidFill>
                <a:schemeClr val="hlink">
                  <a:alpha val="100000"/>
                </a:schemeClr>
              </a:solidFill>
              <a:prstDash val="solid"/>
              <a:round/>
              <a:headEnd type="none" w="med" len="med"/>
              <a:tailEnd type="stealth" w="med" len="med"/>
            </a:ln>
          </p:spPr>
          <p:txBody>
            <a:bodyPr/>
            <a:lstStyle/>
            <a:p>
              <a:endParaRPr lang="zh-CN" altLang="en-US"/>
            </a:p>
          </p:txBody>
        </p:sp>
      </p:grpSp>
      <p:sp>
        <p:nvSpPr>
          <p:cNvPr id="47" name="矩形 46"/>
          <p:cNvSpPr/>
          <p:nvPr/>
        </p:nvSpPr>
        <p:spPr bwMode="auto">
          <a:xfrm>
            <a:off x="7440613" y="4692650"/>
            <a:ext cx="1644650" cy="400050"/>
          </a:xfrm>
          <a:prstGeom prst="rect">
            <a:avLst/>
          </a:prstGeom>
          <a:solidFill>
            <a:schemeClr val="accent5">
              <a:lumMod val="60000"/>
              <a:lumOff val="40000"/>
            </a:schemeClr>
          </a:solidFill>
          <a:ln w="12700">
            <a:solidFill>
              <a:schemeClr val="tx1"/>
            </a:solidFill>
          </a:ln>
        </p:spPr>
        <p:txBody>
          <a:bodyPr>
            <a:spAutoFit/>
          </a:bodyPr>
          <a:lstStyle/>
          <a:p>
            <a:pPr eaLnBrk="1" hangingPunct="1">
              <a:buNone/>
            </a:pPr>
            <a:r>
              <a:rPr lang="en-US" altLang="zh-CN" sz="2000" b="1" i="1" dirty="0">
                <a:solidFill>
                  <a:srgbClr val="000000"/>
                </a:solidFill>
                <a:latin typeface="Times New Roman" panose="02020603050405020304" pitchFamily="18" charset="0"/>
                <a:cs typeface="Times New Roman" panose="02020603050405020304" pitchFamily="18" charset="0"/>
              </a:rPr>
              <a:t>LALR</a:t>
            </a:r>
            <a:r>
              <a:rPr lang="en-US" altLang="en-US" sz="2000" b="1" dirty="0">
                <a:solidFill>
                  <a:srgbClr val="000000"/>
                </a:solidFill>
                <a:latin typeface="华文楷体" panose="02010600040101010101" pitchFamily="2" charset="-122"/>
                <a:cs typeface="Times New Roman" panose="02020603050405020304" pitchFamily="18" charset="0"/>
              </a:rPr>
              <a:t>自动机</a:t>
            </a:r>
            <a:endParaRPr lang="en-US" altLang="en-US" sz="1000" dirty="0">
              <a:latin typeface="华文楷体" panose="02010600040101010101" pitchFamily="2" charset="-122"/>
              <a:ea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47139">
                                            <p:txEl>
                                              <p:pRg st="0" end="0"/>
                                            </p:txEl>
                                          </p:spTgt>
                                        </p:tgtEl>
                                        <p:attrNameLst>
                                          <p:attrName>style.visibility</p:attrName>
                                        </p:attrNameLst>
                                      </p:cBhvr>
                                      <p:to>
                                        <p:strVal val="visible"/>
                                      </p:to>
                                    </p:set>
                                    <p:anim calcmode="lin" valueType="num">
                                      <p:cBhvr>
                                        <p:cTn id="7" dur="500" fill="hold"/>
                                        <p:tgtEl>
                                          <p:spTgt spid="34713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4713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47139">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anim calcmode="lin" valueType="num">
                                      <p:cBhvr>
                                        <p:cTn id="17" dur="500" fill="hold"/>
                                        <p:tgtEl>
                                          <p:spTgt spid="47"/>
                                        </p:tgtEl>
                                        <p:attrNameLst>
                                          <p:attrName>ppt_w</p:attrName>
                                        </p:attrNameLst>
                                      </p:cBhvr>
                                      <p:tavLst>
                                        <p:tav tm="0">
                                          <p:val>
                                            <p:fltVal val="0"/>
                                          </p:val>
                                        </p:tav>
                                        <p:tav tm="100000">
                                          <p:val>
                                            <p:strVal val="#ppt_w"/>
                                          </p:val>
                                        </p:tav>
                                      </p:tavLst>
                                    </p:anim>
                                    <p:anim calcmode="lin" valueType="num">
                                      <p:cBhvr>
                                        <p:cTn id="18" dur="500" fill="hold"/>
                                        <p:tgtEl>
                                          <p:spTgt spid="47"/>
                                        </p:tgtEl>
                                        <p:attrNameLst>
                                          <p:attrName>ppt_h</p:attrName>
                                        </p:attrNameLst>
                                      </p:cBhvr>
                                      <p:tavLst>
                                        <p:tav tm="0">
                                          <p:val>
                                            <p:fltVal val="0"/>
                                          </p:val>
                                        </p:tav>
                                        <p:tav tm="100000">
                                          <p:val>
                                            <p:strVal val="#ppt_h"/>
                                          </p:val>
                                        </p:tav>
                                      </p:tavLst>
                                    </p:anim>
                                    <p:animEffect transition="in" filter="fade">
                                      <p:cBhvr>
                                        <p:cTn id="19" dur="500"/>
                                        <p:tgtEl>
                                          <p:spTgt spid="47"/>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xit" presetSubtype="16" fill="hold" nodeType="clickEffect">
                                  <p:stCondLst>
                                    <p:cond delay="0"/>
                                  </p:stCondLst>
                                  <p:childTnLst>
                                    <p:anim calcmode="lin" valueType="num">
                                      <p:cBhvr>
                                        <p:cTn id="23" dur="500"/>
                                        <p:tgtEl>
                                          <p:spTgt spid="2"/>
                                        </p:tgtEl>
                                        <p:attrNameLst>
                                          <p:attrName>ppt_w</p:attrName>
                                        </p:attrNameLst>
                                      </p:cBhvr>
                                      <p:tavLst>
                                        <p:tav tm="0">
                                          <p:val>
                                            <p:strVal val="ppt_w"/>
                                          </p:val>
                                        </p:tav>
                                        <p:tav tm="100000">
                                          <p:val>
                                            <p:fltVal val="0"/>
                                          </p:val>
                                        </p:tav>
                                      </p:tavLst>
                                    </p:anim>
                                    <p:anim calcmode="lin" valueType="num">
                                      <p:cBhvr>
                                        <p:cTn id="24" dur="500"/>
                                        <p:tgtEl>
                                          <p:spTgt spid="2"/>
                                        </p:tgtEl>
                                        <p:attrNameLst>
                                          <p:attrName>ppt_h</p:attrName>
                                        </p:attrNameLst>
                                      </p:cBhvr>
                                      <p:tavLst>
                                        <p:tav tm="0">
                                          <p:val>
                                            <p:strVal val="ppt_h"/>
                                          </p:val>
                                        </p:tav>
                                        <p:tav tm="100000">
                                          <p:val>
                                            <p:fltVal val="0"/>
                                          </p:val>
                                        </p:tav>
                                      </p:tavLst>
                                    </p:anim>
                                    <p:animEffect transition="out" filter="fade">
                                      <p:cBhvr>
                                        <p:cTn id="25" dur="500"/>
                                        <p:tgtEl>
                                          <p:spTgt spid="2"/>
                                        </p:tgtEl>
                                      </p:cBhvr>
                                    </p:animEffect>
                                    <p:set>
                                      <p:cBhvr>
                                        <p:cTn id="26" dur="1" fill="hold">
                                          <p:stCondLst>
                                            <p:cond delay="499"/>
                                          </p:stCondLst>
                                        </p:cTn>
                                        <p:tgtEl>
                                          <p:spTgt spid="2"/>
                                        </p:tgtEl>
                                        <p:attrNameLst>
                                          <p:attrName>style.visibility</p:attrName>
                                        </p:attrNameLst>
                                      </p:cBhvr>
                                      <p:to>
                                        <p:strVal val="hidden"/>
                                      </p:to>
                                    </p:set>
                                  </p:childTnLst>
                                </p:cTn>
                              </p:par>
                              <p:par>
                                <p:cTn id="27" presetID="53" presetClass="exit" presetSubtype="32" fill="hold" grpId="1" nodeType="withEffect">
                                  <p:stCondLst>
                                    <p:cond delay="0"/>
                                  </p:stCondLst>
                                  <p:childTnLst>
                                    <p:anim calcmode="lin" valueType="num">
                                      <p:cBhvr>
                                        <p:cTn id="28" dur="500"/>
                                        <p:tgtEl>
                                          <p:spTgt spid="47"/>
                                        </p:tgtEl>
                                        <p:attrNameLst>
                                          <p:attrName>ppt_w</p:attrName>
                                        </p:attrNameLst>
                                      </p:cBhvr>
                                      <p:tavLst>
                                        <p:tav tm="0">
                                          <p:val>
                                            <p:strVal val="ppt_w"/>
                                          </p:val>
                                        </p:tav>
                                        <p:tav tm="100000">
                                          <p:val>
                                            <p:fltVal val="0"/>
                                          </p:val>
                                        </p:tav>
                                      </p:tavLst>
                                    </p:anim>
                                    <p:anim calcmode="lin" valueType="num">
                                      <p:cBhvr>
                                        <p:cTn id="29" dur="500"/>
                                        <p:tgtEl>
                                          <p:spTgt spid="47"/>
                                        </p:tgtEl>
                                        <p:attrNameLst>
                                          <p:attrName>ppt_h</p:attrName>
                                        </p:attrNameLst>
                                      </p:cBhvr>
                                      <p:tavLst>
                                        <p:tav tm="0">
                                          <p:val>
                                            <p:strVal val="ppt_h"/>
                                          </p:val>
                                        </p:tav>
                                        <p:tav tm="100000">
                                          <p:val>
                                            <p:fltVal val="0"/>
                                          </p:val>
                                        </p:tav>
                                      </p:tavLst>
                                    </p:anim>
                                    <p:animEffect transition="out" filter="fade">
                                      <p:cBhvr>
                                        <p:cTn id="30" dur="500"/>
                                        <p:tgtEl>
                                          <p:spTgt spid="47"/>
                                        </p:tgtEl>
                                      </p:cBhvr>
                                    </p:animEffect>
                                    <p:set>
                                      <p:cBhvr>
                                        <p:cTn id="31" dur="1" fill="hold">
                                          <p:stCondLst>
                                            <p:cond delay="499"/>
                                          </p:stCondLst>
                                        </p:cTn>
                                        <p:tgtEl>
                                          <p:spTgt spid="4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ldLvl="0" animBg="1"/>
      <p:bldP spid="47" grpId="1" bldLvl="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Rectangle 3"/>
          <p:cNvSpPr>
            <a:spLocks noGrp="1" noChangeArrowheads="1"/>
          </p:cNvSpPr>
          <p:nvPr>
            <p:ph idx="1"/>
          </p:nvPr>
        </p:nvSpPr>
        <p:spPr>
          <a:xfrm>
            <a:off x="250825" y="1203325"/>
            <a:ext cx="5927725" cy="576263"/>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ct val="20000"/>
              </a:spcBef>
              <a:spcAft>
                <a:spcPct val="0"/>
              </a:spcAft>
              <a:buClr>
                <a:schemeClr val="tx1"/>
              </a:buClr>
              <a:buSzPct val="100000"/>
              <a:buFont typeface="Wingdings" panose="05000000000000000000" pitchFamily="2" charset="2"/>
              <a:buChar char="Ø"/>
              <a:defRPr/>
            </a:pPr>
            <a:r>
              <a:rPr kumimoji="0" lang="zh-CN" altLang="en-US" sz="2500" b="1" i="0" u="none" strike="noStrike" kern="1200" cap="none" spc="0" normalizeH="0" baseline="0" noProof="0" dirty="0">
                <a:ln>
                  <a:noFill/>
                </a:ln>
                <a:solidFill>
                  <a:schemeClr val="tx1"/>
                </a:solidFill>
                <a:effectLst/>
                <a:uLnTx/>
                <a:uFillTx/>
                <a:latin typeface="+mn-ea"/>
                <a:ea typeface="+mn-ea"/>
                <a:cs typeface="+mn-cs"/>
              </a:rPr>
              <a:t>大小上与</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LR</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(0)/</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SLR</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相当</a:t>
            </a:r>
            <a:endParaRPr kumimoji="0" lang="zh-CN" altLang="en-US" sz="2400" b="0" i="0" u="none" strike="noStrike" kern="1200" cap="none" spc="0" normalizeH="0" baseline="0" noProof="0" dirty="0">
              <a:ln>
                <a:noFill/>
              </a:ln>
              <a:solidFill>
                <a:schemeClr val="tx2"/>
              </a:solidFill>
              <a:effectLst/>
              <a:uLnTx/>
              <a:uFillTx/>
              <a:latin typeface="+mn-ea"/>
              <a:ea typeface="+mn-ea"/>
              <a:cs typeface="+mn-cs"/>
            </a:endParaRPr>
          </a:p>
          <a:p>
            <a:pPr marL="273050" marR="0" lvl="0" indent="-273050" algn="l" defTabSz="914400" rtl="0" eaLnBrk="1" fontAlgn="base" latinLnBrk="0" hangingPunct="1">
              <a:lnSpc>
                <a:spcPct val="100000"/>
              </a:lnSpc>
              <a:spcBef>
                <a:spcPct val="20000"/>
              </a:spcBef>
              <a:spcAft>
                <a:spcPct val="0"/>
              </a:spcAft>
              <a:buClr>
                <a:schemeClr val="accent1"/>
              </a:buClr>
              <a:buSzPct val="100000"/>
              <a:buFont typeface="Symbol" panose="05050102010706020507" pitchFamily="18" charset="2"/>
              <a:buChar char="•"/>
              <a:defRPr/>
            </a:pPr>
            <a:endParaRPr kumimoji="0" lang="zh-CN" altLang="en-US" sz="2800" b="0" i="0" u="none" strike="noStrike" kern="1200" cap="none" spc="0" normalizeH="0" baseline="0" noProof="0" dirty="0">
              <a:ln>
                <a:noFill/>
              </a:ln>
              <a:solidFill>
                <a:schemeClr val="tx2"/>
              </a:solidFill>
              <a:effectLst/>
              <a:uLnTx/>
              <a:uFillTx/>
              <a:latin typeface="楷体_GB2312" pitchFamily="49" charset="-122"/>
              <a:ea typeface="楷体_GB2312" pitchFamily="49" charset="-122"/>
              <a:cs typeface="+mn-cs"/>
            </a:endParaRPr>
          </a:p>
        </p:txBody>
      </p:sp>
      <p:sp>
        <p:nvSpPr>
          <p:cNvPr id="80899" name="Rectangle 3"/>
          <p:cNvSpPr txBox="1"/>
          <p:nvPr/>
        </p:nvSpPr>
        <p:spPr>
          <a:xfrm>
            <a:off x="250825" y="771525"/>
            <a:ext cx="5495925" cy="431800"/>
          </a:xfrm>
          <a:prstGeom prst="rect">
            <a:avLst/>
          </a:prstGeom>
          <a:noFill/>
          <a:ln w="9525">
            <a:noFill/>
          </a:ln>
        </p:spPr>
        <p:txBody>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273050" lvl="0" indent="-273050" eaLnBrk="1" hangingPunct="1">
              <a:buClr>
                <a:schemeClr val="tx1"/>
              </a:buClr>
              <a:buFont typeface="Wingdings" panose="05000000000000000000" pitchFamily="2" charset="2"/>
              <a:buChar char="Ø"/>
            </a:pPr>
            <a:r>
              <a:rPr lang="zh-CN" altLang="en-US" sz="2500" b="1" dirty="0">
                <a:solidFill>
                  <a:schemeClr val="tx1"/>
                </a:solidFill>
                <a:latin typeface="Times New Roman" panose="02020603050405020304" pitchFamily="18" charset="0"/>
                <a:ea typeface="华文楷体" panose="02010600040101010101" pitchFamily="2" charset="-122"/>
              </a:rPr>
              <a:t>形式上与</a:t>
            </a:r>
            <a:r>
              <a:rPr lang="en-US" altLang="zh-CN" sz="2500" b="1" i="1" dirty="0">
                <a:solidFill>
                  <a:schemeClr val="tx1"/>
                </a:solidFill>
                <a:latin typeface="Times New Roman" panose="02020603050405020304" pitchFamily="18" charset="0"/>
                <a:ea typeface="宋体" panose="02010600030101010101" pitchFamily="2" charset="-122"/>
              </a:rPr>
              <a:t>LR</a:t>
            </a:r>
            <a:r>
              <a:rPr lang="en-US" altLang="zh-CN" sz="2500" b="1" dirty="0">
                <a:solidFill>
                  <a:schemeClr val="tx1"/>
                </a:solidFill>
                <a:latin typeface="Times New Roman" panose="02020603050405020304" pitchFamily="18" charset="0"/>
                <a:ea typeface="宋体" panose="02010600030101010101" pitchFamily="2" charset="-122"/>
              </a:rPr>
              <a:t>(1)</a:t>
            </a:r>
            <a:r>
              <a:rPr lang="zh-CN" altLang="en-US" sz="2500" b="1" dirty="0">
                <a:solidFill>
                  <a:schemeClr val="tx1"/>
                </a:solidFill>
                <a:latin typeface="Times New Roman" panose="02020603050405020304" pitchFamily="18" charset="0"/>
                <a:ea typeface="华文楷体" panose="02010600040101010101" pitchFamily="2" charset="-122"/>
              </a:rPr>
              <a:t>相同</a:t>
            </a:r>
          </a:p>
        </p:txBody>
      </p:sp>
      <p:sp>
        <p:nvSpPr>
          <p:cNvPr id="80900"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en-US" altLang="zh-CN" sz="3000" i="1" kern="1200" dirty="0">
                <a:solidFill>
                  <a:schemeClr val="tx1"/>
                </a:solidFill>
                <a:latin typeface="Times New Roman" panose="02020603050405020304" pitchFamily="18" charset="0"/>
                <a:ea typeface="黑体" panose="02010609060101010101" pitchFamily="49" charset="-122"/>
                <a:cs typeface="+mj-cs"/>
              </a:rPr>
              <a:t>LALR</a:t>
            </a:r>
            <a:r>
              <a:rPr lang="en-US" altLang="zh-CN" sz="3000" kern="1200" dirty="0">
                <a:solidFill>
                  <a:schemeClr val="tx1"/>
                </a:solidFill>
                <a:latin typeface="Times New Roman" panose="02020603050405020304" pitchFamily="18" charset="0"/>
                <a:ea typeface="黑体" panose="02010609060101010101" pitchFamily="49" charset="-122"/>
                <a:cs typeface="+mj-cs"/>
              </a:rPr>
              <a:t>(1)</a:t>
            </a:r>
            <a:r>
              <a:rPr lang="zh-CN" altLang="en-US" sz="3000" kern="1200" dirty="0">
                <a:solidFill>
                  <a:schemeClr val="tx1"/>
                </a:solidFill>
                <a:latin typeface="微软雅黑" panose="020B0503020204020204" pitchFamily="34" charset="-122"/>
                <a:ea typeface="微软雅黑" panose="020B0503020204020204" pitchFamily="34" charset="-122"/>
                <a:cs typeface="+mj-cs"/>
              </a:rPr>
              <a:t>的特点</a:t>
            </a:r>
          </a:p>
        </p:txBody>
      </p:sp>
      <p:grpSp>
        <p:nvGrpSpPr>
          <p:cNvPr id="2" name="组 2"/>
          <p:cNvGrpSpPr/>
          <p:nvPr/>
        </p:nvGrpSpPr>
        <p:grpSpPr>
          <a:xfrm>
            <a:off x="2916238" y="627063"/>
            <a:ext cx="6019800" cy="4321175"/>
            <a:chOff x="1976144" y="771550"/>
            <a:chExt cx="6019720" cy="4319840"/>
          </a:xfrm>
        </p:grpSpPr>
        <p:sp>
          <p:nvSpPr>
            <p:cNvPr id="80903" name="Text Box 5"/>
            <p:cNvSpPr txBox="1"/>
            <p:nvPr/>
          </p:nvSpPr>
          <p:spPr>
            <a:xfrm>
              <a:off x="1976144" y="1857065"/>
              <a:ext cx="1084248" cy="1937738"/>
            </a:xfrm>
            <a:prstGeom prst="rect">
              <a:avLst/>
            </a:prstGeom>
            <a:solidFill>
              <a:srgbClr val="B5CEED"/>
            </a:solidFill>
            <a:ln w="12700" cap="flat" cmpd="sng">
              <a:solidFill>
                <a:schemeClr val="tx1"/>
              </a:solidFill>
              <a:prstDash val="solid"/>
              <a:miter/>
              <a:headEnd type="none" w="sm" len="sm"/>
              <a:tailEnd type="none" w="sm" len="sm"/>
            </a:ln>
          </p:spPr>
          <p:txBody>
            <a:bodyPr tIns="0" bIns="0">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I</a:t>
              </a:r>
              <a:r>
                <a:rPr lang="en-US" altLang="zh-CN" sz="1800" b="1" i="1" baseline="-25000" dirty="0">
                  <a:solidFill>
                    <a:schemeClr val="tx1"/>
                  </a:solidFill>
                  <a:latin typeface="Times New Roman" panose="02020603050405020304" pitchFamily="18" charset="0"/>
                  <a:ea typeface="宋体" panose="02010600030101010101" pitchFamily="2" charset="-122"/>
                </a:rPr>
                <a:t>0</a:t>
              </a:r>
              <a:r>
                <a:rPr lang="en-US" altLang="zh-CN" sz="1800" b="1" dirty="0">
                  <a:solidFill>
                    <a:schemeClr val="tx1"/>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S′→</a:t>
              </a:r>
              <a:r>
                <a:rPr lang="en-US" altLang="zh-CN" sz="1800" b="1" i="1" dirty="0">
                  <a:solidFill>
                    <a:srgbClr val="000000"/>
                  </a:solidFill>
                  <a:latin typeface="Times New Roman" panose="02020603050405020304" pitchFamily="18" charset="0"/>
                  <a:ea typeface="宋体" panose="02010600030101010101" pitchFamily="2" charset="-122"/>
                </a:rPr>
                <a:t> · </a:t>
              </a:r>
              <a:r>
                <a:rPr lang="en-US" altLang="zh-CN" sz="1800" b="1" i="1" dirty="0">
                  <a:solidFill>
                    <a:schemeClr val="tx1"/>
                  </a:solidFill>
                  <a:latin typeface="Times New Roman" panose="02020603050405020304" pitchFamily="18" charset="0"/>
                  <a:ea typeface="宋体" panose="02010600030101010101" pitchFamily="2" charset="-122"/>
                </a:rPr>
                <a:t>S</a:t>
              </a:r>
              <a:r>
                <a:rPr lang="zh-CN" altLang="en-US" sz="1800" b="1" i="1" dirty="0">
                  <a:solidFill>
                    <a:schemeClr val="tx1"/>
                  </a:solidFill>
                  <a:latin typeface="Times New Roman" panose="02020603050405020304" pitchFamily="18" charset="0"/>
                  <a:ea typeface="宋体" panose="02010600030101010101" pitchFamily="2" charset="-122"/>
                </a:rPr>
                <a:t> </a:t>
              </a:r>
              <a:endParaRPr lang="en-US" altLang="zh-CN" sz="1800" b="1" i="1" dirty="0">
                <a:solidFill>
                  <a:schemeClr val="tx1"/>
                </a:solidFill>
                <a:latin typeface="Times New Roman" panose="02020603050405020304" pitchFamily="18" charset="0"/>
                <a:ea typeface="宋体" panose="02010600030101010101" pitchFamily="2" charset="-122"/>
              </a:endParaRPr>
            </a:p>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S→</a:t>
              </a:r>
              <a:r>
                <a:rPr lang="en-US" altLang="zh-CN" sz="1800" b="1" i="1" dirty="0">
                  <a:solidFill>
                    <a:srgbClr val="000000"/>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L=R </a:t>
              </a:r>
            </a:p>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S→</a:t>
              </a:r>
              <a:r>
                <a:rPr lang="en-US" altLang="zh-CN" sz="1800" b="1" i="1" dirty="0">
                  <a:solidFill>
                    <a:srgbClr val="000000"/>
                  </a:solidFill>
                  <a:latin typeface="Times New Roman" panose="02020603050405020304" pitchFamily="18" charset="0"/>
                  <a:ea typeface="宋体" panose="02010600030101010101" pitchFamily="2" charset="-122"/>
                </a:rPr>
                <a:t> · </a:t>
              </a:r>
              <a:r>
                <a:rPr lang="en-US" altLang="zh-CN" sz="1800" b="1" i="1" dirty="0">
                  <a:solidFill>
                    <a:schemeClr val="tx1"/>
                  </a:solidFill>
                  <a:latin typeface="Times New Roman" panose="02020603050405020304" pitchFamily="18" charset="0"/>
                  <a:ea typeface="宋体" panose="02010600030101010101" pitchFamily="2" charset="-122"/>
                </a:rPr>
                <a:t>R </a:t>
              </a:r>
            </a:p>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L→</a:t>
              </a:r>
              <a:r>
                <a:rPr lang="en-US" altLang="zh-CN" sz="1800" b="1" i="1" dirty="0">
                  <a:solidFill>
                    <a:srgbClr val="000000"/>
                  </a:solidFill>
                  <a:latin typeface="Times New Roman" panose="02020603050405020304" pitchFamily="18" charset="0"/>
                  <a:ea typeface="宋体" panose="02010600030101010101" pitchFamily="2" charset="-122"/>
                </a:rPr>
                <a:t> · </a:t>
              </a:r>
              <a:r>
                <a:rPr lang="en-US" altLang="zh-CN" sz="1800" b="1" i="1" dirty="0">
                  <a:solidFill>
                    <a:schemeClr val="tx1"/>
                  </a:solidFill>
                  <a:latin typeface="Times New Roman" panose="02020603050405020304" pitchFamily="18" charset="0"/>
                  <a:ea typeface="宋体" panose="02010600030101010101" pitchFamily="2" charset="-122"/>
                </a:rPr>
                <a:t>*R </a:t>
              </a:r>
            </a:p>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L→</a:t>
              </a:r>
              <a:r>
                <a:rPr lang="en-US" altLang="zh-CN" sz="1800" b="1" i="1" dirty="0">
                  <a:solidFill>
                    <a:srgbClr val="000000"/>
                  </a:solidFill>
                  <a:latin typeface="Times New Roman" panose="02020603050405020304" pitchFamily="18" charset="0"/>
                  <a:ea typeface="宋体" panose="02010600030101010101" pitchFamily="2" charset="-122"/>
                </a:rPr>
                <a:t> · </a:t>
              </a:r>
              <a:r>
                <a:rPr lang="en-US" altLang="zh-CN" sz="1800" b="1" dirty="0">
                  <a:solidFill>
                    <a:schemeClr val="tx1"/>
                  </a:solidFill>
                  <a:latin typeface="Times New Roman" panose="02020603050405020304" pitchFamily="18" charset="0"/>
                  <a:ea typeface="宋体" panose="02010600030101010101" pitchFamily="2" charset="-122"/>
                </a:rPr>
                <a:t>id </a:t>
              </a:r>
            </a:p>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R→</a:t>
              </a:r>
              <a:r>
                <a:rPr lang="en-US" altLang="zh-CN" sz="1800" b="1" i="1" dirty="0">
                  <a:solidFill>
                    <a:srgbClr val="000000"/>
                  </a:solidFill>
                  <a:latin typeface="Times New Roman" panose="02020603050405020304" pitchFamily="18" charset="0"/>
                  <a:ea typeface="宋体" panose="02010600030101010101" pitchFamily="2" charset="-122"/>
                </a:rPr>
                <a:t> · </a:t>
              </a:r>
              <a:r>
                <a:rPr lang="en-US" altLang="zh-CN" sz="1800" b="1" i="1" dirty="0">
                  <a:solidFill>
                    <a:schemeClr val="tx1"/>
                  </a:solidFill>
                  <a:latin typeface="Times New Roman" panose="02020603050405020304" pitchFamily="18" charset="0"/>
                  <a:ea typeface="宋体" panose="02010600030101010101" pitchFamily="2" charset="-122"/>
                </a:rPr>
                <a:t>L </a:t>
              </a:r>
            </a:p>
          </p:txBody>
        </p:sp>
        <p:sp>
          <p:nvSpPr>
            <p:cNvPr id="80904" name="Text Box 6"/>
            <p:cNvSpPr txBox="1"/>
            <p:nvPr/>
          </p:nvSpPr>
          <p:spPr>
            <a:xfrm>
              <a:off x="3595372" y="771550"/>
              <a:ext cx="1225534" cy="645912"/>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I</a:t>
              </a:r>
              <a:r>
                <a:rPr lang="en-US" altLang="zh-CN" sz="1800" b="1" i="1" baseline="-25000" dirty="0">
                  <a:solidFill>
                    <a:schemeClr val="tx1"/>
                  </a:solidFill>
                  <a:latin typeface="Times New Roman" panose="02020603050405020304" pitchFamily="18" charset="0"/>
                  <a:ea typeface="宋体" panose="02010600030101010101" pitchFamily="2" charset="-122"/>
                </a:rPr>
                <a:t>1</a:t>
              </a:r>
              <a:r>
                <a:rPr lang="en-US" altLang="zh-CN" sz="1800" b="1" dirty="0">
                  <a:solidFill>
                    <a:schemeClr val="tx1"/>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ea typeface="宋体" panose="02010600030101010101" pitchFamily="2" charset="-122"/>
                </a:rPr>
                <a:t>S′→S</a:t>
              </a:r>
              <a:r>
                <a:rPr lang="en-US" altLang="zh-CN" sz="1800" b="1" i="1" dirty="0">
                  <a:solidFill>
                    <a:srgbClr val="000000"/>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 </a:t>
              </a:r>
            </a:p>
          </p:txBody>
        </p:sp>
        <p:sp>
          <p:nvSpPr>
            <p:cNvPr id="80905" name="Line 7"/>
            <p:cNvSpPr/>
            <p:nvPr/>
          </p:nvSpPr>
          <p:spPr>
            <a:xfrm flipV="1">
              <a:off x="3060392" y="1335719"/>
              <a:ext cx="546566" cy="914725"/>
            </a:xfrm>
            <a:prstGeom prst="line">
              <a:avLst/>
            </a:prstGeom>
            <a:ln w="38100" cap="flat" cmpd="sng">
              <a:solidFill>
                <a:schemeClr val="tx1"/>
              </a:solidFill>
              <a:prstDash val="solid"/>
              <a:headEnd type="none" w="sm" len="sm"/>
              <a:tailEnd type="triangle" w="med" len="med"/>
            </a:ln>
          </p:spPr>
        </p:sp>
        <p:sp>
          <p:nvSpPr>
            <p:cNvPr id="13" name="Text Box 8"/>
            <p:cNvSpPr txBox="1">
              <a:spLocks noChangeArrowheads="1"/>
            </p:cNvSpPr>
            <p:nvPr/>
          </p:nvSpPr>
          <p:spPr bwMode="auto">
            <a:xfrm>
              <a:off x="3595372" y="1563467"/>
              <a:ext cx="1225534" cy="93951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2</a:t>
              </a: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S→L</a:t>
              </a:r>
              <a:r>
                <a:rPr kumimoji="0"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=R </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R→L</a:t>
              </a:r>
              <a:r>
                <a:rPr kumimoji="0"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907" name="Line 9"/>
            <p:cNvSpPr/>
            <p:nvPr/>
          </p:nvSpPr>
          <p:spPr>
            <a:xfrm flipV="1">
              <a:off x="3065423" y="2396456"/>
              <a:ext cx="541535" cy="93"/>
            </a:xfrm>
            <a:prstGeom prst="line">
              <a:avLst/>
            </a:prstGeom>
            <a:ln w="38100" cap="flat" cmpd="sng">
              <a:solidFill>
                <a:schemeClr val="tx1"/>
              </a:solidFill>
              <a:prstDash val="solid"/>
              <a:headEnd type="none" w="sm" len="sm"/>
              <a:tailEnd type="triangle" w="med" len="med"/>
            </a:ln>
          </p:spPr>
        </p:sp>
        <p:sp>
          <p:nvSpPr>
            <p:cNvPr id="80908" name="Text Box 10"/>
            <p:cNvSpPr txBox="1"/>
            <p:nvPr/>
          </p:nvSpPr>
          <p:spPr>
            <a:xfrm>
              <a:off x="3131838" y="2000754"/>
              <a:ext cx="503269" cy="400001"/>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L</a:t>
              </a:r>
            </a:p>
          </p:txBody>
        </p:sp>
        <p:sp>
          <p:nvSpPr>
            <p:cNvPr id="16" name="Text Box 11"/>
            <p:cNvSpPr txBox="1">
              <a:spLocks noChangeArrowheads="1"/>
            </p:cNvSpPr>
            <p:nvPr/>
          </p:nvSpPr>
          <p:spPr bwMode="auto">
            <a:xfrm>
              <a:off x="3595372" y="2644221"/>
              <a:ext cx="1225534" cy="64591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3</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S→R</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p>
          </p:txBody>
        </p:sp>
        <p:sp>
          <p:nvSpPr>
            <p:cNvPr id="80910" name="Line 12"/>
            <p:cNvSpPr/>
            <p:nvPr/>
          </p:nvSpPr>
          <p:spPr>
            <a:xfrm flipV="1">
              <a:off x="3065423" y="3082971"/>
              <a:ext cx="508824" cy="3668"/>
            </a:xfrm>
            <a:prstGeom prst="line">
              <a:avLst/>
            </a:prstGeom>
            <a:ln w="38100" cap="flat" cmpd="sng">
              <a:solidFill>
                <a:schemeClr val="tx1"/>
              </a:solidFill>
              <a:prstDash val="solid"/>
              <a:headEnd type="none" w="sm" len="sm"/>
              <a:tailEnd type="triangle" w="med" len="med"/>
            </a:ln>
          </p:spPr>
        </p:sp>
        <p:sp>
          <p:nvSpPr>
            <p:cNvPr id="80911" name="Text Box 13"/>
            <p:cNvSpPr txBox="1"/>
            <p:nvPr/>
          </p:nvSpPr>
          <p:spPr>
            <a:xfrm>
              <a:off x="3131838" y="2715766"/>
              <a:ext cx="609638" cy="400001"/>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R</a:t>
              </a:r>
            </a:p>
          </p:txBody>
        </p:sp>
        <p:sp>
          <p:nvSpPr>
            <p:cNvPr id="19" name="Text Box 14"/>
            <p:cNvSpPr txBox="1">
              <a:spLocks noChangeArrowheads="1"/>
            </p:cNvSpPr>
            <p:nvPr/>
          </p:nvSpPr>
          <p:spPr bwMode="auto">
            <a:xfrm>
              <a:off x="3606484" y="3436139"/>
              <a:ext cx="1214422" cy="1502899"/>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4</a:t>
              </a: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1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R</a:t>
              </a:r>
              <a:r>
                <a:rPr kumimoji="1" lang="zh-CN" altLang="en-US"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endPar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2200"/>
                </a:lnSpc>
                <a:spcBef>
                  <a:spcPct val="0"/>
                </a:spcBef>
                <a:spcAft>
                  <a:spcPct val="0"/>
                </a:spcAft>
                <a:buClrTx/>
                <a:buSzTx/>
                <a:buFontTx/>
                <a:buNone/>
                <a:defRPr/>
              </a:pP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R→</a:t>
              </a:r>
              <a:r>
                <a:rPr kumimoji="0" lang="en-US" altLang="zh-CN" sz="1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1" lang="zh-CN" altLang="en-US"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1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*R L→</a:t>
              </a:r>
              <a:r>
                <a:rPr kumimoji="0" lang="en-US" altLang="zh-CN" sz="1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id</a:t>
              </a:r>
            </a:p>
          </p:txBody>
        </p:sp>
        <p:sp>
          <p:nvSpPr>
            <p:cNvPr id="20" name="Text Box 15"/>
            <p:cNvSpPr txBox="1">
              <a:spLocks noChangeArrowheads="1"/>
            </p:cNvSpPr>
            <p:nvPr/>
          </p:nvSpPr>
          <p:spPr bwMode="auto">
            <a:xfrm>
              <a:off x="5287625" y="4383584"/>
              <a:ext cx="1081073" cy="70780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5</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id</a:t>
              </a:r>
              <a:r>
                <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endParaRPr kumimoji="1" lang="en-US" altLang="zh-CN" sz="20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914" name="Text Box 16"/>
            <p:cNvSpPr txBox="1"/>
            <p:nvPr/>
          </p:nvSpPr>
          <p:spPr>
            <a:xfrm>
              <a:off x="3246477" y="3363838"/>
              <a:ext cx="533433" cy="400001"/>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宋体" panose="02010600030101010101" pitchFamily="2" charset="-122"/>
                </a:rPr>
                <a:t>*</a:t>
              </a:r>
            </a:p>
          </p:txBody>
        </p:sp>
        <p:sp>
          <p:nvSpPr>
            <p:cNvPr id="80915" name="Text Box 17"/>
            <p:cNvSpPr txBox="1"/>
            <p:nvPr/>
          </p:nvSpPr>
          <p:spPr>
            <a:xfrm>
              <a:off x="2432090" y="3795579"/>
              <a:ext cx="533433" cy="400001"/>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chemeClr val="tx1"/>
                  </a:solidFill>
                  <a:latin typeface="Times New Roman" panose="02020603050405020304" pitchFamily="18" charset="0"/>
                  <a:ea typeface="宋体" panose="02010600030101010101" pitchFamily="2" charset="-122"/>
                </a:rPr>
                <a:t>id</a:t>
              </a:r>
            </a:p>
          </p:txBody>
        </p:sp>
        <p:sp>
          <p:nvSpPr>
            <p:cNvPr id="23" name="Text Box 18"/>
            <p:cNvSpPr txBox="1">
              <a:spLocks noChangeArrowheads="1"/>
            </p:cNvSpPr>
            <p:nvPr/>
          </p:nvSpPr>
          <p:spPr bwMode="auto">
            <a:xfrm>
              <a:off x="5225713" y="771550"/>
              <a:ext cx="1079486" cy="147750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6</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S→L=</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 R→</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 L→</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 L→</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id</a:t>
              </a:r>
            </a:p>
          </p:txBody>
        </p:sp>
        <p:sp>
          <p:nvSpPr>
            <p:cNvPr id="80917" name="Line 19"/>
            <p:cNvSpPr/>
            <p:nvPr/>
          </p:nvSpPr>
          <p:spPr>
            <a:xfrm flipV="1">
              <a:off x="4824801" y="1851670"/>
              <a:ext cx="430239" cy="0"/>
            </a:xfrm>
            <a:prstGeom prst="line">
              <a:avLst/>
            </a:prstGeom>
            <a:ln w="38100" cap="flat" cmpd="sng">
              <a:solidFill>
                <a:schemeClr val="tx1"/>
              </a:solidFill>
              <a:prstDash val="solid"/>
              <a:headEnd type="none" w="sm" len="sm"/>
              <a:tailEnd type="triangle" w="med" len="med"/>
            </a:ln>
          </p:spPr>
        </p:sp>
        <p:sp>
          <p:nvSpPr>
            <p:cNvPr id="80918" name="Text Box 20"/>
            <p:cNvSpPr txBox="1"/>
            <p:nvPr/>
          </p:nvSpPr>
          <p:spPr>
            <a:xfrm>
              <a:off x="4869820" y="1419622"/>
              <a:ext cx="457228" cy="400001"/>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chemeClr val="tx1"/>
                  </a:solidFill>
                  <a:latin typeface="Times New Roman" panose="02020603050405020304" pitchFamily="18" charset="0"/>
                  <a:ea typeface="宋体" panose="02010600030101010101" pitchFamily="2" charset="-122"/>
                </a:rPr>
                <a:t>=</a:t>
              </a:r>
            </a:p>
          </p:txBody>
        </p:sp>
        <p:sp>
          <p:nvSpPr>
            <p:cNvPr id="26" name="Text Box 21"/>
            <p:cNvSpPr txBox="1">
              <a:spLocks noChangeArrowheads="1"/>
            </p:cNvSpPr>
            <p:nvPr/>
          </p:nvSpPr>
          <p:spPr bwMode="auto">
            <a:xfrm>
              <a:off x="5224126" y="2572805"/>
              <a:ext cx="1081073" cy="64750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7</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L→*R</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920" name="Line 22"/>
            <p:cNvSpPr/>
            <p:nvPr/>
          </p:nvSpPr>
          <p:spPr>
            <a:xfrm flipV="1">
              <a:off x="4820721" y="3203869"/>
              <a:ext cx="392522" cy="592017"/>
            </a:xfrm>
            <a:prstGeom prst="line">
              <a:avLst/>
            </a:prstGeom>
            <a:ln w="38100" cap="flat" cmpd="sng">
              <a:solidFill>
                <a:schemeClr val="tx1"/>
              </a:solidFill>
              <a:prstDash val="solid"/>
              <a:headEnd type="none" w="sm" len="sm"/>
              <a:tailEnd type="triangle" w="med" len="med"/>
            </a:ln>
          </p:spPr>
        </p:sp>
        <p:sp>
          <p:nvSpPr>
            <p:cNvPr id="80921" name="Text Box 23"/>
            <p:cNvSpPr txBox="1"/>
            <p:nvPr/>
          </p:nvSpPr>
          <p:spPr>
            <a:xfrm>
              <a:off x="4932040" y="2859782"/>
              <a:ext cx="457228" cy="400001"/>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R</a:t>
              </a:r>
            </a:p>
          </p:txBody>
        </p:sp>
        <p:sp>
          <p:nvSpPr>
            <p:cNvPr id="29" name="Text Box 24"/>
            <p:cNvSpPr txBox="1">
              <a:spLocks noChangeArrowheads="1"/>
            </p:cNvSpPr>
            <p:nvPr/>
          </p:nvSpPr>
          <p:spPr bwMode="auto">
            <a:xfrm>
              <a:off x="5224126" y="3437726"/>
              <a:ext cx="1081073" cy="64591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8</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R→L</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endPar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923" name="Line 25"/>
            <p:cNvSpPr/>
            <p:nvPr/>
          </p:nvSpPr>
          <p:spPr>
            <a:xfrm>
              <a:off x="4837746" y="4011910"/>
              <a:ext cx="387014" cy="0"/>
            </a:xfrm>
            <a:prstGeom prst="line">
              <a:avLst/>
            </a:prstGeom>
            <a:ln w="38100" cap="flat" cmpd="sng">
              <a:solidFill>
                <a:schemeClr val="tx1"/>
              </a:solidFill>
              <a:prstDash val="solid"/>
              <a:headEnd type="none" w="sm" len="sm"/>
              <a:tailEnd type="triangle" w="med" len="med"/>
            </a:ln>
          </p:spPr>
        </p:sp>
        <p:sp>
          <p:nvSpPr>
            <p:cNvPr id="80924" name="Text Box 26"/>
            <p:cNvSpPr txBox="1"/>
            <p:nvPr/>
          </p:nvSpPr>
          <p:spPr>
            <a:xfrm>
              <a:off x="4832219" y="3651870"/>
              <a:ext cx="381023" cy="400001"/>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L</a:t>
              </a:r>
            </a:p>
          </p:txBody>
        </p:sp>
        <p:sp>
          <p:nvSpPr>
            <p:cNvPr id="32" name="Text Box 27"/>
            <p:cNvSpPr txBox="1">
              <a:spLocks noChangeArrowheads="1"/>
            </p:cNvSpPr>
            <p:nvPr/>
          </p:nvSpPr>
          <p:spPr bwMode="auto">
            <a:xfrm>
              <a:off x="6883041" y="892163"/>
              <a:ext cx="1112823" cy="64750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18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9</a:t>
              </a:r>
              <a:r>
                <a:rPr kumimoji="1"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S→L=R</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p>
          </p:txBody>
        </p:sp>
        <p:sp>
          <p:nvSpPr>
            <p:cNvPr id="80926" name="Line 28"/>
            <p:cNvSpPr/>
            <p:nvPr/>
          </p:nvSpPr>
          <p:spPr>
            <a:xfrm flipV="1">
              <a:off x="6329335" y="1347614"/>
              <a:ext cx="533433" cy="0"/>
            </a:xfrm>
            <a:prstGeom prst="line">
              <a:avLst/>
            </a:prstGeom>
            <a:ln w="38100" cap="flat" cmpd="sng">
              <a:solidFill>
                <a:schemeClr val="tx1"/>
              </a:solidFill>
              <a:prstDash val="solid"/>
              <a:headEnd type="none" w="sm" len="sm"/>
              <a:tailEnd type="triangle" w="med" len="med"/>
            </a:ln>
          </p:spPr>
        </p:sp>
        <p:sp>
          <p:nvSpPr>
            <p:cNvPr id="80927" name="Text Box 29"/>
            <p:cNvSpPr txBox="1"/>
            <p:nvPr/>
          </p:nvSpPr>
          <p:spPr>
            <a:xfrm>
              <a:off x="6371966" y="947613"/>
              <a:ext cx="533433" cy="400001"/>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R</a:t>
              </a:r>
            </a:p>
          </p:txBody>
        </p:sp>
        <p:sp>
          <p:nvSpPr>
            <p:cNvPr id="80928" name="Line 30"/>
            <p:cNvSpPr/>
            <p:nvPr/>
          </p:nvSpPr>
          <p:spPr>
            <a:xfrm flipH="1">
              <a:off x="4815309" y="2243758"/>
              <a:ext cx="469076" cy="1233789"/>
            </a:xfrm>
            <a:prstGeom prst="line">
              <a:avLst/>
            </a:prstGeom>
            <a:ln w="38100" cap="flat" cmpd="sng">
              <a:solidFill>
                <a:schemeClr val="tx1"/>
              </a:solidFill>
              <a:prstDash val="solid"/>
              <a:headEnd type="none" w="sm" len="sm"/>
              <a:tailEnd type="triangle" w="med" len="med"/>
            </a:ln>
          </p:spPr>
        </p:sp>
        <p:sp>
          <p:nvSpPr>
            <p:cNvPr id="80929" name="Text Box 31"/>
            <p:cNvSpPr txBox="1"/>
            <p:nvPr/>
          </p:nvSpPr>
          <p:spPr>
            <a:xfrm>
              <a:off x="4932040" y="2171749"/>
              <a:ext cx="533433" cy="400001"/>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宋体" panose="02010600030101010101" pitchFamily="2" charset="-122"/>
                </a:rPr>
                <a:t>*</a:t>
              </a:r>
            </a:p>
          </p:txBody>
        </p:sp>
        <p:sp>
          <p:nvSpPr>
            <p:cNvPr id="80930" name="Text Box 33"/>
            <p:cNvSpPr txBox="1"/>
            <p:nvPr/>
          </p:nvSpPr>
          <p:spPr>
            <a:xfrm>
              <a:off x="2996078" y="1662103"/>
              <a:ext cx="533433" cy="400001"/>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S</a:t>
              </a:r>
            </a:p>
          </p:txBody>
        </p:sp>
        <p:sp>
          <p:nvSpPr>
            <p:cNvPr id="80931" name="Line 34"/>
            <p:cNvSpPr/>
            <p:nvPr/>
          </p:nvSpPr>
          <p:spPr>
            <a:xfrm flipV="1">
              <a:off x="4848132" y="4731147"/>
              <a:ext cx="376628" cy="843"/>
            </a:xfrm>
            <a:prstGeom prst="line">
              <a:avLst/>
            </a:prstGeom>
            <a:ln w="38100" cap="flat" cmpd="sng">
              <a:solidFill>
                <a:schemeClr val="tx1"/>
              </a:solidFill>
              <a:prstDash val="solid"/>
              <a:headEnd type="none" w="med" len="med"/>
              <a:tailEnd type="triangle" w="med" len="med"/>
            </a:ln>
          </p:spPr>
        </p:sp>
        <p:sp>
          <p:nvSpPr>
            <p:cNvPr id="80932" name="Text Box 35"/>
            <p:cNvSpPr txBox="1"/>
            <p:nvPr/>
          </p:nvSpPr>
          <p:spPr>
            <a:xfrm>
              <a:off x="4815310" y="4331989"/>
              <a:ext cx="533433" cy="400001"/>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chemeClr val="tx1"/>
                  </a:solidFill>
                  <a:latin typeface="Times New Roman" panose="02020603050405020304" pitchFamily="18" charset="0"/>
                  <a:ea typeface="宋体" panose="02010600030101010101" pitchFamily="2" charset="-122"/>
                </a:rPr>
                <a:t>id</a:t>
              </a:r>
            </a:p>
          </p:txBody>
        </p:sp>
        <p:grpSp>
          <p:nvGrpSpPr>
            <p:cNvPr id="80933" name="Group 36"/>
            <p:cNvGrpSpPr/>
            <p:nvPr/>
          </p:nvGrpSpPr>
          <p:grpSpPr>
            <a:xfrm>
              <a:off x="3307697" y="4511353"/>
              <a:ext cx="290530" cy="269842"/>
              <a:chOff x="2335" y="3249"/>
              <a:chExt cx="183" cy="226"/>
            </a:xfrm>
          </p:grpSpPr>
          <p:sp>
            <p:nvSpPr>
              <p:cNvPr id="80942" name="Line 37"/>
              <p:cNvSpPr/>
              <p:nvPr/>
            </p:nvSpPr>
            <p:spPr>
              <a:xfrm>
                <a:off x="2335" y="3249"/>
                <a:ext cx="182" cy="0"/>
              </a:xfrm>
              <a:prstGeom prst="line">
                <a:avLst/>
              </a:prstGeom>
              <a:ln w="38100" cap="flat" cmpd="sng">
                <a:solidFill>
                  <a:schemeClr val="tx1"/>
                </a:solidFill>
                <a:prstDash val="solid"/>
                <a:headEnd type="none" w="med" len="med"/>
                <a:tailEnd type="none" w="med" len="med"/>
              </a:ln>
            </p:spPr>
          </p:sp>
          <p:sp>
            <p:nvSpPr>
              <p:cNvPr id="80943" name="Line 38"/>
              <p:cNvSpPr/>
              <p:nvPr/>
            </p:nvSpPr>
            <p:spPr>
              <a:xfrm>
                <a:off x="2335" y="3249"/>
                <a:ext cx="0" cy="226"/>
              </a:xfrm>
              <a:prstGeom prst="line">
                <a:avLst/>
              </a:prstGeom>
              <a:ln w="38100" cap="flat" cmpd="sng">
                <a:solidFill>
                  <a:schemeClr val="tx1"/>
                </a:solidFill>
                <a:prstDash val="solid"/>
                <a:headEnd type="none" w="med" len="med"/>
                <a:tailEnd type="none" w="med" len="med"/>
              </a:ln>
            </p:spPr>
          </p:sp>
          <p:sp>
            <p:nvSpPr>
              <p:cNvPr id="80944" name="Line 39"/>
              <p:cNvSpPr/>
              <p:nvPr/>
            </p:nvSpPr>
            <p:spPr>
              <a:xfrm>
                <a:off x="2336" y="3475"/>
                <a:ext cx="182" cy="0"/>
              </a:xfrm>
              <a:prstGeom prst="line">
                <a:avLst/>
              </a:prstGeom>
              <a:ln w="38100" cap="flat" cmpd="sng">
                <a:solidFill>
                  <a:schemeClr val="tx1"/>
                </a:solidFill>
                <a:prstDash val="solid"/>
                <a:headEnd type="none" w="med" len="med"/>
                <a:tailEnd type="triangle" w="med" len="med"/>
              </a:ln>
            </p:spPr>
          </p:sp>
        </p:grpSp>
        <p:sp>
          <p:nvSpPr>
            <p:cNvPr id="80934" name="Text Box 40"/>
            <p:cNvSpPr txBox="1"/>
            <p:nvPr/>
          </p:nvSpPr>
          <p:spPr>
            <a:xfrm>
              <a:off x="3283088" y="4480588"/>
              <a:ext cx="533433" cy="400001"/>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宋体" panose="02010600030101010101" pitchFamily="2" charset="-122"/>
                </a:rPr>
                <a:t>*</a:t>
              </a:r>
            </a:p>
          </p:txBody>
        </p:sp>
        <p:sp>
          <p:nvSpPr>
            <p:cNvPr id="80935" name="Line 41"/>
            <p:cNvSpPr/>
            <p:nvPr/>
          </p:nvSpPr>
          <p:spPr>
            <a:xfrm>
              <a:off x="3074155" y="3340944"/>
              <a:ext cx="506163" cy="667259"/>
            </a:xfrm>
            <a:prstGeom prst="line">
              <a:avLst/>
            </a:prstGeom>
            <a:ln w="41275" cap="flat" cmpd="sng">
              <a:solidFill>
                <a:schemeClr val="tx1"/>
              </a:solidFill>
              <a:prstDash val="solid"/>
              <a:headEnd type="none" w="med" len="med"/>
              <a:tailEnd type="triangle" w="med" len="med"/>
            </a:ln>
          </p:spPr>
        </p:sp>
        <p:sp>
          <p:nvSpPr>
            <p:cNvPr id="80936" name="Line 57"/>
            <p:cNvSpPr/>
            <p:nvPr/>
          </p:nvSpPr>
          <p:spPr>
            <a:xfrm>
              <a:off x="2411758" y="5063454"/>
              <a:ext cx="2801484" cy="1178"/>
            </a:xfrm>
            <a:prstGeom prst="line">
              <a:avLst/>
            </a:prstGeom>
            <a:ln w="38100" cap="flat" cmpd="sng">
              <a:solidFill>
                <a:schemeClr val="tx1"/>
              </a:solidFill>
              <a:prstDash val="solid"/>
              <a:headEnd type="none" w="sm" len="sm"/>
              <a:tailEnd type="triangle" w="med" len="med"/>
            </a:ln>
          </p:spPr>
        </p:sp>
        <p:sp>
          <p:nvSpPr>
            <p:cNvPr id="80937" name="Line 59"/>
            <p:cNvSpPr/>
            <p:nvPr/>
          </p:nvSpPr>
          <p:spPr>
            <a:xfrm flipV="1">
              <a:off x="2411758" y="3788158"/>
              <a:ext cx="0" cy="1276474"/>
            </a:xfrm>
            <a:prstGeom prst="line">
              <a:avLst/>
            </a:prstGeom>
            <a:ln w="38100" cap="flat" cmpd="sng">
              <a:solidFill>
                <a:schemeClr val="tx1"/>
              </a:solidFill>
              <a:prstDash val="solid"/>
              <a:headEnd type="none" w="med" len="med"/>
              <a:tailEnd type="none" w="med" len="med"/>
            </a:ln>
          </p:spPr>
        </p:sp>
        <p:sp>
          <p:nvSpPr>
            <p:cNvPr id="80938" name="Freeform 65"/>
            <p:cNvSpPr/>
            <p:nvPr/>
          </p:nvSpPr>
          <p:spPr>
            <a:xfrm rot="152298">
              <a:off x="6266224" y="1936523"/>
              <a:ext cx="497490" cy="1841524"/>
            </a:xfrm>
            <a:custGeom>
              <a:avLst/>
              <a:gdLst>
                <a:gd name="txL" fmla="*/ 0 w 208"/>
                <a:gd name="txT" fmla="*/ 0 h 1680"/>
                <a:gd name="txR" fmla="*/ 208 w 208"/>
                <a:gd name="txB" fmla="*/ 1680 h 1680"/>
              </a:gdLst>
              <a:ahLst/>
              <a:cxnLst>
                <a:cxn ang="0">
                  <a:pos x="0" y="0"/>
                </a:cxn>
                <a:cxn ang="0">
                  <a:pos x="2147483646" y="2147483646"/>
                </a:cxn>
                <a:cxn ang="0">
                  <a:pos x="2147483646" y="2147483646"/>
                </a:cxn>
                <a:cxn ang="0">
                  <a:pos x="2147483646" y="2147483646"/>
                </a:cxn>
              </a:cxnLst>
              <a:rect l="txL" t="txT" r="txR" b="txB"/>
              <a:pathLst>
                <a:path w="208" h="1680">
                  <a:moveTo>
                    <a:pt x="0" y="0"/>
                  </a:moveTo>
                  <a:cubicBezTo>
                    <a:pt x="56" y="132"/>
                    <a:pt x="112" y="264"/>
                    <a:pt x="144" y="432"/>
                  </a:cubicBezTo>
                  <a:cubicBezTo>
                    <a:pt x="176" y="600"/>
                    <a:pt x="208" y="800"/>
                    <a:pt x="192" y="1008"/>
                  </a:cubicBezTo>
                  <a:cubicBezTo>
                    <a:pt x="176" y="1216"/>
                    <a:pt x="112" y="1448"/>
                    <a:pt x="48" y="1680"/>
                  </a:cubicBezTo>
                </a:path>
              </a:pathLst>
            </a:custGeom>
            <a:noFill/>
            <a:ln w="38100" cap="flat" cmpd="sng">
              <a:solidFill>
                <a:schemeClr val="tx1">
                  <a:alpha val="100000"/>
                </a:schemeClr>
              </a:solidFill>
              <a:prstDash val="solid"/>
              <a:round/>
              <a:headEnd type="none" w="sm" len="sm"/>
              <a:tailEnd type="triangle" w="med" len="med"/>
            </a:ln>
          </p:spPr>
          <p:txBody>
            <a:bodyPr/>
            <a:lstStyle/>
            <a:p>
              <a:endParaRPr lang="zh-CN" altLang="en-US"/>
            </a:p>
          </p:txBody>
        </p:sp>
        <p:sp>
          <p:nvSpPr>
            <p:cNvPr id="80939" name="Text Box 66"/>
            <p:cNvSpPr txBox="1"/>
            <p:nvPr/>
          </p:nvSpPr>
          <p:spPr>
            <a:xfrm>
              <a:off x="6372200" y="2715766"/>
              <a:ext cx="457228" cy="400111"/>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ea typeface="宋体" panose="02010600030101010101" pitchFamily="2" charset="-122"/>
                </a:rPr>
                <a:t>L</a:t>
              </a:r>
            </a:p>
          </p:txBody>
        </p:sp>
        <p:sp>
          <p:nvSpPr>
            <p:cNvPr id="80940" name="Text Box 68"/>
            <p:cNvSpPr txBox="1"/>
            <p:nvPr/>
          </p:nvSpPr>
          <p:spPr>
            <a:xfrm>
              <a:off x="7054510" y="2364769"/>
              <a:ext cx="685842" cy="400111"/>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sz="2000" b="1" dirty="0">
                  <a:solidFill>
                    <a:schemeClr val="tx1"/>
                  </a:solidFill>
                  <a:latin typeface="Times New Roman" panose="02020603050405020304" pitchFamily="18" charset="0"/>
                  <a:ea typeface="宋体" panose="02010600030101010101" pitchFamily="2" charset="-122"/>
                </a:rPr>
                <a:t>id</a:t>
              </a:r>
            </a:p>
          </p:txBody>
        </p:sp>
        <p:sp>
          <p:nvSpPr>
            <p:cNvPr id="80941" name="Freeform 69"/>
            <p:cNvSpPr/>
            <p:nvPr/>
          </p:nvSpPr>
          <p:spPr>
            <a:xfrm>
              <a:off x="6315647" y="1581929"/>
              <a:ext cx="920649" cy="2930613"/>
            </a:xfrm>
            <a:custGeom>
              <a:avLst/>
              <a:gdLst>
                <a:gd name="txL" fmla="*/ 0 w 598"/>
                <a:gd name="txT" fmla="*/ 0 h 2268"/>
                <a:gd name="txR" fmla="*/ 598 w 598"/>
                <a:gd name="txB" fmla="*/ 2268 h 2268"/>
              </a:gdLst>
              <a:ahLst/>
              <a:cxnLst>
                <a:cxn ang="0">
                  <a:pos x="0" y="0"/>
                </a:cxn>
                <a:cxn ang="0">
                  <a:pos x="2147483646" y="2147483646"/>
                </a:cxn>
                <a:cxn ang="0">
                  <a:pos x="2147483646" y="2147483646"/>
                </a:cxn>
              </a:cxnLst>
              <a:rect l="txL" t="txT" r="txR" b="txB"/>
              <a:pathLst>
                <a:path w="598" h="2268">
                  <a:moveTo>
                    <a:pt x="0" y="0"/>
                  </a:moveTo>
                  <a:cubicBezTo>
                    <a:pt x="291" y="491"/>
                    <a:pt x="582" y="983"/>
                    <a:pt x="590" y="1361"/>
                  </a:cubicBezTo>
                  <a:cubicBezTo>
                    <a:pt x="598" y="1739"/>
                    <a:pt x="322" y="2003"/>
                    <a:pt x="46" y="2268"/>
                  </a:cubicBezTo>
                </a:path>
              </a:pathLst>
            </a:custGeom>
            <a:noFill/>
            <a:ln w="38100" cap="flat" cmpd="sng">
              <a:solidFill>
                <a:schemeClr val="tx1">
                  <a:alpha val="100000"/>
                </a:schemeClr>
              </a:solidFill>
              <a:prstDash val="solid"/>
              <a:round/>
              <a:headEnd type="none" w="med" len="med"/>
              <a:tailEnd type="stealth" w="med" len="med"/>
            </a:ln>
          </p:spPr>
          <p:txBody>
            <a:bodyPr/>
            <a:lstStyle/>
            <a:p>
              <a:endParaRPr lang="zh-CN" altLang="en-US"/>
            </a:p>
          </p:txBody>
        </p:sp>
      </p:grpSp>
      <p:sp>
        <p:nvSpPr>
          <p:cNvPr id="90" name="矩形 89"/>
          <p:cNvSpPr/>
          <p:nvPr/>
        </p:nvSpPr>
        <p:spPr bwMode="auto">
          <a:xfrm>
            <a:off x="7440613" y="4692650"/>
            <a:ext cx="1644650" cy="400050"/>
          </a:xfrm>
          <a:prstGeom prst="rect">
            <a:avLst/>
          </a:prstGeom>
          <a:solidFill>
            <a:schemeClr val="accent5">
              <a:lumMod val="60000"/>
              <a:lumOff val="40000"/>
            </a:schemeClr>
          </a:solidFill>
          <a:ln w="12700">
            <a:solidFill>
              <a:schemeClr val="tx1"/>
            </a:solidFill>
          </a:ln>
        </p:spPr>
        <p:txBody>
          <a:bodyPr>
            <a:spAutoFit/>
          </a:bodyPr>
          <a:lstStyle/>
          <a:p>
            <a:pPr eaLnBrk="1" hangingPunct="1">
              <a:buNone/>
            </a:pPr>
            <a:r>
              <a:rPr lang="en-US" altLang="zh-CN" sz="2000" b="1" i="1" dirty="0">
                <a:solidFill>
                  <a:srgbClr val="000000"/>
                </a:solidFill>
                <a:latin typeface="Times New Roman" panose="02020603050405020304" pitchFamily="18" charset="0"/>
                <a:cs typeface="Times New Roman" panose="02020603050405020304" pitchFamily="18" charset="0"/>
              </a:rPr>
              <a:t>SLR</a:t>
            </a:r>
            <a:r>
              <a:rPr lang="en-US" altLang="en-US" sz="2000" b="1" dirty="0">
                <a:solidFill>
                  <a:srgbClr val="000000"/>
                </a:solidFill>
                <a:latin typeface="华文楷体" panose="02010600040101010101" pitchFamily="2" charset="-122"/>
                <a:cs typeface="Times New Roman" panose="02020603050405020304" pitchFamily="18" charset="0"/>
              </a:rPr>
              <a:t>自动机</a:t>
            </a:r>
            <a:endParaRPr lang="en-US" altLang="en-US" sz="1000" dirty="0">
              <a:latin typeface="华文楷体" panose="02010600040101010101" pitchFamily="2" charset="-122"/>
              <a:ea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31075">
                                            <p:txEl>
                                              <p:pRg st="0" end="0"/>
                                            </p:txEl>
                                          </p:spTgt>
                                        </p:tgtEl>
                                        <p:attrNameLst>
                                          <p:attrName>style.visibility</p:attrName>
                                        </p:attrNameLst>
                                      </p:cBhvr>
                                      <p:to>
                                        <p:strVal val="visible"/>
                                      </p:to>
                                    </p:set>
                                    <p:anim calcmode="lin" valueType="num">
                                      <p:cBhvr>
                                        <p:cTn id="7" dur="500" fill="hold"/>
                                        <p:tgtEl>
                                          <p:spTgt spid="13107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3107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31075">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90"/>
                                        </p:tgtEl>
                                        <p:attrNameLst>
                                          <p:attrName>style.visibility</p:attrName>
                                        </p:attrNameLst>
                                      </p:cBhvr>
                                      <p:to>
                                        <p:strVal val="visible"/>
                                      </p:to>
                                    </p:set>
                                    <p:anim calcmode="lin" valueType="num">
                                      <p:cBhvr>
                                        <p:cTn id="17" dur="500" fill="hold"/>
                                        <p:tgtEl>
                                          <p:spTgt spid="90"/>
                                        </p:tgtEl>
                                        <p:attrNameLst>
                                          <p:attrName>ppt_w</p:attrName>
                                        </p:attrNameLst>
                                      </p:cBhvr>
                                      <p:tavLst>
                                        <p:tav tm="0">
                                          <p:val>
                                            <p:fltVal val="0"/>
                                          </p:val>
                                        </p:tav>
                                        <p:tav tm="100000">
                                          <p:val>
                                            <p:strVal val="#ppt_w"/>
                                          </p:val>
                                        </p:tav>
                                      </p:tavLst>
                                    </p:anim>
                                    <p:anim calcmode="lin" valueType="num">
                                      <p:cBhvr>
                                        <p:cTn id="18" dur="500" fill="hold"/>
                                        <p:tgtEl>
                                          <p:spTgt spid="90"/>
                                        </p:tgtEl>
                                        <p:attrNameLst>
                                          <p:attrName>ppt_h</p:attrName>
                                        </p:attrNameLst>
                                      </p:cBhvr>
                                      <p:tavLst>
                                        <p:tav tm="0">
                                          <p:val>
                                            <p:fltVal val="0"/>
                                          </p:val>
                                        </p:tav>
                                        <p:tav tm="100000">
                                          <p:val>
                                            <p:strVal val="#ppt_h"/>
                                          </p:val>
                                        </p:tav>
                                      </p:tavLst>
                                    </p:anim>
                                    <p:animEffect transition="in" filter="fade">
                                      <p:cBhvr>
                                        <p:cTn id="19" dur="500"/>
                                        <p:tgtEl>
                                          <p:spTgt spid="90"/>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xit" presetSubtype="32" fill="hold" nodeType="clickEffect">
                                  <p:stCondLst>
                                    <p:cond delay="0"/>
                                  </p:stCondLst>
                                  <p:childTnLst>
                                    <p:anim calcmode="lin" valueType="num">
                                      <p:cBhvr>
                                        <p:cTn id="23" dur="500"/>
                                        <p:tgtEl>
                                          <p:spTgt spid="2"/>
                                        </p:tgtEl>
                                        <p:attrNameLst>
                                          <p:attrName>ppt_w</p:attrName>
                                        </p:attrNameLst>
                                      </p:cBhvr>
                                      <p:tavLst>
                                        <p:tav tm="0">
                                          <p:val>
                                            <p:strVal val="ppt_w"/>
                                          </p:val>
                                        </p:tav>
                                        <p:tav tm="100000">
                                          <p:val>
                                            <p:fltVal val="0"/>
                                          </p:val>
                                        </p:tav>
                                      </p:tavLst>
                                    </p:anim>
                                    <p:anim calcmode="lin" valueType="num">
                                      <p:cBhvr>
                                        <p:cTn id="24" dur="500"/>
                                        <p:tgtEl>
                                          <p:spTgt spid="2"/>
                                        </p:tgtEl>
                                        <p:attrNameLst>
                                          <p:attrName>ppt_h</p:attrName>
                                        </p:attrNameLst>
                                      </p:cBhvr>
                                      <p:tavLst>
                                        <p:tav tm="0">
                                          <p:val>
                                            <p:strVal val="ppt_h"/>
                                          </p:val>
                                        </p:tav>
                                        <p:tav tm="100000">
                                          <p:val>
                                            <p:fltVal val="0"/>
                                          </p:val>
                                        </p:tav>
                                      </p:tavLst>
                                    </p:anim>
                                    <p:animEffect transition="out" filter="fade">
                                      <p:cBhvr>
                                        <p:cTn id="25" dur="500"/>
                                        <p:tgtEl>
                                          <p:spTgt spid="2"/>
                                        </p:tgtEl>
                                      </p:cBhvr>
                                    </p:animEffect>
                                    <p:set>
                                      <p:cBhvr>
                                        <p:cTn id="26" dur="1" fill="hold">
                                          <p:stCondLst>
                                            <p:cond delay="499"/>
                                          </p:stCondLst>
                                        </p:cTn>
                                        <p:tgtEl>
                                          <p:spTgt spid="2"/>
                                        </p:tgtEl>
                                        <p:attrNameLst>
                                          <p:attrName>style.visibility</p:attrName>
                                        </p:attrNameLst>
                                      </p:cBhvr>
                                      <p:to>
                                        <p:strVal val="hidden"/>
                                      </p:to>
                                    </p:set>
                                  </p:childTnLst>
                                </p:cTn>
                              </p:par>
                              <p:par>
                                <p:cTn id="27" presetID="53" presetClass="exit" presetSubtype="32" fill="hold" grpId="1" nodeType="withEffect">
                                  <p:stCondLst>
                                    <p:cond delay="0"/>
                                  </p:stCondLst>
                                  <p:childTnLst>
                                    <p:anim calcmode="lin" valueType="num">
                                      <p:cBhvr>
                                        <p:cTn id="28" dur="500"/>
                                        <p:tgtEl>
                                          <p:spTgt spid="90"/>
                                        </p:tgtEl>
                                        <p:attrNameLst>
                                          <p:attrName>ppt_w</p:attrName>
                                        </p:attrNameLst>
                                      </p:cBhvr>
                                      <p:tavLst>
                                        <p:tav tm="0">
                                          <p:val>
                                            <p:strVal val="ppt_w"/>
                                          </p:val>
                                        </p:tav>
                                        <p:tav tm="100000">
                                          <p:val>
                                            <p:fltVal val="0"/>
                                          </p:val>
                                        </p:tav>
                                      </p:tavLst>
                                    </p:anim>
                                    <p:anim calcmode="lin" valueType="num">
                                      <p:cBhvr>
                                        <p:cTn id="29" dur="500"/>
                                        <p:tgtEl>
                                          <p:spTgt spid="90"/>
                                        </p:tgtEl>
                                        <p:attrNameLst>
                                          <p:attrName>ppt_h</p:attrName>
                                        </p:attrNameLst>
                                      </p:cBhvr>
                                      <p:tavLst>
                                        <p:tav tm="0">
                                          <p:val>
                                            <p:strVal val="ppt_h"/>
                                          </p:val>
                                        </p:tav>
                                        <p:tav tm="100000">
                                          <p:val>
                                            <p:fltVal val="0"/>
                                          </p:val>
                                        </p:tav>
                                      </p:tavLst>
                                    </p:anim>
                                    <p:animEffect transition="out" filter="fade">
                                      <p:cBhvr>
                                        <p:cTn id="30" dur="500"/>
                                        <p:tgtEl>
                                          <p:spTgt spid="90"/>
                                        </p:tgtEl>
                                      </p:cBhvr>
                                    </p:animEffect>
                                    <p:set>
                                      <p:cBhvr>
                                        <p:cTn id="31" dur="1" fill="hold">
                                          <p:stCondLst>
                                            <p:cond delay="499"/>
                                          </p:stCondLst>
                                        </p:cTn>
                                        <p:tgtEl>
                                          <p:spTgt spid="9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bldLvl="0" animBg="1"/>
      <p:bldP spid="90" grpId="1" bldLvl="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Rectangle 3"/>
          <p:cNvSpPr>
            <a:spLocks noGrp="1" noChangeArrowheads="1"/>
          </p:cNvSpPr>
          <p:nvPr>
            <p:ph idx="1"/>
          </p:nvPr>
        </p:nvSpPr>
        <p:spPr>
          <a:xfrm>
            <a:off x="250825" y="1203325"/>
            <a:ext cx="7705725" cy="3168650"/>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ct val="20000"/>
              </a:spcBef>
              <a:spcAft>
                <a:spcPct val="0"/>
              </a:spcAft>
              <a:buClr>
                <a:schemeClr val="tx1"/>
              </a:buClr>
              <a:buSzPct val="100000"/>
              <a:buFont typeface="Wingdings" panose="05000000000000000000" pitchFamily="2" charset="2"/>
              <a:buChar char="Ø"/>
              <a:defRPr/>
            </a:pPr>
            <a:r>
              <a:rPr kumimoji="0" lang="zh-CN" altLang="en-US" sz="2500" b="1" i="0" u="none" strike="noStrike" kern="1200" cap="none" spc="0" normalizeH="0" baseline="0" noProof="0" dirty="0">
                <a:ln>
                  <a:noFill/>
                </a:ln>
                <a:solidFill>
                  <a:schemeClr val="tx1"/>
                </a:solidFill>
                <a:effectLst/>
                <a:uLnTx/>
                <a:uFillTx/>
                <a:latin typeface="+mn-ea"/>
                <a:ea typeface="+mn-ea"/>
                <a:cs typeface="+mn-cs"/>
              </a:rPr>
              <a:t>大小上与</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LR</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(0)/</a:t>
            </a:r>
            <a:r>
              <a:rPr kumimoji="0" lang="en-US" altLang="zh-CN" sz="25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SLR</a:t>
            </a:r>
            <a:r>
              <a:rPr kumimoji="0" lang="zh-CN" altLang="en-US" sz="2500" b="1" i="0" u="none" strike="noStrike" kern="1200" cap="none" spc="0" normalizeH="0" baseline="0" noProof="0" dirty="0">
                <a:ln>
                  <a:noFill/>
                </a:ln>
                <a:solidFill>
                  <a:schemeClr val="tx1"/>
                </a:solidFill>
                <a:effectLst/>
                <a:uLnTx/>
                <a:uFillTx/>
                <a:latin typeface="+mn-ea"/>
                <a:ea typeface="+mn-ea"/>
                <a:cs typeface="+mn-cs"/>
              </a:rPr>
              <a:t>相当</a:t>
            </a:r>
            <a:endParaRPr kumimoji="0" lang="en-US" altLang="zh-CN" sz="2500" b="1" i="0" u="none" strike="noStrike" kern="1200" cap="none" spc="0" normalizeH="0" baseline="0" noProof="0" dirty="0">
              <a:ln>
                <a:noFill/>
              </a:ln>
              <a:solidFill>
                <a:schemeClr val="tx1"/>
              </a:solidFill>
              <a:effectLst/>
              <a:uLnTx/>
              <a:uFillTx/>
              <a:latin typeface="+mn-ea"/>
              <a:ea typeface="+mn-ea"/>
              <a:cs typeface="Times New Roman" panose="02020603050405020304" pitchFamily="18" charset="0"/>
            </a:endParaRPr>
          </a:p>
          <a:p>
            <a:pPr marL="273050" marR="0" lvl="0" indent="-273050" algn="l" defTabSz="914400" rtl="0" eaLnBrk="1" fontAlgn="base" latinLnBrk="0" hangingPunct="1">
              <a:lnSpc>
                <a:spcPts val="4000"/>
              </a:lnSpc>
              <a:spcBef>
                <a:spcPct val="20000"/>
              </a:spcBef>
              <a:spcAft>
                <a:spcPct val="0"/>
              </a:spcAft>
              <a:buClrTx/>
              <a:buSzPct val="100000"/>
              <a:buFont typeface="Wingdings" panose="05000000000000000000" pitchFamily="2" charset="2"/>
              <a:buChar char="Ø"/>
              <a:defRPr/>
            </a:pPr>
            <a:r>
              <a:rPr kumimoji="0" lang="zh-CN" altLang="en-US" sz="2500" b="1" i="0" u="none" strike="noStrike" kern="1200" cap="none" spc="0" normalizeH="0" baseline="0" noProof="0" dirty="0">
                <a:ln>
                  <a:noFill/>
                </a:ln>
                <a:solidFill>
                  <a:srgbClr val="000000"/>
                </a:solidFill>
                <a:effectLst/>
                <a:uLnTx/>
                <a:uFillTx/>
                <a:latin typeface="+mn-ea"/>
                <a:ea typeface="+mn-ea"/>
                <a:cs typeface="+mn-cs"/>
              </a:rPr>
              <a:t>分析能力介于</a:t>
            </a:r>
            <a:r>
              <a:rPr kumimoji="0" lang="en-US" altLang="zh-CN" sz="25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SLR</a:t>
            </a:r>
            <a:r>
              <a:rPr kumimoji="0" lang="zh-CN" altLang="en-US" sz="2500" b="1" i="0" u="none" strike="noStrike" kern="1200" cap="none" spc="0" normalizeH="0" baseline="0" noProof="0" dirty="0">
                <a:ln>
                  <a:noFill/>
                </a:ln>
                <a:solidFill>
                  <a:srgbClr val="000000"/>
                </a:solidFill>
                <a:effectLst/>
                <a:uLnTx/>
                <a:uFillTx/>
                <a:latin typeface="+mn-ea"/>
                <a:ea typeface="+mn-ea"/>
                <a:cs typeface="+mn-cs"/>
              </a:rPr>
              <a:t>和</a:t>
            </a:r>
            <a:r>
              <a:rPr kumimoji="0" lang="en-US" altLang="zh-CN" sz="25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LR</a:t>
            </a:r>
            <a:r>
              <a:rPr kumimoji="0" lang="en-US" altLang="zh-CN" sz="25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500" b="1" i="0" u="none" strike="noStrike" kern="1200" cap="none" spc="0" normalizeH="0" baseline="0" noProof="0" dirty="0">
                <a:ln>
                  <a:noFill/>
                </a:ln>
                <a:solidFill>
                  <a:srgbClr val="000000"/>
                </a:solidFill>
                <a:effectLst/>
                <a:uLnTx/>
                <a:uFillTx/>
                <a:latin typeface="+mn-ea"/>
                <a:ea typeface="+mn-ea"/>
                <a:cs typeface="+mn-cs"/>
              </a:rPr>
              <a:t>二者之间</a:t>
            </a:r>
            <a:endParaRPr kumimoji="0" lang="en-US" altLang="zh-CN" sz="2500" b="1" i="0" u="none" strike="noStrike" kern="1200" cap="none" spc="0" normalizeH="0" baseline="0" noProof="0" dirty="0">
              <a:ln>
                <a:noFill/>
              </a:ln>
              <a:solidFill>
                <a:srgbClr val="000000"/>
              </a:solidFill>
              <a:effectLst/>
              <a:uLnTx/>
              <a:uFillTx/>
              <a:latin typeface="+mn-ea"/>
              <a:ea typeface="+mn-ea"/>
              <a:cs typeface="Times New Roman" panose="02020603050405020304" pitchFamily="18" charset="0"/>
            </a:endParaRPr>
          </a:p>
          <a:p>
            <a:pPr marL="273050" marR="0" lvl="0" indent="-273050" algn="ctr" defTabSz="914400" rtl="0" eaLnBrk="1" fontAlgn="base" latinLnBrk="0" hangingPunct="1">
              <a:lnSpc>
                <a:spcPts val="4000"/>
              </a:lnSpc>
              <a:spcBef>
                <a:spcPct val="20000"/>
              </a:spcBef>
              <a:spcAft>
                <a:spcPct val="0"/>
              </a:spcAft>
              <a:buClr>
                <a:srgbClr val="31B6FD"/>
              </a:buClr>
              <a:buSzPct val="100000"/>
              <a:buFont typeface="Symbol" panose="05050102010706020507" pitchFamily="18" charset="2"/>
              <a:buNone/>
              <a:defRPr/>
            </a:pPr>
            <a:r>
              <a:rPr kumimoji="0" lang="en-US" altLang="zh-CN" sz="25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SLR</a:t>
            </a:r>
            <a:r>
              <a:rPr kumimoji="0" lang="en-US" altLang="zh-CN" sz="25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&lt;</a:t>
            </a:r>
            <a:r>
              <a:rPr kumimoji="0" lang="en-US" altLang="zh-CN" sz="25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LALR</a:t>
            </a:r>
            <a:r>
              <a:rPr kumimoji="0" lang="en-US" altLang="zh-CN" sz="25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(1)&lt;</a:t>
            </a:r>
            <a:r>
              <a:rPr kumimoji="0" lang="en-US" altLang="zh-CN" sz="25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LR</a:t>
            </a:r>
            <a:r>
              <a:rPr kumimoji="0" lang="en-US" altLang="zh-CN" sz="25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p>
          <a:p>
            <a:pPr marL="576580" marR="0" lvl="1" indent="-273050" algn="l" defTabSz="914400" rtl="0" eaLnBrk="1" fontAlgn="base" latinLnBrk="0" hangingPunct="1">
              <a:lnSpc>
                <a:spcPts val="4000"/>
              </a:lnSpc>
              <a:spcBef>
                <a:spcPct val="20000"/>
              </a:spcBef>
              <a:spcAft>
                <a:spcPct val="0"/>
              </a:spcAft>
              <a:buClrTx/>
              <a:buSzPct val="100000"/>
              <a:buFont typeface="Wingdings" panose="05000000000000000000" pitchFamily="2" charset="2"/>
              <a:buChar char="Ø"/>
              <a:defRPr/>
            </a:pPr>
            <a:r>
              <a:rPr kumimoji="0" lang="zh-CN" altLang="en-US" sz="2500" b="1" i="0" u="none" strike="noStrike" kern="1200" cap="none" spc="0" normalizeH="0" baseline="0" noProof="0" dirty="0">
                <a:ln>
                  <a:noFill/>
                </a:ln>
                <a:solidFill>
                  <a:srgbClr val="000000"/>
                </a:solidFill>
                <a:effectLst/>
                <a:uLnTx/>
                <a:uFillTx/>
                <a:latin typeface="+mn-ea"/>
                <a:ea typeface="+mn-ea"/>
                <a:cs typeface="+mn-cs"/>
              </a:rPr>
              <a:t>合并后的展望符集合仍为</a:t>
            </a:r>
            <a:r>
              <a:rPr kumimoji="0" lang="en-US" altLang="zh-CN" sz="25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FOLLOW</a:t>
            </a:r>
            <a:r>
              <a:rPr kumimoji="0" lang="zh-CN" altLang="zh-CN" sz="2500" b="1" i="0" u="none" strike="noStrike" kern="1200" cap="none" spc="0" normalizeH="0" baseline="0" noProof="0" dirty="0">
                <a:ln>
                  <a:noFill/>
                </a:ln>
                <a:solidFill>
                  <a:srgbClr val="000000"/>
                </a:solidFill>
                <a:effectLst/>
                <a:uLnTx/>
                <a:uFillTx/>
                <a:latin typeface="+mn-ea"/>
                <a:ea typeface="+mn-ea"/>
                <a:cs typeface="+mn-cs"/>
              </a:rPr>
              <a:t>集的</a:t>
            </a:r>
            <a:r>
              <a:rPr kumimoji="0" lang="zh-CN" altLang="zh-CN" sz="2500" b="1" i="0" u="none" strike="noStrike" kern="1200" cap="none" spc="0" normalizeH="0" baseline="0" noProof="0" dirty="0">
                <a:ln>
                  <a:noFill/>
                </a:ln>
                <a:solidFill>
                  <a:srgbClr val="2D83F4"/>
                </a:solidFill>
                <a:effectLst/>
                <a:uLnTx/>
                <a:uFillTx/>
                <a:latin typeface="+mn-ea"/>
                <a:ea typeface="+mn-ea"/>
                <a:cs typeface="+mn-cs"/>
              </a:rPr>
              <a:t>子集</a:t>
            </a:r>
            <a:endParaRPr kumimoji="0" lang="zh-CN" altLang="en-US" sz="2500" b="0" i="0" u="none" strike="noStrike" kern="1200" cap="none" spc="0" normalizeH="0" baseline="0" noProof="0" dirty="0">
              <a:ln>
                <a:noFill/>
              </a:ln>
              <a:solidFill>
                <a:srgbClr val="2D83F4"/>
              </a:solidFill>
              <a:effectLst/>
              <a:uLnTx/>
              <a:uFillTx/>
              <a:latin typeface="+mn-ea"/>
              <a:ea typeface="+mn-ea"/>
              <a:cs typeface="+mn-cs"/>
            </a:endParaRPr>
          </a:p>
          <a:p>
            <a:pPr marL="273050" marR="0" lvl="0" indent="-273050" algn="l" defTabSz="914400" rtl="0" eaLnBrk="1" fontAlgn="base" latinLnBrk="0" hangingPunct="1">
              <a:lnSpc>
                <a:spcPct val="100000"/>
              </a:lnSpc>
              <a:spcBef>
                <a:spcPct val="20000"/>
              </a:spcBef>
              <a:spcAft>
                <a:spcPct val="0"/>
              </a:spcAft>
              <a:buClr>
                <a:schemeClr val="tx1"/>
              </a:buClr>
              <a:buSzPct val="100000"/>
              <a:buFont typeface="Wingdings" panose="05000000000000000000" pitchFamily="2" charset="2"/>
              <a:buChar char="Ø"/>
              <a:defRPr/>
            </a:pPr>
            <a:endParaRPr kumimoji="0" lang="zh-CN" altLang="en-US" sz="2400" b="0" i="0" u="none" strike="noStrike" kern="1200" cap="none" spc="0" normalizeH="0" baseline="0" noProof="0" dirty="0">
              <a:ln>
                <a:noFill/>
              </a:ln>
              <a:solidFill>
                <a:schemeClr val="tx2"/>
              </a:solidFill>
              <a:effectLst/>
              <a:uLnTx/>
              <a:uFillTx/>
              <a:latin typeface="楷体_GB2312" pitchFamily="49" charset="-122"/>
              <a:ea typeface="楷体_GB2312" pitchFamily="49" charset="-122"/>
              <a:cs typeface="+mn-cs"/>
            </a:endParaRPr>
          </a:p>
          <a:p>
            <a:pPr marL="273050" marR="0" lvl="0" indent="-273050" algn="l" defTabSz="914400" rtl="0" eaLnBrk="1" fontAlgn="base" latinLnBrk="0" hangingPunct="1">
              <a:lnSpc>
                <a:spcPct val="100000"/>
              </a:lnSpc>
              <a:spcBef>
                <a:spcPct val="20000"/>
              </a:spcBef>
              <a:spcAft>
                <a:spcPct val="0"/>
              </a:spcAft>
              <a:buClr>
                <a:schemeClr val="accent1"/>
              </a:buClr>
              <a:buSzPct val="100000"/>
              <a:buFont typeface="Symbol" panose="05050102010706020507" pitchFamily="18" charset="2"/>
              <a:buChar char=""/>
              <a:defRPr/>
            </a:pPr>
            <a:endParaRPr kumimoji="0" lang="zh-CN" altLang="en-US" sz="2800" b="0" i="0" u="none" strike="noStrike" kern="1200" cap="none" spc="0" normalizeH="0" baseline="0" noProof="0" dirty="0">
              <a:ln>
                <a:noFill/>
              </a:ln>
              <a:solidFill>
                <a:schemeClr val="tx2"/>
              </a:solidFill>
              <a:effectLst/>
              <a:uLnTx/>
              <a:uFillTx/>
              <a:latin typeface="楷体_GB2312" pitchFamily="49" charset="-122"/>
              <a:ea typeface="楷体_GB2312" pitchFamily="49" charset="-122"/>
              <a:cs typeface="+mn-cs"/>
            </a:endParaRPr>
          </a:p>
        </p:txBody>
      </p:sp>
      <p:sp>
        <p:nvSpPr>
          <p:cNvPr id="82947" name="Rectangle 3"/>
          <p:cNvSpPr txBox="1"/>
          <p:nvPr/>
        </p:nvSpPr>
        <p:spPr>
          <a:xfrm>
            <a:off x="250825" y="771525"/>
            <a:ext cx="5495925" cy="431800"/>
          </a:xfrm>
          <a:prstGeom prst="rect">
            <a:avLst/>
          </a:prstGeom>
          <a:noFill/>
          <a:ln w="9525">
            <a:noFill/>
          </a:ln>
        </p:spPr>
        <p:txBody>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273050" lvl="0" indent="-273050" eaLnBrk="1" hangingPunct="1">
              <a:buClrTx/>
              <a:buFont typeface="Wingdings" panose="05000000000000000000" pitchFamily="2" charset="2"/>
              <a:buChar char="Ø"/>
            </a:pPr>
            <a:r>
              <a:rPr lang="zh-CN" altLang="en-US" sz="2500" b="1" dirty="0">
                <a:solidFill>
                  <a:srgbClr val="000000"/>
                </a:solidFill>
                <a:latin typeface="Times New Roman" panose="02020603050405020304" pitchFamily="18" charset="0"/>
                <a:ea typeface="华文楷体" panose="02010600040101010101" pitchFamily="2" charset="-122"/>
              </a:rPr>
              <a:t>形式上与</a:t>
            </a:r>
            <a:r>
              <a:rPr lang="en-US" altLang="zh-CN" sz="2500" b="1" i="1" dirty="0">
                <a:solidFill>
                  <a:srgbClr val="000000"/>
                </a:solidFill>
                <a:latin typeface="Times New Roman" panose="02020603050405020304" pitchFamily="18" charset="0"/>
                <a:ea typeface="宋体" panose="02010600030101010101" pitchFamily="2" charset="-122"/>
              </a:rPr>
              <a:t>LR</a:t>
            </a:r>
            <a:r>
              <a:rPr lang="en-US" altLang="zh-CN" sz="2500" b="1" dirty="0">
                <a:solidFill>
                  <a:srgbClr val="000000"/>
                </a:solidFill>
                <a:latin typeface="Times New Roman" panose="02020603050405020304" pitchFamily="18" charset="0"/>
                <a:ea typeface="宋体" panose="02010600030101010101" pitchFamily="2" charset="-122"/>
              </a:rPr>
              <a:t>(1)</a:t>
            </a:r>
            <a:r>
              <a:rPr lang="zh-CN" altLang="en-US" sz="2500" b="1" dirty="0">
                <a:solidFill>
                  <a:srgbClr val="000000"/>
                </a:solidFill>
                <a:latin typeface="Times New Roman" panose="02020603050405020304" pitchFamily="18" charset="0"/>
                <a:ea typeface="华文楷体" panose="02010600040101010101" pitchFamily="2" charset="-122"/>
              </a:rPr>
              <a:t>相同</a:t>
            </a:r>
          </a:p>
        </p:txBody>
      </p:sp>
      <p:sp>
        <p:nvSpPr>
          <p:cNvPr id="82948"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en-US" altLang="zh-CN" sz="3000" i="1" kern="1200" dirty="0">
                <a:solidFill>
                  <a:schemeClr val="tx1"/>
                </a:solidFill>
                <a:latin typeface="Times New Roman" panose="02020603050405020304" pitchFamily="18" charset="0"/>
                <a:ea typeface="黑体" panose="02010609060101010101" pitchFamily="49" charset="-122"/>
                <a:cs typeface="+mj-cs"/>
              </a:rPr>
              <a:t>LALR</a:t>
            </a:r>
            <a:r>
              <a:rPr lang="en-US" altLang="zh-CN" sz="3000" kern="1200" dirty="0">
                <a:solidFill>
                  <a:schemeClr val="tx1"/>
                </a:solidFill>
                <a:latin typeface="Times New Roman" panose="02020603050405020304" pitchFamily="18" charset="0"/>
                <a:ea typeface="黑体" panose="02010609060101010101" pitchFamily="49" charset="-122"/>
                <a:cs typeface="+mj-cs"/>
              </a:rPr>
              <a:t>(1)</a:t>
            </a:r>
            <a:r>
              <a:rPr lang="zh-CN" altLang="en-US" sz="3000" kern="1200" dirty="0">
                <a:solidFill>
                  <a:schemeClr val="tx1"/>
                </a:solidFill>
                <a:latin typeface="微软雅黑" panose="020B0503020204020204" pitchFamily="34" charset="-122"/>
                <a:ea typeface="微软雅黑" panose="020B0503020204020204" pitchFamily="34" charset="-122"/>
                <a:cs typeface="+mj-cs"/>
              </a:rPr>
              <a:t>的特点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31075">
                                            <p:txEl>
                                              <p:pRg st="1" end="1"/>
                                            </p:txEl>
                                          </p:spTgt>
                                        </p:tgtEl>
                                        <p:attrNameLst>
                                          <p:attrName>style.visibility</p:attrName>
                                        </p:attrNameLst>
                                      </p:cBhvr>
                                      <p:to>
                                        <p:strVal val="visible"/>
                                      </p:to>
                                    </p:set>
                                    <p:anim calcmode="lin" valueType="num">
                                      <p:cBhvr>
                                        <p:cTn id="7" dur="500" fill="hold"/>
                                        <p:tgtEl>
                                          <p:spTgt spid="131075">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131075">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131075">
                                            <p:txEl>
                                              <p:pRg st="1" end="1"/>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131075">
                                            <p:txEl>
                                              <p:pRg st="2" end="2"/>
                                            </p:txEl>
                                          </p:spTgt>
                                        </p:tgtEl>
                                        <p:attrNameLst>
                                          <p:attrName>style.visibility</p:attrName>
                                        </p:attrNameLst>
                                      </p:cBhvr>
                                      <p:to>
                                        <p:strVal val="visible"/>
                                      </p:to>
                                    </p:set>
                                    <p:anim calcmode="lin" valueType="num">
                                      <p:cBhvr>
                                        <p:cTn id="12" dur="500" fill="hold"/>
                                        <p:tgtEl>
                                          <p:spTgt spid="131075">
                                            <p:txEl>
                                              <p:pRg st="2" end="2"/>
                                            </p:txEl>
                                          </p:spTgt>
                                        </p:tgtEl>
                                        <p:attrNameLst>
                                          <p:attrName>ppt_w</p:attrName>
                                        </p:attrNameLst>
                                      </p:cBhvr>
                                      <p:tavLst>
                                        <p:tav tm="0">
                                          <p:val>
                                            <p:fltVal val="0"/>
                                          </p:val>
                                        </p:tav>
                                        <p:tav tm="100000">
                                          <p:val>
                                            <p:strVal val="#ppt_w"/>
                                          </p:val>
                                        </p:tav>
                                      </p:tavLst>
                                    </p:anim>
                                    <p:anim calcmode="lin" valueType="num">
                                      <p:cBhvr>
                                        <p:cTn id="13" dur="500" fill="hold"/>
                                        <p:tgtEl>
                                          <p:spTgt spid="131075">
                                            <p:txEl>
                                              <p:pRg st="2" end="2"/>
                                            </p:txEl>
                                          </p:spTgt>
                                        </p:tgtEl>
                                        <p:attrNameLst>
                                          <p:attrName>ppt_h</p:attrName>
                                        </p:attrNameLst>
                                      </p:cBhvr>
                                      <p:tavLst>
                                        <p:tav tm="0">
                                          <p:val>
                                            <p:fltVal val="0"/>
                                          </p:val>
                                        </p:tav>
                                        <p:tav tm="100000">
                                          <p:val>
                                            <p:strVal val="#ppt_h"/>
                                          </p:val>
                                        </p:tav>
                                      </p:tavLst>
                                    </p:anim>
                                    <p:animEffect transition="in" filter="fade">
                                      <p:cBhvr>
                                        <p:cTn id="14" dur="500"/>
                                        <p:tgtEl>
                                          <p:spTgt spid="131075">
                                            <p:txEl>
                                              <p:pRg st="2" end="2"/>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131075">
                                            <p:txEl>
                                              <p:pRg st="3" end="3"/>
                                            </p:txEl>
                                          </p:spTgt>
                                        </p:tgtEl>
                                        <p:attrNameLst>
                                          <p:attrName>style.visibility</p:attrName>
                                        </p:attrNameLst>
                                      </p:cBhvr>
                                      <p:to>
                                        <p:strVal val="visible"/>
                                      </p:to>
                                    </p:set>
                                    <p:anim calcmode="lin" valueType="num">
                                      <p:cBhvr>
                                        <p:cTn id="17" dur="500" fill="hold"/>
                                        <p:tgtEl>
                                          <p:spTgt spid="131075">
                                            <p:txEl>
                                              <p:pRg st="3" end="3"/>
                                            </p:txEl>
                                          </p:spTgt>
                                        </p:tgtEl>
                                        <p:attrNameLst>
                                          <p:attrName>ppt_w</p:attrName>
                                        </p:attrNameLst>
                                      </p:cBhvr>
                                      <p:tavLst>
                                        <p:tav tm="0">
                                          <p:val>
                                            <p:fltVal val="0"/>
                                          </p:val>
                                        </p:tav>
                                        <p:tav tm="100000">
                                          <p:val>
                                            <p:strVal val="#ppt_w"/>
                                          </p:val>
                                        </p:tav>
                                      </p:tavLst>
                                    </p:anim>
                                    <p:anim calcmode="lin" valueType="num">
                                      <p:cBhvr>
                                        <p:cTn id="18" dur="500" fill="hold"/>
                                        <p:tgtEl>
                                          <p:spTgt spid="131075">
                                            <p:txEl>
                                              <p:pRg st="3" end="3"/>
                                            </p:txEl>
                                          </p:spTgt>
                                        </p:tgtEl>
                                        <p:attrNameLst>
                                          <p:attrName>ppt_h</p:attrName>
                                        </p:attrNameLst>
                                      </p:cBhvr>
                                      <p:tavLst>
                                        <p:tav tm="0">
                                          <p:val>
                                            <p:fltVal val="0"/>
                                          </p:val>
                                        </p:tav>
                                        <p:tav tm="100000">
                                          <p:val>
                                            <p:strVal val="#ppt_h"/>
                                          </p:val>
                                        </p:tav>
                                      </p:tavLst>
                                    </p:anim>
                                    <p:animEffect transition="in" filter="fade">
                                      <p:cBhvr>
                                        <p:cTn id="19" dur="500"/>
                                        <p:tgtEl>
                                          <p:spTgt spid="1310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3" descr="G:\QQ截图201607142012副本.jpg"/>
          <p:cNvPicPr>
            <a:picLocks noChangeAspect="1"/>
          </p:cNvPicPr>
          <p:nvPr/>
        </p:nvPicPr>
        <p:blipFill>
          <a:blip r:embed="rId3"/>
          <a:stretch>
            <a:fillRect/>
          </a:stretch>
        </p:blipFill>
        <p:spPr>
          <a:xfrm>
            <a:off x="0" y="0"/>
            <a:ext cx="9144000" cy="5151438"/>
          </a:xfrm>
          <a:prstGeom prst="rect">
            <a:avLst/>
          </a:prstGeom>
          <a:noFill/>
          <a:ln w="9525">
            <a:noFill/>
          </a:ln>
        </p:spPr>
      </p:pic>
      <p:sp>
        <p:nvSpPr>
          <p:cNvPr id="87043" name="Rectangle 2"/>
          <p:cNvSpPr txBox="1"/>
          <p:nvPr/>
        </p:nvSpPr>
        <p:spPr>
          <a:xfrm>
            <a:off x="4772025" y="2428875"/>
            <a:ext cx="3443288" cy="939800"/>
          </a:xfrm>
          <a:prstGeom prst="rect">
            <a:avLst/>
          </a:prstGeom>
          <a:noFill/>
          <a:ln w="9525">
            <a:noFill/>
          </a:ln>
        </p:spPr>
        <p:txBody>
          <a:bodyPr anchor="ctr" anchorCtr="0"/>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500" b="1" dirty="0">
                <a:solidFill>
                  <a:srgbClr val="FFFFFF"/>
                </a:solidFill>
                <a:ea typeface="楷体" panose="02010609060101010101" pitchFamily="49" charset="-122"/>
              </a:rPr>
              <a:t> </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87044" name="Rectangle 2"/>
          <p:cNvSpPr txBox="1"/>
          <p:nvPr/>
        </p:nvSpPr>
        <p:spPr>
          <a:xfrm>
            <a:off x="5072063" y="1487488"/>
            <a:ext cx="3143250" cy="441325"/>
          </a:xfrm>
          <a:prstGeom prst="rect">
            <a:avLst/>
          </a:prstGeom>
          <a:noFill/>
          <a:ln w="12700">
            <a:noFill/>
          </a:ln>
        </p:spPr>
        <p:txBody>
          <a:bodyPr anchor="ctr" anchorCtr="0"/>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800" dirty="0">
              <a:solidFill>
                <a:srgbClr val="FFFFFF"/>
              </a:solidFill>
              <a:latin typeface="微软雅黑" panose="020B0503020204020204" pitchFamily="34" charset="-122"/>
              <a:ea typeface="微软雅黑" panose="020B0503020204020204" pitchFamily="34" charset="-122"/>
            </a:endParaRPr>
          </a:p>
        </p:txBody>
      </p:sp>
      <p:sp>
        <p:nvSpPr>
          <p:cNvPr id="87045" name="Rectangle 2"/>
          <p:cNvSpPr txBox="1"/>
          <p:nvPr/>
        </p:nvSpPr>
        <p:spPr>
          <a:xfrm>
            <a:off x="3963988" y="1774825"/>
            <a:ext cx="4465637" cy="939800"/>
          </a:xfrm>
          <a:prstGeom prst="rect">
            <a:avLst/>
          </a:prstGeom>
          <a:noFill/>
          <a:ln w="9525">
            <a:noFill/>
          </a:ln>
        </p:spPr>
        <p:txBody>
          <a:bodyPr anchor="ctr" anchorCtr="0"/>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500" dirty="0">
                <a:solidFill>
                  <a:srgbClr val="FFFFFF"/>
                </a:solidFill>
                <a:latin typeface="微软雅黑" panose="020B0503020204020204" pitchFamily="34" charset="-122"/>
                <a:ea typeface="微软雅黑" panose="020B0503020204020204" pitchFamily="34" charset="-122"/>
              </a:rPr>
              <a:t>二义性文法的</a:t>
            </a:r>
            <a:r>
              <a:rPr lang="en-US" altLang="zh-CN" sz="3500" dirty="0">
                <a:solidFill>
                  <a:srgbClr val="FFFFFF"/>
                </a:solidFill>
                <a:latin typeface="微软雅黑" panose="020B0503020204020204" pitchFamily="34" charset="-122"/>
                <a:ea typeface="微软雅黑" panose="020B0503020204020204" pitchFamily="34" charset="-122"/>
              </a:rPr>
              <a:t>LR</a:t>
            </a:r>
            <a:r>
              <a:rPr lang="zh-CN" altLang="en-US" sz="3500" dirty="0">
                <a:solidFill>
                  <a:srgbClr val="FFFFFF"/>
                </a:solidFill>
                <a:latin typeface="微软雅黑" panose="020B0503020204020204" pitchFamily="34" charset="-122"/>
                <a:ea typeface="微软雅黑" panose="020B0503020204020204" pitchFamily="34" charset="-122"/>
              </a:rPr>
              <a:t>分析</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9" name="Rectangle 3"/>
          <p:cNvSpPr>
            <a:spLocks noGrp="1" noChangeArrowheads="1"/>
          </p:cNvSpPr>
          <p:nvPr>
            <p:ph idx="1"/>
          </p:nvPr>
        </p:nvSpPr>
        <p:spPr>
          <a:xfrm>
            <a:off x="395288" y="911225"/>
            <a:ext cx="8748713" cy="3225800"/>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ct val="20000"/>
              </a:spcBef>
              <a:spcAft>
                <a:spcPct val="0"/>
              </a:spcAft>
              <a:buClr>
                <a:schemeClr val="tx1"/>
              </a:buClr>
              <a:buSzPct val="100000"/>
              <a:buFont typeface="Wingdings" panose="05000000000000000000" pitchFamily="2" charset="2"/>
              <a:buChar char="Ø"/>
              <a:defRPr/>
            </a:pPr>
            <a:r>
              <a:rPr kumimoji="0" lang="zh-CN" altLang="en-US" sz="2800" b="1" i="0" u="none" strike="noStrike" kern="1200" cap="none" spc="0" normalizeH="0" baseline="0" noProof="0" dirty="0">
                <a:ln>
                  <a:noFill/>
                </a:ln>
                <a:solidFill>
                  <a:schemeClr val="tx1"/>
                </a:solidFill>
                <a:effectLst/>
                <a:uLnTx/>
                <a:uFillTx/>
                <a:latin typeface="+mn-ea"/>
                <a:ea typeface="+mn-ea"/>
                <a:cs typeface="+mn-cs"/>
              </a:rPr>
              <a:t>每个二义性文法都不是</a:t>
            </a:r>
            <a:r>
              <a:rPr kumimoji="0"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LR</a:t>
            </a:r>
            <a:r>
              <a:rPr kumimoji="0" lang="zh-CN" altLang="en-US" sz="2800" b="1" i="0" u="none" strike="noStrike" kern="1200" cap="none" spc="0" normalizeH="0" baseline="0" noProof="0" dirty="0">
                <a:ln>
                  <a:noFill/>
                </a:ln>
                <a:solidFill>
                  <a:schemeClr val="tx1"/>
                </a:solidFill>
                <a:effectLst/>
                <a:uLnTx/>
                <a:uFillTx/>
                <a:latin typeface="+mn-ea"/>
                <a:ea typeface="+mn-ea"/>
                <a:cs typeface="+mn-cs"/>
              </a:rPr>
              <a:t>的</a:t>
            </a:r>
            <a:endParaRPr kumimoji="0" lang="en-US" altLang="zh-CN" sz="2800" b="1" i="0" u="none" strike="noStrike" kern="1200" cap="none" spc="0" normalizeH="0" baseline="0" noProof="0" dirty="0">
              <a:ln>
                <a:noFill/>
              </a:ln>
              <a:solidFill>
                <a:schemeClr val="tx1"/>
              </a:solidFill>
              <a:effectLst/>
              <a:uLnTx/>
              <a:uFillTx/>
              <a:latin typeface="+mn-ea"/>
              <a:ea typeface="+mn-ea"/>
              <a:cs typeface="+mn-cs"/>
            </a:endParaRPr>
          </a:p>
          <a:p>
            <a:pPr marL="273050" marR="0" lvl="0" indent="-273050" algn="l" defTabSz="914400" rtl="0" eaLnBrk="1" fontAlgn="base" latinLnBrk="0" hangingPunct="1">
              <a:lnSpc>
                <a:spcPct val="100000"/>
              </a:lnSpc>
              <a:spcBef>
                <a:spcPct val="20000"/>
              </a:spcBef>
              <a:spcAft>
                <a:spcPct val="0"/>
              </a:spcAft>
              <a:buClr>
                <a:schemeClr val="tx1"/>
              </a:buClr>
              <a:buSzPct val="100000"/>
              <a:buFont typeface="Wingdings" panose="05000000000000000000" pitchFamily="2" charset="2"/>
              <a:buChar char="Ø"/>
              <a:defRPr/>
            </a:pPr>
            <a:r>
              <a:rPr kumimoji="0" lang="zh-CN" altLang="en-US" sz="2800" b="1" i="0" u="none" strike="noStrike" kern="1200" cap="none" spc="0" normalizeH="0" baseline="0" noProof="0" dirty="0">
                <a:ln>
                  <a:noFill/>
                </a:ln>
                <a:solidFill>
                  <a:schemeClr val="tx1"/>
                </a:solidFill>
                <a:effectLst/>
                <a:uLnTx/>
                <a:uFillTx/>
                <a:latin typeface="+mn-ea"/>
                <a:ea typeface="+mn-ea"/>
                <a:cs typeface="+mn-cs"/>
              </a:rPr>
              <a:t>某些类型的二义性文法在语言的描述和实现中很有用</a:t>
            </a:r>
            <a:endParaRPr kumimoji="0" lang="en-US" altLang="zh-CN" sz="2800" b="1" i="0" u="none" strike="noStrike" kern="1200" cap="none" spc="0" normalizeH="0" baseline="0" noProof="0" dirty="0">
              <a:ln>
                <a:noFill/>
              </a:ln>
              <a:solidFill>
                <a:schemeClr val="tx1"/>
              </a:solidFill>
              <a:effectLst/>
              <a:uLnTx/>
              <a:uFillTx/>
              <a:latin typeface="+mn-ea"/>
              <a:ea typeface="+mn-ea"/>
              <a:cs typeface="+mn-cs"/>
            </a:endParaRPr>
          </a:p>
          <a:p>
            <a:pPr marL="576580" marR="0" lvl="1" indent="-273050" algn="l" defTabSz="914400" rtl="0" eaLnBrk="1" fontAlgn="base" latinLnBrk="0" hangingPunct="1">
              <a:lnSpc>
                <a:spcPct val="100000"/>
              </a:lnSpc>
              <a:spcBef>
                <a:spcPct val="20000"/>
              </a:spcBef>
              <a:spcAft>
                <a:spcPct val="0"/>
              </a:spcAft>
              <a:buClr>
                <a:schemeClr val="tx1"/>
              </a:buClr>
              <a:buSzPct val="100000"/>
              <a:buFont typeface="Wingdings" panose="05000000000000000000" pitchFamily="2" charset="2"/>
              <a:buChar char="Ø"/>
              <a:defRPr/>
            </a:pPr>
            <a:r>
              <a:rPr kumimoji="0" lang="zh-CN" altLang="en-US" sz="2800" b="1" i="0" u="none" strike="noStrike" kern="1200" cap="none" spc="0" normalizeH="0" baseline="0" noProof="0" dirty="0">
                <a:ln>
                  <a:noFill/>
                </a:ln>
                <a:solidFill>
                  <a:schemeClr val="tx1"/>
                </a:solidFill>
                <a:effectLst/>
                <a:uLnTx/>
                <a:uFillTx/>
                <a:latin typeface="+mn-ea"/>
                <a:ea typeface="+mn-ea"/>
                <a:cs typeface="+mn-cs"/>
              </a:rPr>
              <a:t>更简短、更自然</a:t>
            </a:r>
            <a:endParaRPr kumimoji="0" lang="en-US" altLang="zh-CN" sz="2800" b="1" i="0" u="none" strike="noStrike" kern="1200" cap="none" spc="0" normalizeH="0" baseline="0" noProof="0" dirty="0">
              <a:ln>
                <a:noFill/>
              </a:ln>
              <a:solidFill>
                <a:schemeClr val="tx1"/>
              </a:solidFill>
              <a:effectLst/>
              <a:uLnTx/>
              <a:uFillTx/>
              <a:latin typeface="+mn-ea"/>
              <a:ea typeface="+mn-ea"/>
              <a:cs typeface="+mn-cs"/>
            </a:endParaRPr>
          </a:p>
          <a:p>
            <a:pPr marL="855980" marR="0" lvl="2" indent="-228600" algn="l" defTabSz="914400" rtl="0" eaLnBrk="1" fontAlgn="base" latinLnBrk="0" hangingPunct="1">
              <a:lnSpc>
                <a:spcPct val="100000"/>
              </a:lnSpc>
              <a:spcBef>
                <a:spcPct val="20000"/>
              </a:spcBef>
              <a:spcAft>
                <a:spcPct val="0"/>
              </a:spcAft>
              <a:buClr>
                <a:schemeClr val="tx1"/>
              </a:buClr>
              <a:buSzPct val="100000"/>
              <a:buFont typeface="Wingdings" panose="05000000000000000000" pitchFamily="2" charset="2"/>
              <a:buChar char="Ø"/>
              <a:defRPr/>
            </a:pPr>
            <a:r>
              <a:rPr kumimoji="0" lang="zh-CN" altLang="en-US" sz="2400" b="1" i="0" u="none" strike="noStrike" kern="1200" cap="none" spc="0" normalizeH="0" baseline="0" noProof="0" dirty="0">
                <a:ln>
                  <a:noFill/>
                </a:ln>
                <a:solidFill>
                  <a:schemeClr val="tx1"/>
                </a:solidFill>
                <a:effectLst/>
                <a:uLnTx/>
                <a:uFillTx/>
                <a:latin typeface="+mn-ea"/>
                <a:ea typeface="+mn-ea"/>
                <a:cs typeface="+mn-cs"/>
              </a:rPr>
              <a:t>例</a:t>
            </a:r>
            <a:endParaRPr kumimoji="0" lang="en-US" altLang="zh-CN" sz="2400" b="1" i="0" u="none" strike="noStrike" kern="1200" cap="none" spc="0" normalizeH="0" baseline="0" noProof="0" dirty="0">
              <a:ln>
                <a:noFill/>
              </a:ln>
              <a:solidFill>
                <a:schemeClr val="tx1"/>
              </a:solidFill>
              <a:effectLst/>
              <a:uLnTx/>
              <a:uFillTx/>
              <a:latin typeface="+mn-ea"/>
              <a:ea typeface="+mn-ea"/>
              <a:cs typeface="+mn-cs"/>
            </a:endParaRPr>
          </a:p>
        </p:txBody>
      </p:sp>
      <p:sp>
        <p:nvSpPr>
          <p:cNvPr id="89091"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zh-CN" altLang="en-US" sz="3000" kern="1200" dirty="0">
                <a:solidFill>
                  <a:schemeClr val="tx1"/>
                </a:solidFill>
                <a:latin typeface="微软雅黑" panose="020B0503020204020204" pitchFamily="34" charset="-122"/>
                <a:ea typeface="微软雅黑" panose="020B0503020204020204" pitchFamily="34" charset="-122"/>
                <a:cs typeface="+mj-cs"/>
              </a:rPr>
              <a:t>二义性文法的特点</a:t>
            </a:r>
          </a:p>
        </p:txBody>
      </p:sp>
      <p:sp>
        <p:nvSpPr>
          <p:cNvPr id="4" name="Rectangle 5"/>
          <p:cNvSpPr/>
          <p:nvPr/>
        </p:nvSpPr>
        <p:spPr>
          <a:xfrm>
            <a:off x="2051050" y="2686050"/>
            <a:ext cx="1873250" cy="2144713"/>
          </a:xfrm>
          <a:prstGeom prst="rect">
            <a:avLst/>
          </a:prstGeom>
          <a:solidFill>
            <a:srgbClr val="B5CEED"/>
          </a:solidFill>
          <a:ln w="12700" cap="flat" cmpd="sng">
            <a:solidFill>
              <a:schemeClr val="tx1"/>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lnSpc>
                <a:spcPts val="3200"/>
              </a:lnSpc>
              <a:spcBef>
                <a:spcPct val="0"/>
              </a:spcBef>
              <a:buClrTx/>
              <a:buSzTx/>
              <a:buFont typeface="Arial" panose="020B0604020202020204" pitchFamily="34" charset="0"/>
              <a:buNone/>
            </a:pPr>
            <a:r>
              <a:rPr lang="zh-CN" altLang="en-US" b="1" dirty="0">
                <a:solidFill>
                  <a:schemeClr val="tx1"/>
                </a:solidFill>
                <a:latin typeface="楷体" panose="02010609060101010101" pitchFamily="49" charset="-122"/>
                <a:ea typeface="楷体" panose="02010609060101010101" pitchFamily="49" charset="-122"/>
              </a:rPr>
              <a:t>二义性文法</a:t>
            </a:r>
            <a:endParaRPr lang="en-US" altLang="zh-CN" b="1" dirty="0">
              <a:solidFill>
                <a:schemeClr val="tx1"/>
              </a:solidFill>
              <a:latin typeface="楷体" panose="02010609060101010101" pitchFamily="49" charset="-122"/>
              <a:ea typeface="宋体" panose="02010600030101010101" pitchFamily="2" charset="-122"/>
            </a:endParaRPr>
          </a:p>
          <a:p>
            <a:pPr marL="0" lvl="0" indent="0" eaLnBrk="1" hangingPunct="1">
              <a:lnSpc>
                <a:spcPts val="3200"/>
              </a:lnSpc>
              <a:spcBef>
                <a:spcPct val="0"/>
              </a:spcBef>
              <a:buClrTx/>
              <a:buSzTx/>
              <a:buFont typeface="Arial" panose="020B0604020202020204" pitchFamily="34" charset="0"/>
              <a:buNone/>
            </a:pPr>
            <a:r>
              <a:rPr lang="en-US" altLang="zh-CN" b="1" dirty="0">
                <a:solidFill>
                  <a:schemeClr val="tx1"/>
                </a:solidFill>
                <a:latin typeface="Times New Roman" panose="02020603050405020304" pitchFamily="18" charset="0"/>
                <a:ea typeface="宋体" panose="02010600030101010101" pitchFamily="2" charset="-122"/>
              </a:rPr>
              <a:t>① </a:t>
            </a:r>
            <a:r>
              <a:rPr lang="en-US" altLang="zh-CN" b="1" i="1" dirty="0">
                <a:solidFill>
                  <a:schemeClr val="tx1"/>
                </a:solidFill>
                <a:latin typeface="Times New Roman" panose="02020603050405020304" pitchFamily="18" charset="0"/>
                <a:ea typeface="楷体_GB2312"/>
              </a:rPr>
              <a:t>E</a:t>
            </a:r>
            <a:r>
              <a:rPr lang="en-US" altLang="zh-CN" b="1" dirty="0">
                <a:solidFill>
                  <a:schemeClr val="tx1"/>
                </a:solidFill>
                <a:latin typeface="Times New Roman" panose="02020603050405020304" pitchFamily="18" charset="0"/>
                <a:ea typeface="楷体_GB2312"/>
              </a:rPr>
              <a:t>→ </a:t>
            </a:r>
            <a:r>
              <a:rPr lang="en-US" altLang="zh-CN" b="1" i="1" dirty="0">
                <a:solidFill>
                  <a:schemeClr val="tx1"/>
                </a:solidFill>
                <a:latin typeface="Times New Roman" panose="02020603050405020304" pitchFamily="18" charset="0"/>
                <a:ea typeface="楷体_GB2312"/>
              </a:rPr>
              <a:t>E</a:t>
            </a:r>
            <a:r>
              <a:rPr lang="en-US" altLang="zh-CN" b="1" dirty="0">
                <a:solidFill>
                  <a:schemeClr val="tx1"/>
                </a:solidFill>
                <a:latin typeface="Times New Roman" panose="02020603050405020304" pitchFamily="18" charset="0"/>
                <a:ea typeface="楷体_GB2312"/>
              </a:rPr>
              <a:t>+</a:t>
            </a:r>
            <a:r>
              <a:rPr lang="en-US" altLang="zh-CN" b="1" i="1" dirty="0">
                <a:solidFill>
                  <a:schemeClr val="tx1"/>
                </a:solidFill>
                <a:latin typeface="Times New Roman" panose="02020603050405020304" pitchFamily="18" charset="0"/>
                <a:ea typeface="楷体_GB2312"/>
              </a:rPr>
              <a:t>E</a:t>
            </a:r>
          </a:p>
          <a:p>
            <a:pPr marL="0" lvl="0" indent="0" eaLnBrk="1" hangingPunct="1">
              <a:lnSpc>
                <a:spcPts val="3200"/>
              </a:lnSpc>
              <a:spcBef>
                <a:spcPct val="0"/>
              </a:spcBef>
              <a:buClrTx/>
              <a:buSzTx/>
              <a:buFont typeface="Arial" panose="020B0604020202020204" pitchFamily="34" charset="0"/>
              <a:buNone/>
            </a:pPr>
            <a:r>
              <a:rPr lang="en-US" altLang="zh-CN" b="1" dirty="0">
                <a:solidFill>
                  <a:schemeClr val="tx1"/>
                </a:solidFill>
                <a:latin typeface="Times New Roman" panose="02020603050405020304" pitchFamily="18" charset="0"/>
                <a:ea typeface="宋体" panose="02010600030101010101" pitchFamily="2" charset="-122"/>
              </a:rPr>
              <a:t>② </a:t>
            </a:r>
            <a:r>
              <a:rPr lang="en-US" altLang="zh-CN" b="1" i="1" dirty="0">
                <a:solidFill>
                  <a:schemeClr val="tx1"/>
                </a:solidFill>
                <a:latin typeface="Times New Roman" panose="02020603050405020304" pitchFamily="18" charset="0"/>
                <a:ea typeface="楷体_GB2312"/>
              </a:rPr>
              <a:t>E</a:t>
            </a:r>
            <a:r>
              <a:rPr lang="en-US" altLang="zh-CN" b="1" dirty="0">
                <a:solidFill>
                  <a:schemeClr val="tx1"/>
                </a:solidFill>
                <a:latin typeface="Times New Roman" panose="02020603050405020304" pitchFamily="18" charset="0"/>
                <a:ea typeface="楷体_GB2312"/>
              </a:rPr>
              <a:t>→ </a:t>
            </a:r>
            <a:r>
              <a:rPr lang="en-US" altLang="zh-CN" b="1" i="1" dirty="0">
                <a:solidFill>
                  <a:schemeClr val="tx1"/>
                </a:solidFill>
                <a:latin typeface="Times New Roman" panose="02020603050405020304" pitchFamily="18" charset="0"/>
                <a:ea typeface="楷体_GB2312"/>
              </a:rPr>
              <a:t>E</a:t>
            </a:r>
            <a:r>
              <a:rPr lang="en-US" altLang="zh-CN" b="1" dirty="0">
                <a:solidFill>
                  <a:schemeClr val="tx1"/>
                </a:solidFill>
                <a:latin typeface="Times New Roman" panose="02020603050405020304" pitchFamily="18" charset="0"/>
                <a:ea typeface="楷体_GB2312"/>
              </a:rPr>
              <a:t>*</a:t>
            </a:r>
            <a:r>
              <a:rPr lang="en-US" altLang="zh-CN" b="1" i="1" dirty="0">
                <a:solidFill>
                  <a:schemeClr val="tx1"/>
                </a:solidFill>
                <a:latin typeface="Times New Roman" panose="02020603050405020304" pitchFamily="18" charset="0"/>
                <a:ea typeface="楷体_GB2312"/>
              </a:rPr>
              <a:t>E</a:t>
            </a:r>
          </a:p>
          <a:p>
            <a:pPr marL="0" lvl="0" indent="0" eaLnBrk="1" hangingPunct="1">
              <a:lnSpc>
                <a:spcPts val="3200"/>
              </a:lnSpc>
              <a:spcBef>
                <a:spcPct val="0"/>
              </a:spcBef>
              <a:buClrTx/>
              <a:buSzTx/>
              <a:buFont typeface="Arial" panose="020B0604020202020204" pitchFamily="34" charset="0"/>
              <a:buNone/>
            </a:pPr>
            <a:r>
              <a:rPr lang="en-US" altLang="zh-CN" b="1" dirty="0">
                <a:solidFill>
                  <a:schemeClr val="tx1"/>
                </a:solidFill>
                <a:latin typeface="Times New Roman" panose="02020603050405020304" pitchFamily="18" charset="0"/>
                <a:ea typeface="宋体" panose="02010600030101010101" pitchFamily="2" charset="-122"/>
              </a:rPr>
              <a:t>③ </a:t>
            </a:r>
            <a:r>
              <a:rPr lang="en-US" altLang="zh-CN" b="1" i="1" dirty="0">
                <a:solidFill>
                  <a:schemeClr val="tx1"/>
                </a:solidFill>
                <a:latin typeface="Times New Roman" panose="02020603050405020304" pitchFamily="18" charset="0"/>
                <a:ea typeface="楷体_GB2312"/>
              </a:rPr>
              <a:t>E</a:t>
            </a:r>
            <a:r>
              <a:rPr lang="en-US" altLang="zh-CN" b="1" dirty="0">
                <a:solidFill>
                  <a:schemeClr val="tx1"/>
                </a:solidFill>
                <a:latin typeface="Times New Roman" panose="02020603050405020304" pitchFamily="18" charset="0"/>
                <a:ea typeface="楷体_GB2312"/>
              </a:rPr>
              <a:t>→ ( </a:t>
            </a:r>
            <a:r>
              <a:rPr lang="en-US" altLang="zh-CN" b="1" i="1" dirty="0">
                <a:solidFill>
                  <a:schemeClr val="tx1"/>
                </a:solidFill>
                <a:latin typeface="Times New Roman" panose="02020603050405020304" pitchFamily="18" charset="0"/>
                <a:ea typeface="楷体_GB2312"/>
              </a:rPr>
              <a:t>E </a:t>
            </a:r>
            <a:r>
              <a:rPr lang="en-US" altLang="zh-CN" b="1" dirty="0">
                <a:solidFill>
                  <a:schemeClr val="tx1"/>
                </a:solidFill>
                <a:latin typeface="Times New Roman" panose="02020603050405020304" pitchFamily="18" charset="0"/>
                <a:ea typeface="楷体_GB2312"/>
              </a:rPr>
              <a:t>)</a:t>
            </a:r>
          </a:p>
          <a:p>
            <a:pPr marL="0" lvl="0" indent="0" eaLnBrk="1" hangingPunct="1">
              <a:lnSpc>
                <a:spcPts val="3200"/>
              </a:lnSpc>
              <a:spcBef>
                <a:spcPct val="0"/>
              </a:spcBef>
              <a:buClrTx/>
              <a:buSzTx/>
              <a:buFont typeface="Arial" panose="020B0604020202020204" pitchFamily="34" charset="0"/>
              <a:buNone/>
            </a:pPr>
            <a:r>
              <a:rPr lang="en-US" altLang="zh-CN" b="1" dirty="0">
                <a:solidFill>
                  <a:schemeClr val="tx1"/>
                </a:solidFill>
                <a:latin typeface="Times New Roman" panose="02020603050405020304" pitchFamily="18" charset="0"/>
                <a:ea typeface="宋体" panose="02010600030101010101" pitchFamily="2" charset="-122"/>
              </a:rPr>
              <a:t>④ </a:t>
            </a:r>
            <a:r>
              <a:rPr lang="en-US" altLang="zh-CN" b="1" i="1" dirty="0">
                <a:solidFill>
                  <a:schemeClr val="tx1"/>
                </a:solidFill>
                <a:latin typeface="Times New Roman" panose="02020603050405020304" pitchFamily="18" charset="0"/>
                <a:ea typeface="楷体_GB2312"/>
              </a:rPr>
              <a:t>E</a:t>
            </a:r>
            <a:r>
              <a:rPr lang="en-US" altLang="zh-CN" b="1" dirty="0">
                <a:solidFill>
                  <a:schemeClr val="tx1"/>
                </a:solidFill>
                <a:latin typeface="Times New Roman" panose="02020603050405020304" pitchFamily="18" charset="0"/>
                <a:ea typeface="楷体_GB2312"/>
              </a:rPr>
              <a:t>→ id</a:t>
            </a:r>
          </a:p>
        </p:txBody>
      </p:sp>
      <p:sp>
        <p:nvSpPr>
          <p:cNvPr id="6" name="Rectangle 5"/>
          <p:cNvSpPr/>
          <p:nvPr/>
        </p:nvSpPr>
        <p:spPr>
          <a:xfrm>
            <a:off x="4357688" y="2143125"/>
            <a:ext cx="2212975" cy="2709863"/>
          </a:xfrm>
          <a:prstGeom prst="rect">
            <a:avLst/>
          </a:prstGeom>
          <a:solidFill>
            <a:srgbClr val="B5CEED"/>
          </a:solidFill>
          <a:ln w="12700" cap="flat" cmpd="sng">
            <a:solidFill>
              <a:schemeClr val="tx1"/>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lnSpc>
                <a:spcPts val="3200"/>
              </a:lnSpc>
              <a:spcBef>
                <a:spcPct val="0"/>
              </a:spcBef>
              <a:buClrTx/>
              <a:buSzTx/>
              <a:buFont typeface="Arial" panose="020B0604020202020204" pitchFamily="34" charset="0"/>
              <a:buNone/>
            </a:pPr>
            <a:r>
              <a:rPr lang="zh-CN" altLang="en-US" b="1" dirty="0">
                <a:solidFill>
                  <a:schemeClr val="tx1"/>
                </a:solidFill>
                <a:latin typeface="楷体" panose="02010609060101010101" pitchFamily="49" charset="-122"/>
                <a:ea typeface="楷体" panose="02010609060101010101" pitchFamily="49" charset="-122"/>
              </a:rPr>
              <a:t>非二义性文法</a:t>
            </a:r>
            <a:br>
              <a:rPr lang="en-US" altLang="zh-CN" b="1" dirty="0">
                <a:solidFill>
                  <a:schemeClr val="tx1"/>
                </a:solidFill>
                <a:latin typeface="楷体" panose="02010609060101010101" pitchFamily="49" charset="-122"/>
                <a:ea typeface="楷体" panose="02010609060101010101" pitchFamily="49" charset="-122"/>
              </a:rPr>
            </a:br>
            <a:r>
              <a:rPr lang="en-US" altLang="zh-CN" b="1" dirty="0">
                <a:solidFill>
                  <a:schemeClr val="tx1"/>
                </a:solidFill>
                <a:latin typeface="Times New Roman" panose="02020603050405020304" pitchFamily="18" charset="0"/>
                <a:ea typeface="宋体" panose="02010600030101010101" pitchFamily="2" charset="-122"/>
              </a:rPr>
              <a:t>① </a:t>
            </a:r>
            <a:r>
              <a:rPr lang="en-US" altLang="zh-CN" b="1" i="1" dirty="0">
                <a:solidFill>
                  <a:schemeClr val="tx1"/>
                </a:solidFill>
                <a:latin typeface="Times New Roman" panose="02020603050405020304" pitchFamily="18" charset="0"/>
                <a:ea typeface="宋体" panose="02010600030101010101" pitchFamily="2" charset="-122"/>
              </a:rPr>
              <a:t>E </a:t>
            </a:r>
            <a:r>
              <a:rPr lang="en-US" altLang="zh-CN" b="1" dirty="0">
                <a:solidFill>
                  <a:schemeClr val="tx1"/>
                </a:solidFill>
                <a:latin typeface="Times New Roman" panose="02020603050405020304" pitchFamily="18" charset="0"/>
                <a:ea typeface="宋体" panose="02010600030101010101" pitchFamily="2" charset="-122"/>
              </a:rPr>
              <a:t>→ </a:t>
            </a:r>
            <a:r>
              <a:rPr lang="en-US" altLang="zh-CN" b="1" i="1" dirty="0">
                <a:solidFill>
                  <a:schemeClr val="tx1"/>
                </a:solidFill>
                <a:latin typeface="Times New Roman" panose="02020603050405020304" pitchFamily="18" charset="0"/>
                <a:ea typeface="宋体" panose="02010600030101010101" pitchFamily="2" charset="-122"/>
              </a:rPr>
              <a:t>E </a:t>
            </a:r>
            <a:r>
              <a:rPr lang="en-US" altLang="zh-CN" b="1" dirty="0">
                <a:solidFill>
                  <a:schemeClr val="tx1"/>
                </a:solidFill>
                <a:latin typeface="Times New Roman" panose="02020603050405020304" pitchFamily="18" charset="0"/>
                <a:ea typeface="宋体" panose="02010600030101010101" pitchFamily="2" charset="-122"/>
              </a:rPr>
              <a:t>+ </a:t>
            </a:r>
            <a:r>
              <a:rPr lang="en-US" altLang="zh-CN" b="1" i="1" dirty="0">
                <a:solidFill>
                  <a:schemeClr val="tx1"/>
                </a:solidFill>
                <a:latin typeface="Times New Roman" panose="02020603050405020304" pitchFamily="18" charset="0"/>
                <a:ea typeface="宋体" panose="02010600030101010101" pitchFamily="2" charset="-122"/>
              </a:rPr>
              <a:t>T </a:t>
            </a:r>
            <a:endParaRPr lang="en-US" altLang="zh-CN" b="1" dirty="0">
              <a:solidFill>
                <a:schemeClr val="tx1"/>
              </a:solidFill>
              <a:latin typeface="Times New Roman" panose="02020603050405020304" pitchFamily="18" charset="0"/>
              <a:ea typeface="宋体" panose="02010600030101010101" pitchFamily="2" charset="-122"/>
            </a:endParaRPr>
          </a:p>
          <a:p>
            <a:pPr marL="0" lvl="0" indent="0" eaLnBrk="1" hangingPunct="1">
              <a:lnSpc>
                <a:spcPts val="2800"/>
              </a:lnSpc>
              <a:spcBef>
                <a:spcPct val="0"/>
              </a:spcBef>
              <a:buClrTx/>
              <a:buSzTx/>
              <a:buFont typeface="Arial" panose="020B0604020202020204" pitchFamily="34" charset="0"/>
              <a:buNone/>
            </a:pPr>
            <a:r>
              <a:rPr lang="en-US" altLang="zh-CN" b="1" dirty="0">
                <a:solidFill>
                  <a:schemeClr val="tx1"/>
                </a:solidFill>
                <a:latin typeface="Times New Roman" panose="02020603050405020304" pitchFamily="18" charset="0"/>
                <a:ea typeface="宋体" panose="02010600030101010101" pitchFamily="2" charset="-122"/>
              </a:rPr>
              <a:t>② </a:t>
            </a:r>
            <a:r>
              <a:rPr lang="en-US" altLang="zh-CN" b="1" i="1" dirty="0">
                <a:solidFill>
                  <a:schemeClr val="tx1"/>
                </a:solidFill>
                <a:latin typeface="Times New Roman" panose="02020603050405020304" pitchFamily="18" charset="0"/>
                <a:ea typeface="楷体_GB2312"/>
              </a:rPr>
              <a:t>E </a:t>
            </a:r>
            <a:r>
              <a:rPr lang="en-US" altLang="zh-CN" b="1" dirty="0">
                <a:solidFill>
                  <a:schemeClr val="tx1"/>
                </a:solidFill>
                <a:latin typeface="Times New Roman" panose="02020603050405020304" pitchFamily="18" charset="0"/>
                <a:ea typeface="楷体_GB2312"/>
              </a:rPr>
              <a:t>→ </a:t>
            </a:r>
            <a:r>
              <a:rPr lang="en-US" altLang="zh-CN" b="1" i="1" dirty="0">
                <a:solidFill>
                  <a:schemeClr val="tx1"/>
                </a:solidFill>
                <a:latin typeface="Times New Roman" panose="02020603050405020304" pitchFamily="18" charset="0"/>
                <a:ea typeface="楷体_GB2312"/>
              </a:rPr>
              <a:t>T</a:t>
            </a:r>
          </a:p>
          <a:p>
            <a:pPr marL="0" lvl="0" indent="0" eaLnBrk="1" hangingPunct="1">
              <a:lnSpc>
                <a:spcPts val="2800"/>
              </a:lnSpc>
              <a:spcBef>
                <a:spcPct val="0"/>
              </a:spcBef>
              <a:buClrTx/>
              <a:buSzTx/>
              <a:buFont typeface="Arial" panose="020B0604020202020204" pitchFamily="34" charset="0"/>
              <a:buNone/>
            </a:pPr>
            <a:r>
              <a:rPr lang="en-US" altLang="zh-CN" b="1" dirty="0">
                <a:solidFill>
                  <a:schemeClr val="tx1"/>
                </a:solidFill>
                <a:latin typeface="Times New Roman" panose="02020603050405020304" pitchFamily="18" charset="0"/>
                <a:ea typeface="宋体" panose="02010600030101010101" pitchFamily="2" charset="-122"/>
              </a:rPr>
              <a:t>③ </a:t>
            </a:r>
            <a:r>
              <a:rPr lang="en-US" altLang="zh-CN" b="1" i="1" dirty="0">
                <a:solidFill>
                  <a:schemeClr val="tx1"/>
                </a:solidFill>
                <a:latin typeface="Times New Roman" panose="02020603050405020304" pitchFamily="18" charset="0"/>
                <a:ea typeface="楷体_GB2312"/>
              </a:rPr>
              <a:t>T</a:t>
            </a:r>
            <a:r>
              <a:rPr lang="en-US" altLang="zh-CN" b="1" dirty="0">
                <a:solidFill>
                  <a:schemeClr val="tx1"/>
                </a:solidFill>
                <a:latin typeface="Times New Roman" panose="02020603050405020304" pitchFamily="18" charset="0"/>
                <a:ea typeface="楷体_GB2312"/>
              </a:rPr>
              <a:t> → </a:t>
            </a:r>
            <a:r>
              <a:rPr lang="en-US" altLang="zh-CN" b="1" i="1" dirty="0">
                <a:solidFill>
                  <a:schemeClr val="tx1"/>
                </a:solidFill>
                <a:latin typeface="Times New Roman" panose="02020603050405020304" pitchFamily="18" charset="0"/>
                <a:ea typeface="楷体_GB2312"/>
              </a:rPr>
              <a:t>T</a:t>
            </a:r>
            <a:r>
              <a:rPr lang="en-US" altLang="zh-CN" b="1" dirty="0">
                <a:solidFill>
                  <a:schemeClr val="tx1"/>
                </a:solidFill>
                <a:latin typeface="Times New Roman" panose="02020603050405020304" pitchFamily="18" charset="0"/>
                <a:ea typeface="楷体_GB2312"/>
              </a:rPr>
              <a:t> * </a:t>
            </a:r>
            <a:r>
              <a:rPr lang="en-US" altLang="zh-CN" b="1" i="1" dirty="0">
                <a:solidFill>
                  <a:schemeClr val="tx1"/>
                </a:solidFill>
                <a:latin typeface="Times New Roman" panose="02020603050405020304" pitchFamily="18" charset="0"/>
                <a:ea typeface="楷体_GB2312"/>
              </a:rPr>
              <a:t>F</a:t>
            </a:r>
            <a:r>
              <a:rPr lang="en-US" altLang="zh-CN" b="1" dirty="0">
                <a:solidFill>
                  <a:schemeClr val="tx1"/>
                </a:solidFill>
                <a:latin typeface="Times New Roman" panose="02020603050405020304" pitchFamily="18" charset="0"/>
                <a:ea typeface="楷体_GB2312"/>
              </a:rPr>
              <a:t> </a:t>
            </a:r>
          </a:p>
          <a:p>
            <a:pPr marL="0" lvl="0" indent="0" eaLnBrk="1" hangingPunct="1">
              <a:lnSpc>
                <a:spcPts val="2800"/>
              </a:lnSpc>
              <a:spcBef>
                <a:spcPct val="0"/>
              </a:spcBef>
              <a:buClrTx/>
              <a:buSzTx/>
              <a:buFont typeface="Arial" panose="020B0604020202020204" pitchFamily="34" charset="0"/>
              <a:buNone/>
            </a:pPr>
            <a:r>
              <a:rPr lang="en-US" altLang="zh-CN" b="1" dirty="0">
                <a:solidFill>
                  <a:schemeClr val="tx1"/>
                </a:solidFill>
                <a:latin typeface="Times New Roman" panose="02020603050405020304" pitchFamily="18" charset="0"/>
                <a:ea typeface="宋体" panose="02010600030101010101" pitchFamily="2" charset="-122"/>
              </a:rPr>
              <a:t>④ </a:t>
            </a:r>
            <a:r>
              <a:rPr lang="en-US" altLang="zh-CN" b="1" i="1" dirty="0">
                <a:solidFill>
                  <a:schemeClr val="tx1"/>
                </a:solidFill>
                <a:latin typeface="Times New Roman" panose="02020603050405020304" pitchFamily="18" charset="0"/>
                <a:ea typeface="楷体_GB2312"/>
              </a:rPr>
              <a:t>T</a:t>
            </a:r>
            <a:r>
              <a:rPr lang="en-US" altLang="zh-CN" b="1" dirty="0">
                <a:solidFill>
                  <a:schemeClr val="tx1"/>
                </a:solidFill>
                <a:latin typeface="Times New Roman" panose="02020603050405020304" pitchFamily="18" charset="0"/>
                <a:ea typeface="楷体_GB2312"/>
              </a:rPr>
              <a:t> → </a:t>
            </a:r>
            <a:r>
              <a:rPr lang="en-US" altLang="zh-CN" b="1" i="1" dirty="0">
                <a:solidFill>
                  <a:schemeClr val="tx1"/>
                </a:solidFill>
                <a:latin typeface="Times New Roman" panose="02020603050405020304" pitchFamily="18" charset="0"/>
                <a:ea typeface="楷体_GB2312"/>
              </a:rPr>
              <a:t>F</a:t>
            </a:r>
          </a:p>
          <a:p>
            <a:pPr marL="0" lvl="0" indent="0" eaLnBrk="1" hangingPunct="1">
              <a:lnSpc>
                <a:spcPts val="2800"/>
              </a:lnSpc>
              <a:spcBef>
                <a:spcPct val="0"/>
              </a:spcBef>
              <a:buClrTx/>
              <a:buSzTx/>
              <a:buFont typeface="Arial" panose="020B0604020202020204" pitchFamily="34" charset="0"/>
              <a:buNone/>
            </a:pPr>
            <a:r>
              <a:rPr lang="en-US" altLang="zh-CN" b="1" dirty="0">
                <a:solidFill>
                  <a:schemeClr val="tx1"/>
                </a:solidFill>
                <a:latin typeface="Times New Roman" panose="02020603050405020304" pitchFamily="18" charset="0"/>
                <a:ea typeface="宋体" panose="02010600030101010101" pitchFamily="2" charset="-122"/>
              </a:rPr>
              <a:t>⑤ </a:t>
            </a:r>
            <a:r>
              <a:rPr lang="en-US" altLang="zh-CN" b="1" i="1" dirty="0">
                <a:solidFill>
                  <a:schemeClr val="tx1"/>
                </a:solidFill>
                <a:latin typeface="Times New Roman" panose="02020603050405020304" pitchFamily="18" charset="0"/>
                <a:ea typeface="楷体_GB2312"/>
              </a:rPr>
              <a:t>F</a:t>
            </a:r>
            <a:r>
              <a:rPr lang="en-US" altLang="zh-CN" b="1" dirty="0">
                <a:solidFill>
                  <a:schemeClr val="tx1"/>
                </a:solidFill>
                <a:latin typeface="Times New Roman" panose="02020603050405020304" pitchFamily="18" charset="0"/>
                <a:ea typeface="楷体_GB2312"/>
              </a:rPr>
              <a:t> → ( </a:t>
            </a:r>
            <a:r>
              <a:rPr lang="en-US" altLang="zh-CN" b="1" i="1" dirty="0">
                <a:solidFill>
                  <a:schemeClr val="tx1"/>
                </a:solidFill>
                <a:latin typeface="Times New Roman" panose="02020603050405020304" pitchFamily="18" charset="0"/>
                <a:ea typeface="楷体_GB2312"/>
              </a:rPr>
              <a:t>E</a:t>
            </a:r>
            <a:r>
              <a:rPr lang="en-US" altLang="zh-CN" b="1" dirty="0">
                <a:solidFill>
                  <a:schemeClr val="tx1"/>
                </a:solidFill>
                <a:latin typeface="Times New Roman" panose="02020603050405020304" pitchFamily="18" charset="0"/>
                <a:ea typeface="楷体_GB2312"/>
              </a:rPr>
              <a:t> ) </a:t>
            </a:r>
          </a:p>
          <a:p>
            <a:pPr marL="0" lvl="0" indent="0" eaLnBrk="1" hangingPunct="1">
              <a:lnSpc>
                <a:spcPts val="2800"/>
              </a:lnSpc>
              <a:spcBef>
                <a:spcPct val="0"/>
              </a:spcBef>
              <a:buClrTx/>
              <a:buSzTx/>
              <a:buFont typeface="Arial" panose="020B0604020202020204" pitchFamily="34" charset="0"/>
              <a:buNone/>
            </a:pPr>
            <a:r>
              <a:rPr lang="zh-CN" altLang="en-US" b="1" dirty="0">
                <a:solidFill>
                  <a:schemeClr val="tx1"/>
                </a:solidFill>
                <a:latin typeface="Times New Roman" panose="02020603050405020304" pitchFamily="18" charset="0"/>
                <a:ea typeface="宋体" panose="02010600030101010101" pitchFamily="2" charset="-122"/>
              </a:rPr>
              <a:t>⑥ </a:t>
            </a:r>
            <a:r>
              <a:rPr lang="en-US" altLang="zh-CN" b="1" i="1" dirty="0">
                <a:solidFill>
                  <a:schemeClr val="tx1"/>
                </a:solidFill>
                <a:latin typeface="Times New Roman" panose="02020603050405020304" pitchFamily="18" charset="0"/>
                <a:ea typeface="楷体_GB2312"/>
              </a:rPr>
              <a:t>F</a:t>
            </a:r>
            <a:r>
              <a:rPr lang="en-US" altLang="zh-CN" b="1" dirty="0">
                <a:solidFill>
                  <a:schemeClr val="tx1"/>
                </a:solidFill>
                <a:latin typeface="Times New Roman" panose="02020603050405020304" pitchFamily="18" charset="0"/>
                <a:ea typeface="楷体_GB2312"/>
              </a:rPr>
              <a:t> → id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52579">
                                            <p:txEl>
                                              <p:pRg st="1" end="1"/>
                                            </p:txEl>
                                          </p:spTgt>
                                        </p:tgtEl>
                                        <p:attrNameLst>
                                          <p:attrName>style.visibility</p:attrName>
                                        </p:attrNameLst>
                                      </p:cBhvr>
                                      <p:to>
                                        <p:strVal val="visible"/>
                                      </p:to>
                                    </p:set>
                                    <p:anim calcmode="lin" valueType="num">
                                      <p:cBhvr>
                                        <p:cTn id="7" dur="500" fill="hold"/>
                                        <p:tgtEl>
                                          <p:spTgt spid="152579">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152579">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152579">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52579">
                                            <p:txEl>
                                              <p:pRg st="2" end="2"/>
                                            </p:txEl>
                                          </p:spTgt>
                                        </p:tgtEl>
                                        <p:attrNameLst>
                                          <p:attrName>style.visibility</p:attrName>
                                        </p:attrNameLst>
                                      </p:cBhvr>
                                      <p:to>
                                        <p:strVal val="visible"/>
                                      </p:to>
                                    </p:set>
                                    <p:anim calcmode="lin" valueType="num">
                                      <p:cBhvr>
                                        <p:cTn id="14" dur="500" fill="hold"/>
                                        <p:tgtEl>
                                          <p:spTgt spid="152579">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152579">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152579">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52579">
                                            <p:txEl>
                                              <p:pRg st="3" end="3"/>
                                            </p:txEl>
                                          </p:spTgt>
                                        </p:tgtEl>
                                        <p:attrNameLst>
                                          <p:attrName>style.visibility</p:attrName>
                                        </p:attrNameLst>
                                      </p:cBhvr>
                                      <p:to>
                                        <p:strVal val="visible"/>
                                      </p:to>
                                    </p:set>
                                    <p:anim calcmode="lin" valueType="num">
                                      <p:cBhvr>
                                        <p:cTn id="21" dur="500" fill="hold"/>
                                        <p:tgtEl>
                                          <p:spTgt spid="152579">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152579">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152579">
                                            <p:txEl>
                                              <p:pRg st="3" end="3"/>
                                            </p:txEl>
                                          </p:spTgt>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p:cTn id="26" dur="500" fill="hold"/>
                                        <p:tgtEl>
                                          <p:spTgt spid="4"/>
                                        </p:tgtEl>
                                        <p:attrNameLst>
                                          <p:attrName>ppt_w</p:attrName>
                                        </p:attrNameLst>
                                      </p:cBhvr>
                                      <p:tavLst>
                                        <p:tav tm="0">
                                          <p:val>
                                            <p:fltVal val="0"/>
                                          </p:val>
                                        </p:tav>
                                        <p:tav tm="100000">
                                          <p:val>
                                            <p:strVal val="#ppt_w"/>
                                          </p:val>
                                        </p:tav>
                                      </p:tavLst>
                                    </p:anim>
                                    <p:anim calcmode="lin" valueType="num">
                                      <p:cBhvr>
                                        <p:cTn id="27" dur="500" fill="hold"/>
                                        <p:tgtEl>
                                          <p:spTgt spid="4"/>
                                        </p:tgtEl>
                                        <p:attrNameLst>
                                          <p:attrName>ppt_h</p:attrName>
                                        </p:attrNameLst>
                                      </p:cBhvr>
                                      <p:tavLst>
                                        <p:tav tm="0">
                                          <p:val>
                                            <p:fltVal val="0"/>
                                          </p:val>
                                        </p:tav>
                                        <p:tav tm="100000">
                                          <p:val>
                                            <p:strVal val="#ppt_h"/>
                                          </p:val>
                                        </p:tav>
                                      </p:tavLst>
                                    </p:anim>
                                    <p:animEffect transition="in" filter="fade">
                                      <p:cBhvr>
                                        <p:cTn id="28" dur="500"/>
                                        <p:tgtEl>
                                          <p:spTgt spid="4"/>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p:cTn id="31" dur="500" fill="hold"/>
                                        <p:tgtEl>
                                          <p:spTgt spid="6"/>
                                        </p:tgtEl>
                                        <p:attrNameLst>
                                          <p:attrName>ppt_w</p:attrName>
                                        </p:attrNameLst>
                                      </p:cBhvr>
                                      <p:tavLst>
                                        <p:tav tm="0">
                                          <p:val>
                                            <p:fltVal val="0"/>
                                          </p:val>
                                        </p:tav>
                                        <p:tav tm="100000">
                                          <p:val>
                                            <p:strVal val="#ppt_w"/>
                                          </p:val>
                                        </p:tav>
                                      </p:tavLst>
                                    </p:anim>
                                    <p:anim calcmode="lin" valueType="num">
                                      <p:cBhvr>
                                        <p:cTn id="32" dur="500" fill="hold"/>
                                        <p:tgtEl>
                                          <p:spTgt spid="6"/>
                                        </p:tgtEl>
                                        <p:attrNameLst>
                                          <p:attrName>ppt_h</p:attrName>
                                        </p:attrNameLst>
                                      </p:cBhvr>
                                      <p:tavLst>
                                        <p:tav tm="0">
                                          <p:val>
                                            <p:fltVal val="0"/>
                                          </p:val>
                                        </p:tav>
                                        <p:tav tm="100000">
                                          <p:val>
                                            <p:strVal val="#ppt_h"/>
                                          </p:val>
                                        </p:tav>
                                      </p:tavLst>
                                    </p:anim>
                                    <p:animEffect transition="in" filter="fade">
                                      <p:cBhvr>
                                        <p:cTn id="3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6"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2"/>
          <p:cNvSpPr txBox="1"/>
          <p:nvPr/>
        </p:nvSpPr>
        <p:spPr>
          <a:xfrm>
            <a:off x="2122488" y="1552575"/>
            <a:ext cx="1296987" cy="1724025"/>
          </a:xfrm>
          <a:prstGeom prst="rect">
            <a:avLst/>
          </a:prstGeom>
          <a:solidFill>
            <a:srgbClr val="B5CEED"/>
          </a:solidFill>
          <a:ln w="12700" cap="flat" cmpd="sng">
            <a:solidFill>
              <a:schemeClr val="tx1"/>
            </a:solidFill>
            <a:prstDash val="solid"/>
            <a:miter/>
            <a:headEnd type="none" w="sm" len="sm"/>
            <a:tailEnd type="none" w="sm" len="sm"/>
          </a:ln>
        </p:spPr>
        <p:txBody>
          <a:bodyPr tIns="0" bIns="0">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0</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E′→ · E</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E+E</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E*E</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a:t>
            </a:r>
            <a:r>
              <a:rPr lang="en-US" altLang="zh-CN" sz="1800" b="1" dirty="0">
                <a:solidFill>
                  <a:srgbClr val="000000"/>
                </a:solidFill>
                <a:latin typeface="Times New Roman" panose="02020603050405020304" pitchFamily="18" charset="0"/>
                <a:ea typeface="宋体" panose="02010600030101010101" pitchFamily="2" charset="-122"/>
              </a:rPr>
              <a:t>(</a:t>
            </a:r>
            <a:r>
              <a:rPr lang="en-US" altLang="zh-CN" sz="1800" b="1" i="1" dirty="0">
                <a:solidFill>
                  <a:srgbClr val="000000"/>
                </a:solidFill>
                <a:latin typeface="Times New Roman" panose="02020603050405020304" pitchFamily="18" charset="0"/>
                <a:ea typeface="宋体" panose="02010600030101010101" pitchFamily="2" charset="-122"/>
              </a:rPr>
              <a:t>E</a:t>
            </a:r>
            <a:r>
              <a:rPr lang="en-US" altLang="zh-CN" sz="1800" b="1" dirty="0">
                <a:solidFill>
                  <a:srgbClr val="000000"/>
                </a:solidFill>
                <a:latin typeface="Times New Roman" panose="02020603050405020304" pitchFamily="18" charset="0"/>
                <a:ea typeface="宋体" panose="02010600030101010101" pitchFamily="2" charset="-122"/>
              </a:rPr>
              <a:t>)</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a:t>
            </a:r>
            <a:r>
              <a:rPr lang="en-US" altLang="zh-CN" sz="1800" b="1" dirty="0">
                <a:solidFill>
                  <a:srgbClr val="000000"/>
                </a:solidFill>
                <a:latin typeface="Times New Roman" panose="02020603050405020304" pitchFamily="18" charset="0"/>
                <a:ea typeface="宋体" panose="02010600030101010101" pitchFamily="2" charset="-122"/>
              </a:rPr>
              <a:t>id</a:t>
            </a:r>
          </a:p>
        </p:txBody>
      </p:sp>
      <p:sp>
        <p:nvSpPr>
          <p:cNvPr id="91139" name="Text Box 3"/>
          <p:cNvSpPr txBox="1"/>
          <p:nvPr/>
        </p:nvSpPr>
        <p:spPr>
          <a:xfrm>
            <a:off x="3779838" y="987425"/>
            <a:ext cx="1246187" cy="1262063"/>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1</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E′→E· </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E→E · +E</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E→E · *E</a:t>
            </a:r>
            <a:endParaRPr lang="en-US" altLang="zh-CN" sz="2000" b="1" i="1" dirty="0">
              <a:solidFill>
                <a:srgbClr val="000000"/>
              </a:solidFill>
              <a:latin typeface="Times New Roman" panose="02020603050405020304" pitchFamily="18" charset="0"/>
              <a:ea typeface="宋体" panose="02010600030101010101" pitchFamily="2" charset="-122"/>
            </a:endParaRPr>
          </a:p>
        </p:txBody>
      </p:sp>
      <p:sp>
        <p:nvSpPr>
          <p:cNvPr id="91140" name="Line 4"/>
          <p:cNvSpPr/>
          <p:nvPr/>
        </p:nvSpPr>
        <p:spPr>
          <a:xfrm flipV="1">
            <a:off x="3438525" y="1881188"/>
            <a:ext cx="319088" cy="0"/>
          </a:xfrm>
          <a:prstGeom prst="line">
            <a:avLst/>
          </a:prstGeom>
          <a:ln w="38100" cap="flat" cmpd="sng">
            <a:solidFill>
              <a:schemeClr val="tx1"/>
            </a:solidFill>
            <a:prstDash val="solid"/>
            <a:headEnd type="none" w="sm" len="sm"/>
            <a:tailEnd type="triangle" w="med" len="med"/>
          </a:ln>
        </p:spPr>
      </p:sp>
      <p:sp>
        <p:nvSpPr>
          <p:cNvPr id="91141" name="Text Box 5"/>
          <p:cNvSpPr txBox="1"/>
          <p:nvPr/>
        </p:nvSpPr>
        <p:spPr>
          <a:xfrm>
            <a:off x="3805238" y="2424113"/>
            <a:ext cx="1214437" cy="1784350"/>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2</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a:t>
            </a:r>
            <a:r>
              <a:rPr lang="en-US" altLang="zh-CN" sz="1800" b="1" dirty="0">
                <a:solidFill>
                  <a:srgbClr val="000000"/>
                </a:solidFill>
                <a:latin typeface="Times New Roman" panose="02020603050405020304" pitchFamily="18" charset="0"/>
                <a:ea typeface="宋体" panose="02010600030101010101" pitchFamily="2" charset="-122"/>
              </a:rPr>
              <a:t>(</a:t>
            </a:r>
            <a:r>
              <a:rPr lang="en-US" altLang="zh-CN" sz="1800" b="1" i="1" dirty="0">
                <a:solidFill>
                  <a:srgbClr val="000000"/>
                </a:solidFill>
                <a:latin typeface="Times New Roman" panose="02020603050405020304" pitchFamily="18" charset="0"/>
                <a:ea typeface="宋体" panose="02010600030101010101" pitchFamily="2" charset="-122"/>
              </a:rPr>
              <a:t>· E</a:t>
            </a:r>
            <a:r>
              <a:rPr lang="en-US" altLang="zh-CN" sz="1800" b="1" dirty="0">
                <a:solidFill>
                  <a:srgbClr val="000000"/>
                </a:solidFill>
                <a:latin typeface="Times New Roman" panose="02020603050405020304" pitchFamily="18" charset="0"/>
                <a:ea typeface="宋体" panose="02010600030101010101" pitchFamily="2" charset="-122"/>
              </a:rPr>
              <a:t>)</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E+E</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E*E</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a:t>
            </a:r>
            <a:r>
              <a:rPr lang="en-US" altLang="zh-CN" sz="1800" b="1" dirty="0">
                <a:solidFill>
                  <a:srgbClr val="000000"/>
                </a:solidFill>
                <a:latin typeface="Times New Roman" panose="02020603050405020304" pitchFamily="18" charset="0"/>
                <a:ea typeface="宋体" panose="02010600030101010101" pitchFamily="2" charset="-122"/>
              </a:rPr>
              <a:t>(</a:t>
            </a:r>
            <a:r>
              <a:rPr lang="en-US" altLang="zh-CN" sz="1800" b="1" i="1" dirty="0">
                <a:solidFill>
                  <a:srgbClr val="000000"/>
                </a:solidFill>
                <a:latin typeface="Times New Roman" panose="02020603050405020304" pitchFamily="18" charset="0"/>
                <a:ea typeface="宋体" panose="02010600030101010101" pitchFamily="2" charset="-122"/>
              </a:rPr>
              <a:t>E</a:t>
            </a:r>
            <a:r>
              <a:rPr lang="en-US" altLang="zh-CN" sz="1800" b="1" dirty="0">
                <a:solidFill>
                  <a:srgbClr val="000000"/>
                </a:solidFill>
                <a:latin typeface="Times New Roman" panose="02020603050405020304" pitchFamily="18" charset="0"/>
                <a:ea typeface="宋体" panose="02010600030101010101" pitchFamily="2" charset="-122"/>
              </a:rPr>
              <a:t>)</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a:t>
            </a:r>
            <a:r>
              <a:rPr lang="en-US" altLang="zh-CN" sz="1800" b="1" dirty="0">
                <a:solidFill>
                  <a:srgbClr val="000000"/>
                </a:solidFill>
                <a:latin typeface="Times New Roman" panose="02020603050405020304" pitchFamily="18" charset="0"/>
                <a:ea typeface="宋体" panose="02010600030101010101" pitchFamily="2" charset="-122"/>
              </a:rPr>
              <a:t>id</a:t>
            </a:r>
          </a:p>
        </p:txBody>
      </p:sp>
      <p:sp>
        <p:nvSpPr>
          <p:cNvPr id="91142" name="Line 6"/>
          <p:cNvSpPr/>
          <p:nvPr/>
        </p:nvSpPr>
        <p:spPr>
          <a:xfrm flipV="1">
            <a:off x="3432175" y="2714625"/>
            <a:ext cx="384175" cy="0"/>
          </a:xfrm>
          <a:prstGeom prst="line">
            <a:avLst/>
          </a:prstGeom>
          <a:ln w="38100" cap="flat" cmpd="sng">
            <a:solidFill>
              <a:schemeClr val="tx1"/>
            </a:solidFill>
            <a:prstDash val="solid"/>
            <a:headEnd type="none" w="sm" len="sm"/>
            <a:tailEnd type="triangle" w="med" len="med"/>
          </a:ln>
        </p:spPr>
      </p:sp>
      <p:sp>
        <p:nvSpPr>
          <p:cNvPr id="91143" name="Text Box 7"/>
          <p:cNvSpPr txBox="1"/>
          <p:nvPr/>
        </p:nvSpPr>
        <p:spPr>
          <a:xfrm>
            <a:off x="3419475" y="2211388"/>
            <a:ext cx="503238"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a:t>
            </a:r>
          </a:p>
        </p:txBody>
      </p:sp>
      <p:sp>
        <p:nvSpPr>
          <p:cNvPr id="91144" name="Text Box 8"/>
          <p:cNvSpPr txBox="1"/>
          <p:nvPr/>
        </p:nvSpPr>
        <p:spPr>
          <a:xfrm>
            <a:off x="2339975" y="4384675"/>
            <a:ext cx="1066800" cy="708025"/>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3</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a:t>
            </a:r>
            <a:r>
              <a:rPr lang="en-US" altLang="zh-CN" sz="1800" b="1" dirty="0">
                <a:solidFill>
                  <a:srgbClr val="000000"/>
                </a:solidFill>
                <a:latin typeface="Times New Roman" panose="02020603050405020304" pitchFamily="18" charset="0"/>
                <a:ea typeface="宋体" panose="02010600030101010101" pitchFamily="2" charset="-122"/>
              </a:rPr>
              <a:t>id</a:t>
            </a:r>
            <a:r>
              <a:rPr lang="en-US" altLang="zh-CN" sz="2000" b="1" i="1" dirty="0">
                <a:solidFill>
                  <a:srgbClr val="000000"/>
                </a:solidFill>
                <a:latin typeface="Times New Roman" panose="02020603050405020304" pitchFamily="18" charset="0"/>
                <a:ea typeface="宋体" panose="02010600030101010101" pitchFamily="2" charset="-122"/>
              </a:rPr>
              <a:t> ·</a:t>
            </a:r>
          </a:p>
        </p:txBody>
      </p:sp>
      <p:sp>
        <p:nvSpPr>
          <p:cNvPr id="91145" name="Line 9"/>
          <p:cNvSpPr/>
          <p:nvPr/>
        </p:nvSpPr>
        <p:spPr>
          <a:xfrm>
            <a:off x="2941638" y="3275013"/>
            <a:ext cx="9525" cy="1096962"/>
          </a:xfrm>
          <a:prstGeom prst="line">
            <a:avLst/>
          </a:prstGeom>
          <a:ln w="38100" cap="flat" cmpd="sng">
            <a:solidFill>
              <a:schemeClr val="tx1"/>
            </a:solidFill>
            <a:prstDash val="solid"/>
            <a:headEnd type="none" w="sm" len="sm"/>
            <a:tailEnd type="triangle" w="med" len="med"/>
          </a:ln>
        </p:spPr>
      </p:sp>
      <p:sp>
        <p:nvSpPr>
          <p:cNvPr id="91146" name="Text Box 10"/>
          <p:cNvSpPr txBox="1"/>
          <p:nvPr/>
        </p:nvSpPr>
        <p:spPr>
          <a:xfrm>
            <a:off x="2533650" y="3279775"/>
            <a:ext cx="598488"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id</a:t>
            </a:r>
          </a:p>
        </p:txBody>
      </p:sp>
      <p:sp>
        <p:nvSpPr>
          <p:cNvPr id="91147" name="Text Box 11"/>
          <p:cNvSpPr txBox="1"/>
          <p:nvPr/>
        </p:nvSpPr>
        <p:spPr>
          <a:xfrm>
            <a:off x="5753100" y="1022350"/>
            <a:ext cx="1211263" cy="1477963"/>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lnSpc>
                <a:spcPts val="1800"/>
              </a:lnSpc>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4</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E→E+ · E</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E+E</a:t>
            </a:r>
          </a:p>
          <a:p>
            <a:pPr marL="0" lvl="0" indent="0"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E*E</a:t>
            </a:r>
          </a:p>
          <a:p>
            <a:pPr marL="0" lvl="0" indent="0"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a:t>
            </a:r>
            <a:r>
              <a:rPr lang="en-US" altLang="zh-CN" sz="1800" b="1" dirty="0">
                <a:solidFill>
                  <a:srgbClr val="000000"/>
                </a:solidFill>
                <a:latin typeface="Times New Roman" panose="02020603050405020304" pitchFamily="18" charset="0"/>
                <a:ea typeface="宋体" panose="02010600030101010101" pitchFamily="2" charset="-122"/>
              </a:rPr>
              <a:t>(</a:t>
            </a:r>
            <a:r>
              <a:rPr lang="en-US" altLang="zh-CN" sz="1800" b="1" i="1" dirty="0">
                <a:solidFill>
                  <a:srgbClr val="000000"/>
                </a:solidFill>
                <a:latin typeface="Times New Roman" panose="02020603050405020304" pitchFamily="18" charset="0"/>
                <a:ea typeface="宋体" panose="02010600030101010101" pitchFamily="2" charset="-122"/>
              </a:rPr>
              <a:t>E</a:t>
            </a:r>
            <a:r>
              <a:rPr lang="en-US" altLang="zh-CN" sz="1800" b="1" dirty="0">
                <a:solidFill>
                  <a:srgbClr val="000000"/>
                </a:solidFill>
                <a:latin typeface="Times New Roman" panose="02020603050405020304" pitchFamily="18" charset="0"/>
                <a:ea typeface="宋体" panose="02010600030101010101" pitchFamily="2" charset="-122"/>
              </a:rPr>
              <a:t>)</a:t>
            </a:r>
          </a:p>
          <a:p>
            <a:pPr marL="0" lvl="0" indent="0"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a:t>
            </a:r>
            <a:r>
              <a:rPr lang="en-US" altLang="zh-CN" sz="1800" b="1" dirty="0">
                <a:solidFill>
                  <a:srgbClr val="000000"/>
                </a:solidFill>
                <a:latin typeface="Times New Roman" panose="02020603050405020304" pitchFamily="18" charset="0"/>
                <a:ea typeface="宋体" panose="02010600030101010101" pitchFamily="2" charset="-122"/>
              </a:rPr>
              <a:t>id</a:t>
            </a:r>
          </a:p>
        </p:txBody>
      </p:sp>
      <p:sp>
        <p:nvSpPr>
          <p:cNvPr id="91148" name="Text Box 12"/>
          <p:cNvSpPr txBox="1"/>
          <p:nvPr/>
        </p:nvSpPr>
        <p:spPr>
          <a:xfrm>
            <a:off x="5753100" y="2535238"/>
            <a:ext cx="1250950" cy="1476375"/>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lnSpc>
                <a:spcPts val="1800"/>
              </a:lnSpc>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5</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E* · E</a:t>
            </a:r>
          </a:p>
          <a:p>
            <a:pPr marL="0" lvl="0" indent="0"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E+E</a:t>
            </a:r>
          </a:p>
          <a:p>
            <a:pPr marL="0" lvl="0" indent="0"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E*E</a:t>
            </a:r>
          </a:p>
          <a:p>
            <a:pPr marL="0" lvl="0" indent="0"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a:t>
            </a:r>
            <a:r>
              <a:rPr lang="en-US" altLang="zh-CN" sz="1800" b="1" dirty="0">
                <a:solidFill>
                  <a:srgbClr val="000000"/>
                </a:solidFill>
                <a:latin typeface="Times New Roman" panose="02020603050405020304" pitchFamily="18" charset="0"/>
                <a:ea typeface="宋体" panose="02010600030101010101" pitchFamily="2" charset="-122"/>
              </a:rPr>
              <a:t>(</a:t>
            </a:r>
            <a:r>
              <a:rPr lang="en-US" altLang="zh-CN" sz="1800" b="1" i="1" dirty="0">
                <a:solidFill>
                  <a:srgbClr val="000000"/>
                </a:solidFill>
                <a:latin typeface="Times New Roman" panose="02020603050405020304" pitchFamily="18" charset="0"/>
                <a:ea typeface="宋体" panose="02010600030101010101" pitchFamily="2" charset="-122"/>
              </a:rPr>
              <a:t>E</a:t>
            </a:r>
            <a:r>
              <a:rPr lang="en-US" altLang="zh-CN" sz="1800" b="1" dirty="0">
                <a:solidFill>
                  <a:srgbClr val="000000"/>
                </a:solidFill>
                <a:latin typeface="Times New Roman" panose="02020603050405020304" pitchFamily="18" charset="0"/>
                <a:ea typeface="宋体" panose="02010600030101010101" pitchFamily="2" charset="-122"/>
              </a:rPr>
              <a:t>)</a:t>
            </a:r>
          </a:p>
          <a:p>
            <a:pPr marL="0" lvl="0" indent="0"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a:t>
            </a:r>
            <a:r>
              <a:rPr lang="en-US" altLang="zh-CN" sz="1800" b="1" dirty="0">
                <a:solidFill>
                  <a:srgbClr val="000000"/>
                </a:solidFill>
                <a:latin typeface="Times New Roman" panose="02020603050405020304" pitchFamily="18" charset="0"/>
                <a:ea typeface="宋体" panose="02010600030101010101" pitchFamily="2" charset="-122"/>
              </a:rPr>
              <a:t>id</a:t>
            </a:r>
          </a:p>
        </p:txBody>
      </p:sp>
      <p:sp>
        <p:nvSpPr>
          <p:cNvPr id="91149" name="Text Box 15"/>
          <p:cNvSpPr txBox="1"/>
          <p:nvPr/>
        </p:nvSpPr>
        <p:spPr>
          <a:xfrm>
            <a:off x="3470275" y="3662363"/>
            <a:ext cx="533400"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id</a:t>
            </a:r>
          </a:p>
        </p:txBody>
      </p:sp>
      <p:sp>
        <p:nvSpPr>
          <p:cNvPr id="91150" name="Text Box 17"/>
          <p:cNvSpPr txBox="1"/>
          <p:nvPr/>
        </p:nvSpPr>
        <p:spPr>
          <a:xfrm>
            <a:off x="5753100" y="4076700"/>
            <a:ext cx="1244600" cy="1016000"/>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lnSpc>
                <a:spcPts val="1800"/>
              </a:lnSpc>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6</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a:t>
            </a:r>
            <a:r>
              <a:rPr lang="en-US" altLang="zh-CN" sz="1800" b="1" dirty="0">
                <a:solidFill>
                  <a:srgbClr val="000000"/>
                </a:solidFill>
                <a:latin typeface="Times New Roman" panose="02020603050405020304" pitchFamily="18" charset="0"/>
                <a:ea typeface="宋体" panose="02010600030101010101" pitchFamily="2" charset="-122"/>
              </a:rPr>
              <a:t>(</a:t>
            </a:r>
            <a:r>
              <a:rPr lang="en-US" altLang="zh-CN" sz="1800" b="1" i="1" dirty="0">
                <a:solidFill>
                  <a:srgbClr val="000000"/>
                </a:solidFill>
                <a:latin typeface="Times New Roman" panose="02020603050405020304" pitchFamily="18" charset="0"/>
                <a:ea typeface="宋体" panose="02010600030101010101" pitchFamily="2" charset="-122"/>
              </a:rPr>
              <a:t>E · </a:t>
            </a:r>
            <a:r>
              <a:rPr lang="en-US" altLang="zh-CN" sz="1800" b="1" dirty="0">
                <a:solidFill>
                  <a:srgbClr val="000000"/>
                </a:solidFill>
                <a:latin typeface="Times New Roman" panose="02020603050405020304" pitchFamily="18" charset="0"/>
                <a:ea typeface="宋体" panose="02010600030101010101" pitchFamily="2" charset="-122"/>
              </a:rPr>
              <a:t>)</a:t>
            </a:r>
          </a:p>
          <a:p>
            <a:pPr marL="0" lvl="0" indent="0"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E→E · +E</a:t>
            </a:r>
          </a:p>
          <a:p>
            <a:pPr marL="0" lvl="0" indent="0"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E→E · *E</a:t>
            </a:r>
          </a:p>
        </p:txBody>
      </p:sp>
      <p:sp>
        <p:nvSpPr>
          <p:cNvPr id="91151" name="Line 18"/>
          <p:cNvSpPr/>
          <p:nvPr/>
        </p:nvSpPr>
        <p:spPr>
          <a:xfrm>
            <a:off x="5026025" y="3937000"/>
            <a:ext cx="719138" cy="277813"/>
          </a:xfrm>
          <a:prstGeom prst="line">
            <a:avLst/>
          </a:prstGeom>
          <a:ln w="38100" cap="flat" cmpd="sng">
            <a:solidFill>
              <a:schemeClr val="tx1"/>
            </a:solidFill>
            <a:prstDash val="solid"/>
            <a:headEnd type="none" w="sm" len="sm"/>
            <a:tailEnd type="triangle" w="med" len="med"/>
          </a:ln>
        </p:spPr>
      </p:sp>
      <p:sp>
        <p:nvSpPr>
          <p:cNvPr id="91152" name="Text Box 19"/>
          <p:cNvSpPr txBox="1"/>
          <p:nvPr/>
        </p:nvSpPr>
        <p:spPr>
          <a:xfrm>
            <a:off x="4951413" y="3463925"/>
            <a:ext cx="4572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rgbClr val="000000"/>
                </a:solidFill>
                <a:latin typeface="Times New Roman" panose="02020603050405020304" pitchFamily="18" charset="0"/>
                <a:ea typeface="宋体" panose="02010600030101010101" pitchFamily="2" charset="-122"/>
              </a:rPr>
              <a:t>E</a:t>
            </a:r>
          </a:p>
        </p:txBody>
      </p:sp>
      <p:sp>
        <p:nvSpPr>
          <p:cNvPr id="91153" name="Text Box 20"/>
          <p:cNvSpPr txBox="1"/>
          <p:nvPr/>
        </p:nvSpPr>
        <p:spPr>
          <a:xfrm>
            <a:off x="7408863" y="701675"/>
            <a:ext cx="1296987" cy="1293813"/>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7</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ea typeface="宋体" panose="02010600030101010101" pitchFamily="2" charset="-122"/>
              </a:rPr>
              <a:t>E→E+E</a:t>
            </a:r>
            <a:r>
              <a:rPr lang="en-US" altLang="zh-CN" sz="2000" b="1" i="1" dirty="0">
                <a:solidFill>
                  <a:srgbClr val="FF0000"/>
                </a:solidFill>
                <a:latin typeface="Times New Roman" panose="02020603050405020304" pitchFamily="18" charset="0"/>
                <a:ea typeface="宋体" panose="02010600030101010101" pitchFamily="2" charset="-122"/>
              </a:rPr>
              <a:t> ·</a:t>
            </a:r>
          </a:p>
          <a:p>
            <a:pPr marL="0" lvl="0" indent="0" eaLnBrk="1" hangingPunct="1">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ea typeface="宋体" panose="02010600030101010101" pitchFamily="2" charset="-122"/>
              </a:rPr>
              <a:t>E→E · +E</a:t>
            </a:r>
          </a:p>
          <a:p>
            <a:pPr marL="0" lvl="0" indent="0" eaLnBrk="1" hangingPunct="1">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ea typeface="宋体" panose="02010600030101010101" pitchFamily="2" charset="-122"/>
              </a:rPr>
              <a:t>E→E · *E</a:t>
            </a:r>
            <a:endParaRPr lang="en-US" altLang="zh-CN" sz="2000" b="1" i="1" dirty="0">
              <a:solidFill>
                <a:srgbClr val="FF0000"/>
              </a:solidFill>
              <a:latin typeface="Times New Roman" panose="02020603050405020304" pitchFamily="18" charset="0"/>
              <a:ea typeface="宋体" panose="02010600030101010101" pitchFamily="2" charset="-122"/>
            </a:endParaRPr>
          </a:p>
        </p:txBody>
      </p:sp>
      <p:sp>
        <p:nvSpPr>
          <p:cNvPr id="91154" name="Line 21"/>
          <p:cNvSpPr/>
          <p:nvPr/>
        </p:nvSpPr>
        <p:spPr>
          <a:xfrm flipH="1">
            <a:off x="3402013" y="4108450"/>
            <a:ext cx="361950" cy="541338"/>
          </a:xfrm>
          <a:prstGeom prst="line">
            <a:avLst/>
          </a:prstGeom>
          <a:ln w="38100" cap="flat" cmpd="sng">
            <a:solidFill>
              <a:schemeClr val="tx1"/>
            </a:solidFill>
            <a:prstDash val="solid"/>
            <a:headEnd type="none" w="sm" len="sm"/>
            <a:tailEnd type="triangle" w="med" len="med"/>
          </a:ln>
        </p:spPr>
      </p:sp>
      <p:sp>
        <p:nvSpPr>
          <p:cNvPr id="91155" name="Text Box 22"/>
          <p:cNvSpPr txBox="1"/>
          <p:nvPr/>
        </p:nvSpPr>
        <p:spPr>
          <a:xfrm>
            <a:off x="6948488" y="3757613"/>
            <a:ext cx="457200"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a:t>
            </a:r>
          </a:p>
        </p:txBody>
      </p:sp>
      <p:sp>
        <p:nvSpPr>
          <p:cNvPr id="91156" name="Text Box 23"/>
          <p:cNvSpPr txBox="1"/>
          <p:nvPr/>
        </p:nvSpPr>
        <p:spPr>
          <a:xfrm>
            <a:off x="7418388" y="2438400"/>
            <a:ext cx="1296987" cy="1292225"/>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8</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ea typeface="宋体" panose="02010600030101010101" pitchFamily="2" charset="-122"/>
              </a:rPr>
              <a:t>E→E*E</a:t>
            </a:r>
            <a:r>
              <a:rPr lang="en-US" altLang="zh-CN" sz="2000" b="1" i="1" dirty="0">
                <a:solidFill>
                  <a:srgbClr val="FF0000"/>
                </a:solidFill>
                <a:latin typeface="Times New Roman" panose="02020603050405020304" pitchFamily="18" charset="0"/>
                <a:ea typeface="宋体" panose="02010600030101010101" pitchFamily="2" charset="-122"/>
              </a:rPr>
              <a:t> ·</a:t>
            </a:r>
          </a:p>
          <a:p>
            <a:pPr marL="0" lvl="0" indent="0" eaLnBrk="1" hangingPunct="1">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ea typeface="宋体" panose="02010600030101010101" pitchFamily="2" charset="-122"/>
              </a:rPr>
              <a:t>E→E</a:t>
            </a:r>
            <a:r>
              <a:rPr lang="en-US" altLang="zh-CN" sz="1800" b="1" i="1" dirty="0">
                <a:solidFill>
                  <a:srgbClr val="000000"/>
                </a:solidFill>
                <a:latin typeface="Times New Roman" panose="02020603050405020304" pitchFamily="18" charset="0"/>
                <a:ea typeface="宋体" panose="02010600030101010101" pitchFamily="2" charset="-122"/>
              </a:rPr>
              <a:t> </a:t>
            </a:r>
            <a:r>
              <a:rPr lang="en-US" altLang="zh-CN" sz="1800" b="1" i="1" dirty="0">
                <a:solidFill>
                  <a:srgbClr val="FF0000"/>
                </a:solidFill>
                <a:latin typeface="Times New Roman" panose="02020603050405020304" pitchFamily="18" charset="0"/>
                <a:ea typeface="宋体" panose="02010600030101010101" pitchFamily="2" charset="-122"/>
              </a:rPr>
              <a:t>·</a:t>
            </a:r>
            <a:r>
              <a:rPr lang="en-US" altLang="zh-CN" sz="1800" b="1" i="1" dirty="0">
                <a:solidFill>
                  <a:srgbClr val="000000"/>
                </a:solidFill>
                <a:latin typeface="Times New Roman" panose="02020603050405020304" pitchFamily="18" charset="0"/>
                <a:ea typeface="宋体" panose="02010600030101010101" pitchFamily="2" charset="-122"/>
              </a:rPr>
              <a:t> </a:t>
            </a:r>
            <a:r>
              <a:rPr lang="en-US" altLang="zh-CN" sz="1800" b="1" i="1" dirty="0">
                <a:solidFill>
                  <a:srgbClr val="FF0000"/>
                </a:solidFill>
                <a:latin typeface="Times New Roman" panose="02020603050405020304" pitchFamily="18" charset="0"/>
                <a:ea typeface="宋体" panose="02010600030101010101" pitchFamily="2" charset="-122"/>
              </a:rPr>
              <a:t>+E</a:t>
            </a:r>
          </a:p>
          <a:p>
            <a:pPr marL="0" lvl="0" indent="0" eaLnBrk="1" hangingPunct="1">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ea typeface="宋体" panose="02010600030101010101" pitchFamily="2" charset="-122"/>
              </a:rPr>
              <a:t>E→E</a:t>
            </a:r>
            <a:r>
              <a:rPr lang="en-US" altLang="zh-CN" sz="1800" b="1" i="1" dirty="0">
                <a:solidFill>
                  <a:srgbClr val="000000"/>
                </a:solidFill>
                <a:latin typeface="Times New Roman" panose="02020603050405020304" pitchFamily="18" charset="0"/>
                <a:ea typeface="宋体" panose="02010600030101010101" pitchFamily="2" charset="-122"/>
              </a:rPr>
              <a:t> </a:t>
            </a:r>
            <a:r>
              <a:rPr lang="en-US" altLang="zh-CN" sz="1800" b="1" i="1" dirty="0">
                <a:solidFill>
                  <a:srgbClr val="FF0000"/>
                </a:solidFill>
                <a:latin typeface="Times New Roman" panose="02020603050405020304" pitchFamily="18" charset="0"/>
                <a:ea typeface="宋体" panose="02010600030101010101" pitchFamily="2" charset="-122"/>
              </a:rPr>
              <a:t>·</a:t>
            </a:r>
            <a:r>
              <a:rPr lang="en-US" altLang="zh-CN" sz="1800" b="1" i="1" dirty="0">
                <a:solidFill>
                  <a:srgbClr val="000000"/>
                </a:solidFill>
                <a:latin typeface="Times New Roman" panose="02020603050405020304" pitchFamily="18" charset="0"/>
                <a:ea typeface="宋体" panose="02010600030101010101" pitchFamily="2" charset="-122"/>
              </a:rPr>
              <a:t> </a:t>
            </a:r>
            <a:r>
              <a:rPr lang="en-US" altLang="zh-CN" sz="1800" b="1" i="1" dirty="0">
                <a:solidFill>
                  <a:srgbClr val="FF0000"/>
                </a:solidFill>
                <a:latin typeface="Times New Roman" panose="02020603050405020304" pitchFamily="18" charset="0"/>
                <a:ea typeface="宋体" panose="02010600030101010101" pitchFamily="2" charset="-122"/>
              </a:rPr>
              <a:t>*E</a:t>
            </a:r>
            <a:endParaRPr lang="en-US" altLang="zh-CN" sz="2000" b="1" i="1" dirty="0">
              <a:solidFill>
                <a:srgbClr val="FF0000"/>
              </a:solidFill>
              <a:latin typeface="Times New Roman" panose="02020603050405020304" pitchFamily="18" charset="0"/>
              <a:ea typeface="宋体" panose="02010600030101010101" pitchFamily="2" charset="-122"/>
            </a:endParaRPr>
          </a:p>
        </p:txBody>
      </p:sp>
      <p:sp>
        <p:nvSpPr>
          <p:cNvPr id="91157" name="Line 24"/>
          <p:cNvSpPr/>
          <p:nvPr/>
        </p:nvSpPr>
        <p:spPr>
          <a:xfrm>
            <a:off x="5026025" y="1131888"/>
            <a:ext cx="739775" cy="0"/>
          </a:xfrm>
          <a:prstGeom prst="line">
            <a:avLst/>
          </a:prstGeom>
          <a:ln w="38100" cap="flat" cmpd="sng">
            <a:solidFill>
              <a:schemeClr val="tx1"/>
            </a:solidFill>
            <a:prstDash val="solid"/>
            <a:headEnd type="none" w="sm" len="sm"/>
            <a:tailEnd type="triangle" w="med" len="med"/>
          </a:ln>
        </p:spPr>
      </p:sp>
      <p:sp>
        <p:nvSpPr>
          <p:cNvPr id="91158" name="Text Box 25"/>
          <p:cNvSpPr txBox="1"/>
          <p:nvPr/>
        </p:nvSpPr>
        <p:spPr>
          <a:xfrm>
            <a:off x="5011738" y="814388"/>
            <a:ext cx="381000"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a:t>
            </a:r>
          </a:p>
        </p:txBody>
      </p:sp>
      <p:sp>
        <p:nvSpPr>
          <p:cNvPr id="91159" name="Text Box 26"/>
          <p:cNvSpPr txBox="1"/>
          <p:nvPr/>
        </p:nvSpPr>
        <p:spPr>
          <a:xfrm>
            <a:off x="7405688" y="4370388"/>
            <a:ext cx="1223962" cy="708025"/>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9</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a:t>
            </a:r>
            <a:r>
              <a:rPr lang="en-US" altLang="zh-CN" sz="1800" b="1" dirty="0">
                <a:solidFill>
                  <a:srgbClr val="000000"/>
                </a:solidFill>
                <a:latin typeface="Times New Roman" panose="02020603050405020304" pitchFamily="18" charset="0"/>
                <a:ea typeface="宋体" panose="02010600030101010101" pitchFamily="2" charset="-122"/>
              </a:rPr>
              <a:t>(</a:t>
            </a:r>
            <a:r>
              <a:rPr lang="en-US" altLang="zh-CN" sz="1800" b="1" i="1" dirty="0">
                <a:solidFill>
                  <a:srgbClr val="000000"/>
                </a:solidFill>
                <a:latin typeface="Times New Roman" panose="02020603050405020304" pitchFamily="18" charset="0"/>
                <a:ea typeface="宋体" panose="02010600030101010101" pitchFamily="2" charset="-122"/>
              </a:rPr>
              <a:t>E</a:t>
            </a:r>
            <a:r>
              <a:rPr lang="en-US" altLang="zh-CN" sz="1800" b="1" dirty="0">
                <a:solidFill>
                  <a:srgbClr val="000000"/>
                </a:solidFill>
                <a:latin typeface="Times New Roman" panose="02020603050405020304" pitchFamily="18" charset="0"/>
                <a:ea typeface="宋体" panose="02010600030101010101" pitchFamily="2" charset="-122"/>
              </a:rPr>
              <a:t>)</a:t>
            </a:r>
            <a:r>
              <a:rPr lang="en-US" altLang="zh-CN" sz="2000" b="1" i="1" dirty="0">
                <a:solidFill>
                  <a:srgbClr val="000000"/>
                </a:solidFill>
                <a:latin typeface="Times New Roman" panose="02020603050405020304" pitchFamily="18" charset="0"/>
                <a:ea typeface="宋体" panose="02010600030101010101" pitchFamily="2" charset="-122"/>
              </a:rPr>
              <a:t> ·</a:t>
            </a:r>
          </a:p>
        </p:txBody>
      </p:sp>
      <p:sp>
        <p:nvSpPr>
          <p:cNvPr id="91160" name="Line 27"/>
          <p:cNvSpPr/>
          <p:nvPr/>
        </p:nvSpPr>
        <p:spPr>
          <a:xfrm>
            <a:off x="6970713" y="3141663"/>
            <a:ext cx="471487" cy="0"/>
          </a:xfrm>
          <a:prstGeom prst="line">
            <a:avLst/>
          </a:prstGeom>
          <a:ln w="38100" cap="flat" cmpd="sng">
            <a:solidFill>
              <a:schemeClr val="tx1"/>
            </a:solidFill>
            <a:prstDash val="solid"/>
            <a:headEnd type="none" w="sm" len="sm"/>
            <a:tailEnd type="triangle" w="med" len="med"/>
          </a:ln>
        </p:spPr>
      </p:sp>
      <p:sp>
        <p:nvSpPr>
          <p:cNvPr id="91161" name="Text Box 28"/>
          <p:cNvSpPr txBox="1"/>
          <p:nvPr/>
        </p:nvSpPr>
        <p:spPr>
          <a:xfrm>
            <a:off x="6980238" y="2613025"/>
            <a:ext cx="5334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rgbClr val="000000"/>
                </a:solidFill>
                <a:latin typeface="Times New Roman" panose="02020603050405020304" pitchFamily="18" charset="0"/>
                <a:ea typeface="宋体" panose="02010600030101010101" pitchFamily="2" charset="-122"/>
              </a:rPr>
              <a:t>E</a:t>
            </a:r>
          </a:p>
        </p:txBody>
      </p:sp>
      <p:sp>
        <p:nvSpPr>
          <p:cNvPr id="91162" name="Line 29"/>
          <p:cNvSpPr/>
          <p:nvPr/>
        </p:nvSpPr>
        <p:spPr>
          <a:xfrm>
            <a:off x="5043488" y="1698625"/>
            <a:ext cx="698500" cy="927100"/>
          </a:xfrm>
          <a:prstGeom prst="line">
            <a:avLst/>
          </a:prstGeom>
          <a:ln w="38100" cap="flat" cmpd="sng">
            <a:solidFill>
              <a:schemeClr val="tx1"/>
            </a:solidFill>
            <a:prstDash val="solid"/>
            <a:headEnd type="none" w="sm" len="sm"/>
            <a:tailEnd type="triangle" w="med" len="med"/>
          </a:ln>
        </p:spPr>
      </p:sp>
      <p:sp>
        <p:nvSpPr>
          <p:cNvPr id="91163" name="Text Box 30"/>
          <p:cNvSpPr txBox="1"/>
          <p:nvPr/>
        </p:nvSpPr>
        <p:spPr>
          <a:xfrm>
            <a:off x="4954588" y="1381125"/>
            <a:ext cx="5334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b="1" dirty="0">
                <a:solidFill>
                  <a:srgbClr val="000000"/>
                </a:solidFill>
                <a:latin typeface="Times New Roman" panose="02020603050405020304" pitchFamily="18" charset="0"/>
                <a:ea typeface="楷体_GB2312"/>
              </a:rPr>
              <a:t>*</a:t>
            </a:r>
          </a:p>
        </p:txBody>
      </p:sp>
      <p:sp>
        <p:nvSpPr>
          <p:cNvPr id="91164" name="Text Box 32"/>
          <p:cNvSpPr txBox="1"/>
          <p:nvPr/>
        </p:nvSpPr>
        <p:spPr>
          <a:xfrm>
            <a:off x="7010400" y="4702175"/>
            <a:ext cx="4572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a:t>
            </a:r>
          </a:p>
        </p:txBody>
      </p:sp>
      <p:sp>
        <p:nvSpPr>
          <p:cNvPr id="91165" name="Text Box 34"/>
          <p:cNvSpPr txBox="1"/>
          <p:nvPr/>
        </p:nvSpPr>
        <p:spPr>
          <a:xfrm>
            <a:off x="1916113" y="685800"/>
            <a:ext cx="6858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id</a:t>
            </a:r>
          </a:p>
        </p:txBody>
      </p:sp>
      <p:sp>
        <p:nvSpPr>
          <p:cNvPr id="91166" name="Text Box 35"/>
          <p:cNvSpPr txBox="1"/>
          <p:nvPr/>
        </p:nvSpPr>
        <p:spPr>
          <a:xfrm>
            <a:off x="3419475" y="1389063"/>
            <a:ext cx="533400"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rgbClr val="000000"/>
                </a:solidFill>
                <a:latin typeface="Times New Roman" panose="02020603050405020304" pitchFamily="18" charset="0"/>
                <a:ea typeface="宋体" panose="02010600030101010101" pitchFamily="2" charset="-122"/>
              </a:rPr>
              <a:t>E</a:t>
            </a:r>
          </a:p>
        </p:txBody>
      </p:sp>
      <p:sp>
        <p:nvSpPr>
          <p:cNvPr id="180255" name="Rectangle 37"/>
          <p:cNvSpPr>
            <a:spLocks noChangeArrowheads="1"/>
          </p:cNvSpPr>
          <p:nvPr/>
        </p:nvSpPr>
        <p:spPr bwMode="auto">
          <a:xfrm>
            <a:off x="527050" y="1516063"/>
            <a:ext cx="1165225" cy="1631950"/>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buClr>
                <a:srgbClr val="000000"/>
              </a:buClr>
              <a:buNone/>
            </a:pPr>
            <a:r>
              <a:rPr lang="en-US" altLang="en-US" sz="2000" b="1" dirty="0">
                <a:solidFill>
                  <a:srgbClr val="000000"/>
                </a:solidFill>
                <a:latin typeface="华文楷体" panose="02010600040101010101" pitchFamily="2" charset="-122"/>
                <a:ea typeface="华文楷体" panose="02010600040101010101" pitchFamily="2" charset="-122"/>
              </a:rPr>
              <a:t>文法</a:t>
            </a:r>
            <a:endParaRPr lang="en-US" altLang="zh-CN" sz="2000" b="1" dirty="0">
              <a:solidFill>
                <a:srgbClr val="000000"/>
              </a:solidFill>
              <a:latin typeface="华文楷体" panose="02010600040101010101" pitchFamily="2" charset="-122"/>
              <a:cs typeface="Times New Roman" panose="02020603050405020304" pitchFamily="18" charset="0"/>
            </a:endParaRPr>
          </a:p>
          <a:p>
            <a:pPr marL="609600" indent="-609600" eaLnBrk="1" hangingPunct="1">
              <a:buClr>
                <a:srgbClr val="000000"/>
              </a:buClr>
              <a:buNone/>
            </a:pPr>
            <a:r>
              <a:rPr lang="en-US" altLang="zh-CN" sz="2000" b="1" i="1" dirty="0">
                <a:solidFill>
                  <a:srgbClr val="000000"/>
                </a:solidFill>
                <a:latin typeface="Times New Roman" panose="02020603050405020304" pitchFamily="18" charset="0"/>
                <a:cs typeface="Times New Roman" panose="02020603050405020304" pitchFamily="18" charset="0"/>
              </a:rPr>
              <a:t>E→E+E</a:t>
            </a:r>
          </a:p>
          <a:p>
            <a:pPr marL="609600" indent="-609600" eaLnBrk="1" hangingPunct="1">
              <a:buClr>
                <a:srgbClr val="000000"/>
              </a:buClr>
              <a:buNone/>
            </a:pPr>
            <a:r>
              <a:rPr lang="en-US" altLang="zh-CN" sz="2000" b="1" i="1" dirty="0">
                <a:solidFill>
                  <a:srgbClr val="000000"/>
                </a:solidFill>
                <a:latin typeface="Times New Roman" panose="02020603050405020304" pitchFamily="18" charset="0"/>
                <a:cs typeface="Times New Roman" panose="02020603050405020304" pitchFamily="18" charset="0"/>
              </a:rPr>
              <a:t>E→E*E</a:t>
            </a:r>
          </a:p>
          <a:p>
            <a:pPr marL="609600" indent="-609600" eaLnBrk="1" hangingPunct="1">
              <a:buClr>
                <a:srgbClr val="000000"/>
              </a:buClr>
              <a:buNone/>
            </a:pPr>
            <a:r>
              <a:rPr lang="en-US" altLang="zh-CN" sz="2000" b="1" i="1" dirty="0">
                <a:solidFill>
                  <a:srgbClr val="000000"/>
                </a:solidFill>
                <a:latin typeface="Times New Roman" panose="02020603050405020304" pitchFamily="18" charset="0"/>
                <a:cs typeface="Times New Roman" panose="02020603050405020304" pitchFamily="18" charset="0"/>
              </a:rPr>
              <a:t>E→</a:t>
            </a:r>
            <a:r>
              <a:rPr lang="en-US" altLang="zh-CN" sz="2000" b="1" dirty="0">
                <a:solidFill>
                  <a:srgbClr val="000000"/>
                </a:solidFill>
                <a:latin typeface="Times New Roman" panose="02020603050405020304" pitchFamily="18" charset="0"/>
                <a:cs typeface="Times New Roman" panose="02020603050405020304" pitchFamily="18" charset="0"/>
              </a:rPr>
              <a:t>(</a:t>
            </a:r>
            <a:r>
              <a:rPr lang="en-US" altLang="zh-CN" sz="2000" b="1" i="1" dirty="0">
                <a:solidFill>
                  <a:srgbClr val="000000"/>
                </a:solidFill>
                <a:latin typeface="Times New Roman" panose="02020603050405020304" pitchFamily="18" charset="0"/>
                <a:cs typeface="Times New Roman" panose="02020603050405020304" pitchFamily="18" charset="0"/>
              </a:rPr>
              <a:t>E</a:t>
            </a:r>
            <a:r>
              <a:rPr lang="en-US" altLang="zh-CN" sz="2000" b="1" dirty="0">
                <a:solidFill>
                  <a:srgbClr val="000000"/>
                </a:solidFill>
                <a:latin typeface="Times New Roman" panose="02020603050405020304" pitchFamily="18" charset="0"/>
                <a:cs typeface="Times New Roman" panose="02020603050405020304" pitchFamily="18" charset="0"/>
              </a:rPr>
              <a:t>)</a:t>
            </a:r>
          </a:p>
          <a:p>
            <a:pPr marL="609600" indent="-609600" eaLnBrk="1" hangingPunct="1">
              <a:buClr>
                <a:srgbClr val="000000"/>
              </a:buClr>
              <a:buNone/>
            </a:pPr>
            <a:r>
              <a:rPr lang="en-US" altLang="zh-CN" sz="2000" b="1" i="1" dirty="0">
                <a:solidFill>
                  <a:srgbClr val="000000"/>
                </a:solidFill>
                <a:latin typeface="Times New Roman" panose="02020603050405020304" pitchFamily="18" charset="0"/>
                <a:cs typeface="Times New Roman" panose="02020603050405020304" pitchFamily="18" charset="0"/>
              </a:rPr>
              <a:t>E→</a:t>
            </a:r>
            <a:r>
              <a:rPr lang="en-US" altLang="zh-CN" sz="2000" b="1" dirty="0">
                <a:solidFill>
                  <a:srgbClr val="000000"/>
                </a:solidFill>
                <a:latin typeface="Times New Roman" panose="02020603050405020304" pitchFamily="18" charset="0"/>
                <a:cs typeface="Times New Roman" panose="02020603050405020304" pitchFamily="18" charset="0"/>
              </a:rPr>
              <a:t>id</a:t>
            </a:r>
            <a:endParaRPr lang="en-US" altLang="zh-CN" sz="2000" b="1" dirty="0">
              <a:solidFill>
                <a:srgbClr val="000000"/>
              </a:solidFill>
              <a:latin typeface="Times New Roman" panose="02020603050405020304" pitchFamily="18" charset="0"/>
              <a:ea typeface="Times New Roman" panose="02020603050405020304" pitchFamily="18" charset="0"/>
            </a:endParaRPr>
          </a:p>
        </p:txBody>
      </p:sp>
      <p:sp>
        <p:nvSpPr>
          <p:cNvPr id="91168" name="Line 38"/>
          <p:cNvSpPr/>
          <p:nvPr/>
        </p:nvSpPr>
        <p:spPr>
          <a:xfrm rot="10800000">
            <a:off x="5043488" y="3186113"/>
            <a:ext cx="687387" cy="0"/>
          </a:xfrm>
          <a:prstGeom prst="line">
            <a:avLst/>
          </a:prstGeom>
          <a:ln w="38100" cap="flat" cmpd="sng">
            <a:solidFill>
              <a:schemeClr val="tx1"/>
            </a:solidFill>
            <a:prstDash val="solid"/>
            <a:headEnd type="none" w="med" len="med"/>
            <a:tailEnd type="triangle" w="med" len="med"/>
          </a:ln>
        </p:spPr>
      </p:sp>
      <p:sp>
        <p:nvSpPr>
          <p:cNvPr id="91169" name="Text Box 39"/>
          <p:cNvSpPr txBox="1"/>
          <p:nvPr/>
        </p:nvSpPr>
        <p:spPr>
          <a:xfrm>
            <a:off x="5395913" y="3519488"/>
            <a:ext cx="533400"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id</a:t>
            </a:r>
          </a:p>
        </p:txBody>
      </p:sp>
      <p:sp>
        <p:nvSpPr>
          <p:cNvPr id="91170" name="Text Box 47"/>
          <p:cNvSpPr txBox="1"/>
          <p:nvPr/>
        </p:nvSpPr>
        <p:spPr>
          <a:xfrm>
            <a:off x="3324225" y="3113088"/>
            <a:ext cx="503238"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a:t>
            </a:r>
          </a:p>
        </p:txBody>
      </p:sp>
      <p:sp>
        <p:nvSpPr>
          <p:cNvPr id="91171" name="Line 48"/>
          <p:cNvSpPr/>
          <p:nvPr/>
        </p:nvSpPr>
        <p:spPr>
          <a:xfrm>
            <a:off x="6964363" y="1347788"/>
            <a:ext cx="431800" cy="0"/>
          </a:xfrm>
          <a:prstGeom prst="line">
            <a:avLst/>
          </a:prstGeom>
          <a:ln w="38100" cap="flat" cmpd="sng">
            <a:solidFill>
              <a:schemeClr val="tx1"/>
            </a:solidFill>
            <a:prstDash val="solid"/>
            <a:headEnd type="none" w="sm" len="sm"/>
            <a:tailEnd type="triangle" w="med" len="med"/>
          </a:ln>
        </p:spPr>
      </p:sp>
      <p:sp>
        <p:nvSpPr>
          <p:cNvPr id="91172" name="Text Box 49"/>
          <p:cNvSpPr txBox="1"/>
          <p:nvPr/>
        </p:nvSpPr>
        <p:spPr>
          <a:xfrm>
            <a:off x="7019925" y="914400"/>
            <a:ext cx="5334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rgbClr val="000000"/>
                </a:solidFill>
                <a:latin typeface="Times New Roman" panose="02020603050405020304" pitchFamily="18" charset="0"/>
                <a:ea typeface="宋体" panose="02010600030101010101" pitchFamily="2" charset="-122"/>
              </a:rPr>
              <a:t>E</a:t>
            </a:r>
          </a:p>
        </p:txBody>
      </p:sp>
      <p:sp>
        <p:nvSpPr>
          <p:cNvPr id="91173" name="Line 50"/>
          <p:cNvSpPr/>
          <p:nvPr/>
        </p:nvSpPr>
        <p:spPr>
          <a:xfrm flipH="1">
            <a:off x="5049838" y="1676400"/>
            <a:ext cx="668337" cy="1019175"/>
          </a:xfrm>
          <a:prstGeom prst="line">
            <a:avLst/>
          </a:prstGeom>
          <a:ln w="38100" cap="flat" cmpd="sng">
            <a:solidFill>
              <a:schemeClr val="tx1"/>
            </a:solidFill>
            <a:prstDash val="solid"/>
            <a:headEnd type="none" w="sm" len="sm"/>
            <a:tailEnd type="triangle" w="med" len="med"/>
          </a:ln>
        </p:spPr>
      </p:sp>
      <p:sp>
        <p:nvSpPr>
          <p:cNvPr id="91174" name="Text Box 51"/>
          <p:cNvSpPr txBox="1"/>
          <p:nvPr/>
        </p:nvSpPr>
        <p:spPr>
          <a:xfrm>
            <a:off x="5407025" y="1290638"/>
            <a:ext cx="503238"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a:t>
            </a:r>
          </a:p>
        </p:txBody>
      </p:sp>
      <p:sp>
        <p:nvSpPr>
          <p:cNvPr id="91175" name="Line 55"/>
          <p:cNvSpPr/>
          <p:nvPr/>
        </p:nvSpPr>
        <p:spPr>
          <a:xfrm>
            <a:off x="1987550" y="4516438"/>
            <a:ext cx="352425" cy="0"/>
          </a:xfrm>
          <a:prstGeom prst="line">
            <a:avLst/>
          </a:prstGeom>
          <a:ln w="38100" cap="flat" cmpd="sng">
            <a:solidFill>
              <a:schemeClr val="tx1"/>
            </a:solidFill>
            <a:prstDash val="solid"/>
            <a:headEnd type="none" w="med" len="med"/>
            <a:tailEnd type="triangle" w="med" len="med"/>
          </a:ln>
        </p:spPr>
      </p:sp>
      <p:sp>
        <p:nvSpPr>
          <p:cNvPr id="91176" name="Line 58"/>
          <p:cNvSpPr/>
          <p:nvPr/>
        </p:nvSpPr>
        <p:spPr>
          <a:xfrm flipV="1">
            <a:off x="6243638" y="771525"/>
            <a:ext cx="0" cy="215900"/>
          </a:xfrm>
          <a:prstGeom prst="line">
            <a:avLst/>
          </a:prstGeom>
          <a:ln w="38100" cap="flat" cmpd="sng">
            <a:solidFill>
              <a:schemeClr val="tx1"/>
            </a:solidFill>
            <a:prstDash val="solid"/>
            <a:headEnd type="none" w="med" len="med"/>
            <a:tailEnd type="none" w="med" len="med"/>
          </a:ln>
        </p:spPr>
      </p:sp>
      <p:sp>
        <p:nvSpPr>
          <p:cNvPr id="91177" name="Line 59"/>
          <p:cNvSpPr/>
          <p:nvPr/>
        </p:nvSpPr>
        <p:spPr>
          <a:xfrm flipH="1">
            <a:off x="1962150" y="758825"/>
            <a:ext cx="4281488" cy="12700"/>
          </a:xfrm>
          <a:prstGeom prst="line">
            <a:avLst/>
          </a:prstGeom>
          <a:ln w="38100" cap="flat" cmpd="sng">
            <a:solidFill>
              <a:schemeClr val="tx1"/>
            </a:solidFill>
            <a:prstDash val="solid"/>
            <a:headEnd type="none" w="med" len="med"/>
            <a:tailEnd type="none" w="med" len="med"/>
          </a:ln>
        </p:spPr>
      </p:sp>
      <p:sp>
        <p:nvSpPr>
          <p:cNvPr id="91178" name="Line 60"/>
          <p:cNvSpPr/>
          <p:nvPr/>
        </p:nvSpPr>
        <p:spPr>
          <a:xfrm>
            <a:off x="1979613" y="771525"/>
            <a:ext cx="0" cy="3744913"/>
          </a:xfrm>
          <a:prstGeom prst="line">
            <a:avLst/>
          </a:prstGeom>
          <a:ln w="38100" cap="flat" cmpd="sng">
            <a:solidFill>
              <a:schemeClr val="tx1"/>
            </a:solidFill>
            <a:prstDash val="solid"/>
            <a:headEnd type="none" w="med" len="med"/>
            <a:tailEnd type="none" w="med" len="med"/>
          </a:ln>
        </p:spPr>
      </p:sp>
      <p:sp>
        <p:nvSpPr>
          <p:cNvPr id="91179" name="Text Box 61"/>
          <p:cNvSpPr txBox="1"/>
          <p:nvPr/>
        </p:nvSpPr>
        <p:spPr>
          <a:xfrm>
            <a:off x="5497513" y="2757488"/>
            <a:ext cx="503237"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dirty="0">
                <a:solidFill>
                  <a:srgbClr val="000000"/>
                </a:solidFill>
                <a:latin typeface="Times New Roman" panose="02020603050405020304" pitchFamily="18" charset="0"/>
                <a:ea typeface="宋体" panose="02010600030101010101" pitchFamily="2" charset="-122"/>
              </a:rPr>
              <a:t>(</a:t>
            </a:r>
          </a:p>
        </p:txBody>
      </p:sp>
      <p:sp>
        <p:nvSpPr>
          <p:cNvPr id="91180" name="Line 62"/>
          <p:cNvSpPr/>
          <p:nvPr/>
        </p:nvSpPr>
        <p:spPr>
          <a:xfrm flipH="1">
            <a:off x="3414713" y="3929063"/>
            <a:ext cx="2327275" cy="1047750"/>
          </a:xfrm>
          <a:prstGeom prst="line">
            <a:avLst/>
          </a:prstGeom>
          <a:ln w="38100" cap="flat" cmpd="sng">
            <a:solidFill>
              <a:schemeClr val="tx1"/>
            </a:solidFill>
            <a:prstDash val="solid"/>
            <a:headEnd type="none" w="sm" len="sm"/>
            <a:tailEnd type="triangle" w="med" len="med"/>
          </a:ln>
        </p:spPr>
      </p:sp>
      <p:sp>
        <p:nvSpPr>
          <p:cNvPr id="91181" name="Line 63"/>
          <p:cNvSpPr/>
          <p:nvPr/>
        </p:nvSpPr>
        <p:spPr>
          <a:xfrm flipV="1">
            <a:off x="7026275" y="4732338"/>
            <a:ext cx="388938" cy="0"/>
          </a:xfrm>
          <a:prstGeom prst="line">
            <a:avLst/>
          </a:prstGeom>
          <a:ln w="38100" cap="flat" cmpd="sng">
            <a:solidFill>
              <a:schemeClr val="tx1"/>
            </a:solidFill>
            <a:prstDash val="solid"/>
            <a:headEnd type="none" w="sm" len="sm"/>
            <a:tailEnd type="triangle" w="med" len="med"/>
          </a:ln>
        </p:spPr>
      </p:sp>
      <p:sp>
        <p:nvSpPr>
          <p:cNvPr id="91182" name="Line 64"/>
          <p:cNvSpPr/>
          <p:nvPr/>
        </p:nvSpPr>
        <p:spPr>
          <a:xfrm flipH="1" flipV="1">
            <a:off x="8816975" y="2211388"/>
            <a:ext cx="3175" cy="2089150"/>
          </a:xfrm>
          <a:prstGeom prst="line">
            <a:avLst/>
          </a:prstGeom>
          <a:ln w="38100" cap="flat" cmpd="sng">
            <a:solidFill>
              <a:schemeClr val="tx1"/>
            </a:solidFill>
            <a:prstDash val="solid"/>
            <a:headEnd type="none" w="med" len="med"/>
            <a:tailEnd type="none" w="med" len="med"/>
          </a:ln>
        </p:spPr>
      </p:sp>
      <p:sp>
        <p:nvSpPr>
          <p:cNvPr id="91183" name="Line 66"/>
          <p:cNvSpPr/>
          <p:nvPr/>
        </p:nvSpPr>
        <p:spPr>
          <a:xfrm flipH="1">
            <a:off x="7027863" y="4275138"/>
            <a:ext cx="1789112" cy="14287"/>
          </a:xfrm>
          <a:prstGeom prst="line">
            <a:avLst/>
          </a:prstGeom>
          <a:ln w="38100" cap="flat" cmpd="sng">
            <a:solidFill>
              <a:schemeClr val="tx1"/>
            </a:solidFill>
            <a:prstDash val="solid"/>
            <a:headEnd type="none" w="med" len="med"/>
            <a:tailEnd type="none" w="med" len="med"/>
          </a:ln>
        </p:spPr>
      </p:sp>
      <p:sp>
        <p:nvSpPr>
          <p:cNvPr id="91184" name="Text Box 69"/>
          <p:cNvSpPr txBox="1"/>
          <p:nvPr/>
        </p:nvSpPr>
        <p:spPr>
          <a:xfrm>
            <a:off x="6965950" y="4192588"/>
            <a:ext cx="457200" cy="46037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a:t>
            </a:r>
          </a:p>
        </p:txBody>
      </p:sp>
      <p:sp>
        <p:nvSpPr>
          <p:cNvPr id="91185" name="Line 38"/>
          <p:cNvSpPr/>
          <p:nvPr/>
        </p:nvSpPr>
        <p:spPr>
          <a:xfrm rot="-10800000" flipV="1">
            <a:off x="6964363" y="2211388"/>
            <a:ext cx="1852612" cy="0"/>
          </a:xfrm>
          <a:prstGeom prst="line">
            <a:avLst/>
          </a:prstGeom>
          <a:ln w="38100" cap="flat" cmpd="sng">
            <a:solidFill>
              <a:schemeClr val="tx1"/>
            </a:solidFill>
            <a:prstDash val="solid"/>
            <a:headEnd type="none" w="med" len="med"/>
            <a:tailEnd type="triangle" w="med" len="med"/>
          </a:ln>
        </p:spPr>
      </p:sp>
      <p:sp>
        <p:nvSpPr>
          <p:cNvPr id="91186"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zh-CN" altLang="en-US" sz="3000" kern="1200" dirty="0">
                <a:solidFill>
                  <a:schemeClr val="tx1"/>
                </a:solidFill>
                <a:latin typeface="微软雅黑" panose="020B0503020204020204" pitchFamily="34" charset="-122"/>
                <a:ea typeface="微软雅黑" panose="020B0503020204020204" pitchFamily="34" charset="-122"/>
                <a:cs typeface="+mj-cs"/>
              </a:rPr>
              <a:t>二义性算术</a:t>
            </a:r>
            <a:r>
              <a:rPr lang="zh-CN" altLang="en-US" sz="3000" kern="1200" dirty="0">
                <a:solidFill>
                  <a:srgbClr val="000000"/>
                </a:solidFill>
                <a:latin typeface="微软雅黑" panose="020B0503020204020204" pitchFamily="34" charset="-122"/>
                <a:ea typeface="微软雅黑" panose="020B0503020204020204" pitchFamily="34" charset="-122"/>
                <a:cs typeface="+mj-cs"/>
              </a:rPr>
              <a:t>表达式</a:t>
            </a:r>
            <a:r>
              <a:rPr lang="zh-CN" altLang="en-US" sz="3000" kern="1200" dirty="0">
                <a:solidFill>
                  <a:schemeClr val="tx1"/>
                </a:solidFill>
                <a:latin typeface="微软雅黑" panose="020B0503020204020204" pitchFamily="34" charset="-122"/>
                <a:ea typeface="微软雅黑" panose="020B0503020204020204" pitchFamily="34" charset="-122"/>
                <a:cs typeface="+mj-cs"/>
              </a:rPr>
              <a:t>文法的</a:t>
            </a:r>
            <a:r>
              <a:rPr lang="en-US" altLang="zh-CN" sz="3000" i="1" dirty="0">
                <a:solidFill>
                  <a:schemeClr val="tx1"/>
                </a:solidFill>
                <a:cs typeface="Times New Roman" panose="02020603050405020304" pitchFamily="18" charset="0"/>
              </a:rPr>
              <a:t>SLR</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分析器</a:t>
            </a:r>
          </a:p>
        </p:txBody>
      </p:sp>
      <p:sp>
        <p:nvSpPr>
          <p:cNvPr id="91187" name="Freeform 53"/>
          <p:cNvSpPr/>
          <p:nvPr/>
        </p:nvSpPr>
        <p:spPr>
          <a:xfrm flipH="1">
            <a:off x="3579813" y="3138488"/>
            <a:ext cx="180975" cy="449262"/>
          </a:xfrm>
          <a:custGeom>
            <a:avLst/>
            <a:gdLst>
              <a:gd name="txL" fmla="*/ 0 w 227"/>
              <a:gd name="txT" fmla="*/ 0 h 227"/>
              <a:gd name="txR" fmla="*/ 227 w 227"/>
              <a:gd name="txB" fmla="*/ 227 h 227"/>
            </a:gdLst>
            <a:ahLst/>
            <a:cxnLst>
              <a:cxn ang="0">
                <a:pos x="0" y="0"/>
              </a:cxn>
              <a:cxn ang="0">
                <a:pos x="2147483646" y="2147483646"/>
              </a:cxn>
              <a:cxn ang="0">
                <a:pos x="0" y="2147483646"/>
              </a:cxn>
            </a:cxnLst>
            <a:rect l="txL" t="txT" r="txR" b="txB"/>
            <a:pathLst>
              <a:path w="227" h="227">
                <a:moveTo>
                  <a:pt x="0" y="0"/>
                </a:moveTo>
                <a:cubicBezTo>
                  <a:pt x="113" y="3"/>
                  <a:pt x="227" y="7"/>
                  <a:pt x="227" y="45"/>
                </a:cubicBezTo>
                <a:cubicBezTo>
                  <a:pt x="227" y="83"/>
                  <a:pt x="113" y="155"/>
                  <a:pt x="0" y="227"/>
                </a:cubicBezTo>
              </a:path>
            </a:pathLst>
          </a:custGeom>
          <a:noFill/>
          <a:ln w="38100" cap="flat" cmpd="sng">
            <a:solidFill>
              <a:schemeClr val="tx1">
                <a:alpha val="100000"/>
              </a:schemeClr>
            </a:solidFill>
            <a:prstDash val="solid"/>
            <a:round/>
            <a:headEnd type="none" w="med" len="med"/>
            <a:tailEnd type="stealth" w="med" len="med"/>
          </a:ln>
        </p:spPr>
        <p:txBody>
          <a:bodyPr/>
          <a:lstStyle/>
          <a:p>
            <a:endParaRPr lang="zh-CN" altLang="en-US"/>
          </a:p>
        </p:txBody>
      </p:sp>
      <p:sp>
        <p:nvSpPr>
          <p:cNvPr id="2" name="矩形 1"/>
          <p:cNvSpPr/>
          <p:nvPr/>
        </p:nvSpPr>
        <p:spPr>
          <a:xfrm>
            <a:off x="71438" y="3857625"/>
            <a:ext cx="1706563" cy="646113"/>
          </a:xfrm>
          <a:prstGeom prst="rect">
            <a:avLst/>
          </a:prstGeom>
          <a:solidFill>
            <a:schemeClr val="accent5">
              <a:lumMod val="60000"/>
              <a:lumOff val="40000"/>
            </a:schemeClr>
          </a:solidFill>
          <a:ln w="12700">
            <a:solidFill>
              <a:schemeClr val="tx1"/>
            </a:solidFill>
          </a:ln>
        </p:spPr>
        <p:txBody>
          <a:bodyPr>
            <a:spAutoFit/>
          </a:bodyPr>
          <a:lstStyle/>
          <a:p>
            <a:pPr marL="0" marR="0" lvl="0" indent="0" algn="l" defTabSz="914400" rtl="0" eaLnBrk="1" fontAlgn="base" latinLnBrk="0" hangingPunct="1">
              <a:lnSpc>
                <a:spcPct val="100000"/>
              </a:lnSpc>
              <a:spcBef>
                <a:spcPct val="0"/>
              </a:spcBef>
              <a:spcAft>
                <a:spcPct val="0"/>
              </a:spcAft>
              <a:buClr>
                <a:srgbClr val="0080FF"/>
              </a:buClr>
              <a:buSzTx/>
              <a:buFont typeface="Wingdings" panose="05000000000000000000" pitchFamily="2" charset="2"/>
              <a:buNone/>
              <a:defRPr/>
            </a:pPr>
            <a:r>
              <a:rPr kumimoji="0" lang="zh-CN" altLang="en-US" sz="1800" b="1" i="0" u="none" strike="noStrike" kern="1200" cap="none" spc="0" normalizeH="0" baseline="0" noProof="1">
                <a:ln>
                  <a:noFill/>
                </a:ln>
                <a:solidFill>
                  <a:prstClr val="black"/>
                </a:solidFill>
                <a:effectLst/>
                <a:uLnTx/>
                <a:uFillTx/>
                <a:latin typeface="楷体" panose="02010609060101010101" pitchFamily="49" charset="-122"/>
                <a:ea typeface="楷体" panose="02010609060101010101" pitchFamily="49" charset="-122"/>
                <a:cs typeface="+mn-ea"/>
              </a:rPr>
              <a:t>用</a:t>
            </a:r>
            <a:r>
              <a:rPr kumimoji="0" lang="zh-CN" altLang="en-US" sz="1800" b="1" i="0" u="none" strike="noStrike" kern="1200" cap="none" spc="0" normalizeH="0" baseline="0" noProof="1">
                <a:ln>
                  <a:noFill/>
                </a:ln>
                <a:solidFill>
                  <a:srgbClr val="2D83F4"/>
                </a:solidFill>
                <a:effectLst/>
                <a:uLnTx/>
                <a:uFillTx/>
                <a:latin typeface="楷体" panose="02010609060101010101" pitchFamily="49" charset="-122"/>
                <a:ea typeface="楷体" panose="02010609060101010101" pitchFamily="49" charset="-122"/>
                <a:cs typeface="+mn-ea"/>
              </a:rPr>
              <a:t>优先级</a:t>
            </a:r>
            <a:r>
              <a:rPr kumimoji="0" lang="zh-CN" altLang="en-US" sz="1800" b="1" i="0" u="none" strike="noStrike" kern="1200" cap="none" spc="0" normalizeH="0" baseline="0" noProof="1">
                <a:ln>
                  <a:noFill/>
                </a:ln>
                <a:solidFill>
                  <a:prstClr val="black"/>
                </a:solidFill>
                <a:effectLst/>
                <a:uLnTx/>
                <a:uFillTx/>
                <a:latin typeface="楷体" panose="02010609060101010101" pitchFamily="49" charset="-122"/>
                <a:ea typeface="楷体" panose="02010609060101010101" pitchFamily="49" charset="-122"/>
                <a:cs typeface="+mn-ea"/>
              </a:rPr>
              <a:t>和</a:t>
            </a:r>
            <a:r>
              <a:rPr kumimoji="0" lang="zh-CN" altLang="en-US" sz="1800" b="1" i="0" u="none" strike="noStrike" kern="1200" cap="none" spc="0" normalizeH="0" baseline="0" noProof="1">
                <a:ln>
                  <a:noFill/>
                </a:ln>
                <a:solidFill>
                  <a:srgbClr val="2D83F4"/>
                </a:solidFill>
                <a:effectLst/>
                <a:uLnTx/>
                <a:uFillTx/>
                <a:latin typeface="楷体" panose="02010609060101010101" pitchFamily="49" charset="-122"/>
                <a:ea typeface="楷体" panose="02010609060101010101" pitchFamily="49" charset="-122"/>
                <a:cs typeface="+mn-ea"/>
              </a:rPr>
              <a:t>结合性</a:t>
            </a:r>
            <a:r>
              <a:rPr kumimoji="0" lang="zh-CN" altLang="en-US" sz="1800" b="1" i="0" u="none" strike="noStrike" kern="1200" cap="none" spc="0" normalizeH="0" baseline="0" noProof="1">
                <a:ln>
                  <a:noFill/>
                </a:ln>
                <a:solidFill>
                  <a:prstClr val="black"/>
                </a:solidFill>
                <a:effectLst/>
                <a:uLnTx/>
                <a:uFillTx/>
                <a:latin typeface="楷体" panose="02010609060101010101" pitchFamily="49" charset="-122"/>
                <a:ea typeface="楷体" panose="02010609060101010101" pitchFamily="49" charset="-122"/>
                <a:cs typeface="+mn-ea"/>
              </a:rPr>
              <a:t>解决冲突</a:t>
            </a:r>
            <a:endParaRPr kumimoji="0" lang="zh-CN" altLang="en-US" sz="1800" b="1" i="0" u="none" strike="noStrike" kern="1200" cap="none" spc="0" normalizeH="0" baseline="0" noProof="1">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91189" name="矩形 53"/>
          <p:cNvSpPr/>
          <p:nvPr/>
        </p:nvSpPr>
        <p:spPr>
          <a:xfrm>
            <a:off x="282575" y="933450"/>
            <a:ext cx="836613" cy="450850"/>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273050" lvl="0" indent="-273050" eaLnBrk="1" hangingPunct="1">
              <a:lnSpc>
                <a:spcPts val="2800"/>
              </a:lnSpc>
              <a:buClrTx/>
              <a:buFont typeface="Wingdings" panose="05000000000000000000" pitchFamily="2" charset="2"/>
              <a:buChar char="Ø"/>
            </a:pPr>
            <a:r>
              <a:rPr lang="zh-CN" altLang="en-US" sz="3200" b="1" dirty="0">
                <a:solidFill>
                  <a:srgbClr val="000000"/>
                </a:solidFill>
                <a:latin typeface="Times New Roman" panose="02020603050405020304" pitchFamily="18" charset="0"/>
                <a:ea typeface="华文楷体" panose="02010600040101010101" pitchFamily="2" charset="-122"/>
              </a:rPr>
              <a:t>例</a:t>
            </a:r>
            <a:endParaRPr lang="en-US" altLang="zh-CN" sz="3200" b="1" dirty="0">
              <a:solidFill>
                <a:srgbClr val="000000"/>
              </a:solidFill>
              <a:latin typeface="Times New Roman" panose="02020603050405020304" pitchFamily="18" charset="0"/>
              <a:ea typeface="宋体" panose="02010600030101010101" pitchFamily="2" charset="-122"/>
            </a:endParaRPr>
          </a:p>
        </p:txBody>
      </p:sp>
      <p:sp>
        <p:nvSpPr>
          <p:cNvPr id="3" name="任意多边形 2"/>
          <p:cNvSpPr/>
          <p:nvPr/>
        </p:nvSpPr>
        <p:spPr>
          <a:xfrm>
            <a:off x="6999288" y="3732213"/>
            <a:ext cx="309563" cy="409575"/>
          </a:xfrm>
          <a:custGeom>
            <a:avLst/>
            <a:gdLst>
              <a:gd name="connsiteX0" fmla="*/ 46892 w 199820"/>
              <a:gd name="connsiteY0" fmla="*/ 410307 h 410307"/>
              <a:gd name="connsiteX1" fmla="*/ 199292 w 199820"/>
              <a:gd name="connsiteY1" fmla="*/ 257907 h 410307"/>
              <a:gd name="connsiteX2" fmla="*/ 0 w 199820"/>
              <a:gd name="connsiteY2" fmla="*/ 0 h 410307"/>
            </a:gdLst>
            <a:ahLst/>
            <a:cxnLst>
              <a:cxn ang="0">
                <a:pos x="connsiteX0" y="connsiteY0"/>
              </a:cxn>
              <a:cxn ang="0">
                <a:pos x="connsiteX1" y="connsiteY1"/>
              </a:cxn>
              <a:cxn ang="0">
                <a:pos x="connsiteX2" y="connsiteY2"/>
              </a:cxn>
            </a:cxnLst>
            <a:rect l="l" t="t" r="r" b="b"/>
            <a:pathLst>
              <a:path w="199820" h="410307">
                <a:moveTo>
                  <a:pt x="46892" y="410307"/>
                </a:moveTo>
                <a:cubicBezTo>
                  <a:pt x="126999" y="368299"/>
                  <a:pt x="207107" y="326291"/>
                  <a:pt x="199292" y="257907"/>
                </a:cubicBezTo>
                <a:cubicBezTo>
                  <a:pt x="191477" y="189523"/>
                  <a:pt x="95738" y="94761"/>
                  <a:pt x="0" y="0"/>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grpSp>
        <p:nvGrpSpPr>
          <p:cNvPr id="4" name="组合 3"/>
          <p:cNvGrpSpPr/>
          <p:nvPr/>
        </p:nvGrpSpPr>
        <p:grpSpPr>
          <a:xfrm>
            <a:off x="7026275" y="1463675"/>
            <a:ext cx="582613" cy="1071563"/>
            <a:chOff x="7026274" y="1463673"/>
            <a:chExt cx="582613" cy="1071565"/>
          </a:xfrm>
        </p:grpSpPr>
        <p:sp>
          <p:nvSpPr>
            <p:cNvPr id="55" name="Line 50"/>
            <p:cNvSpPr>
              <a:spLocks noChangeShapeType="1"/>
            </p:cNvSpPr>
            <p:nvPr/>
          </p:nvSpPr>
          <p:spPr bwMode="auto">
            <a:xfrm flipH="1">
              <a:off x="7026274" y="1663698"/>
              <a:ext cx="366713" cy="871540"/>
            </a:xfrm>
            <a:prstGeom prst="line">
              <a:avLst/>
            </a:prstGeom>
            <a:noFill/>
            <a:ln w="38100">
              <a:solidFill>
                <a:schemeClr val="tx2">
                  <a:lumMod val="60000"/>
                  <a:lumOff val="40000"/>
                </a:schemeClr>
              </a:solidFill>
              <a:round/>
              <a:headEnd type="none" w="sm" len="sm"/>
              <a:tailEnd type="triangle" w="med" len="me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91194" name="Text Box 30"/>
            <p:cNvSpPr txBox="1"/>
            <p:nvPr/>
          </p:nvSpPr>
          <p:spPr>
            <a:xfrm>
              <a:off x="7075487" y="1463673"/>
              <a:ext cx="533400" cy="461964"/>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b="1" dirty="0">
                  <a:solidFill>
                    <a:srgbClr val="2D83F4"/>
                  </a:solidFill>
                  <a:latin typeface="Times New Roman" panose="02020603050405020304" pitchFamily="18" charset="0"/>
                  <a:ea typeface="楷体_GB2312"/>
                </a:rPr>
                <a:t>*</a:t>
              </a:r>
            </a:p>
          </p:txBody>
        </p:sp>
      </p:grpSp>
      <p:sp>
        <p:nvSpPr>
          <p:cNvPr id="58" name="Rectangle 45"/>
          <p:cNvSpPr>
            <a:spLocks noChangeArrowheads="1"/>
          </p:cNvSpPr>
          <p:nvPr/>
        </p:nvSpPr>
        <p:spPr bwMode="auto">
          <a:xfrm>
            <a:off x="71438" y="4643438"/>
            <a:ext cx="2116138" cy="307975"/>
          </a:xfrm>
          <a:prstGeom prst="rect">
            <a:avLst/>
          </a:prstGeom>
          <a:solidFill>
            <a:schemeClr val="accent5">
              <a:lumMod val="60000"/>
              <a:lumOff val="40000"/>
            </a:schemeClr>
          </a:solidFill>
          <a:ln w="12700">
            <a:solidFill>
              <a:schemeClr val="tx1"/>
            </a:solidFill>
            <a:miter lim="800000"/>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1" i="1"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FOLLOW</a:t>
            </a:r>
            <a:r>
              <a:rPr kumimoji="0" lang="en-US" altLang="zh-CN" sz="14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1400" b="1" i="1"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E</a:t>
            </a:r>
            <a:r>
              <a:rPr kumimoji="0" lang="en-US" altLang="zh-CN" sz="14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 = { +,</a:t>
            </a:r>
            <a:r>
              <a:rPr kumimoji="0" lang="zh-CN" altLang="en-US" sz="14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14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4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 }</a:t>
            </a:r>
            <a:endParaRPr kumimoji="0" lang="zh-CN" altLang="en-US" sz="14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xit" presetSubtype="16" fill="hold" grpId="0" nodeType="clickEffect">
                                  <p:stCondLst>
                                    <p:cond delay="0"/>
                                  </p:stCondLst>
                                  <p:childTnLst>
                                    <p:anim calcmode="lin" valueType="num">
                                      <p:cBhvr>
                                        <p:cTn id="13" dur="500"/>
                                        <p:tgtEl>
                                          <p:spTgt spid="58"/>
                                        </p:tgtEl>
                                        <p:attrNameLst>
                                          <p:attrName>ppt_w</p:attrName>
                                        </p:attrNameLst>
                                      </p:cBhvr>
                                      <p:tavLst>
                                        <p:tav tm="0">
                                          <p:val>
                                            <p:strVal val="ppt_w"/>
                                          </p:val>
                                        </p:tav>
                                        <p:tav tm="100000">
                                          <p:val>
                                            <p:fltVal val="0"/>
                                          </p:val>
                                        </p:tav>
                                      </p:tavLst>
                                    </p:anim>
                                    <p:anim calcmode="lin" valueType="num">
                                      <p:cBhvr>
                                        <p:cTn id="14" dur="500"/>
                                        <p:tgtEl>
                                          <p:spTgt spid="58"/>
                                        </p:tgtEl>
                                        <p:attrNameLst>
                                          <p:attrName>ppt_h</p:attrName>
                                        </p:attrNameLst>
                                      </p:cBhvr>
                                      <p:tavLst>
                                        <p:tav tm="0">
                                          <p:val>
                                            <p:strVal val="ppt_h"/>
                                          </p:val>
                                        </p:tav>
                                        <p:tav tm="100000">
                                          <p:val>
                                            <p:fltVal val="0"/>
                                          </p:val>
                                        </p:tav>
                                      </p:tavLst>
                                    </p:anim>
                                    <p:animEffect transition="out" filter="fade">
                                      <p:cBhvr>
                                        <p:cTn id="15" dur="500"/>
                                        <p:tgtEl>
                                          <p:spTgt spid="58"/>
                                        </p:tgtEl>
                                      </p:cBhvr>
                                    </p:animEffect>
                                    <p:set>
                                      <p:cBhvr>
                                        <p:cTn id="16" dur="1" fill="hold">
                                          <p:stCondLst>
                                            <p:cond delay="499"/>
                                          </p:stCondLst>
                                        </p:cTn>
                                        <p:tgtEl>
                                          <p:spTgt spid="58"/>
                                        </p:tgtEl>
                                        <p:attrNameLst>
                                          <p:attrName>style.visibility</p:attrName>
                                        </p:attrNameLst>
                                      </p:cBhvr>
                                      <p:to>
                                        <p:strVal val="hidden"/>
                                      </p:to>
                                    </p:set>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500" fill="hold"/>
                                        <p:tgtEl>
                                          <p:spTgt spid="2"/>
                                        </p:tgtEl>
                                        <p:attrNameLst>
                                          <p:attrName>ppt_w</p:attrName>
                                        </p:attrNameLst>
                                      </p:cBhvr>
                                      <p:tavLst>
                                        <p:tav tm="0">
                                          <p:val>
                                            <p:fltVal val="0"/>
                                          </p:val>
                                        </p:tav>
                                        <p:tav tm="100000">
                                          <p:val>
                                            <p:strVal val="#ppt_w"/>
                                          </p:val>
                                        </p:tav>
                                      </p:tavLst>
                                    </p:anim>
                                    <p:anim calcmode="lin" valueType="num">
                                      <p:cBhvr>
                                        <p:cTn id="21" dur="500" fill="hold"/>
                                        <p:tgtEl>
                                          <p:spTgt spid="2"/>
                                        </p:tgtEl>
                                        <p:attrNameLst>
                                          <p:attrName>ppt_h</p:attrName>
                                        </p:attrNameLst>
                                      </p:cBhvr>
                                      <p:tavLst>
                                        <p:tav tm="0">
                                          <p:val>
                                            <p:fltVal val="0"/>
                                          </p:val>
                                        </p:tav>
                                        <p:tav tm="100000">
                                          <p:val>
                                            <p:strVal val="#ppt_h"/>
                                          </p:val>
                                        </p:tav>
                                      </p:tavLst>
                                    </p:anim>
                                    <p:animEffect transition="in" filter="fade">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58" grpId="0"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zh-CN" altLang="en-US" sz="3000" kern="1200" dirty="0">
                <a:solidFill>
                  <a:schemeClr val="tx1"/>
                </a:solidFill>
                <a:latin typeface="微软雅黑" panose="020B0503020204020204" pitchFamily="34" charset="-122"/>
                <a:ea typeface="微软雅黑" panose="020B0503020204020204" pitchFamily="34" charset="-122"/>
                <a:cs typeface="+mj-cs"/>
              </a:rPr>
              <a:t>二义性算术表达式文法的</a:t>
            </a:r>
            <a:r>
              <a:rPr lang="en-US" altLang="zh-CN" sz="3000" i="1" kern="1200" dirty="0">
                <a:solidFill>
                  <a:schemeClr val="tx1"/>
                </a:solidFill>
                <a:latin typeface="Times New Roman" panose="02020603050405020304" pitchFamily="18" charset="0"/>
                <a:ea typeface="黑体" panose="02010609060101010101" pitchFamily="49" charset="-122"/>
                <a:cs typeface="+mj-cs"/>
              </a:rPr>
              <a:t>SLR</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分析表</a:t>
            </a:r>
          </a:p>
        </p:txBody>
      </p:sp>
      <p:sp>
        <p:nvSpPr>
          <p:cNvPr id="5" name="Rectangle 72"/>
          <p:cNvSpPr>
            <a:spLocks noChangeArrowheads="1"/>
          </p:cNvSpPr>
          <p:nvPr/>
        </p:nvSpPr>
        <p:spPr bwMode="auto">
          <a:xfrm>
            <a:off x="107950" y="4300538"/>
            <a:ext cx="2898775" cy="400050"/>
          </a:xfrm>
          <a:prstGeom prst="rect">
            <a:avLst/>
          </a:prstGeom>
          <a:solidFill>
            <a:schemeClr val="accent5">
              <a:lumMod val="60000"/>
              <a:lumOff val="40000"/>
            </a:schemeClr>
          </a:solidFill>
          <a:ln w="12700">
            <a:solidFill>
              <a:schemeClr val="tx1"/>
            </a:solidFill>
            <a:miter lim="800000"/>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FOLLOW</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E</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20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 ), </a:t>
            </a:r>
            <a:r>
              <a:rPr kumimoji="0" lang="en-US" altLang="zh-CN" sz="2000" b="1" i="0" u="none" strike="noStrike" kern="1200" cap="none" spc="0" normalizeH="0" baseline="0" noProof="0" dirty="0">
                <a:ln>
                  <a:noFill/>
                </a:ln>
                <a:solidFill>
                  <a:schemeClr val="tx1"/>
                </a:solidFill>
                <a:effectLst/>
                <a:uLnTx/>
                <a:uFillTx/>
                <a:latin typeface="+mn-ea"/>
                <a:ea typeface="+mn-ea"/>
                <a:cs typeface="Times New Roman" panose="02020603050405020304" pitchFamily="18" charset="0"/>
              </a:rPr>
              <a: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 }</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endParaRPr>
          </a:p>
        </p:txBody>
      </p:sp>
      <p:sp>
        <p:nvSpPr>
          <p:cNvPr id="6" name="Rectangle 37"/>
          <p:cNvSpPr>
            <a:spLocks noChangeArrowheads="1"/>
          </p:cNvSpPr>
          <p:nvPr/>
        </p:nvSpPr>
        <p:spPr bwMode="auto">
          <a:xfrm>
            <a:off x="974725" y="1641475"/>
            <a:ext cx="1165225" cy="1631950"/>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buClr>
                <a:srgbClr val="000000"/>
              </a:buClr>
              <a:buNone/>
            </a:pPr>
            <a:r>
              <a:rPr lang="en-US" altLang="en-US" sz="2000" b="1" dirty="0">
                <a:latin typeface="华文楷体" panose="02010600040101010101" pitchFamily="2" charset="-122"/>
                <a:ea typeface="华文楷体" panose="02010600040101010101" pitchFamily="2" charset="-122"/>
              </a:rPr>
              <a:t>文法</a:t>
            </a:r>
            <a:endParaRPr lang="en-US" altLang="zh-CN" sz="2000" b="1" dirty="0">
              <a:latin typeface="华文楷体" panose="02010600040101010101" pitchFamily="2" charset="-122"/>
              <a:cs typeface="Times New Roman" panose="02020603050405020304" pitchFamily="18" charset="0"/>
            </a:endParaRPr>
          </a:p>
          <a:p>
            <a:pPr marL="609600" indent="-609600" eaLnBrk="1" hangingPunct="1">
              <a:buClr>
                <a:srgbClr val="000000"/>
              </a:buClr>
              <a:buNone/>
            </a:pPr>
            <a:r>
              <a:rPr lang="en-US" altLang="zh-CN" sz="2000" b="1" i="1" dirty="0">
                <a:latin typeface="Times New Roman" panose="02020603050405020304" pitchFamily="18" charset="0"/>
                <a:cs typeface="Times New Roman" panose="02020603050405020304" pitchFamily="18" charset="0"/>
              </a:rPr>
              <a:t>E→E+E</a:t>
            </a:r>
          </a:p>
          <a:p>
            <a:pPr marL="609600" indent="-609600" eaLnBrk="1" hangingPunct="1">
              <a:buClr>
                <a:srgbClr val="000000"/>
              </a:buClr>
              <a:buNone/>
            </a:pPr>
            <a:r>
              <a:rPr lang="en-US" altLang="zh-CN" sz="2000" b="1" i="1" dirty="0">
                <a:latin typeface="Times New Roman" panose="02020603050405020304" pitchFamily="18" charset="0"/>
                <a:cs typeface="Times New Roman" panose="02020603050405020304" pitchFamily="18" charset="0"/>
              </a:rPr>
              <a:t>E→E*E</a:t>
            </a:r>
          </a:p>
          <a:p>
            <a:pPr marL="609600" indent="-609600" eaLnBrk="1" hangingPunct="1">
              <a:buClr>
                <a:srgbClr val="000000"/>
              </a:buClr>
              <a:buNone/>
            </a:pPr>
            <a:r>
              <a:rPr lang="en-US" altLang="zh-CN" sz="2000" b="1" i="1" dirty="0">
                <a:latin typeface="Times New Roman" panose="02020603050405020304" pitchFamily="18" charset="0"/>
                <a:cs typeface="Times New Roman" panose="02020603050405020304" pitchFamily="18" charset="0"/>
              </a:rPr>
              <a:t>E→</a:t>
            </a:r>
            <a:r>
              <a:rPr lang="en-US" altLang="zh-CN" sz="2000" b="1" dirty="0">
                <a:latin typeface="Times New Roman" panose="02020603050405020304" pitchFamily="18" charset="0"/>
                <a:cs typeface="Times New Roman" panose="02020603050405020304" pitchFamily="18" charset="0"/>
              </a:rPr>
              <a:t>(</a:t>
            </a:r>
            <a:r>
              <a:rPr lang="en-US" altLang="zh-CN" sz="2000" b="1" i="1" dirty="0">
                <a:latin typeface="Times New Roman" panose="02020603050405020304" pitchFamily="18" charset="0"/>
                <a:cs typeface="Times New Roman" panose="02020603050405020304" pitchFamily="18" charset="0"/>
              </a:rPr>
              <a:t>E</a:t>
            </a:r>
            <a:r>
              <a:rPr lang="en-US" altLang="zh-CN" sz="2000" b="1" dirty="0">
                <a:latin typeface="Times New Roman" panose="02020603050405020304" pitchFamily="18" charset="0"/>
                <a:cs typeface="Times New Roman" panose="02020603050405020304" pitchFamily="18" charset="0"/>
              </a:rPr>
              <a:t>)</a:t>
            </a:r>
          </a:p>
          <a:p>
            <a:pPr marL="609600" indent="-609600" eaLnBrk="1" hangingPunct="1">
              <a:buClr>
                <a:srgbClr val="000000"/>
              </a:buClr>
              <a:buNone/>
            </a:pPr>
            <a:r>
              <a:rPr lang="en-US" altLang="zh-CN" sz="2000" b="1" i="1" dirty="0">
                <a:latin typeface="Times New Roman" panose="02020603050405020304" pitchFamily="18" charset="0"/>
                <a:cs typeface="Times New Roman" panose="02020603050405020304" pitchFamily="18" charset="0"/>
              </a:rPr>
              <a:t>E→</a:t>
            </a:r>
            <a:r>
              <a:rPr lang="en-US" altLang="zh-CN" sz="2000" b="1" dirty="0">
                <a:latin typeface="Times New Roman" panose="02020603050405020304" pitchFamily="18" charset="0"/>
                <a:cs typeface="Times New Roman" panose="02020603050405020304" pitchFamily="18" charset="0"/>
              </a:rPr>
              <a:t>id</a:t>
            </a:r>
            <a:endParaRPr lang="en-US" altLang="zh-CN" sz="2000" b="1" dirty="0">
              <a:latin typeface="Times New Roman" panose="02020603050405020304" pitchFamily="18" charset="0"/>
              <a:ea typeface="Times New Roman" panose="02020603050405020304" pitchFamily="18" charset="0"/>
            </a:endParaRPr>
          </a:p>
        </p:txBody>
      </p:sp>
      <p:graphicFrame>
        <p:nvGraphicFramePr>
          <p:cNvPr id="126980" name="表格 126979"/>
          <p:cNvGraphicFramePr>
            <a:graphicFrameLocks noGrp="1"/>
          </p:cNvGraphicFramePr>
          <p:nvPr/>
        </p:nvGraphicFramePr>
        <p:xfrm>
          <a:off x="3132138" y="847725"/>
          <a:ext cx="5832475" cy="3886200"/>
        </p:xfrm>
        <a:graphic>
          <a:graphicData uri="http://schemas.openxmlformats.org/drawingml/2006/table">
            <a:tbl>
              <a:tblPr/>
              <a:tblGrid>
                <a:gridCol w="431800">
                  <a:extLst>
                    <a:ext uri="{9D8B030D-6E8A-4147-A177-3AD203B41FA5}">
                      <a16:colId xmlns:a16="http://schemas.microsoft.com/office/drawing/2014/main" val="20000"/>
                    </a:ext>
                  </a:extLst>
                </a:gridCol>
                <a:gridCol w="771525">
                  <a:extLst>
                    <a:ext uri="{9D8B030D-6E8A-4147-A177-3AD203B41FA5}">
                      <a16:colId xmlns:a16="http://schemas.microsoft.com/office/drawing/2014/main" val="20001"/>
                    </a:ext>
                  </a:extLst>
                </a:gridCol>
                <a:gridCol w="771525">
                  <a:extLst>
                    <a:ext uri="{9D8B030D-6E8A-4147-A177-3AD203B41FA5}">
                      <a16:colId xmlns:a16="http://schemas.microsoft.com/office/drawing/2014/main" val="20002"/>
                    </a:ext>
                  </a:extLst>
                </a:gridCol>
                <a:gridCol w="771525">
                  <a:extLst>
                    <a:ext uri="{9D8B030D-6E8A-4147-A177-3AD203B41FA5}">
                      <a16:colId xmlns:a16="http://schemas.microsoft.com/office/drawing/2014/main" val="20003"/>
                    </a:ext>
                  </a:extLst>
                </a:gridCol>
                <a:gridCol w="771525">
                  <a:extLst>
                    <a:ext uri="{9D8B030D-6E8A-4147-A177-3AD203B41FA5}">
                      <a16:colId xmlns:a16="http://schemas.microsoft.com/office/drawing/2014/main" val="20004"/>
                    </a:ext>
                  </a:extLst>
                </a:gridCol>
                <a:gridCol w="771525">
                  <a:extLst>
                    <a:ext uri="{9D8B030D-6E8A-4147-A177-3AD203B41FA5}">
                      <a16:colId xmlns:a16="http://schemas.microsoft.com/office/drawing/2014/main" val="20005"/>
                    </a:ext>
                  </a:extLst>
                </a:gridCol>
                <a:gridCol w="771525">
                  <a:extLst>
                    <a:ext uri="{9D8B030D-6E8A-4147-A177-3AD203B41FA5}">
                      <a16:colId xmlns:a16="http://schemas.microsoft.com/office/drawing/2014/main" val="20006"/>
                    </a:ext>
                  </a:extLst>
                </a:gridCol>
                <a:gridCol w="771525">
                  <a:extLst>
                    <a:ext uri="{9D8B030D-6E8A-4147-A177-3AD203B41FA5}">
                      <a16:colId xmlns:a16="http://schemas.microsoft.com/office/drawing/2014/main" val="20007"/>
                    </a:ext>
                  </a:extLst>
                </a:gridCol>
              </a:tblGrid>
              <a:tr h="323850">
                <a:tc rowSpan="2">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状态</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6">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ACTION</a:t>
                      </a:r>
                      <a:endParaRPr kumimoji="0" lang="en-US" altLang="zh-CN" sz="1600" b="1" i="0" u="none" strike="noStrike" cap="none" normalizeH="0" baseline="0">
                        <a:ln>
                          <a:noFill/>
                        </a:ln>
                        <a:solidFill>
                          <a:schemeClr val="tx1"/>
                        </a:solidFill>
                        <a:effectLst/>
                        <a:latin typeface="华文楷体" panose="02010600040101010101" pitchFamily="2" charset="-122"/>
                        <a:ea typeface="宋体" panose="02010600030101010101" pitchFamily="2" charset="-122"/>
                        <a:cs typeface="Times New Roman" panose="02020603050405020304" pitchFamily="18" charset="0"/>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GOTO</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0"/>
                  </a:ext>
                </a:extLst>
              </a:tr>
              <a:tr h="323850">
                <a:tc vMerge="1">
                  <a:txBody>
                    <a:bodyPr/>
                    <a:lstStyle/>
                    <a:p>
                      <a:endParaRPr lang="zh-CN"/>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id</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acc</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s9</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r1</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s5</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r1</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r1</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extLst>
                  <a:ext uri="{0D108BD9-81ED-4DB2-BD59-A6C34878D82A}">
                    <a16:rowId xmlns:a16="http://schemas.microsoft.com/office/drawing/2014/main" val="10009"/>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extLst>
                  <a:ext uri="{0D108BD9-81ED-4DB2-BD59-A6C34878D82A}">
                    <a16:rowId xmlns:a16="http://schemas.microsoft.com/office/drawing/2014/main" val="10010"/>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547" name="Rectangle 3"/>
          <p:cNvSpPr>
            <a:spLocks noGrp="1"/>
          </p:cNvSpPr>
          <p:nvPr>
            <p:ph idx="1"/>
          </p:nvPr>
        </p:nvSpPr>
        <p:spPr>
          <a:xfrm>
            <a:off x="731838" y="987425"/>
            <a:ext cx="5927725" cy="3225800"/>
          </a:xfrm>
        </p:spPr>
        <p:txBody>
          <a:bodyPr vert="horz" wrap="square" lIns="91440" tIns="45720" rIns="91440" bIns="45720" anchor="t" anchorCtr="0"/>
          <a:lstStyle/>
          <a:p>
            <a:pPr eaLnBrk="1" hangingPunct="1">
              <a:buClr>
                <a:schemeClr val="tx1"/>
              </a:buClr>
              <a:buSzPct val="100000"/>
              <a:buFont typeface="Wingdings" panose="05000000000000000000" pitchFamily="2" charset="2"/>
              <a:buChar char="Ø"/>
            </a:pPr>
            <a:r>
              <a:rPr lang="en-US" altLang="zh-CN" sz="2800" b="1" i="1" kern="1200" dirty="0">
                <a:solidFill>
                  <a:schemeClr val="tx1"/>
                </a:solidFill>
                <a:latin typeface="Times New Roman" panose="02020603050405020304" pitchFamily="18" charset="0"/>
                <a:ea typeface="宋体" panose="02010600030101010101" pitchFamily="2" charset="-122"/>
                <a:cs typeface="+mn-cs"/>
              </a:rPr>
              <a:t>S</a:t>
            </a:r>
            <a:r>
              <a:rPr lang="en-US" altLang="zh-CN" sz="2800" b="1" kern="1200" dirty="0">
                <a:solidFill>
                  <a:schemeClr val="tx1"/>
                </a:solidFill>
                <a:latin typeface="Times New Roman" panose="02020603050405020304" pitchFamily="18" charset="0"/>
                <a:ea typeface="宋体" panose="02010600030101010101" pitchFamily="2" charset="-122"/>
                <a:cs typeface="+mn-cs"/>
              </a:rPr>
              <a:t> </a:t>
            </a:r>
            <a:r>
              <a:rPr lang="en-US" altLang="en-US" sz="2800" b="1" kern="1200" dirty="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a:t>
            </a:r>
            <a:r>
              <a:rPr lang="en-US" altLang="zh-CN" sz="2800" b="1" kern="1200" dirty="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 </a:t>
            </a:r>
            <a:r>
              <a:rPr lang="en-US" altLang="en-US" sz="2800" b="1" i="1" kern="1200" dirty="0">
                <a:solidFill>
                  <a:srgbClr val="2D83F4"/>
                </a:solidFill>
                <a:latin typeface="Times New Roman" panose="02020603050405020304" pitchFamily="18" charset="0"/>
                <a:ea typeface="宋体" panose="02010600030101010101" pitchFamily="2" charset="-122"/>
                <a:cs typeface="+mn-cs"/>
                <a:sym typeface="Symbol" panose="05050102010706020507" pitchFamily="18" charset="2"/>
              </a:rPr>
              <a:t>if</a:t>
            </a:r>
            <a:r>
              <a:rPr lang="en-US" altLang="en-US" sz="2800" b="1" kern="1200" dirty="0">
                <a:solidFill>
                  <a:srgbClr val="2D83F4"/>
                </a:solidFill>
                <a:latin typeface="Times New Roman" panose="02020603050405020304" pitchFamily="18" charset="0"/>
                <a:ea typeface="宋体" panose="02010600030101010101" pitchFamily="2" charset="-122"/>
                <a:cs typeface="+mn-cs"/>
                <a:sym typeface="Symbol" panose="05050102010706020507" pitchFamily="18" charset="2"/>
              </a:rPr>
              <a:t> </a:t>
            </a:r>
            <a:r>
              <a:rPr lang="en-US" altLang="en-US" sz="2800" b="1" i="1" kern="1200" dirty="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expr</a:t>
            </a:r>
            <a:r>
              <a:rPr lang="en-US" altLang="en-US" sz="2800" b="1" kern="1200" dirty="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 </a:t>
            </a:r>
            <a:r>
              <a:rPr lang="en-US" altLang="en-US" sz="2800" b="1" i="1" kern="1200" dirty="0">
                <a:solidFill>
                  <a:srgbClr val="2D83F4"/>
                </a:solidFill>
                <a:latin typeface="Times New Roman" panose="02020603050405020304" pitchFamily="18" charset="0"/>
                <a:ea typeface="宋体" panose="02010600030101010101" pitchFamily="2" charset="-122"/>
                <a:cs typeface="+mn-cs"/>
                <a:sym typeface="Symbol" panose="05050102010706020507" pitchFamily="18" charset="2"/>
              </a:rPr>
              <a:t>then</a:t>
            </a:r>
            <a:r>
              <a:rPr lang="en-US" altLang="en-US" sz="2800" b="1" kern="1200" dirty="0">
                <a:solidFill>
                  <a:srgbClr val="2D83F4"/>
                </a:solidFill>
                <a:latin typeface="Times New Roman" panose="02020603050405020304" pitchFamily="18" charset="0"/>
                <a:ea typeface="宋体" panose="02010600030101010101" pitchFamily="2" charset="-122"/>
                <a:cs typeface="+mn-cs"/>
                <a:sym typeface="Symbol" panose="05050102010706020507" pitchFamily="18" charset="2"/>
              </a:rPr>
              <a:t> </a:t>
            </a:r>
            <a:r>
              <a:rPr lang="en-US" altLang="zh-CN" sz="2800" b="1" i="1" kern="1200" dirty="0">
                <a:solidFill>
                  <a:schemeClr val="tx1"/>
                </a:solidFill>
                <a:latin typeface="Times New Roman" panose="02020603050405020304" pitchFamily="18" charset="0"/>
                <a:ea typeface="宋体" panose="02010600030101010101" pitchFamily="2" charset="-122"/>
                <a:cs typeface="+mn-cs"/>
              </a:rPr>
              <a:t>S</a:t>
            </a:r>
            <a:endParaRPr lang="en-US" altLang="zh-CN" sz="2800" b="1" i="1" kern="1200" dirty="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endParaRPr>
          </a:p>
          <a:p>
            <a:pPr lvl="1" eaLnBrk="1" hangingPunct="1">
              <a:buSzPct val="100000"/>
              <a:buFont typeface="Wingdings" panose="05000000000000000000" pitchFamily="2" charset="2"/>
              <a:buNone/>
            </a:pPr>
            <a:r>
              <a:rPr lang="en-US" altLang="zh-CN" sz="2800" b="1" kern="1200" dirty="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	  </a:t>
            </a:r>
            <a:r>
              <a:rPr lang="en-US" altLang="en-US" sz="2800" b="1" kern="1200" dirty="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a:t>
            </a:r>
            <a:r>
              <a:rPr lang="en-US" altLang="en-US" sz="2800" b="1" i="1" kern="1200" dirty="0">
                <a:solidFill>
                  <a:srgbClr val="2D83F4"/>
                </a:solidFill>
                <a:latin typeface="Times New Roman" panose="02020603050405020304" pitchFamily="18" charset="0"/>
                <a:ea typeface="宋体" panose="02010600030101010101" pitchFamily="2" charset="-122"/>
                <a:cs typeface="+mn-cs"/>
                <a:sym typeface="Symbol" panose="05050102010706020507" pitchFamily="18" charset="2"/>
              </a:rPr>
              <a:t>if</a:t>
            </a:r>
            <a:r>
              <a:rPr lang="en-US" altLang="en-US" sz="2800" b="1" kern="1200" dirty="0">
                <a:solidFill>
                  <a:srgbClr val="2D83F4"/>
                </a:solidFill>
                <a:latin typeface="Times New Roman" panose="02020603050405020304" pitchFamily="18" charset="0"/>
                <a:ea typeface="宋体" panose="02010600030101010101" pitchFamily="2" charset="-122"/>
                <a:cs typeface="+mn-cs"/>
                <a:sym typeface="Symbol" panose="05050102010706020507" pitchFamily="18" charset="2"/>
              </a:rPr>
              <a:t> </a:t>
            </a:r>
            <a:r>
              <a:rPr lang="en-US" altLang="en-US" sz="2800" b="1" i="1" kern="1200" dirty="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expr</a:t>
            </a:r>
            <a:r>
              <a:rPr lang="en-US" altLang="en-US" sz="2800" b="1" kern="1200" dirty="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 </a:t>
            </a:r>
            <a:r>
              <a:rPr lang="en-US" altLang="en-US" sz="2800" b="1" i="1" kern="1200" dirty="0">
                <a:solidFill>
                  <a:srgbClr val="2D83F4"/>
                </a:solidFill>
                <a:latin typeface="Times New Roman" panose="02020603050405020304" pitchFamily="18" charset="0"/>
                <a:ea typeface="宋体" panose="02010600030101010101" pitchFamily="2" charset="-122"/>
                <a:cs typeface="+mn-cs"/>
                <a:sym typeface="Symbol" panose="05050102010706020507" pitchFamily="18" charset="2"/>
              </a:rPr>
              <a:t>then</a:t>
            </a:r>
            <a:r>
              <a:rPr lang="en-US" altLang="en-US" sz="2800" b="1" kern="1200" dirty="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 </a:t>
            </a:r>
            <a:r>
              <a:rPr lang="en-US" altLang="zh-CN" sz="2800" b="1" i="1" kern="1200" dirty="0">
                <a:solidFill>
                  <a:schemeClr val="tx1"/>
                </a:solidFill>
                <a:latin typeface="Times New Roman" panose="02020603050405020304" pitchFamily="18" charset="0"/>
                <a:ea typeface="宋体" panose="02010600030101010101" pitchFamily="2" charset="-122"/>
                <a:cs typeface="+mn-cs"/>
              </a:rPr>
              <a:t>S</a:t>
            </a:r>
            <a:r>
              <a:rPr lang="en-US" altLang="en-US" sz="2800" b="1" kern="1200" dirty="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 </a:t>
            </a:r>
            <a:r>
              <a:rPr lang="en-US" altLang="en-US" sz="2800" b="1" i="1" kern="1200" dirty="0">
                <a:solidFill>
                  <a:srgbClr val="2D83F4"/>
                </a:solidFill>
                <a:latin typeface="Times New Roman" panose="02020603050405020304" pitchFamily="18" charset="0"/>
                <a:ea typeface="宋体" panose="02010600030101010101" pitchFamily="2" charset="-122"/>
                <a:cs typeface="+mn-cs"/>
                <a:sym typeface="Symbol" panose="05050102010706020507" pitchFamily="18" charset="2"/>
              </a:rPr>
              <a:t>else</a:t>
            </a:r>
            <a:r>
              <a:rPr lang="en-US" altLang="en-US" sz="2800" b="1" kern="1200" dirty="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 </a:t>
            </a:r>
            <a:r>
              <a:rPr lang="en-US" altLang="zh-CN" sz="2800" b="1" i="1" kern="1200" dirty="0">
                <a:solidFill>
                  <a:schemeClr val="tx1"/>
                </a:solidFill>
                <a:latin typeface="Times New Roman" panose="02020603050405020304" pitchFamily="18" charset="0"/>
                <a:ea typeface="宋体" panose="02010600030101010101" pitchFamily="2" charset="-122"/>
                <a:cs typeface="+mn-cs"/>
              </a:rPr>
              <a:t>S</a:t>
            </a:r>
          </a:p>
          <a:p>
            <a:pPr lvl="1" eaLnBrk="1" hangingPunct="1">
              <a:buSzPct val="100000"/>
              <a:buFont typeface="Wingdings" panose="05000000000000000000" pitchFamily="2" charset="2"/>
              <a:buNone/>
            </a:pPr>
            <a:r>
              <a:rPr lang="en-US" altLang="zh-CN" sz="2800" b="1" kern="1200" dirty="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	  </a:t>
            </a:r>
            <a:r>
              <a:rPr lang="en-US" altLang="en-US" sz="2800" b="1" kern="1200" dirty="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a:t>
            </a:r>
            <a:r>
              <a:rPr lang="en-US" altLang="zh-CN" sz="2800" b="1" i="1" kern="1200" dirty="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other</a:t>
            </a:r>
            <a:endParaRPr lang="en-US" altLang="en-US" sz="2800" b="1" kern="1200" dirty="0">
              <a:solidFill>
                <a:schemeClr val="tx1"/>
              </a:solidFill>
              <a:latin typeface="楷体_GB2312"/>
              <a:ea typeface="宋体" panose="02010600030101010101" pitchFamily="2" charset="-122"/>
              <a:cs typeface="+mn-cs"/>
              <a:sym typeface="Symbol" panose="05050102010706020507" pitchFamily="18" charset="2"/>
            </a:endParaRPr>
          </a:p>
          <a:p>
            <a:pPr eaLnBrk="1" hangingPunct="1">
              <a:buClr>
                <a:schemeClr val="tx1"/>
              </a:buClr>
              <a:buSzPct val="100000"/>
              <a:buFont typeface="Wingdings" panose="05000000000000000000" pitchFamily="2" charset="2"/>
              <a:buChar char="Ø"/>
            </a:pPr>
            <a:endParaRPr lang="en-US" altLang="zh-CN" sz="2800" b="1" i="1" kern="1200" dirty="0">
              <a:solidFill>
                <a:schemeClr val="tx1"/>
              </a:solidFill>
              <a:latin typeface="Times New Roman" panose="02020603050405020304" pitchFamily="18" charset="0"/>
              <a:ea typeface="宋体" panose="02010600030101010101" pitchFamily="2" charset="-122"/>
              <a:cs typeface="+mn-cs"/>
            </a:endParaRPr>
          </a:p>
          <a:p>
            <a:pPr eaLnBrk="1" hangingPunct="1">
              <a:buClr>
                <a:schemeClr val="tx1"/>
              </a:buClr>
              <a:buSzPct val="100000"/>
              <a:buFont typeface="Wingdings" panose="05000000000000000000" pitchFamily="2" charset="2"/>
              <a:buChar char="Ø"/>
            </a:pPr>
            <a:r>
              <a:rPr lang="en-US" altLang="zh-CN" sz="2800" b="1" i="1" kern="1200" dirty="0">
                <a:solidFill>
                  <a:schemeClr val="tx1"/>
                </a:solidFill>
                <a:latin typeface="Times New Roman" panose="02020603050405020304" pitchFamily="18" charset="0"/>
                <a:ea typeface="宋体" panose="02010600030101010101" pitchFamily="2" charset="-122"/>
                <a:cs typeface="+mn-cs"/>
              </a:rPr>
              <a:t>S</a:t>
            </a:r>
            <a:r>
              <a:rPr lang="en-US" altLang="zh-CN" sz="2800" b="1" kern="1200" dirty="0">
                <a:solidFill>
                  <a:schemeClr val="tx1"/>
                </a:solidFill>
                <a:latin typeface="Times New Roman" panose="02020603050405020304" pitchFamily="18" charset="0"/>
                <a:ea typeface="宋体" panose="02010600030101010101" pitchFamily="2" charset="-122"/>
                <a:cs typeface="+mn-cs"/>
              </a:rPr>
              <a:t> </a:t>
            </a:r>
            <a:r>
              <a:rPr lang="en-US" altLang="en-US" sz="2800" b="1" kern="1200" dirty="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a:t>
            </a:r>
            <a:r>
              <a:rPr lang="en-US" altLang="zh-CN" sz="2800" b="1" kern="1200" dirty="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 </a:t>
            </a:r>
            <a:r>
              <a:rPr lang="en-US" altLang="en-US" sz="2800" b="1" i="1" kern="1200" dirty="0">
                <a:solidFill>
                  <a:srgbClr val="2D83F4"/>
                </a:solidFill>
                <a:latin typeface="Times New Roman" panose="02020603050405020304" pitchFamily="18" charset="0"/>
                <a:ea typeface="宋体" panose="02010600030101010101" pitchFamily="2" charset="-122"/>
                <a:cs typeface="+mn-cs"/>
                <a:sym typeface="Symbol" panose="05050102010706020507" pitchFamily="18" charset="2"/>
              </a:rPr>
              <a:t>i</a:t>
            </a:r>
            <a:r>
              <a:rPr lang="en-US" altLang="en-US" sz="2800" b="1" kern="1200" dirty="0">
                <a:solidFill>
                  <a:srgbClr val="2D83F4"/>
                </a:solidFill>
                <a:latin typeface="Times New Roman" panose="02020603050405020304" pitchFamily="18" charset="0"/>
                <a:ea typeface="宋体" panose="02010600030101010101" pitchFamily="2" charset="-122"/>
                <a:cs typeface="+mn-cs"/>
                <a:sym typeface="Symbol" panose="05050102010706020507" pitchFamily="18" charset="2"/>
              </a:rPr>
              <a:t> </a:t>
            </a:r>
            <a:r>
              <a:rPr lang="en-US" altLang="zh-CN" sz="2800" b="1" i="1" kern="1200" dirty="0">
                <a:solidFill>
                  <a:schemeClr val="tx1"/>
                </a:solidFill>
                <a:latin typeface="Times New Roman" panose="02020603050405020304" pitchFamily="18" charset="0"/>
                <a:ea typeface="宋体" panose="02010600030101010101" pitchFamily="2" charset="-122"/>
                <a:cs typeface="+mn-cs"/>
              </a:rPr>
              <a:t>S</a:t>
            </a:r>
            <a:r>
              <a:rPr lang="en-US" altLang="en-US" sz="2800" b="1" kern="1200" dirty="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a:t>
            </a:r>
            <a:r>
              <a:rPr lang="en-US" altLang="en-US" sz="2800" b="1" i="1" kern="1200" dirty="0">
                <a:solidFill>
                  <a:srgbClr val="2D83F4"/>
                </a:solidFill>
                <a:latin typeface="Times New Roman" panose="02020603050405020304" pitchFamily="18" charset="0"/>
                <a:ea typeface="宋体" panose="02010600030101010101" pitchFamily="2" charset="-122"/>
                <a:cs typeface="+mn-cs"/>
                <a:sym typeface="Symbol" panose="05050102010706020507" pitchFamily="18" charset="2"/>
              </a:rPr>
              <a:t>i </a:t>
            </a:r>
            <a:r>
              <a:rPr lang="en-US" altLang="zh-CN" sz="2800" b="1" i="1" kern="1200" dirty="0">
                <a:solidFill>
                  <a:schemeClr val="tx1"/>
                </a:solidFill>
                <a:latin typeface="Times New Roman" panose="02020603050405020304" pitchFamily="18" charset="0"/>
                <a:ea typeface="宋体" panose="02010600030101010101" pitchFamily="2" charset="-122"/>
                <a:cs typeface="+mn-cs"/>
              </a:rPr>
              <a:t>S</a:t>
            </a:r>
            <a:r>
              <a:rPr lang="en-US" altLang="en-US" sz="2800" b="1" i="1" kern="1200" dirty="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 </a:t>
            </a:r>
            <a:r>
              <a:rPr lang="en-US" altLang="en-US" sz="2800" b="1" i="1" kern="1200" dirty="0">
                <a:solidFill>
                  <a:srgbClr val="2D83F4"/>
                </a:solidFill>
                <a:latin typeface="Times New Roman" panose="02020603050405020304" pitchFamily="18" charset="0"/>
                <a:ea typeface="宋体" panose="02010600030101010101" pitchFamily="2" charset="-122"/>
                <a:cs typeface="+mn-cs"/>
                <a:sym typeface="Symbol" panose="05050102010706020507" pitchFamily="18" charset="2"/>
              </a:rPr>
              <a:t>e</a:t>
            </a:r>
            <a:r>
              <a:rPr lang="en-US" altLang="en-US" sz="2800" b="1" i="1" kern="1200" dirty="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 </a:t>
            </a:r>
            <a:r>
              <a:rPr lang="en-US" altLang="zh-CN" sz="2800" b="1" i="1" kern="1200" dirty="0">
                <a:solidFill>
                  <a:schemeClr val="tx1"/>
                </a:solidFill>
                <a:latin typeface="Times New Roman" panose="02020603050405020304" pitchFamily="18" charset="0"/>
                <a:ea typeface="宋体" panose="02010600030101010101" pitchFamily="2" charset="-122"/>
                <a:cs typeface="+mn-cs"/>
              </a:rPr>
              <a:t>S</a:t>
            </a:r>
            <a:r>
              <a:rPr lang="en-US" altLang="en-US" sz="2800" b="1" kern="1200" dirty="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a:t>
            </a:r>
            <a:r>
              <a:rPr lang="en-US" altLang="zh-CN" sz="2800" b="1" i="1" kern="1200" dirty="0">
                <a:solidFill>
                  <a:schemeClr val="tx1"/>
                </a:solidFill>
                <a:latin typeface="Times New Roman" panose="02020603050405020304" pitchFamily="18" charset="0"/>
                <a:ea typeface="宋体" panose="02010600030101010101" pitchFamily="2" charset="-122"/>
                <a:cs typeface="+mn-cs"/>
              </a:rPr>
              <a:t>a</a:t>
            </a:r>
            <a:endParaRPr lang="en-US" altLang="zh-CN" sz="2800" b="1" i="1" kern="1200" dirty="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endParaRPr>
          </a:p>
          <a:p>
            <a:pPr eaLnBrk="1" hangingPunct="1">
              <a:buSzPct val="100000"/>
              <a:buFont typeface="Symbol" panose="05050102010706020507" pitchFamily="18" charset="2"/>
              <a:buChar char="•"/>
            </a:pPr>
            <a:endParaRPr lang="zh-CN" altLang="en-US" sz="2800" b="1" kern="1200" dirty="0">
              <a:solidFill>
                <a:schemeClr val="tx1"/>
              </a:solidFill>
              <a:latin typeface="Times New Roman" panose="02020603050405020304" pitchFamily="18" charset="0"/>
              <a:ea typeface="楷体_GB2312"/>
              <a:cs typeface="+mn-cs"/>
            </a:endParaRPr>
          </a:p>
        </p:txBody>
      </p:sp>
      <p:sp>
        <p:nvSpPr>
          <p:cNvPr id="95235" name="标题 1"/>
          <p:cNvSpPr>
            <a:spLocks noGrp="1"/>
          </p:cNvSpPr>
          <p:nvPr>
            <p:ph type="title"/>
          </p:nvPr>
        </p:nvSpPr>
        <p:spPr>
          <a:xfrm>
            <a:off x="755650" y="268288"/>
            <a:ext cx="7931150" cy="358775"/>
          </a:xfrm>
        </p:spPr>
        <p:txBody>
          <a:bodyPr vert="horz" wrap="square" lIns="91440" tIns="45720" rIns="91440" bIns="45720" anchor="ctr" anchorCtr="0"/>
          <a:lstStyle/>
          <a:p>
            <a:pPr eaLnBrk="1" hangingPunct="1">
              <a:buNone/>
            </a:pPr>
            <a:r>
              <a:rPr lang="zh-CN" altLang="en-US" sz="3000" kern="1200" dirty="0">
                <a:solidFill>
                  <a:schemeClr val="tx1"/>
                </a:solidFill>
                <a:latin typeface="Times New Roman" panose="02020603050405020304" pitchFamily="18" charset="0"/>
                <a:ea typeface="黑体" panose="02010609060101010101" pitchFamily="49" charset="-122"/>
                <a:cs typeface="+mj-cs"/>
              </a:rPr>
              <a:t>例：</a:t>
            </a:r>
            <a:r>
              <a:rPr lang="zh-CN" altLang="en-US" sz="3000" kern="1200" dirty="0">
                <a:solidFill>
                  <a:schemeClr val="tx1"/>
                </a:solidFill>
                <a:latin typeface="微软雅黑" panose="020B0503020204020204" pitchFamily="34" charset="-122"/>
                <a:ea typeface="微软雅黑" panose="020B0503020204020204" pitchFamily="34" charset="-122"/>
                <a:cs typeface="+mj-cs"/>
              </a:rPr>
              <a:t>二义性</a:t>
            </a:r>
            <a:r>
              <a:rPr lang="en-US" altLang="zh-CN" sz="3000" i="1" kern="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if</a:t>
            </a:r>
            <a:r>
              <a:rPr lang="zh-CN" altLang="en-US" sz="3000" i="1" kern="1200" dirty="0">
                <a:solidFill>
                  <a:schemeClr val="tx1"/>
                </a:solidFill>
                <a:latin typeface="微软雅黑" panose="020B0503020204020204" pitchFamily="34" charset="-122"/>
                <a:ea typeface="微软雅黑" panose="020B0503020204020204" pitchFamily="34" charset="-122"/>
                <a:cs typeface="+mj-cs"/>
              </a:rPr>
              <a:t> </a:t>
            </a:r>
            <a:r>
              <a:rPr lang="zh-CN" altLang="en-US" sz="3000" kern="1200" dirty="0">
                <a:solidFill>
                  <a:schemeClr val="tx1"/>
                </a:solidFill>
                <a:latin typeface="微软雅黑" panose="020B0503020204020204" pitchFamily="34" charset="-122"/>
                <a:ea typeface="微软雅黑" panose="020B0503020204020204" pitchFamily="34" charset="-122"/>
                <a:cs typeface="+mj-cs"/>
              </a:rPr>
              <a:t>语句文法的</a:t>
            </a:r>
            <a:r>
              <a:rPr lang="en-US" altLang="zh-CN" sz="3000" i="1" kern="1200" dirty="0">
                <a:solidFill>
                  <a:schemeClr val="tx1"/>
                </a:solidFill>
                <a:latin typeface="Times New Roman" panose="02020603050405020304" pitchFamily="18" charset="0"/>
                <a:ea typeface="微软雅黑" panose="020B0503020204020204" pitchFamily="34" charset="-122"/>
                <a:cs typeface="+mj-cs"/>
              </a:rPr>
              <a:t>LR</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分析</a:t>
            </a:r>
          </a:p>
        </p:txBody>
      </p:sp>
      <p:sp>
        <p:nvSpPr>
          <p:cNvPr id="1004548" name="Rectangle 4"/>
          <p:cNvSpPr/>
          <p:nvPr/>
        </p:nvSpPr>
        <p:spPr>
          <a:xfrm>
            <a:off x="1763713" y="987425"/>
            <a:ext cx="1800225" cy="1079500"/>
          </a:xfrm>
          <a:prstGeom prst="rect">
            <a:avLst/>
          </a:prstGeom>
          <a:noFill/>
          <a:ln w="25400" cap="flat" cmpd="sng">
            <a:solidFill>
              <a:srgbClr val="FF0000"/>
            </a:solidFill>
            <a:prstDash val="lgDash"/>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solidFill>
                <a:schemeClr val="tx1"/>
              </a:solidFill>
              <a:latin typeface="Tahoma" panose="020B0604030504040204" pitchFamily="34" charset="0"/>
              <a:ea typeface="宋体" panose="02010600030101010101" pitchFamily="2" charset="-122"/>
            </a:endParaRPr>
          </a:p>
        </p:txBody>
      </p:sp>
      <p:sp>
        <p:nvSpPr>
          <p:cNvPr id="1004549" name="Line 5"/>
          <p:cNvSpPr/>
          <p:nvPr/>
        </p:nvSpPr>
        <p:spPr>
          <a:xfrm flipH="1">
            <a:off x="3575050" y="928688"/>
            <a:ext cx="1368425" cy="115887"/>
          </a:xfrm>
          <a:prstGeom prst="line">
            <a:avLst/>
          </a:prstGeom>
          <a:ln w="25400" cap="flat" cmpd="sng">
            <a:solidFill>
              <a:srgbClr val="FF0000"/>
            </a:solidFill>
            <a:prstDash val="solid"/>
            <a:headEnd type="none" w="med" len="med"/>
            <a:tailEnd type="triangle" w="med" len="med"/>
          </a:ln>
        </p:spPr>
      </p:sp>
      <p:sp>
        <p:nvSpPr>
          <p:cNvPr id="1004550" name="Rectangle 6"/>
          <p:cNvSpPr/>
          <p:nvPr/>
        </p:nvSpPr>
        <p:spPr>
          <a:xfrm>
            <a:off x="4865688" y="769938"/>
            <a:ext cx="431800" cy="287337"/>
          </a:xfrm>
          <a:prstGeom prst="rect">
            <a:avLst/>
          </a:prstGeom>
          <a:noFill/>
          <a:ln w="9525">
            <a:noFill/>
          </a:ln>
        </p:spPr>
        <p:txBody>
          <a:bodyPr wrap="none" anchor="ctr" anchorCtr="0"/>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en-US" altLang="zh-CN" sz="2500" b="1" i="1" dirty="0">
                <a:solidFill>
                  <a:srgbClr val="FF0000"/>
                </a:solidFill>
                <a:latin typeface="Times New Roman" panose="02020603050405020304" pitchFamily="18" charset="0"/>
                <a:ea typeface="宋体" panose="02010600030101010101" pitchFamily="2" charset="-122"/>
              </a:rPr>
              <a:t>i</a:t>
            </a:r>
          </a:p>
        </p:txBody>
      </p:sp>
      <p:sp>
        <p:nvSpPr>
          <p:cNvPr id="7" name="Line 5"/>
          <p:cNvSpPr/>
          <p:nvPr/>
        </p:nvSpPr>
        <p:spPr>
          <a:xfrm flipH="1" flipV="1">
            <a:off x="4344988" y="1924050"/>
            <a:ext cx="1019175" cy="336550"/>
          </a:xfrm>
          <a:prstGeom prst="line">
            <a:avLst/>
          </a:prstGeom>
          <a:ln w="25400" cap="flat" cmpd="sng">
            <a:solidFill>
              <a:srgbClr val="FF0000"/>
            </a:solidFill>
            <a:prstDash val="solid"/>
            <a:headEnd type="none" w="med" len="med"/>
            <a:tailEnd type="triangle" w="med" len="med"/>
          </a:ln>
        </p:spPr>
      </p:sp>
      <p:sp>
        <p:nvSpPr>
          <p:cNvPr id="8" name="Rectangle 6"/>
          <p:cNvSpPr/>
          <p:nvPr/>
        </p:nvSpPr>
        <p:spPr>
          <a:xfrm>
            <a:off x="5286375" y="2101850"/>
            <a:ext cx="431800" cy="287338"/>
          </a:xfrm>
          <a:prstGeom prst="rect">
            <a:avLst/>
          </a:prstGeom>
          <a:noFill/>
          <a:ln w="9525">
            <a:noFill/>
          </a:ln>
        </p:spPr>
        <p:txBody>
          <a:bodyPr wrap="none" anchor="ctr" anchorCtr="0"/>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en-US" altLang="zh-CN" sz="2500" b="1" i="1" dirty="0">
                <a:solidFill>
                  <a:srgbClr val="FF0000"/>
                </a:solidFill>
                <a:latin typeface="Times New Roman" panose="02020603050405020304" pitchFamily="18" charset="0"/>
                <a:ea typeface="宋体" panose="02010600030101010101" pitchFamily="2" charset="-122"/>
              </a:rPr>
              <a:t>e</a:t>
            </a:r>
          </a:p>
        </p:txBody>
      </p:sp>
      <p:sp>
        <p:nvSpPr>
          <p:cNvPr id="9" name="Line 5"/>
          <p:cNvSpPr/>
          <p:nvPr/>
        </p:nvSpPr>
        <p:spPr>
          <a:xfrm flipH="1" flipV="1">
            <a:off x="2554288" y="2355850"/>
            <a:ext cx="1296987" cy="265113"/>
          </a:xfrm>
          <a:prstGeom prst="line">
            <a:avLst/>
          </a:prstGeom>
          <a:ln w="25400" cap="flat" cmpd="sng">
            <a:solidFill>
              <a:srgbClr val="FF0000"/>
            </a:solidFill>
            <a:prstDash val="solid"/>
            <a:headEnd type="none" w="med" len="med"/>
            <a:tailEnd type="triangle" w="med" len="med"/>
          </a:ln>
        </p:spPr>
      </p:sp>
      <p:sp>
        <p:nvSpPr>
          <p:cNvPr id="10" name="Rectangle 6"/>
          <p:cNvSpPr/>
          <p:nvPr/>
        </p:nvSpPr>
        <p:spPr>
          <a:xfrm>
            <a:off x="3773488" y="2462213"/>
            <a:ext cx="431800" cy="287337"/>
          </a:xfrm>
          <a:prstGeom prst="rect">
            <a:avLst/>
          </a:prstGeom>
          <a:noFill/>
          <a:ln w="9525">
            <a:noFill/>
          </a:ln>
        </p:spPr>
        <p:txBody>
          <a:bodyPr wrap="none" anchor="ctr" anchorCtr="0"/>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en-US" altLang="zh-CN" sz="2500" b="1" i="1" dirty="0">
                <a:solidFill>
                  <a:srgbClr val="FF0000"/>
                </a:solidFill>
                <a:latin typeface="Times New Roman" panose="02020603050405020304" pitchFamily="18" charset="0"/>
                <a:ea typeface="宋体" panose="02010600030101010101" pitchFamily="2" charset="-122"/>
              </a:rPr>
              <a: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04548"/>
                                        </p:tgtEl>
                                        <p:attrNameLst>
                                          <p:attrName>style.visibility</p:attrName>
                                        </p:attrNameLst>
                                      </p:cBhvr>
                                      <p:to>
                                        <p:strVal val="visible"/>
                                      </p:to>
                                    </p:set>
                                    <p:anim calcmode="lin" valueType="num">
                                      <p:cBhvr>
                                        <p:cTn id="7" dur="500" fill="hold"/>
                                        <p:tgtEl>
                                          <p:spTgt spid="1004548"/>
                                        </p:tgtEl>
                                        <p:attrNameLst>
                                          <p:attrName>ppt_w</p:attrName>
                                        </p:attrNameLst>
                                      </p:cBhvr>
                                      <p:tavLst>
                                        <p:tav tm="0">
                                          <p:val>
                                            <p:fltVal val="0"/>
                                          </p:val>
                                        </p:tav>
                                        <p:tav tm="100000">
                                          <p:val>
                                            <p:strVal val="#ppt_w"/>
                                          </p:val>
                                        </p:tav>
                                      </p:tavLst>
                                    </p:anim>
                                    <p:anim calcmode="lin" valueType="num">
                                      <p:cBhvr>
                                        <p:cTn id="8" dur="500" fill="hold"/>
                                        <p:tgtEl>
                                          <p:spTgt spid="1004548"/>
                                        </p:tgtEl>
                                        <p:attrNameLst>
                                          <p:attrName>ppt_h</p:attrName>
                                        </p:attrNameLst>
                                      </p:cBhvr>
                                      <p:tavLst>
                                        <p:tav tm="0">
                                          <p:val>
                                            <p:fltVal val="0"/>
                                          </p:val>
                                        </p:tav>
                                        <p:tav tm="100000">
                                          <p:val>
                                            <p:strVal val="#ppt_h"/>
                                          </p:val>
                                        </p:tav>
                                      </p:tavLst>
                                    </p:anim>
                                    <p:animEffect transition="in" filter="fade">
                                      <p:cBhvr>
                                        <p:cTn id="9" dur="500"/>
                                        <p:tgtEl>
                                          <p:spTgt spid="1004548"/>
                                        </p:tgtEl>
                                      </p:cBhvr>
                                    </p:animEffect>
                                  </p:childTnLst>
                                </p:cTn>
                              </p:par>
                              <p:par>
                                <p:cTn id="10" presetID="53" presetClass="entr" presetSubtype="16" fill="hold" nodeType="withEffect">
                                  <p:stCondLst>
                                    <p:cond delay="0"/>
                                  </p:stCondLst>
                                  <p:childTnLst>
                                    <p:set>
                                      <p:cBhvr>
                                        <p:cTn id="11" dur="1" fill="hold">
                                          <p:stCondLst>
                                            <p:cond delay="0"/>
                                          </p:stCondLst>
                                        </p:cTn>
                                        <p:tgtEl>
                                          <p:spTgt spid="1004549"/>
                                        </p:tgtEl>
                                        <p:attrNameLst>
                                          <p:attrName>style.visibility</p:attrName>
                                        </p:attrNameLst>
                                      </p:cBhvr>
                                      <p:to>
                                        <p:strVal val="visible"/>
                                      </p:to>
                                    </p:set>
                                    <p:anim calcmode="lin" valueType="num">
                                      <p:cBhvr>
                                        <p:cTn id="12" dur="500" fill="hold"/>
                                        <p:tgtEl>
                                          <p:spTgt spid="1004549"/>
                                        </p:tgtEl>
                                        <p:attrNameLst>
                                          <p:attrName>ppt_w</p:attrName>
                                        </p:attrNameLst>
                                      </p:cBhvr>
                                      <p:tavLst>
                                        <p:tav tm="0">
                                          <p:val>
                                            <p:fltVal val="0"/>
                                          </p:val>
                                        </p:tav>
                                        <p:tav tm="100000">
                                          <p:val>
                                            <p:strVal val="#ppt_w"/>
                                          </p:val>
                                        </p:tav>
                                      </p:tavLst>
                                    </p:anim>
                                    <p:anim calcmode="lin" valueType="num">
                                      <p:cBhvr>
                                        <p:cTn id="13" dur="500" fill="hold"/>
                                        <p:tgtEl>
                                          <p:spTgt spid="1004549"/>
                                        </p:tgtEl>
                                        <p:attrNameLst>
                                          <p:attrName>ppt_h</p:attrName>
                                        </p:attrNameLst>
                                      </p:cBhvr>
                                      <p:tavLst>
                                        <p:tav tm="0">
                                          <p:val>
                                            <p:fltVal val="0"/>
                                          </p:val>
                                        </p:tav>
                                        <p:tav tm="100000">
                                          <p:val>
                                            <p:strVal val="#ppt_h"/>
                                          </p:val>
                                        </p:tav>
                                      </p:tavLst>
                                    </p:anim>
                                    <p:animEffect transition="in" filter="fade">
                                      <p:cBhvr>
                                        <p:cTn id="14" dur="500"/>
                                        <p:tgtEl>
                                          <p:spTgt spid="100454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004550"/>
                                        </p:tgtEl>
                                        <p:attrNameLst>
                                          <p:attrName>style.visibility</p:attrName>
                                        </p:attrNameLst>
                                      </p:cBhvr>
                                      <p:to>
                                        <p:strVal val="visible"/>
                                      </p:to>
                                    </p:set>
                                    <p:anim calcmode="lin" valueType="num">
                                      <p:cBhvr>
                                        <p:cTn id="17" dur="500" fill="hold"/>
                                        <p:tgtEl>
                                          <p:spTgt spid="1004550"/>
                                        </p:tgtEl>
                                        <p:attrNameLst>
                                          <p:attrName>ppt_w</p:attrName>
                                        </p:attrNameLst>
                                      </p:cBhvr>
                                      <p:tavLst>
                                        <p:tav tm="0">
                                          <p:val>
                                            <p:fltVal val="0"/>
                                          </p:val>
                                        </p:tav>
                                        <p:tav tm="100000">
                                          <p:val>
                                            <p:strVal val="#ppt_w"/>
                                          </p:val>
                                        </p:tav>
                                      </p:tavLst>
                                    </p:anim>
                                    <p:anim calcmode="lin" valueType="num">
                                      <p:cBhvr>
                                        <p:cTn id="18" dur="500" fill="hold"/>
                                        <p:tgtEl>
                                          <p:spTgt spid="1004550"/>
                                        </p:tgtEl>
                                        <p:attrNameLst>
                                          <p:attrName>ppt_h</p:attrName>
                                        </p:attrNameLst>
                                      </p:cBhvr>
                                      <p:tavLst>
                                        <p:tav tm="0">
                                          <p:val>
                                            <p:fltVal val="0"/>
                                          </p:val>
                                        </p:tav>
                                        <p:tav tm="100000">
                                          <p:val>
                                            <p:strVal val="#ppt_h"/>
                                          </p:val>
                                        </p:tav>
                                      </p:tavLst>
                                    </p:anim>
                                    <p:animEffect transition="in" filter="fade">
                                      <p:cBhvr>
                                        <p:cTn id="19" dur="500"/>
                                        <p:tgtEl>
                                          <p:spTgt spid="1004550"/>
                                        </p:tgtEl>
                                      </p:cBhvr>
                                    </p:animEffect>
                                  </p:childTnLst>
                                </p:cTn>
                              </p:par>
                              <p:par>
                                <p:cTn id="20" presetID="53" presetClass="entr" presetSubtype="16"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par>
                                <p:cTn id="30" presetID="53" presetClass="entr" presetSubtype="16"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fltVal val="0"/>
                                          </p:val>
                                        </p:tav>
                                        <p:tav tm="100000">
                                          <p:val>
                                            <p:strVal val="#ppt_w"/>
                                          </p:val>
                                        </p:tav>
                                      </p:tavLst>
                                    </p:anim>
                                    <p:anim calcmode="lin" valueType="num">
                                      <p:cBhvr>
                                        <p:cTn id="33" dur="500" fill="hold"/>
                                        <p:tgtEl>
                                          <p:spTgt spid="9"/>
                                        </p:tgtEl>
                                        <p:attrNameLst>
                                          <p:attrName>ppt_h</p:attrName>
                                        </p:attrNameLst>
                                      </p:cBhvr>
                                      <p:tavLst>
                                        <p:tav tm="0">
                                          <p:val>
                                            <p:fltVal val="0"/>
                                          </p:val>
                                        </p:tav>
                                        <p:tav tm="100000">
                                          <p:val>
                                            <p:strVal val="#ppt_h"/>
                                          </p:val>
                                        </p:tav>
                                      </p:tavLst>
                                    </p:anim>
                                    <p:animEffect transition="in" filter="fade">
                                      <p:cBhvr>
                                        <p:cTn id="34" dur="500"/>
                                        <p:tgtEl>
                                          <p:spTgt spid="9"/>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p:cTn id="37" dur="500" fill="hold"/>
                                        <p:tgtEl>
                                          <p:spTgt spid="10"/>
                                        </p:tgtEl>
                                        <p:attrNameLst>
                                          <p:attrName>ppt_w</p:attrName>
                                        </p:attrNameLst>
                                      </p:cBhvr>
                                      <p:tavLst>
                                        <p:tav tm="0">
                                          <p:val>
                                            <p:fltVal val="0"/>
                                          </p:val>
                                        </p:tav>
                                        <p:tav tm="100000">
                                          <p:val>
                                            <p:strVal val="#ppt_w"/>
                                          </p:val>
                                        </p:tav>
                                      </p:tavLst>
                                    </p:anim>
                                    <p:anim calcmode="lin" valueType="num">
                                      <p:cBhvr>
                                        <p:cTn id="38" dur="500" fill="hold"/>
                                        <p:tgtEl>
                                          <p:spTgt spid="10"/>
                                        </p:tgtEl>
                                        <p:attrNameLst>
                                          <p:attrName>ppt_h</p:attrName>
                                        </p:attrNameLst>
                                      </p:cBhvr>
                                      <p:tavLst>
                                        <p:tav tm="0">
                                          <p:val>
                                            <p:fltVal val="0"/>
                                          </p:val>
                                        </p:tav>
                                        <p:tav tm="100000">
                                          <p:val>
                                            <p:strVal val="#ppt_h"/>
                                          </p:val>
                                        </p:tav>
                                      </p:tavLst>
                                    </p:anim>
                                    <p:animEffect transition="in" filter="fade">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nodeType="clickEffect">
                                  <p:stCondLst>
                                    <p:cond delay="0"/>
                                  </p:stCondLst>
                                  <p:childTnLst>
                                    <p:set>
                                      <p:cBhvr>
                                        <p:cTn id="43" dur="1" fill="hold">
                                          <p:stCondLst>
                                            <p:cond delay="0"/>
                                          </p:stCondLst>
                                        </p:cTn>
                                        <p:tgtEl>
                                          <p:spTgt spid="1004547">
                                            <p:txEl>
                                              <p:pRg st="4" end="4"/>
                                            </p:txEl>
                                          </p:spTgt>
                                        </p:tgtEl>
                                        <p:attrNameLst>
                                          <p:attrName>style.visibility</p:attrName>
                                        </p:attrNameLst>
                                      </p:cBhvr>
                                      <p:to>
                                        <p:strVal val="visible"/>
                                      </p:to>
                                    </p:set>
                                    <p:anim calcmode="lin" valueType="num">
                                      <p:cBhvr>
                                        <p:cTn id="44" dur="500" fill="hold"/>
                                        <p:tgtEl>
                                          <p:spTgt spid="1004547">
                                            <p:txEl>
                                              <p:pRg st="4" end="4"/>
                                            </p:txEl>
                                          </p:spTgt>
                                        </p:tgtEl>
                                        <p:attrNameLst>
                                          <p:attrName>ppt_w</p:attrName>
                                        </p:attrNameLst>
                                      </p:cBhvr>
                                      <p:tavLst>
                                        <p:tav tm="0">
                                          <p:val>
                                            <p:fltVal val="0"/>
                                          </p:val>
                                        </p:tav>
                                        <p:tav tm="100000">
                                          <p:val>
                                            <p:strVal val="#ppt_w"/>
                                          </p:val>
                                        </p:tav>
                                      </p:tavLst>
                                    </p:anim>
                                    <p:anim calcmode="lin" valueType="num">
                                      <p:cBhvr>
                                        <p:cTn id="45" dur="500" fill="hold"/>
                                        <p:tgtEl>
                                          <p:spTgt spid="1004547">
                                            <p:txEl>
                                              <p:pRg st="4" end="4"/>
                                            </p:txEl>
                                          </p:spTgt>
                                        </p:tgtEl>
                                        <p:attrNameLst>
                                          <p:attrName>ppt_h</p:attrName>
                                        </p:attrNameLst>
                                      </p:cBhvr>
                                      <p:tavLst>
                                        <p:tav tm="0">
                                          <p:val>
                                            <p:fltVal val="0"/>
                                          </p:val>
                                        </p:tav>
                                        <p:tav tm="100000">
                                          <p:val>
                                            <p:strVal val="#ppt_h"/>
                                          </p:val>
                                        </p:tav>
                                      </p:tavLst>
                                    </p:anim>
                                    <p:animEffect transition="in" filter="fade">
                                      <p:cBhvr>
                                        <p:cTn id="46" dur="500"/>
                                        <p:tgtEl>
                                          <p:spTgt spid="10045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548" grpId="0" bldLvl="0" animBg="1"/>
      <p:bldP spid="1004550" grpId="0"/>
      <p:bldP spid="8" grpId="0"/>
      <p:bldP spid="10"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p:cNvSpPr>
          <p:nvPr>
            <p:ph type="title"/>
          </p:nvPr>
        </p:nvSpPr>
        <p:spPr>
          <a:xfrm>
            <a:off x="755650" y="268288"/>
            <a:ext cx="7931150" cy="358775"/>
          </a:xfrm>
        </p:spPr>
        <p:txBody>
          <a:bodyPr vert="horz" wrap="square" lIns="91440" tIns="45720" rIns="91440" bIns="45720" anchor="ctr" anchorCtr="0"/>
          <a:lstStyle/>
          <a:p>
            <a:pPr marL="342900" indent="-342900" eaLnBrk="1" hangingPunct="1">
              <a:spcBef>
                <a:spcPct val="20000"/>
              </a:spcBef>
            </a:pPr>
            <a:r>
              <a:rPr lang="en-US" altLang="zh-CN" sz="3000" i="1"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a:t>
            </a:r>
            <a:r>
              <a:rPr lang="en-US" altLang="zh-CN" sz="3000"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en-US" sz="3000"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000"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lang="en-US" altLang="en-US" sz="3000" i="1" kern="1200" dirty="0">
                <a:solidFill>
                  <a:srgbClr val="2D83F4"/>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i</a:t>
            </a:r>
            <a:r>
              <a:rPr lang="en-US" altLang="en-US" sz="3000" kern="1200" dirty="0">
                <a:solidFill>
                  <a:srgbClr val="2D83F4"/>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lang="en-US" altLang="zh-CN" sz="3000" i="1"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a:t>
            </a:r>
            <a:r>
              <a:rPr lang="en-US" altLang="en-US" sz="3000"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en-US" sz="3000" i="1" kern="1200" dirty="0">
                <a:solidFill>
                  <a:srgbClr val="2D83F4"/>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i </a:t>
            </a:r>
            <a:r>
              <a:rPr lang="en-US" altLang="zh-CN" sz="3000" i="1"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a:t>
            </a:r>
            <a:r>
              <a:rPr lang="en-US" altLang="en-US" sz="3000" i="1"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lang="en-US" altLang="en-US" sz="3000" i="1" kern="1200" dirty="0">
                <a:solidFill>
                  <a:srgbClr val="2D83F4"/>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e</a:t>
            </a:r>
            <a:r>
              <a:rPr lang="en-US" altLang="en-US" sz="3000" i="1"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lang="en-US" altLang="zh-CN" sz="3000" i="1"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a:t>
            </a:r>
            <a:r>
              <a:rPr lang="en-US" altLang="en-US" sz="3000"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000" i="1"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endParaRPr lang="en-US" altLang="zh-CN" sz="3000" i="1" kern="1200" dirty="0">
              <a:solidFill>
                <a:srgbClr val="000000"/>
              </a:solidFill>
              <a:latin typeface="Times New Roman" panose="02020603050405020304" pitchFamily="18" charset="0"/>
              <a:ea typeface="Times New Roman" panose="02020603050405020304" pitchFamily="18" charset="0"/>
              <a:cs typeface="+mj-cs"/>
              <a:sym typeface="Symbol" panose="05050102010706020507" pitchFamily="18" charset="2"/>
            </a:endParaRPr>
          </a:p>
        </p:txBody>
      </p:sp>
      <p:sp>
        <p:nvSpPr>
          <p:cNvPr id="97283" name="Text Box 3"/>
          <p:cNvSpPr txBox="1"/>
          <p:nvPr/>
        </p:nvSpPr>
        <p:spPr>
          <a:xfrm>
            <a:off x="4340225" y="2611438"/>
            <a:ext cx="1455738" cy="1200150"/>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
                <a:schemeClr val="tx2"/>
              </a:buClr>
              <a:buSzPct val="75000"/>
              <a:buFont typeface="Monotype Sorts"/>
              <a:buNone/>
            </a:pPr>
            <a:r>
              <a:rPr lang="en-US" altLang="zh-CN" b="1" i="1" dirty="0">
                <a:solidFill>
                  <a:schemeClr val="tx1"/>
                </a:solidFill>
                <a:latin typeface="Times New Roman" panose="02020603050405020304" pitchFamily="18" charset="0"/>
                <a:ea typeface="宋体" panose="02010600030101010101" pitchFamily="2" charset="-122"/>
              </a:rPr>
              <a:t>I</a:t>
            </a:r>
            <a:r>
              <a:rPr lang="en-US" altLang="zh-CN" b="1" i="1" baseline="-25000" dirty="0">
                <a:solidFill>
                  <a:schemeClr val="tx1"/>
                </a:solidFill>
                <a:latin typeface="Times New Roman" panose="02020603050405020304" pitchFamily="18" charset="0"/>
                <a:ea typeface="宋体" panose="02010600030101010101" pitchFamily="2" charset="-122"/>
              </a:rPr>
              <a:t>4</a:t>
            </a:r>
            <a:r>
              <a:rPr lang="en-US" altLang="zh-CN" b="1" dirty="0">
                <a:solidFill>
                  <a:schemeClr val="tx1"/>
                </a:solidFill>
                <a:latin typeface="Times New Roman" panose="02020603050405020304" pitchFamily="18" charset="0"/>
                <a:ea typeface="宋体" panose="02010600030101010101" pitchFamily="2" charset="-122"/>
              </a:rPr>
              <a:t>:</a:t>
            </a:r>
          </a:p>
          <a:p>
            <a:pPr marL="0" lvl="0" indent="0">
              <a:spcBef>
                <a:spcPct val="0"/>
              </a:spcBef>
              <a:buClr>
                <a:schemeClr val="tx2"/>
              </a:buClr>
              <a:buSzPct val="75000"/>
              <a:buFont typeface="Monotype Sorts"/>
              <a:buNone/>
            </a:pPr>
            <a:r>
              <a:rPr lang="en-US" altLang="zh-CN" b="1" i="1" dirty="0">
                <a:solidFill>
                  <a:srgbClr val="FF0000"/>
                </a:solidFill>
                <a:latin typeface="Times New Roman" panose="02020603050405020304" pitchFamily="18" charset="0"/>
                <a:ea typeface="宋体" panose="02010600030101010101" pitchFamily="2" charset="-122"/>
              </a:rPr>
              <a:t>S→iS</a:t>
            </a:r>
            <a:r>
              <a:rPr lang="en-US" altLang="zh-CN" b="1" i="1" dirty="0">
                <a:solidFill>
                  <a:srgbClr val="000000"/>
                </a:solidFill>
                <a:latin typeface="Times New Roman" panose="02020603050405020304" pitchFamily="18" charset="0"/>
                <a:ea typeface="宋体" panose="02010600030101010101" pitchFamily="2" charset="-122"/>
              </a:rPr>
              <a:t> </a:t>
            </a:r>
            <a:r>
              <a:rPr lang="en-US" altLang="zh-CN" b="1" i="1" dirty="0">
                <a:solidFill>
                  <a:srgbClr val="FF0000"/>
                </a:solidFill>
                <a:latin typeface="Times New Roman" panose="02020603050405020304" pitchFamily="18" charset="0"/>
                <a:ea typeface="宋体" panose="02010600030101010101" pitchFamily="2" charset="-122"/>
              </a:rPr>
              <a:t>· </a:t>
            </a:r>
          </a:p>
          <a:p>
            <a:pPr marL="0" lvl="0" indent="0">
              <a:spcBef>
                <a:spcPct val="0"/>
              </a:spcBef>
              <a:buClr>
                <a:schemeClr val="tx2"/>
              </a:buClr>
              <a:buSzPct val="75000"/>
              <a:buFont typeface="Monotype Sorts"/>
              <a:buNone/>
            </a:pPr>
            <a:r>
              <a:rPr lang="en-US" altLang="zh-CN" b="1" i="1" dirty="0">
                <a:solidFill>
                  <a:srgbClr val="FF0000"/>
                </a:solidFill>
                <a:latin typeface="Times New Roman" panose="02020603050405020304" pitchFamily="18" charset="0"/>
                <a:ea typeface="宋体" panose="02010600030101010101" pitchFamily="2" charset="-122"/>
              </a:rPr>
              <a:t>S→iS</a:t>
            </a:r>
            <a:r>
              <a:rPr lang="en-US" altLang="zh-CN" b="1" i="1" dirty="0">
                <a:solidFill>
                  <a:srgbClr val="000000"/>
                </a:solidFill>
                <a:latin typeface="Times New Roman" panose="02020603050405020304" pitchFamily="18" charset="0"/>
                <a:ea typeface="宋体" panose="02010600030101010101" pitchFamily="2" charset="-122"/>
              </a:rPr>
              <a:t> </a:t>
            </a:r>
            <a:r>
              <a:rPr lang="en-US" altLang="zh-CN" b="1" i="1" dirty="0">
                <a:solidFill>
                  <a:srgbClr val="FF0000"/>
                </a:solidFill>
                <a:latin typeface="Times New Roman" panose="02020603050405020304" pitchFamily="18" charset="0"/>
                <a:ea typeface="宋体" panose="02010600030101010101" pitchFamily="2" charset="-122"/>
              </a:rPr>
              <a:t>· eS </a:t>
            </a:r>
          </a:p>
        </p:txBody>
      </p:sp>
      <p:sp>
        <p:nvSpPr>
          <p:cNvPr id="97284" name="Text Box 5"/>
          <p:cNvSpPr txBox="1"/>
          <p:nvPr/>
        </p:nvSpPr>
        <p:spPr>
          <a:xfrm>
            <a:off x="827088" y="1019175"/>
            <a:ext cx="1377950" cy="1846263"/>
          </a:xfrm>
          <a:prstGeom prst="rect">
            <a:avLst/>
          </a:prstGeom>
          <a:solidFill>
            <a:srgbClr val="B5CEED"/>
          </a:solidFill>
          <a:ln w="12700" cap="flat" cmpd="sng">
            <a:solidFill>
              <a:schemeClr val="tx1"/>
            </a:solidFill>
            <a:prstDash val="solid"/>
            <a:miter/>
            <a:headEnd type="none" w="sm" len="sm"/>
            <a:tailEnd type="none" w="sm" len="sm"/>
          </a:ln>
        </p:spPr>
        <p:txBody>
          <a:bodyPr tIns="0" bIns="0">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I</a:t>
            </a:r>
            <a:r>
              <a:rPr lang="en-US" altLang="zh-CN" b="1" i="1" baseline="-25000" dirty="0">
                <a:solidFill>
                  <a:schemeClr val="tx1"/>
                </a:solidFill>
                <a:latin typeface="Times New Roman" panose="02020603050405020304" pitchFamily="18" charset="0"/>
                <a:ea typeface="宋体" panose="02010600030101010101" pitchFamily="2" charset="-122"/>
              </a:rPr>
              <a:t>0</a:t>
            </a:r>
            <a:r>
              <a:rPr lang="en-US" altLang="zh-CN" b="1" dirty="0">
                <a:solidFill>
                  <a:schemeClr val="tx1"/>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S′→</a:t>
            </a:r>
            <a:r>
              <a:rPr lang="en-US" altLang="zh-CN" b="1" i="1" dirty="0">
                <a:solidFill>
                  <a:srgbClr val="000000"/>
                </a:solidFill>
                <a:latin typeface="Times New Roman" panose="02020603050405020304" pitchFamily="18" charset="0"/>
                <a:ea typeface="宋体" panose="02010600030101010101" pitchFamily="2" charset="-122"/>
              </a:rPr>
              <a:t> · </a:t>
            </a:r>
            <a:r>
              <a:rPr lang="en-US" altLang="zh-CN" b="1" i="1" dirty="0">
                <a:solidFill>
                  <a:schemeClr val="tx1"/>
                </a:solidFill>
                <a:latin typeface="Times New Roman" panose="02020603050405020304" pitchFamily="18" charset="0"/>
                <a:ea typeface="宋体" panose="02010600030101010101" pitchFamily="2" charset="-122"/>
              </a:rPr>
              <a:t>S</a:t>
            </a:r>
          </a:p>
          <a:p>
            <a:pPr marL="0" lvl="0" indent="0" eaLnBrk="1" hangingPunct="1">
              <a:spcBef>
                <a:spcPct val="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S→</a:t>
            </a:r>
            <a:r>
              <a:rPr lang="en-US" altLang="zh-CN" b="1" i="1" dirty="0">
                <a:solidFill>
                  <a:srgbClr val="000000"/>
                </a:solidFill>
                <a:latin typeface="Times New Roman" panose="02020603050405020304" pitchFamily="18" charset="0"/>
                <a:ea typeface="宋体" panose="02010600030101010101" pitchFamily="2" charset="-122"/>
              </a:rPr>
              <a:t> · </a:t>
            </a:r>
            <a:r>
              <a:rPr lang="en-US" altLang="zh-CN" b="1" i="1" dirty="0">
                <a:solidFill>
                  <a:schemeClr val="tx1"/>
                </a:solidFill>
                <a:latin typeface="Times New Roman" panose="02020603050405020304" pitchFamily="18" charset="0"/>
                <a:ea typeface="宋体" panose="02010600030101010101" pitchFamily="2" charset="-122"/>
              </a:rPr>
              <a:t>iS  S→</a:t>
            </a:r>
            <a:r>
              <a:rPr lang="en-US" altLang="zh-CN" b="1" i="1" dirty="0">
                <a:solidFill>
                  <a:srgbClr val="000000"/>
                </a:solidFill>
                <a:latin typeface="Times New Roman" panose="02020603050405020304" pitchFamily="18" charset="0"/>
                <a:ea typeface="宋体" panose="02010600030101010101" pitchFamily="2" charset="-122"/>
              </a:rPr>
              <a:t> ·</a:t>
            </a:r>
            <a:r>
              <a:rPr lang="en-US" altLang="zh-CN" b="1" i="1" dirty="0">
                <a:solidFill>
                  <a:schemeClr val="tx1"/>
                </a:solidFill>
                <a:latin typeface="Times New Roman" panose="02020603050405020304" pitchFamily="18" charset="0"/>
                <a:ea typeface="宋体" panose="02010600030101010101" pitchFamily="2" charset="-122"/>
              </a:rPr>
              <a:t>iSeS</a:t>
            </a:r>
          </a:p>
          <a:p>
            <a:pPr marL="0" lvl="0" indent="0" eaLnBrk="1" hangingPunct="1">
              <a:spcBef>
                <a:spcPct val="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S →</a:t>
            </a:r>
            <a:r>
              <a:rPr lang="en-US" altLang="zh-CN" b="1" i="1" dirty="0">
                <a:solidFill>
                  <a:srgbClr val="000000"/>
                </a:solidFill>
                <a:latin typeface="Times New Roman" panose="02020603050405020304" pitchFamily="18" charset="0"/>
                <a:ea typeface="宋体" panose="02010600030101010101" pitchFamily="2" charset="-122"/>
              </a:rPr>
              <a:t> · </a:t>
            </a:r>
            <a:r>
              <a:rPr lang="en-US" altLang="zh-CN" b="1" i="1" dirty="0">
                <a:solidFill>
                  <a:schemeClr val="tx1"/>
                </a:solidFill>
                <a:latin typeface="Times New Roman" panose="02020603050405020304" pitchFamily="18" charset="0"/>
                <a:ea typeface="宋体" panose="02010600030101010101" pitchFamily="2" charset="-122"/>
              </a:rPr>
              <a:t>a</a:t>
            </a:r>
          </a:p>
        </p:txBody>
      </p:sp>
      <p:sp>
        <p:nvSpPr>
          <p:cNvPr id="97285" name="Text Box 6"/>
          <p:cNvSpPr txBox="1"/>
          <p:nvPr/>
        </p:nvSpPr>
        <p:spPr>
          <a:xfrm>
            <a:off x="2209800" y="957263"/>
            <a:ext cx="457200"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S</a:t>
            </a:r>
          </a:p>
        </p:txBody>
      </p:sp>
      <p:sp>
        <p:nvSpPr>
          <p:cNvPr id="97286" name="Line 7"/>
          <p:cNvSpPr/>
          <p:nvPr/>
        </p:nvSpPr>
        <p:spPr>
          <a:xfrm flipV="1">
            <a:off x="2209800" y="1419225"/>
            <a:ext cx="317500" cy="0"/>
          </a:xfrm>
          <a:prstGeom prst="line">
            <a:avLst/>
          </a:prstGeom>
          <a:ln w="38100" cap="flat" cmpd="sng">
            <a:solidFill>
              <a:schemeClr val="tx1"/>
            </a:solidFill>
            <a:prstDash val="solid"/>
            <a:headEnd type="none" w="sm" len="sm"/>
            <a:tailEnd type="triangle" w="med" len="med"/>
          </a:ln>
        </p:spPr>
      </p:sp>
      <p:sp>
        <p:nvSpPr>
          <p:cNvPr id="97287" name="Text Box 8"/>
          <p:cNvSpPr txBox="1"/>
          <p:nvPr/>
        </p:nvSpPr>
        <p:spPr>
          <a:xfrm>
            <a:off x="2532063" y="739775"/>
            <a:ext cx="1465262" cy="830263"/>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I</a:t>
            </a:r>
            <a:r>
              <a:rPr lang="en-US" altLang="zh-CN" b="1" i="1" baseline="-25000" dirty="0">
                <a:solidFill>
                  <a:schemeClr val="tx1"/>
                </a:solidFill>
                <a:latin typeface="Times New Roman" panose="02020603050405020304" pitchFamily="18" charset="0"/>
                <a:ea typeface="宋体" panose="02010600030101010101" pitchFamily="2" charset="-122"/>
              </a:rPr>
              <a:t>1</a:t>
            </a:r>
            <a:r>
              <a:rPr lang="en-US" altLang="zh-CN" b="1" dirty="0">
                <a:solidFill>
                  <a:schemeClr val="tx1"/>
                </a:solidFill>
                <a:latin typeface="Times New Roman" panose="02020603050405020304" pitchFamily="18" charset="0"/>
                <a:ea typeface="宋体" panose="02010600030101010101" pitchFamily="2" charset="-122"/>
              </a:rPr>
              <a:t>:</a:t>
            </a:r>
          </a:p>
          <a:p>
            <a:pPr marL="0" lvl="0" indent="0" eaLnBrk="1" hangingPunct="1">
              <a:spcBef>
                <a:spcPct val="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S′ →S</a:t>
            </a:r>
            <a:r>
              <a:rPr lang="en-US" altLang="zh-CN" b="1" i="1" dirty="0">
                <a:solidFill>
                  <a:srgbClr val="000000"/>
                </a:solidFill>
                <a:latin typeface="Times New Roman" panose="02020603050405020304" pitchFamily="18" charset="0"/>
                <a:ea typeface="宋体" panose="02010600030101010101" pitchFamily="2" charset="-122"/>
              </a:rPr>
              <a:t> ·</a:t>
            </a:r>
            <a:r>
              <a:rPr lang="en-US" altLang="zh-CN" b="1" i="1" dirty="0">
                <a:solidFill>
                  <a:schemeClr val="tx1"/>
                </a:solidFill>
                <a:latin typeface="Times New Roman" panose="02020603050405020304" pitchFamily="18" charset="0"/>
                <a:ea typeface="宋体" panose="02010600030101010101" pitchFamily="2" charset="-122"/>
              </a:rPr>
              <a:t> </a:t>
            </a:r>
          </a:p>
        </p:txBody>
      </p:sp>
      <p:sp>
        <p:nvSpPr>
          <p:cNvPr id="97288" name="Text Box 9"/>
          <p:cNvSpPr txBox="1"/>
          <p:nvPr/>
        </p:nvSpPr>
        <p:spPr>
          <a:xfrm>
            <a:off x="3924300" y="2614613"/>
            <a:ext cx="457200" cy="46037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S</a:t>
            </a:r>
          </a:p>
        </p:txBody>
      </p:sp>
      <p:sp>
        <p:nvSpPr>
          <p:cNvPr id="97289" name="Line 10"/>
          <p:cNvSpPr/>
          <p:nvPr/>
        </p:nvSpPr>
        <p:spPr>
          <a:xfrm flipV="1">
            <a:off x="2163763" y="2117725"/>
            <a:ext cx="388937" cy="0"/>
          </a:xfrm>
          <a:prstGeom prst="line">
            <a:avLst/>
          </a:prstGeom>
          <a:ln w="38100" cap="flat" cmpd="sng">
            <a:solidFill>
              <a:schemeClr val="tx1"/>
            </a:solidFill>
            <a:prstDash val="solid"/>
            <a:headEnd type="none" w="sm" len="sm"/>
            <a:tailEnd type="triangle" w="med" len="med"/>
          </a:ln>
        </p:spPr>
      </p:sp>
      <p:sp>
        <p:nvSpPr>
          <p:cNvPr id="97290" name="Text Box 11"/>
          <p:cNvSpPr txBox="1"/>
          <p:nvPr/>
        </p:nvSpPr>
        <p:spPr>
          <a:xfrm>
            <a:off x="2532063" y="1635125"/>
            <a:ext cx="1465262" cy="2308225"/>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I</a:t>
            </a:r>
            <a:r>
              <a:rPr lang="en-US" altLang="zh-CN" b="1" i="1" baseline="-25000" dirty="0">
                <a:solidFill>
                  <a:schemeClr val="tx1"/>
                </a:solidFill>
                <a:latin typeface="Times New Roman" panose="02020603050405020304" pitchFamily="18" charset="0"/>
                <a:ea typeface="宋体" panose="02010600030101010101" pitchFamily="2" charset="-122"/>
              </a:rPr>
              <a:t>2</a:t>
            </a:r>
            <a:r>
              <a:rPr lang="en-US" altLang="zh-CN" b="1" dirty="0">
                <a:solidFill>
                  <a:schemeClr val="tx1"/>
                </a:solidFill>
                <a:latin typeface="Times New Roman" panose="02020603050405020304" pitchFamily="18" charset="0"/>
                <a:ea typeface="宋体" panose="02010600030101010101" pitchFamily="2" charset="-122"/>
              </a:rPr>
              <a:t>:</a:t>
            </a:r>
          </a:p>
          <a:p>
            <a:pPr marL="0" lvl="0" indent="0" eaLnBrk="1" hangingPunct="1">
              <a:spcBef>
                <a:spcPct val="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S→i</a:t>
            </a:r>
            <a:r>
              <a:rPr lang="en-US" altLang="zh-CN" b="1" i="1" dirty="0">
                <a:solidFill>
                  <a:srgbClr val="000000"/>
                </a:solidFill>
                <a:latin typeface="Times New Roman" panose="02020603050405020304" pitchFamily="18" charset="0"/>
                <a:ea typeface="宋体" panose="02010600030101010101" pitchFamily="2" charset="-122"/>
              </a:rPr>
              <a:t> · </a:t>
            </a:r>
            <a:r>
              <a:rPr lang="en-US" altLang="zh-CN" b="1" i="1" dirty="0">
                <a:solidFill>
                  <a:schemeClr val="tx1"/>
                </a:solidFill>
                <a:latin typeface="Times New Roman" panose="02020603050405020304" pitchFamily="18" charset="0"/>
                <a:ea typeface="宋体" panose="02010600030101010101" pitchFamily="2" charset="-122"/>
              </a:rPr>
              <a:t>S  </a:t>
            </a:r>
          </a:p>
          <a:p>
            <a:pPr marL="0" lvl="0" indent="0" eaLnBrk="1" hangingPunct="1">
              <a:spcBef>
                <a:spcPct val="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S→i</a:t>
            </a:r>
            <a:r>
              <a:rPr lang="en-US" altLang="zh-CN" b="1" i="1" dirty="0">
                <a:solidFill>
                  <a:srgbClr val="000000"/>
                </a:solidFill>
                <a:latin typeface="Times New Roman" panose="02020603050405020304" pitchFamily="18" charset="0"/>
                <a:ea typeface="宋体" panose="02010600030101010101" pitchFamily="2" charset="-122"/>
              </a:rPr>
              <a:t> · </a:t>
            </a:r>
            <a:r>
              <a:rPr lang="en-US" altLang="zh-CN" b="1" i="1" dirty="0">
                <a:solidFill>
                  <a:schemeClr val="tx1"/>
                </a:solidFill>
                <a:latin typeface="Times New Roman" panose="02020603050405020304" pitchFamily="18" charset="0"/>
                <a:ea typeface="宋体" panose="02010600030101010101" pitchFamily="2" charset="-122"/>
              </a:rPr>
              <a:t>SeS </a:t>
            </a:r>
          </a:p>
          <a:p>
            <a:pPr marL="0" lvl="0" indent="0" eaLnBrk="1" hangingPunct="1">
              <a:spcBef>
                <a:spcPct val="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S→</a:t>
            </a:r>
            <a:r>
              <a:rPr lang="en-US" altLang="zh-CN" b="1" i="1" dirty="0">
                <a:solidFill>
                  <a:srgbClr val="000000"/>
                </a:solidFill>
                <a:latin typeface="Times New Roman" panose="02020603050405020304" pitchFamily="18" charset="0"/>
                <a:ea typeface="宋体" panose="02010600030101010101" pitchFamily="2" charset="-122"/>
              </a:rPr>
              <a:t> · </a:t>
            </a:r>
            <a:r>
              <a:rPr lang="en-US" altLang="zh-CN" b="1" i="1" dirty="0">
                <a:solidFill>
                  <a:schemeClr val="tx1"/>
                </a:solidFill>
                <a:latin typeface="Times New Roman" panose="02020603050405020304" pitchFamily="18" charset="0"/>
                <a:ea typeface="宋体" panose="02010600030101010101" pitchFamily="2" charset="-122"/>
              </a:rPr>
              <a:t>iS  S→</a:t>
            </a:r>
            <a:r>
              <a:rPr lang="en-US" altLang="zh-CN" b="1" i="1" dirty="0">
                <a:solidFill>
                  <a:srgbClr val="000000"/>
                </a:solidFill>
                <a:latin typeface="Times New Roman" panose="02020603050405020304" pitchFamily="18" charset="0"/>
                <a:ea typeface="宋体" panose="02010600030101010101" pitchFamily="2" charset="-122"/>
              </a:rPr>
              <a:t> · </a:t>
            </a:r>
            <a:r>
              <a:rPr lang="en-US" altLang="zh-CN" b="1" i="1" dirty="0">
                <a:solidFill>
                  <a:schemeClr val="tx1"/>
                </a:solidFill>
                <a:latin typeface="Times New Roman" panose="02020603050405020304" pitchFamily="18" charset="0"/>
                <a:ea typeface="宋体" panose="02010600030101010101" pitchFamily="2" charset="-122"/>
              </a:rPr>
              <a:t>iSeS</a:t>
            </a:r>
          </a:p>
          <a:p>
            <a:pPr marL="0" lvl="0" indent="0" eaLnBrk="1" hangingPunct="1">
              <a:spcBef>
                <a:spcPct val="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S →</a:t>
            </a:r>
            <a:r>
              <a:rPr lang="en-US" altLang="zh-CN" b="1" i="1" dirty="0">
                <a:solidFill>
                  <a:srgbClr val="000000"/>
                </a:solidFill>
                <a:latin typeface="Times New Roman" panose="02020603050405020304" pitchFamily="18" charset="0"/>
                <a:ea typeface="宋体" panose="02010600030101010101" pitchFamily="2" charset="-122"/>
              </a:rPr>
              <a:t> · </a:t>
            </a:r>
            <a:r>
              <a:rPr lang="en-US" altLang="zh-CN" b="1" i="1" dirty="0">
                <a:solidFill>
                  <a:schemeClr val="tx1"/>
                </a:solidFill>
                <a:latin typeface="Times New Roman" panose="02020603050405020304" pitchFamily="18" charset="0"/>
                <a:ea typeface="宋体" panose="02010600030101010101" pitchFamily="2" charset="-122"/>
              </a:rPr>
              <a:t>a</a:t>
            </a:r>
          </a:p>
        </p:txBody>
      </p:sp>
      <p:sp>
        <p:nvSpPr>
          <p:cNvPr id="97291" name="Text Box 12"/>
          <p:cNvSpPr txBox="1"/>
          <p:nvPr/>
        </p:nvSpPr>
        <p:spPr>
          <a:xfrm>
            <a:off x="6657975" y="1419225"/>
            <a:ext cx="4572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S</a:t>
            </a:r>
          </a:p>
        </p:txBody>
      </p:sp>
      <p:sp>
        <p:nvSpPr>
          <p:cNvPr id="97292" name="Line 13"/>
          <p:cNvSpPr/>
          <p:nvPr/>
        </p:nvSpPr>
        <p:spPr>
          <a:xfrm flipV="1">
            <a:off x="6657975" y="1458913"/>
            <a:ext cx="0" cy="323850"/>
          </a:xfrm>
          <a:prstGeom prst="line">
            <a:avLst/>
          </a:prstGeom>
          <a:ln w="38100" cap="flat" cmpd="sng">
            <a:solidFill>
              <a:schemeClr val="tx1"/>
            </a:solidFill>
            <a:prstDash val="solid"/>
            <a:headEnd type="none" w="sm" len="sm"/>
            <a:tailEnd type="triangle" w="med" len="med"/>
          </a:ln>
        </p:spPr>
      </p:sp>
      <p:sp>
        <p:nvSpPr>
          <p:cNvPr id="97293" name="Freeform 14"/>
          <p:cNvSpPr/>
          <p:nvPr/>
        </p:nvSpPr>
        <p:spPr>
          <a:xfrm rot="5400000">
            <a:off x="1917700" y="3251200"/>
            <a:ext cx="792163" cy="379413"/>
          </a:xfrm>
          <a:custGeom>
            <a:avLst/>
            <a:gdLst>
              <a:gd name="txL" fmla="*/ 0 w 499"/>
              <a:gd name="txT" fmla="*/ 0 h 318"/>
              <a:gd name="txR" fmla="*/ 499 w 499"/>
              <a:gd name="txB" fmla="*/ 318 h 318"/>
            </a:gdLst>
            <a:ahLst/>
            <a:cxnLst>
              <a:cxn ang="0">
                <a:pos x="2147483646" y="0"/>
              </a:cxn>
              <a:cxn ang="0">
                <a:pos x="2147483646" y="2147483646"/>
              </a:cxn>
              <a:cxn ang="0">
                <a:pos x="0" y="0"/>
              </a:cxn>
            </a:cxnLst>
            <a:rect l="txL" t="txT" r="txR" b="txB"/>
            <a:pathLst>
              <a:path w="499" h="318">
                <a:moveTo>
                  <a:pt x="499" y="0"/>
                </a:moveTo>
                <a:cubicBezTo>
                  <a:pt x="427" y="159"/>
                  <a:pt x="355" y="318"/>
                  <a:pt x="272" y="318"/>
                </a:cubicBezTo>
                <a:cubicBezTo>
                  <a:pt x="189" y="318"/>
                  <a:pt x="94" y="159"/>
                  <a:pt x="0" y="0"/>
                </a:cubicBezTo>
              </a:path>
            </a:pathLst>
          </a:custGeom>
          <a:noFill/>
          <a:ln w="38100" cap="flat" cmpd="sng">
            <a:solidFill>
              <a:schemeClr val="tx1">
                <a:alpha val="100000"/>
              </a:schemeClr>
            </a:solidFill>
            <a:prstDash val="solid"/>
            <a:round/>
            <a:headEnd type="none" w="med" len="med"/>
            <a:tailEnd type="stealth" w="med" len="med"/>
          </a:ln>
        </p:spPr>
        <p:txBody>
          <a:bodyPr/>
          <a:lstStyle/>
          <a:p>
            <a:endParaRPr lang="zh-CN" altLang="en-US"/>
          </a:p>
        </p:txBody>
      </p:sp>
      <p:sp>
        <p:nvSpPr>
          <p:cNvPr id="97294" name="Text Box 15"/>
          <p:cNvSpPr txBox="1"/>
          <p:nvPr/>
        </p:nvSpPr>
        <p:spPr>
          <a:xfrm>
            <a:off x="2184400" y="1676400"/>
            <a:ext cx="4572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i</a:t>
            </a:r>
          </a:p>
        </p:txBody>
      </p:sp>
      <p:sp>
        <p:nvSpPr>
          <p:cNvPr id="97295" name="Text Box 16"/>
          <p:cNvSpPr txBox="1"/>
          <p:nvPr/>
        </p:nvSpPr>
        <p:spPr>
          <a:xfrm>
            <a:off x="2162175" y="3190875"/>
            <a:ext cx="4572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i</a:t>
            </a:r>
          </a:p>
        </p:txBody>
      </p:sp>
      <p:sp>
        <p:nvSpPr>
          <p:cNvPr id="97296" name="Text Box 17"/>
          <p:cNvSpPr txBox="1"/>
          <p:nvPr/>
        </p:nvSpPr>
        <p:spPr>
          <a:xfrm>
            <a:off x="5773738" y="2622550"/>
            <a:ext cx="4572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e</a:t>
            </a:r>
          </a:p>
        </p:txBody>
      </p:sp>
      <p:sp>
        <p:nvSpPr>
          <p:cNvPr id="97297" name="Text Box 19"/>
          <p:cNvSpPr txBox="1"/>
          <p:nvPr/>
        </p:nvSpPr>
        <p:spPr>
          <a:xfrm>
            <a:off x="6156325" y="1806575"/>
            <a:ext cx="1584325" cy="1939925"/>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I</a:t>
            </a:r>
            <a:r>
              <a:rPr lang="en-US" altLang="zh-CN" b="1" i="1" baseline="-25000" dirty="0">
                <a:solidFill>
                  <a:schemeClr val="tx1"/>
                </a:solidFill>
                <a:latin typeface="Times New Roman" panose="02020603050405020304" pitchFamily="18" charset="0"/>
                <a:ea typeface="宋体" panose="02010600030101010101" pitchFamily="2" charset="-122"/>
              </a:rPr>
              <a:t>5</a:t>
            </a:r>
            <a:r>
              <a:rPr lang="en-US" altLang="zh-CN" b="1" dirty="0">
                <a:solidFill>
                  <a:schemeClr val="tx1"/>
                </a:solidFill>
                <a:latin typeface="Times New Roman" panose="02020603050405020304" pitchFamily="18" charset="0"/>
                <a:ea typeface="宋体" panose="02010600030101010101" pitchFamily="2" charset="-122"/>
              </a:rPr>
              <a:t>:</a:t>
            </a:r>
          </a:p>
          <a:p>
            <a:pPr marL="0" lvl="0" indent="0" eaLnBrk="1" hangingPunct="1">
              <a:spcBef>
                <a:spcPct val="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S→iSe</a:t>
            </a:r>
            <a:r>
              <a:rPr lang="en-US" altLang="zh-CN" b="1" i="1" dirty="0">
                <a:solidFill>
                  <a:srgbClr val="000000"/>
                </a:solidFill>
                <a:latin typeface="Times New Roman" panose="02020603050405020304" pitchFamily="18" charset="0"/>
                <a:ea typeface="宋体" panose="02010600030101010101" pitchFamily="2" charset="-122"/>
              </a:rPr>
              <a:t> · </a:t>
            </a:r>
            <a:r>
              <a:rPr lang="en-US" altLang="zh-CN" b="1" i="1" dirty="0">
                <a:solidFill>
                  <a:schemeClr val="tx1"/>
                </a:solidFill>
                <a:latin typeface="Times New Roman" panose="02020603050405020304" pitchFamily="18" charset="0"/>
                <a:ea typeface="宋体" panose="02010600030101010101" pitchFamily="2" charset="-122"/>
              </a:rPr>
              <a:t>S</a:t>
            </a:r>
          </a:p>
          <a:p>
            <a:pPr marL="0" lvl="0" indent="0" eaLnBrk="1" hangingPunct="1">
              <a:spcBef>
                <a:spcPct val="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S→</a:t>
            </a:r>
            <a:r>
              <a:rPr lang="en-US" altLang="zh-CN" b="1" i="1" dirty="0">
                <a:solidFill>
                  <a:srgbClr val="000000"/>
                </a:solidFill>
                <a:latin typeface="Times New Roman" panose="02020603050405020304" pitchFamily="18" charset="0"/>
                <a:ea typeface="宋体" panose="02010600030101010101" pitchFamily="2" charset="-122"/>
              </a:rPr>
              <a:t> · </a:t>
            </a:r>
            <a:r>
              <a:rPr lang="en-US" altLang="zh-CN" b="1" i="1" dirty="0">
                <a:solidFill>
                  <a:schemeClr val="tx1"/>
                </a:solidFill>
                <a:latin typeface="Times New Roman" panose="02020603050405020304" pitchFamily="18" charset="0"/>
                <a:ea typeface="宋体" panose="02010600030101010101" pitchFamily="2" charset="-122"/>
              </a:rPr>
              <a:t>iS  S→</a:t>
            </a:r>
            <a:r>
              <a:rPr lang="en-US" altLang="zh-CN" b="1" i="1" dirty="0">
                <a:solidFill>
                  <a:srgbClr val="000000"/>
                </a:solidFill>
                <a:latin typeface="Times New Roman" panose="02020603050405020304" pitchFamily="18" charset="0"/>
                <a:ea typeface="宋体" panose="02010600030101010101" pitchFamily="2" charset="-122"/>
              </a:rPr>
              <a:t> · </a:t>
            </a:r>
            <a:r>
              <a:rPr lang="en-US" altLang="zh-CN" b="1" i="1" dirty="0">
                <a:solidFill>
                  <a:schemeClr val="tx1"/>
                </a:solidFill>
                <a:latin typeface="Times New Roman" panose="02020603050405020304" pitchFamily="18" charset="0"/>
                <a:ea typeface="宋体" panose="02010600030101010101" pitchFamily="2" charset="-122"/>
              </a:rPr>
              <a:t>iSeS</a:t>
            </a:r>
          </a:p>
          <a:p>
            <a:pPr marL="0" lvl="0" indent="0" eaLnBrk="1" hangingPunct="1">
              <a:spcBef>
                <a:spcPct val="0"/>
              </a:spcBef>
              <a:buClrTx/>
              <a:buSzTx/>
              <a:buFont typeface="Arial" panose="020B0604020202020204" pitchFamily="34" charset="0"/>
              <a:buNone/>
            </a:pPr>
            <a:r>
              <a:rPr lang="en-US" altLang="zh-CN" b="1" i="1" dirty="0">
                <a:solidFill>
                  <a:srgbClr val="000000"/>
                </a:solidFill>
                <a:latin typeface="Times New Roman" panose="02020603050405020304" pitchFamily="18" charset="0"/>
                <a:ea typeface="宋体" panose="02010600030101010101" pitchFamily="2" charset="-122"/>
              </a:rPr>
              <a:t>S → · a</a:t>
            </a:r>
          </a:p>
        </p:txBody>
      </p:sp>
      <p:sp>
        <p:nvSpPr>
          <p:cNvPr id="97298" name="Text Box 20"/>
          <p:cNvSpPr txBox="1"/>
          <p:nvPr/>
        </p:nvSpPr>
        <p:spPr>
          <a:xfrm>
            <a:off x="6156325" y="627063"/>
            <a:ext cx="1584325" cy="831850"/>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I</a:t>
            </a:r>
            <a:r>
              <a:rPr lang="en-US" altLang="zh-CN" b="1" i="1" baseline="-25000" dirty="0">
                <a:solidFill>
                  <a:schemeClr val="tx1"/>
                </a:solidFill>
                <a:latin typeface="Times New Roman" panose="02020603050405020304" pitchFamily="18" charset="0"/>
                <a:ea typeface="宋体" panose="02010600030101010101" pitchFamily="2" charset="-122"/>
              </a:rPr>
              <a:t>6</a:t>
            </a:r>
            <a:r>
              <a:rPr lang="en-US" altLang="zh-CN" b="1" dirty="0">
                <a:solidFill>
                  <a:schemeClr val="tx1"/>
                </a:solidFill>
                <a:latin typeface="Times New Roman" panose="02020603050405020304" pitchFamily="18" charset="0"/>
                <a:ea typeface="宋体" panose="02010600030101010101" pitchFamily="2" charset="-122"/>
              </a:rPr>
              <a:t>:</a:t>
            </a:r>
          </a:p>
          <a:p>
            <a:pPr marL="0" lvl="0" indent="0" eaLnBrk="1" hangingPunct="1">
              <a:spcBef>
                <a:spcPct val="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S→iSeS</a:t>
            </a:r>
            <a:r>
              <a:rPr lang="en-US" altLang="zh-CN" b="1" i="1" dirty="0">
                <a:solidFill>
                  <a:srgbClr val="000000"/>
                </a:solidFill>
                <a:latin typeface="Times New Roman" panose="02020603050405020304" pitchFamily="18" charset="0"/>
                <a:ea typeface="宋体" panose="02010600030101010101" pitchFamily="2" charset="-122"/>
              </a:rPr>
              <a:t> ·</a:t>
            </a:r>
            <a:endParaRPr lang="en-US" altLang="zh-CN" b="1" i="1" dirty="0">
              <a:solidFill>
                <a:schemeClr val="tx1"/>
              </a:solidFill>
              <a:latin typeface="Times New Roman" panose="02020603050405020304" pitchFamily="18" charset="0"/>
              <a:ea typeface="宋体" panose="02010600030101010101" pitchFamily="2" charset="-122"/>
            </a:endParaRPr>
          </a:p>
        </p:txBody>
      </p:sp>
      <p:sp>
        <p:nvSpPr>
          <p:cNvPr id="97299" name="Freeform 21"/>
          <p:cNvSpPr/>
          <p:nvPr/>
        </p:nvSpPr>
        <p:spPr>
          <a:xfrm>
            <a:off x="3622675" y="3803650"/>
            <a:ext cx="3325813" cy="925513"/>
          </a:xfrm>
          <a:custGeom>
            <a:avLst/>
            <a:gdLst>
              <a:gd name="txL" fmla="*/ 0 w 2404"/>
              <a:gd name="txT" fmla="*/ 0 h 801"/>
              <a:gd name="txR" fmla="*/ 2404 w 2404"/>
              <a:gd name="txB" fmla="*/ 801 h 801"/>
            </a:gdLst>
            <a:ahLst/>
            <a:cxnLst>
              <a:cxn ang="0">
                <a:pos x="2147483646" y="0"/>
              </a:cxn>
              <a:cxn ang="0">
                <a:pos x="2147483646" y="2147483646"/>
              </a:cxn>
              <a:cxn ang="0">
                <a:pos x="0" y="2147483646"/>
              </a:cxn>
            </a:cxnLst>
            <a:rect l="txL" t="txT" r="txR" b="txB"/>
            <a:pathLst>
              <a:path w="2404" h="801">
                <a:moveTo>
                  <a:pt x="2404" y="0"/>
                </a:moveTo>
                <a:cubicBezTo>
                  <a:pt x="2105" y="370"/>
                  <a:pt x="1807" y="741"/>
                  <a:pt x="1406" y="771"/>
                </a:cubicBezTo>
                <a:cubicBezTo>
                  <a:pt x="1005" y="801"/>
                  <a:pt x="502" y="491"/>
                  <a:pt x="0" y="181"/>
                </a:cubicBezTo>
              </a:path>
            </a:pathLst>
          </a:custGeom>
          <a:noFill/>
          <a:ln w="38100" cap="flat" cmpd="sng">
            <a:solidFill>
              <a:schemeClr val="tx1">
                <a:alpha val="100000"/>
              </a:schemeClr>
            </a:solidFill>
            <a:prstDash val="solid"/>
            <a:round/>
            <a:headEnd type="none" w="med" len="med"/>
            <a:tailEnd type="stealth" w="med" len="med"/>
          </a:ln>
        </p:spPr>
        <p:txBody>
          <a:bodyPr/>
          <a:lstStyle/>
          <a:p>
            <a:endParaRPr lang="zh-CN" altLang="en-US"/>
          </a:p>
        </p:txBody>
      </p:sp>
      <p:sp>
        <p:nvSpPr>
          <p:cNvPr id="97300" name="Text Box 22"/>
          <p:cNvSpPr txBox="1"/>
          <p:nvPr/>
        </p:nvSpPr>
        <p:spPr>
          <a:xfrm>
            <a:off x="6376988" y="3746500"/>
            <a:ext cx="4572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i</a:t>
            </a:r>
          </a:p>
        </p:txBody>
      </p:sp>
      <p:sp>
        <p:nvSpPr>
          <p:cNvPr id="2" name="圆角矩形标注 1"/>
          <p:cNvSpPr/>
          <p:nvPr/>
        </p:nvSpPr>
        <p:spPr>
          <a:xfrm>
            <a:off x="4087813" y="1143000"/>
            <a:ext cx="1909763" cy="1071563"/>
          </a:xfrm>
          <a:prstGeom prst="wedgeRoundRectCallout">
            <a:avLst>
              <a:gd name="adj1" fmla="val 1942"/>
              <a:gd name="adj2" fmla="val 75756"/>
              <a:gd name="adj3" fmla="val 16667"/>
            </a:avLst>
          </a:prstGeom>
          <a:solidFill>
            <a:schemeClr val="accent5">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1">
                <a:ln>
                  <a:noFill/>
                </a:ln>
                <a:solidFill>
                  <a:srgbClr val="000000"/>
                </a:solidFill>
                <a:effectLst/>
                <a:uLnTx/>
                <a:uFillTx/>
                <a:latin typeface="Times New Roman" panose="02020603050405020304" pitchFamily="18" charset="0"/>
                <a:ea typeface="楷体" panose="02010609060101010101" pitchFamily="49" charset="-122"/>
                <a:cs typeface="+mn-cs"/>
              </a:rPr>
              <a:t>选择移进</a:t>
            </a:r>
            <a:r>
              <a:rPr kumimoji="0" lang="en-US" altLang="zh-CN" sz="2000" b="1" i="1" u="none" strike="noStrike" kern="1200" cap="none" spc="0" normalizeH="0" baseline="0" noProof="1">
                <a:ln>
                  <a:noFill/>
                </a:ln>
                <a:solidFill>
                  <a:srgbClr val="000000"/>
                </a:solidFill>
                <a:effectLst/>
                <a:uLnTx/>
                <a:uFillTx/>
                <a:latin typeface="Times New Roman" panose="02020603050405020304" pitchFamily="18" charset="0"/>
                <a:ea typeface="Times New Roman" panose="02020603050405020304" pitchFamily="18" charset="0"/>
                <a:cs typeface="+mn-cs"/>
              </a:rPr>
              <a:t>else</a:t>
            </a:r>
            <a:r>
              <a:rPr kumimoji="0" lang="zh-CN" altLang="en-US" sz="2000" b="1" i="0" u="none" strike="noStrike" kern="1200" cap="none" spc="0" normalizeH="0" baseline="0" noProof="1">
                <a:ln>
                  <a:noFill/>
                </a:ln>
                <a:solidFill>
                  <a:srgbClr val="000000"/>
                </a:solidFill>
                <a:effectLst/>
                <a:uLnTx/>
                <a:uFillTx/>
                <a:latin typeface="Times New Roman" panose="02020603050405020304" pitchFamily="18" charset="0"/>
                <a:ea typeface="楷体" panose="02010609060101010101" pitchFamily="49" charset="-122"/>
                <a:cs typeface="+mn-cs"/>
              </a:rPr>
              <a:t>，以便让它与前面的</a:t>
            </a:r>
            <a:r>
              <a:rPr kumimoji="0" lang="en-US" altLang="zh-CN" sz="2000" b="1" i="1" u="none" strike="noStrike" kern="1200" cap="none" spc="0" normalizeH="0" baseline="0" noProof="1">
                <a:ln>
                  <a:noFill/>
                </a:ln>
                <a:solidFill>
                  <a:srgbClr val="000000"/>
                </a:solidFill>
                <a:effectLst/>
                <a:uLnTx/>
                <a:uFillTx/>
                <a:latin typeface="Times New Roman" panose="02020603050405020304" pitchFamily="18" charset="0"/>
                <a:ea typeface="Times New Roman" panose="02020603050405020304" pitchFamily="18" charset="0"/>
                <a:cs typeface="+mn-cs"/>
              </a:rPr>
              <a:t>then</a:t>
            </a:r>
            <a:r>
              <a:rPr kumimoji="0" lang="zh-CN" altLang="en-US" sz="2000" b="1" i="0" u="none" strike="noStrike" kern="1200" cap="none" spc="0" normalizeH="0" baseline="0" noProof="1">
                <a:ln>
                  <a:noFill/>
                </a:ln>
                <a:solidFill>
                  <a:srgbClr val="000000"/>
                </a:solidFill>
                <a:effectLst/>
                <a:uLnTx/>
                <a:uFillTx/>
                <a:latin typeface="Times New Roman" panose="02020603050405020304" pitchFamily="18" charset="0"/>
                <a:ea typeface="楷体" panose="02010609060101010101" pitchFamily="49" charset="-122"/>
                <a:cs typeface="+mn-cs"/>
              </a:rPr>
              <a:t>配对</a:t>
            </a:r>
          </a:p>
        </p:txBody>
      </p:sp>
      <p:sp>
        <p:nvSpPr>
          <p:cNvPr id="97302" name="Text Box 3"/>
          <p:cNvSpPr txBox="1"/>
          <p:nvPr/>
        </p:nvSpPr>
        <p:spPr>
          <a:xfrm>
            <a:off x="2513013" y="4267200"/>
            <a:ext cx="1484312" cy="733425"/>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lnSpc>
                <a:spcPts val="2500"/>
              </a:lnSpc>
              <a:spcBef>
                <a:spcPct val="0"/>
              </a:spcBef>
              <a:buClr>
                <a:schemeClr val="tx2"/>
              </a:buClr>
              <a:buSzPct val="75000"/>
              <a:buFont typeface="Monotype Sorts"/>
              <a:buNone/>
            </a:pPr>
            <a:r>
              <a:rPr lang="en-US" altLang="zh-CN" b="1" i="1" dirty="0">
                <a:solidFill>
                  <a:schemeClr val="tx1"/>
                </a:solidFill>
                <a:latin typeface="Times New Roman" panose="02020603050405020304" pitchFamily="18" charset="0"/>
                <a:ea typeface="宋体" panose="02010600030101010101" pitchFamily="2" charset="-122"/>
              </a:rPr>
              <a:t>I</a:t>
            </a:r>
            <a:r>
              <a:rPr lang="en-US" altLang="zh-CN" b="1" i="1" baseline="-25000" dirty="0">
                <a:solidFill>
                  <a:schemeClr val="tx1"/>
                </a:solidFill>
                <a:latin typeface="Times New Roman" panose="02020603050405020304" pitchFamily="18" charset="0"/>
                <a:ea typeface="宋体" panose="02010600030101010101" pitchFamily="2" charset="-122"/>
              </a:rPr>
              <a:t>3</a:t>
            </a:r>
            <a:r>
              <a:rPr lang="en-US" altLang="zh-CN" b="1" dirty="0">
                <a:solidFill>
                  <a:schemeClr val="tx1"/>
                </a:solidFill>
                <a:latin typeface="Times New Roman" panose="02020603050405020304" pitchFamily="18" charset="0"/>
                <a:ea typeface="宋体" panose="02010600030101010101" pitchFamily="2" charset="-122"/>
              </a:rPr>
              <a:t>:</a:t>
            </a:r>
          </a:p>
          <a:p>
            <a:pPr marL="0" lvl="0" indent="0">
              <a:lnSpc>
                <a:spcPts val="2500"/>
              </a:lnSpc>
              <a:spcBef>
                <a:spcPct val="0"/>
              </a:spcBef>
              <a:buClr>
                <a:schemeClr val="tx2"/>
              </a:buClr>
              <a:buSzPct val="75000"/>
              <a:buFont typeface="Monotype Sorts"/>
              <a:buNone/>
            </a:pPr>
            <a:r>
              <a:rPr lang="en-US" altLang="zh-CN" b="1" i="1" dirty="0">
                <a:solidFill>
                  <a:schemeClr val="tx1"/>
                </a:solidFill>
                <a:latin typeface="Times New Roman" panose="02020603050405020304" pitchFamily="18" charset="0"/>
                <a:ea typeface="宋体" panose="02010600030101010101" pitchFamily="2" charset="-122"/>
              </a:rPr>
              <a:t>S→a</a:t>
            </a:r>
            <a:r>
              <a:rPr lang="en-US" altLang="zh-CN" b="1" i="1" dirty="0">
                <a:solidFill>
                  <a:srgbClr val="000000"/>
                </a:solidFill>
                <a:latin typeface="Times New Roman" panose="02020603050405020304" pitchFamily="18" charset="0"/>
                <a:ea typeface="宋体" panose="02010600030101010101" pitchFamily="2" charset="-122"/>
              </a:rPr>
              <a:t>·</a:t>
            </a:r>
            <a:r>
              <a:rPr lang="en-US" altLang="zh-CN" b="1" i="1" dirty="0">
                <a:solidFill>
                  <a:schemeClr val="tx1"/>
                </a:solidFill>
                <a:latin typeface="Times New Roman" panose="02020603050405020304" pitchFamily="18" charset="0"/>
                <a:ea typeface="宋体" panose="02010600030101010101" pitchFamily="2" charset="-122"/>
              </a:rPr>
              <a:t> </a:t>
            </a:r>
          </a:p>
        </p:txBody>
      </p:sp>
      <p:sp>
        <p:nvSpPr>
          <p:cNvPr id="97303" name="Text Box 9"/>
          <p:cNvSpPr txBox="1"/>
          <p:nvPr/>
        </p:nvSpPr>
        <p:spPr>
          <a:xfrm>
            <a:off x="3236913" y="3865563"/>
            <a:ext cx="457200" cy="46037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a</a:t>
            </a:r>
          </a:p>
        </p:txBody>
      </p:sp>
      <p:sp>
        <p:nvSpPr>
          <p:cNvPr id="97304" name="Line 23"/>
          <p:cNvSpPr/>
          <p:nvPr/>
        </p:nvSpPr>
        <p:spPr>
          <a:xfrm>
            <a:off x="3236913" y="3943350"/>
            <a:ext cx="0" cy="323850"/>
          </a:xfrm>
          <a:prstGeom prst="line">
            <a:avLst/>
          </a:prstGeom>
          <a:ln w="38100" cap="flat" cmpd="sng">
            <a:solidFill>
              <a:schemeClr val="tx1"/>
            </a:solidFill>
            <a:prstDash val="solid"/>
            <a:headEnd type="none" w="sm" len="sm"/>
            <a:tailEnd type="triangle" w="med" len="med"/>
          </a:ln>
        </p:spPr>
      </p:sp>
      <p:sp>
        <p:nvSpPr>
          <p:cNvPr id="97305" name="Line 18"/>
          <p:cNvSpPr/>
          <p:nvPr/>
        </p:nvSpPr>
        <p:spPr>
          <a:xfrm>
            <a:off x="1189038" y="2871788"/>
            <a:ext cx="1338262" cy="1728787"/>
          </a:xfrm>
          <a:prstGeom prst="line">
            <a:avLst/>
          </a:prstGeom>
          <a:ln w="38100" cap="flat" cmpd="sng">
            <a:solidFill>
              <a:schemeClr val="tx1"/>
            </a:solidFill>
            <a:prstDash val="solid"/>
            <a:headEnd type="none" w="sm" len="sm"/>
            <a:tailEnd type="triangle" w="med" len="med"/>
          </a:ln>
        </p:spPr>
      </p:sp>
      <p:sp>
        <p:nvSpPr>
          <p:cNvPr id="97306" name="Text Box 9"/>
          <p:cNvSpPr txBox="1"/>
          <p:nvPr/>
        </p:nvSpPr>
        <p:spPr>
          <a:xfrm>
            <a:off x="1498600" y="2887663"/>
            <a:ext cx="457200" cy="46037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a</a:t>
            </a:r>
          </a:p>
        </p:txBody>
      </p:sp>
      <p:sp>
        <p:nvSpPr>
          <p:cNvPr id="3" name="任意多边形 2"/>
          <p:cNvSpPr/>
          <p:nvPr/>
        </p:nvSpPr>
        <p:spPr>
          <a:xfrm>
            <a:off x="3995738" y="3841750"/>
            <a:ext cx="3313113" cy="1090613"/>
          </a:xfrm>
          <a:custGeom>
            <a:avLst/>
            <a:gdLst>
              <a:gd name="connsiteX0" fmla="*/ 3856893 w 3856893"/>
              <a:gd name="connsiteY0" fmla="*/ 0 h 1090770"/>
              <a:gd name="connsiteX1" fmla="*/ 2919047 w 3856893"/>
              <a:gd name="connsiteY1" fmla="*/ 961293 h 1090770"/>
              <a:gd name="connsiteX2" fmla="*/ 0 w 3856893"/>
              <a:gd name="connsiteY2" fmla="*/ 1055077 h 1090770"/>
            </a:gdLst>
            <a:ahLst/>
            <a:cxnLst>
              <a:cxn ang="0">
                <a:pos x="connsiteX0" y="connsiteY0"/>
              </a:cxn>
              <a:cxn ang="0">
                <a:pos x="connsiteX1" y="connsiteY1"/>
              </a:cxn>
              <a:cxn ang="0">
                <a:pos x="connsiteX2" y="connsiteY2"/>
              </a:cxn>
            </a:cxnLst>
            <a:rect l="l" t="t" r="r" b="b"/>
            <a:pathLst>
              <a:path w="3856893" h="1090770">
                <a:moveTo>
                  <a:pt x="3856893" y="0"/>
                </a:moveTo>
                <a:cubicBezTo>
                  <a:pt x="3709377" y="392723"/>
                  <a:pt x="3561862" y="785447"/>
                  <a:pt x="2919047" y="961293"/>
                </a:cubicBezTo>
                <a:cubicBezTo>
                  <a:pt x="2276232" y="1137139"/>
                  <a:pt x="1138116" y="1096108"/>
                  <a:pt x="0" y="1055077"/>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7308" name="Line 7"/>
          <p:cNvSpPr/>
          <p:nvPr/>
        </p:nvSpPr>
        <p:spPr>
          <a:xfrm flipV="1">
            <a:off x="3995738" y="3044825"/>
            <a:ext cx="317500" cy="0"/>
          </a:xfrm>
          <a:prstGeom prst="line">
            <a:avLst/>
          </a:prstGeom>
          <a:ln w="38100" cap="flat" cmpd="sng">
            <a:solidFill>
              <a:schemeClr val="tx1"/>
            </a:solidFill>
            <a:prstDash val="solid"/>
            <a:headEnd type="none" w="sm" len="sm"/>
            <a:tailEnd type="triangle" w="med" len="med"/>
          </a:ln>
        </p:spPr>
      </p:sp>
      <p:sp>
        <p:nvSpPr>
          <p:cNvPr id="97309" name="Line 7"/>
          <p:cNvSpPr/>
          <p:nvPr/>
        </p:nvSpPr>
        <p:spPr>
          <a:xfrm flipV="1">
            <a:off x="5795963" y="3008313"/>
            <a:ext cx="317500" cy="0"/>
          </a:xfrm>
          <a:prstGeom prst="line">
            <a:avLst/>
          </a:prstGeom>
          <a:ln w="38100" cap="flat" cmpd="sng">
            <a:solidFill>
              <a:schemeClr val="tx1"/>
            </a:solidFill>
            <a:prstDash val="solid"/>
            <a:headEnd type="none" w="sm" len="sm"/>
            <a:tailEnd type="triangle" w="med" len="med"/>
          </a:ln>
        </p:spPr>
      </p:sp>
      <p:sp>
        <p:nvSpPr>
          <p:cNvPr id="97310" name="Text Box 9"/>
          <p:cNvSpPr txBox="1"/>
          <p:nvPr/>
        </p:nvSpPr>
        <p:spPr>
          <a:xfrm>
            <a:off x="7283450" y="3690938"/>
            <a:ext cx="457200" cy="46037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ea typeface="宋体" panose="02010600030101010101" pitchFamily="2" charset="-122"/>
              </a:rPr>
              <a: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txBox="1"/>
          <p:nvPr/>
        </p:nvSpPr>
        <p:spPr>
          <a:xfrm>
            <a:off x="755650" y="268288"/>
            <a:ext cx="7931150" cy="358775"/>
          </a:xfrm>
          <a:prstGeom prst="rect">
            <a:avLst/>
          </a:prstGeom>
          <a:noFill/>
          <a:ln w="9525">
            <a:noFill/>
          </a:ln>
        </p:spPr>
        <p:txBody>
          <a:bodyPr anchor="ctr" anchorCtr="0"/>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000" b="1" dirty="0">
                <a:solidFill>
                  <a:schemeClr val="tx1"/>
                </a:solidFill>
                <a:latin typeface="微软雅黑" panose="020B0503020204020204" pitchFamily="34" charset="-122"/>
                <a:ea typeface="微软雅黑" panose="020B0503020204020204" pitchFamily="34" charset="-122"/>
              </a:rPr>
              <a:t>二义性</a:t>
            </a:r>
            <a:r>
              <a:rPr lang="en-US" altLang="zh-CN" sz="3000" b="1" i="1" dirty="0">
                <a:solidFill>
                  <a:srgbClr val="000000"/>
                </a:solidFill>
                <a:latin typeface="Times New Roman" panose="02020603050405020304" pitchFamily="18" charset="0"/>
                <a:ea typeface="宋体" panose="02010600030101010101" pitchFamily="2" charset="-122"/>
              </a:rPr>
              <a:t>if</a:t>
            </a:r>
            <a:r>
              <a:rPr lang="zh-CN" altLang="en-US" sz="3000" b="1" dirty="0">
                <a:solidFill>
                  <a:srgbClr val="000000"/>
                </a:solidFill>
                <a:latin typeface="微软雅黑" panose="020B0503020204020204" pitchFamily="34" charset="-122"/>
                <a:ea typeface="微软雅黑" panose="020B0503020204020204" pitchFamily="34" charset="-122"/>
              </a:rPr>
              <a:t>语句</a:t>
            </a:r>
            <a:r>
              <a:rPr lang="zh-CN" altLang="en-US" sz="3000" b="1" dirty="0">
                <a:solidFill>
                  <a:schemeClr val="tx1"/>
                </a:solidFill>
                <a:latin typeface="微软雅黑" panose="020B0503020204020204" pitchFamily="34" charset="-122"/>
                <a:ea typeface="微软雅黑" panose="020B0503020204020204" pitchFamily="34" charset="-122"/>
              </a:rPr>
              <a:t>文法的</a:t>
            </a:r>
            <a:r>
              <a:rPr lang="en-US" altLang="zh-CN" sz="3000" b="1" i="1" dirty="0">
                <a:solidFill>
                  <a:schemeClr val="tx1"/>
                </a:solidFill>
                <a:latin typeface="Times New Roman" panose="02020603050405020304" pitchFamily="18" charset="0"/>
                <a:ea typeface="黑体" panose="02010609060101010101" pitchFamily="49" charset="-122"/>
              </a:rPr>
              <a:t>SLR</a:t>
            </a:r>
            <a:r>
              <a:rPr lang="zh-CN" altLang="en-US" sz="3000" b="1" dirty="0">
                <a:solidFill>
                  <a:schemeClr val="tx1"/>
                </a:solidFill>
                <a:latin typeface="微软雅黑" panose="020B0503020204020204" pitchFamily="34" charset="-122"/>
                <a:ea typeface="微软雅黑" panose="020B0503020204020204" pitchFamily="34" charset="-122"/>
              </a:rPr>
              <a:t>分析表</a:t>
            </a:r>
          </a:p>
        </p:txBody>
      </p:sp>
      <p:graphicFrame>
        <p:nvGraphicFramePr>
          <p:cNvPr id="133122" name="表格 133121"/>
          <p:cNvGraphicFramePr>
            <a:graphicFrameLocks noGrp="1"/>
          </p:cNvGraphicFramePr>
          <p:nvPr/>
        </p:nvGraphicFramePr>
        <p:xfrm>
          <a:off x="1476375" y="1000125"/>
          <a:ext cx="5903913" cy="3746504"/>
        </p:xfrm>
        <a:graphic>
          <a:graphicData uri="http://schemas.openxmlformats.org/drawingml/2006/table">
            <a:tbl>
              <a:tblPr/>
              <a:tblGrid>
                <a:gridCol w="647700">
                  <a:extLst>
                    <a:ext uri="{9D8B030D-6E8A-4147-A177-3AD203B41FA5}">
                      <a16:colId xmlns:a16="http://schemas.microsoft.com/office/drawing/2014/main" val="20000"/>
                    </a:ext>
                  </a:extLst>
                </a:gridCol>
                <a:gridCol w="1050925">
                  <a:extLst>
                    <a:ext uri="{9D8B030D-6E8A-4147-A177-3AD203B41FA5}">
                      <a16:colId xmlns:a16="http://schemas.microsoft.com/office/drawing/2014/main" val="20001"/>
                    </a:ext>
                  </a:extLst>
                </a:gridCol>
                <a:gridCol w="1052513">
                  <a:extLst>
                    <a:ext uri="{9D8B030D-6E8A-4147-A177-3AD203B41FA5}">
                      <a16:colId xmlns:a16="http://schemas.microsoft.com/office/drawing/2014/main" val="20002"/>
                    </a:ext>
                  </a:extLst>
                </a:gridCol>
                <a:gridCol w="1050925">
                  <a:extLst>
                    <a:ext uri="{9D8B030D-6E8A-4147-A177-3AD203B41FA5}">
                      <a16:colId xmlns:a16="http://schemas.microsoft.com/office/drawing/2014/main" val="20003"/>
                    </a:ext>
                  </a:extLst>
                </a:gridCol>
                <a:gridCol w="1050925">
                  <a:extLst>
                    <a:ext uri="{9D8B030D-6E8A-4147-A177-3AD203B41FA5}">
                      <a16:colId xmlns:a16="http://schemas.microsoft.com/office/drawing/2014/main" val="20004"/>
                    </a:ext>
                  </a:extLst>
                </a:gridCol>
                <a:gridCol w="1050925">
                  <a:extLst>
                    <a:ext uri="{9D8B030D-6E8A-4147-A177-3AD203B41FA5}">
                      <a16:colId xmlns:a16="http://schemas.microsoft.com/office/drawing/2014/main" val="20005"/>
                    </a:ext>
                  </a:extLst>
                </a:gridCol>
              </a:tblGrid>
              <a:tr h="431800">
                <a:tc rowSpan="2">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状态</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4">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ACTION</a:t>
                      </a:r>
                      <a:endParaRPr kumimoji="0" lang="zh-CN" altLang="en-US" sz="2000" b="1" i="1"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1462" marR="91462"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GOTO</a:t>
                      </a:r>
                      <a:endParaRPr kumimoji="0" lang="zh-CN" altLang="en-US" sz="2000" b="1" i="1"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1462" marR="91462"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0"/>
                  </a:ext>
                </a:extLst>
              </a:tr>
              <a:tr h="414338">
                <a:tc vMerge="1">
                  <a:txBody>
                    <a:bodyPr/>
                    <a:lstStyle/>
                    <a:p>
                      <a:endParaRPr lang="zh-CN"/>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acc</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20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s5</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r1</a:t>
                      </a:r>
                      <a:endParaRPr kumimoji="0" lang="zh-CN" altLang="en-US" sz="20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2"/>
          <p:cNvSpPr>
            <a:spLocks noGrp="1"/>
          </p:cNvSpPr>
          <p:nvPr>
            <p:ph type="title"/>
          </p:nvPr>
        </p:nvSpPr>
        <p:spPr>
          <a:xfrm>
            <a:off x="755650" y="268288"/>
            <a:ext cx="7931150" cy="358775"/>
          </a:xfrm>
        </p:spPr>
        <p:txBody>
          <a:bodyPr vert="horz" wrap="square" lIns="91440" tIns="45720" rIns="91440" bIns="45720" anchor="ctr" anchorCtr="0"/>
          <a:lstStyle/>
          <a:p>
            <a:r>
              <a:rPr lang="zh-CN" altLang="en-US" sz="3000" kern="1200" dirty="0">
                <a:solidFill>
                  <a:srgbClr val="000000"/>
                </a:solidFill>
                <a:latin typeface="微软雅黑" panose="020B0503020204020204" pitchFamily="34" charset="-122"/>
                <a:ea typeface="微软雅黑" panose="020B0503020204020204" pitchFamily="34" charset="-122"/>
                <a:cs typeface="+mj-cs"/>
              </a:rPr>
              <a:t>二义性文法的使用</a:t>
            </a:r>
            <a:endParaRPr lang="zh-CN" altLang="en-US" kern="1200" dirty="0">
              <a:latin typeface="Times New Roman" panose="02020603050405020304" pitchFamily="18" charset="0"/>
              <a:ea typeface="黑体" panose="02010609060101010101" pitchFamily="49" charset="-122"/>
              <a:cs typeface="+mj-cs"/>
            </a:endParaRPr>
          </a:p>
        </p:txBody>
      </p:sp>
      <p:sp>
        <p:nvSpPr>
          <p:cNvPr id="100355" name="矩形 53"/>
          <p:cNvSpPr/>
          <p:nvPr/>
        </p:nvSpPr>
        <p:spPr>
          <a:xfrm>
            <a:off x="357188" y="857250"/>
            <a:ext cx="8391525" cy="2273935"/>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273050" lvl="0" indent="-273050" eaLnBrk="1" hangingPunct="1">
              <a:lnSpc>
                <a:spcPts val="4500"/>
              </a:lnSpc>
              <a:buClrTx/>
              <a:buFont typeface="Wingdings" panose="05000000000000000000" pitchFamily="2" charset="2"/>
              <a:buChar char="Ø"/>
            </a:pPr>
            <a:r>
              <a:rPr lang="zh-CN" altLang="en-US" sz="3000" b="1" dirty="0">
                <a:solidFill>
                  <a:srgbClr val="000000"/>
                </a:solidFill>
                <a:latin typeface="Times New Roman" panose="02020603050405020304" pitchFamily="18" charset="0"/>
                <a:ea typeface="华文楷体" panose="02010600040101010101" pitchFamily="2" charset="-122"/>
              </a:rPr>
              <a:t>应该保守地使用二义性文法，并且必须在严格控制之下使用，因为稍有不慎就会导致句法分析器所识别的语言出现偏差</a:t>
            </a:r>
            <a:endParaRPr lang="en-US" altLang="zh-CN" sz="3000" b="1" dirty="0">
              <a:solidFill>
                <a:srgbClr val="000000"/>
              </a:solidFill>
              <a:latin typeface="Times New Roman" panose="02020603050405020304" pitchFamily="18" charset="0"/>
              <a:ea typeface="宋体" panose="02010600030101010101" pitchFamily="2" charset="-122"/>
            </a:endParaRPr>
          </a:p>
          <a:p>
            <a:pPr marL="273050" lvl="0" indent="-273050" eaLnBrk="1" hangingPunct="1">
              <a:lnSpc>
                <a:spcPts val="2800"/>
              </a:lnSpc>
              <a:buClrTx/>
              <a:buFont typeface="Wingdings" panose="05000000000000000000" pitchFamily="2" charset="2"/>
              <a:buChar char="Ø"/>
            </a:pPr>
            <a:endParaRPr lang="en-US" altLang="zh-CN" sz="3000" b="1" dirty="0">
              <a:solidFill>
                <a:srgbClr val="000000"/>
              </a:solidFill>
              <a:latin typeface="Times New Roman" panose="02020603050405020304" pitchFamily="18" charset="0"/>
              <a:ea typeface="宋体" panose="02010600030101010101" pitchFamily="2"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3" descr="G:\QQ截图201607142012副本.jpg"/>
          <p:cNvPicPr>
            <a:picLocks noChangeAspect="1"/>
          </p:cNvPicPr>
          <p:nvPr/>
        </p:nvPicPr>
        <p:blipFill>
          <a:blip r:embed="rId3"/>
          <a:stretch>
            <a:fillRect/>
          </a:stretch>
        </p:blipFill>
        <p:spPr>
          <a:xfrm>
            <a:off x="0" y="0"/>
            <a:ext cx="9144000" cy="5151438"/>
          </a:xfrm>
          <a:prstGeom prst="rect">
            <a:avLst/>
          </a:prstGeom>
          <a:noFill/>
          <a:ln w="9525">
            <a:noFill/>
          </a:ln>
        </p:spPr>
      </p:pic>
      <p:sp>
        <p:nvSpPr>
          <p:cNvPr id="101380" name="Rectangle 2"/>
          <p:cNvSpPr txBox="1"/>
          <p:nvPr/>
        </p:nvSpPr>
        <p:spPr>
          <a:xfrm>
            <a:off x="5072063" y="1487488"/>
            <a:ext cx="3143250" cy="441325"/>
          </a:xfrm>
          <a:prstGeom prst="rect">
            <a:avLst/>
          </a:prstGeom>
          <a:noFill/>
          <a:ln w="12700">
            <a:noFill/>
          </a:ln>
        </p:spPr>
        <p:txBody>
          <a:bodyPr anchor="ctr" anchorCtr="0"/>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800" dirty="0">
              <a:solidFill>
                <a:srgbClr val="FFFFFF"/>
              </a:solidFill>
              <a:latin typeface="微软雅黑" panose="020B0503020204020204" pitchFamily="34" charset="-122"/>
              <a:ea typeface="微软雅黑" panose="020B0503020204020204" pitchFamily="34" charset="-122"/>
            </a:endParaRPr>
          </a:p>
        </p:txBody>
      </p:sp>
      <p:sp>
        <p:nvSpPr>
          <p:cNvPr id="101381" name="Rectangle 2"/>
          <p:cNvSpPr txBox="1"/>
          <p:nvPr/>
        </p:nvSpPr>
        <p:spPr>
          <a:xfrm>
            <a:off x="3913188" y="2060575"/>
            <a:ext cx="4730750" cy="939800"/>
          </a:xfrm>
          <a:prstGeom prst="rect">
            <a:avLst/>
          </a:prstGeom>
          <a:noFill/>
          <a:ln w="9525">
            <a:noFill/>
          </a:ln>
        </p:spPr>
        <p:txBody>
          <a:bodyPr anchor="ctr" anchorCtr="0"/>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3500" dirty="0">
                <a:solidFill>
                  <a:srgbClr val="FFFFFF"/>
                </a:solidFill>
                <a:latin typeface="微软雅黑" panose="020B0503020204020204" pitchFamily="34" charset="-122"/>
                <a:ea typeface="微软雅黑" panose="020B0503020204020204" pitchFamily="34" charset="-122"/>
              </a:rPr>
              <a:t>LR</a:t>
            </a:r>
            <a:r>
              <a:rPr lang="zh-CN" altLang="en-US" sz="3500" dirty="0">
                <a:solidFill>
                  <a:srgbClr val="FFFFFF"/>
                </a:solidFill>
                <a:latin typeface="微软雅黑" panose="020B0503020204020204" pitchFamily="34" charset="-122"/>
                <a:ea typeface="微软雅黑" panose="020B0503020204020204" pitchFamily="34" charset="-122"/>
              </a:rPr>
              <a:t>分析中的错误处理</a:t>
            </a:r>
          </a:p>
          <a:p>
            <a:pPr marL="0" lvl="0" indent="0" eaLnBrk="1" hangingPunct="1">
              <a:spcBef>
                <a:spcPct val="0"/>
              </a:spcBef>
              <a:buClrTx/>
              <a:buSzTx/>
              <a:buFont typeface="Arial" panose="020B0604020202020204" pitchFamily="34" charset="0"/>
              <a:buNone/>
            </a:pPr>
            <a:endParaRPr lang="zh-CN" altLang="en-US" sz="350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2"/>
          <p:cNvSpPr>
            <a:spLocks noGrp="1"/>
          </p:cNvSpPr>
          <p:nvPr>
            <p:ph type="title"/>
          </p:nvPr>
        </p:nvSpPr>
        <p:spPr>
          <a:xfrm>
            <a:off x="755650" y="268288"/>
            <a:ext cx="7931150" cy="358775"/>
          </a:xfrm>
        </p:spPr>
        <p:txBody>
          <a:bodyPr vert="horz" wrap="square" lIns="91440" tIns="45720" rIns="91440" bIns="45720" anchor="ctr" anchorCtr="0"/>
          <a:lstStyle/>
          <a:p>
            <a:r>
              <a:rPr lang="en-US" altLang="zh-CN" sz="3000" i="1" kern="1200" dirty="0">
                <a:solidFill>
                  <a:schemeClr val="tx1"/>
                </a:solidFill>
                <a:latin typeface="Times New Roman" panose="02020603050405020304" pitchFamily="18" charset="0"/>
                <a:ea typeface="黑体" panose="02010609060101010101" pitchFamily="49" charset="-122"/>
                <a:cs typeface="+mj-cs"/>
              </a:rPr>
              <a:t>LR</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分析中的错误处理</a:t>
            </a:r>
          </a:p>
        </p:txBody>
      </p:sp>
      <p:sp>
        <p:nvSpPr>
          <p:cNvPr id="102403" name="矩形 53"/>
          <p:cNvSpPr/>
          <p:nvPr/>
        </p:nvSpPr>
        <p:spPr>
          <a:xfrm>
            <a:off x="360363" y="830263"/>
            <a:ext cx="8569325" cy="3519170"/>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273050" lvl="0" indent="-273050" eaLnBrk="1" hangingPunct="1">
              <a:lnSpc>
                <a:spcPts val="4000"/>
              </a:lnSpc>
              <a:buClrTx/>
              <a:buFont typeface="Wingdings" panose="05000000000000000000" pitchFamily="2" charset="2"/>
              <a:buChar char="Ø"/>
            </a:pPr>
            <a:r>
              <a:rPr lang="zh-CN" altLang="en-US" sz="3000" b="1" dirty="0">
                <a:solidFill>
                  <a:srgbClr val="000000"/>
                </a:solidFill>
                <a:latin typeface="Times New Roman" panose="02020603050405020304" pitchFamily="18" charset="0"/>
                <a:ea typeface="华文楷体" panose="02010600040101010101" pitchFamily="2" charset="-122"/>
              </a:rPr>
              <a:t>句法错误的检测</a:t>
            </a:r>
            <a:endParaRPr lang="en-US" altLang="zh-CN" sz="3000" b="1" dirty="0">
              <a:solidFill>
                <a:srgbClr val="000000"/>
              </a:solidFill>
              <a:latin typeface="Times New Roman" panose="02020603050405020304" pitchFamily="18" charset="0"/>
              <a:ea typeface="宋体" panose="02010600030101010101" pitchFamily="2" charset="-122"/>
            </a:endParaRPr>
          </a:p>
          <a:p>
            <a:pPr marL="742950" lvl="1" indent="-285750" eaLnBrk="1" hangingPunct="1">
              <a:lnSpc>
                <a:spcPts val="4000"/>
              </a:lnSpc>
              <a:buClrTx/>
              <a:buFont typeface="Wingdings" panose="05000000000000000000" pitchFamily="2" charset="2"/>
              <a:buChar char="Ø"/>
            </a:pPr>
            <a:r>
              <a:rPr lang="zh-CN" altLang="en-US" sz="2800" b="1" dirty="0">
                <a:solidFill>
                  <a:srgbClr val="000000"/>
                </a:solidFill>
                <a:latin typeface="Times New Roman" panose="02020603050405020304" pitchFamily="18" charset="0"/>
                <a:ea typeface="华文楷体" panose="02010600040101010101" pitchFamily="2" charset="-122"/>
              </a:rPr>
              <a:t>当</a:t>
            </a:r>
            <a:r>
              <a:rPr lang="en-US" altLang="zh-CN" sz="2800" b="1" i="1" dirty="0">
                <a:solidFill>
                  <a:srgbClr val="000000"/>
                </a:solidFill>
                <a:latin typeface="Times New Roman" panose="02020603050405020304" pitchFamily="18" charset="0"/>
                <a:ea typeface="宋体" panose="02010600030101010101" pitchFamily="2" charset="-122"/>
              </a:rPr>
              <a:t>LR</a:t>
            </a:r>
            <a:r>
              <a:rPr lang="zh-CN" altLang="en-US" sz="2800" b="1" dirty="0">
                <a:solidFill>
                  <a:srgbClr val="000000"/>
                </a:solidFill>
                <a:latin typeface="Times New Roman" panose="02020603050405020304" pitchFamily="18" charset="0"/>
                <a:ea typeface="华文楷体" panose="02010600040101010101" pitchFamily="2" charset="-122"/>
              </a:rPr>
              <a:t>分析器在查询分析表并发现一个报错条目时，就检测到了一个句法错误</a:t>
            </a:r>
            <a:endParaRPr lang="en-US" altLang="zh-CN" sz="2800" b="1" dirty="0">
              <a:solidFill>
                <a:srgbClr val="000000"/>
              </a:solidFill>
              <a:latin typeface="Times New Roman" panose="02020603050405020304" pitchFamily="18" charset="0"/>
              <a:ea typeface="华文楷体" panose="02010600040101010101" pitchFamily="2" charset="-122"/>
            </a:endParaRPr>
          </a:p>
          <a:p>
            <a:pPr marL="273050" lvl="0" indent="-273050" eaLnBrk="1" hangingPunct="1">
              <a:lnSpc>
                <a:spcPts val="4000"/>
              </a:lnSpc>
              <a:buClrTx/>
              <a:buFont typeface="Wingdings" panose="05000000000000000000" pitchFamily="2" charset="2"/>
              <a:buChar char="Ø"/>
            </a:pPr>
            <a:r>
              <a:rPr lang="zh-CN" altLang="en-US" sz="3000" b="1" dirty="0">
                <a:solidFill>
                  <a:srgbClr val="000000"/>
                </a:solidFill>
                <a:latin typeface="Times New Roman" panose="02020603050405020304" pitchFamily="18" charset="0"/>
                <a:ea typeface="华文楷体" panose="02010600040101010101" pitchFamily="2" charset="-122"/>
              </a:rPr>
              <a:t>错误恢复策略</a:t>
            </a:r>
            <a:endParaRPr lang="en-US" altLang="zh-CN" sz="3000" b="1" dirty="0">
              <a:solidFill>
                <a:srgbClr val="000000"/>
              </a:solidFill>
              <a:latin typeface="Times New Roman" panose="02020603050405020304" pitchFamily="18" charset="0"/>
              <a:ea typeface="宋体" panose="02010600030101010101" pitchFamily="2" charset="-122"/>
            </a:endParaRPr>
          </a:p>
          <a:p>
            <a:pPr marL="742950" lvl="1" indent="-285750" eaLnBrk="1" hangingPunct="1">
              <a:lnSpc>
                <a:spcPts val="4000"/>
              </a:lnSpc>
              <a:buClrTx/>
              <a:buFont typeface="Wingdings" panose="05000000000000000000" pitchFamily="2" charset="2"/>
              <a:buChar char="Ø"/>
            </a:pPr>
            <a:r>
              <a:rPr lang="zh-CN" altLang="en-US" sz="2800" b="1" dirty="0">
                <a:solidFill>
                  <a:srgbClr val="000000"/>
                </a:solidFill>
                <a:latin typeface="Times New Roman" panose="02020603050405020304" pitchFamily="18" charset="0"/>
                <a:ea typeface="华文楷体" panose="02010600040101010101" pitchFamily="2" charset="-122"/>
              </a:rPr>
              <a:t>恐慌模式错误恢复</a:t>
            </a:r>
            <a:endParaRPr lang="en-US" altLang="zh-CN" sz="2800" b="1" dirty="0">
              <a:solidFill>
                <a:srgbClr val="000000"/>
              </a:solidFill>
              <a:latin typeface="Times New Roman" panose="02020603050405020304" pitchFamily="18" charset="0"/>
              <a:ea typeface="宋体" panose="02010600030101010101" pitchFamily="2" charset="-122"/>
            </a:endParaRPr>
          </a:p>
          <a:p>
            <a:pPr marL="742950" lvl="1" indent="-285750" eaLnBrk="1" hangingPunct="1">
              <a:lnSpc>
                <a:spcPts val="4000"/>
              </a:lnSpc>
              <a:buClrTx/>
              <a:buFont typeface="Wingdings" panose="05000000000000000000" pitchFamily="2" charset="2"/>
              <a:buChar char="Ø"/>
            </a:pPr>
            <a:r>
              <a:rPr lang="zh-CN" altLang="en-US" sz="2800" b="1" dirty="0">
                <a:solidFill>
                  <a:srgbClr val="000000"/>
                </a:solidFill>
                <a:latin typeface="Times New Roman" panose="02020603050405020304" pitchFamily="18" charset="0"/>
                <a:ea typeface="华文楷体" panose="02010600040101010101" pitchFamily="2" charset="-122"/>
              </a:rPr>
              <a:t>短语层次错误恢复</a:t>
            </a:r>
            <a:endParaRPr lang="en-US" altLang="zh-CN" sz="2800" b="1" dirty="0">
              <a:solidFill>
                <a:srgbClr val="00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2403">
                                            <p:txEl>
                                              <p:pRg st="2" end="2"/>
                                            </p:txEl>
                                          </p:spTgt>
                                        </p:tgtEl>
                                        <p:attrNameLst>
                                          <p:attrName>style.visibility</p:attrName>
                                        </p:attrNameLst>
                                      </p:cBhvr>
                                      <p:to>
                                        <p:strVal val="visible"/>
                                      </p:to>
                                    </p:set>
                                    <p:anim calcmode="lin" valueType="num">
                                      <p:cBhvr>
                                        <p:cTn id="7" dur="500" fill="hold"/>
                                        <p:tgtEl>
                                          <p:spTgt spid="102403">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102403">
                                            <p:txEl>
                                              <p:pRg st="2" end="2"/>
                                            </p:txEl>
                                          </p:spTgt>
                                        </p:tgtEl>
                                        <p:attrNameLst>
                                          <p:attrName>ppt_h</p:attrName>
                                        </p:attrNameLst>
                                      </p:cBhvr>
                                      <p:tavLst>
                                        <p:tav tm="0">
                                          <p:val>
                                            <p:fltVal val="0"/>
                                          </p:val>
                                        </p:tav>
                                        <p:tav tm="100000">
                                          <p:val>
                                            <p:strVal val="#ppt_h"/>
                                          </p:val>
                                        </p:tav>
                                      </p:tavLst>
                                    </p:anim>
                                    <p:animEffect transition="in" filter="fade">
                                      <p:cBhvr>
                                        <p:cTn id="9" dur="500"/>
                                        <p:tgtEl>
                                          <p:spTgt spid="102403">
                                            <p:txEl>
                                              <p:pRg st="2" end="2"/>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102403">
                                            <p:txEl>
                                              <p:pRg st="3" end="3"/>
                                            </p:txEl>
                                          </p:spTgt>
                                        </p:tgtEl>
                                        <p:attrNameLst>
                                          <p:attrName>style.visibility</p:attrName>
                                        </p:attrNameLst>
                                      </p:cBhvr>
                                      <p:to>
                                        <p:strVal val="visible"/>
                                      </p:to>
                                    </p:set>
                                    <p:anim calcmode="lin" valueType="num">
                                      <p:cBhvr>
                                        <p:cTn id="12" dur="500" fill="hold"/>
                                        <p:tgtEl>
                                          <p:spTgt spid="102403">
                                            <p:txEl>
                                              <p:pRg st="3" end="3"/>
                                            </p:txEl>
                                          </p:spTgt>
                                        </p:tgtEl>
                                        <p:attrNameLst>
                                          <p:attrName>ppt_w</p:attrName>
                                        </p:attrNameLst>
                                      </p:cBhvr>
                                      <p:tavLst>
                                        <p:tav tm="0">
                                          <p:val>
                                            <p:fltVal val="0"/>
                                          </p:val>
                                        </p:tav>
                                        <p:tav tm="100000">
                                          <p:val>
                                            <p:strVal val="#ppt_w"/>
                                          </p:val>
                                        </p:tav>
                                      </p:tavLst>
                                    </p:anim>
                                    <p:anim calcmode="lin" valueType="num">
                                      <p:cBhvr>
                                        <p:cTn id="13" dur="500" fill="hold"/>
                                        <p:tgtEl>
                                          <p:spTgt spid="102403">
                                            <p:txEl>
                                              <p:pRg st="3" end="3"/>
                                            </p:txEl>
                                          </p:spTgt>
                                        </p:tgtEl>
                                        <p:attrNameLst>
                                          <p:attrName>ppt_h</p:attrName>
                                        </p:attrNameLst>
                                      </p:cBhvr>
                                      <p:tavLst>
                                        <p:tav tm="0">
                                          <p:val>
                                            <p:fltVal val="0"/>
                                          </p:val>
                                        </p:tav>
                                        <p:tav tm="100000">
                                          <p:val>
                                            <p:strVal val="#ppt_h"/>
                                          </p:val>
                                        </p:tav>
                                      </p:tavLst>
                                    </p:anim>
                                    <p:animEffect transition="in" filter="fade">
                                      <p:cBhvr>
                                        <p:cTn id="14" dur="500"/>
                                        <p:tgtEl>
                                          <p:spTgt spid="102403">
                                            <p:txEl>
                                              <p:pRg st="3" end="3"/>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102403">
                                            <p:txEl>
                                              <p:pRg st="4" end="4"/>
                                            </p:txEl>
                                          </p:spTgt>
                                        </p:tgtEl>
                                        <p:attrNameLst>
                                          <p:attrName>style.visibility</p:attrName>
                                        </p:attrNameLst>
                                      </p:cBhvr>
                                      <p:to>
                                        <p:strVal val="visible"/>
                                      </p:to>
                                    </p:set>
                                    <p:anim calcmode="lin" valueType="num">
                                      <p:cBhvr>
                                        <p:cTn id="17" dur="500" fill="hold"/>
                                        <p:tgtEl>
                                          <p:spTgt spid="102403">
                                            <p:txEl>
                                              <p:pRg st="4" end="4"/>
                                            </p:txEl>
                                          </p:spTgt>
                                        </p:tgtEl>
                                        <p:attrNameLst>
                                          <p:attrName>ppt_w</p:attrName>
                                        </p:attrNameLst>
                                      </p:cBhvr>
                                      <p:tavLst>
                                        <p:tav tm="0">
                                          <p:val>
                                            <p:fltVal val="0"/>
                                          </p:val>
                                        </p:tav>
                                        <p:tav tm="100000">
                                          <p:val>
                                            <p:strVal val="#ppt_w"/>
                                          </p:val>
                                        </p:tav>
                                      </p:tavLst>
                                    </p:anim>
                                    <p:anim calcmode="lin" valueType="num">
                                      <p:cBhvr>
                                        <p:cTn id="18" dur="500" fill="hold"/>
                                        <p:tgtEl>
                                          <p:spTgt spid="102403">
                                            <p:txEl>
                                              <p:pRg st="4" end="4"/>
                                            </p:txEl>
                                          </p:spTgt>
                                        </p:tgtEl>
                                        <p:attrNameLst>
                                          <p:attrName>ppt_h</p:attrName>
                                        </p:attrNameLst>
                                      </p:cBhvr>
                                      <p:tavLst>
                                        <p:tav tm="0">
                                          <p:val>
                                            <p:fltVal val="0"/>
                                          </p:val>
                                        </p:tav>
                                        <p:tav tm="100000">
                                          <p:val>
                                            <p:strVal val="#ppt_h"/>
                                          </p:val>
                                        </p:tav>
                                      </p:tavLst>
                                    </p:anim>
                                    <p:animEffect transition="in" filter="fade">
                                      <p:cBhvr>
                                        <p:cTn id="19" dur="500"/>
                                        <p:tgtEl>
                                          <p:spTgt spid="1024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2"/>
          <p:cNvSpPr>
            <a:spLocks noGrp="1"/>
          </p:cNvSpPr>
          <p:nvPr>
            <p:ph type="title"/>
          </p:nvPr>
        </p:nvSpPr>
        <p:spPr>
          <a:xfrm>
            <a:off x="755650" y="268288"/>
            <a:ext cx="7931150" cy="358775"/>
          </a:xfrm>
        </p:spPr>
        <p:txBody>
          <a:bodyPr vert="horz" wrap="square" lIns="91440" tIns="45720" rIns="91440" bIns="45720" anchor="ctr" anchorCtr="0"/>
          <a:lstStyle/>
          <a:p>
            <a:r>
              <a:rPr lang="zh-CN" altLang="en-US" sz="3000" kern="1200" dirty="0">
                <a:solidFill>
                  <a:schemeClr val="tx1"/>
                </a:solidFill>
                <a:latin typeface="微软雅黑" panose="020B0503020204020204" pitchFamily="34" charset="-122"/>
                <a:ea typeface="微软雅黑" panose="020B0503020204020204" pitchFamily="34" charset="-122"/>
                <a:cs typeface="+mj-cs"/>
              </a:rPr>
              <a:t>恐慌模式错误恢复</a:t>
            </a:r>
          </a:p>
        </p:txBody>
      </p:sp>
      <p:sp>
        <p:nvSpPr>
          <p:cNvPr id="104451" name="矩形 53"/>
          <p:cNvSpPr/>
          <p:nvPr/>
        </p:nvSpPr>
        <p:spPr>
          <a:xfrm>
            <a:off x="214313" y="1857375"/>
            <a:ext cx="8572500" cy="2931795"/>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273050" lvl="0" indent="-273050" eaLnBrk="1" hangingPunct="1">
              <a:lnSpc>
                <a:spcPts val="3500"/>
              </a:lnSpc>
              <a:buClrTx/>
              <a:buFont typeface="Wingdings" panose="05000000000000000000" pitchFamily="2" charset="2"/>
              <a:buChar char="Ø"/>
            </a:pPr>
            <a:r>
              <a:rPr lang="zh-CN" altLang="en-US" b="1" dirty="0">
                <a:solidFill>
                  <a:srgbClr val="000000"/>
                </a:solidFill>
                <a:latin typeface="Times New Roman" panose="02020603050405020304" pitchFamily="18" charset="0"/>
                <a:ea typeface="华文楷体" panose="02010600040101010101" pitchFamily="2" charset="-122"/>
              </a:rPr>
              <a:t>从栈顶向下扫描，直到发现某个状态</a:t>
            </a:r>
            <a:r>
              <a:rPr lang="en-US" altLang="zh-CN" b="1" i="1" dirty="0">
                <a:solidFill>
                  <a:srgbClr val="000000"/>
                </a:solidFill>
                <a:latin typeface="Times New Roman" panose="02020603050405020304" pitchFamily="18" charset="0"/>
                <a:ea typeface="宋体" panose="02010600030101010101" pitchFamily="2" charset="-122"/>
              </a:rPr>
              <a:t>s</a:t>
            </a:r>
            <a:r>
              <a:rPr lang="en-US" altLang="zh-CN" b="1" i="1" baseline="-25000" dirty="0">
                <a:solidFill>
                  <a:srgbClr val="000000"/>
                </a:solidFill>
                <a:latin typeface="Times New Roman" panose="02020603050405020304" pitchFamily="18" charset="0"/>
                <a:ea typeface="宋体" panose="02010600030101010101" pitchFamily="2" charset="-122"/>
              </a:rPr>
              <a:t>i</a:t>
            </a:r>
            <a:r>
              <a:rPr lang="zh-CN" altLang="en-US" b="1" dirty="0">
                <a:solidFill>
                  <a:srgbClr val="000000"/>
                </a:solidFill>
                <a:latin typeface="Times New Roman" panose="02020603050405020304" pitchFamily="18" charset="0"/>
                <a:ea typeface="华文楷体" panose="02010600040101010101" pitchFamily="2" charset="-122"/>
              </a:rPr>
              <a:t>，它有一个对应于某个非终结符</a:t>
            </a:r>
            <a:r>
              <a:rPr lang="en-US" altLang="zh-CN" b="1" i="1" dirty="0">
                <a:solidFill>
                  <a:srgbClr val="000000"/>
                </a:solidFill>
                <a:latin typeface="Times New Roman" panose="02020603050405020304" pitchFamily="18" charset="0"/>
                <a:ea typeface="宋体" panose="02010600030101010101" pitchFamily="2" charset="-122"/>
              </a:rPr>
              <a:t>A</a:t>
            </a:r>
            <a:r>
              <a:rPr lang="zh-CN" altLang="en-US" b="1" dirty="0">
                <a:solidFill>
                  <a:srgbClr val="000000"/>
                </a:solidFill>
                <a:latin typeface="Times New Roman" panose="02020603050405020304" pitchFamily="18" charset="0"/>
                <a:ea typeface="华文楷体" panose="02010600040101010101" pitchFamily="2" charset="-122"/>
              </a:rPr>
              <a:t>的</a:t>
            </a:r>
            <a:r>
              <a:rPr lang="en-US" altLang="zh-CN" b="1" i="1" dirty="0">
                <a:solidFill>
                  <a:srgbClr val="000000"/>
                </a:solidFill>
                <a:latin typeface="Times New Roman" panose="02020603050405020304" pitchFamily="18" charset="0"/>
                <a:ea typeface="宋体" panose="02010600030101010101" pitchFamily="2" charset="-122"/>
              </a:rPr>
              <a:t>GOTO</a:t>
            </a:r>
            <a:r>
              <a:rPr lang="zh-CN" altLang="en-US" b="1" dirty="0">
                <a:solidFill>
                  <a:srgbClr val="000000"/>
                </a:solidFill>
                <a:latin typeface="Times New Roman" panose="02020603050405020304" pitchFamily="18" charset="0"/>
                <a:ea typeface="华文楷体" panose="02010600040101010101" pitchFamily="2" charset="-122"/>
              </a:rPr>
              <a:t>目标，可以认为从这个</a:t>
            </a:r>
            <a:r>
              <a:rPr lang="en-US" altLang="zh-CN" b="1" i="1" dirty="0">
                <a:solidFill>
                  <a:srgbClr val="000000"/>
                </a:solidFill>
                <a:latin typeface="Times New Roman" panose="02020603050405020304" pitchFamily="18" charset="0"/>
                <a:ea typeface="华文楷体" panose="02010600040101010101" pitchFamily="2" charset="-122"/>
              </a:rPr>
              <a:t>A</a:t>
            </a:r>
            <a:r>
              <a:rPr lang="zh-CN" altLang="en-US" b="1" dirty="0">
                <a:solidFill>
                  <a:srgbClr val="000000"/>
                </a:solidFill>
                <a:latin typeface="Times New Roman" panose="02020603050405020304" pitchFamily="18" charset="0"/>
                <a:ea typeface="华文楷体" panose="02010600040101010101" pitchFamily="2" charset="-122"/>
              </a:rPr>
              <a:t>推导出的串中包含错误</a:t>
            </a:r>
            <a:endParaRPr lang="en-US" altLang="zh-CN" b="1" dirty="0">
              <a:solidFill>
                <a:srgbClr val="000000"/>
              </a:solidFill>
              <a:latin typeface="Times New Roman" panose="02020603050405020304" pitchFamily="18" charset="0"/>
              <a:ea typeface="宋体" panose="02010600030101010101" pitchFamily="2" charset="-122"/>
            </a:endParaRPr>
          </a:p>
          <a:p>
            <a:pPr marL="273050" lvl="0" indent="-273050" eaLnBrk="1" hangingPunct="1">
              <a:lnSpc>
                <a:spcPts val="3500"/>
              </a:lnSpc>
              <a:buClrTx/>
              <a:buFont typeface="Wingdings" panose="05000000000000000000" pitchFamily="2" charset="2"/>
              <a:buChar char="Ø"/>
            </a:pPr>
            <a:r>
              <a:rPr lang="zh-CN" altLang="en-US" b="1" dirty="0">
                <a:solidFill>
                  <a:srgbClr val="000000"/>
                </a:solidFill>
                <a:latin typeface="Times New Roman" panose="02020603050405020304" pitchFamily="18" charset="0"/>
                <a:ea typeface="华文楷体" panose="02010600040101010101" pitchFamily="2" charset="-122"/>
              </a:rPr>
              <a:t>然后丢弃</a:t>
            </a:r>
            <a:r>
              <a:rPr lang="en-US" altLang="zh-CN" b="1" dirty="0">
                <a:solidFill>
                  <a:srgbClr val="000000"/>
                </a:solidFill>
                <a:latin typeface="Times New Roman" panose="02020603050405020304" pitchFamily="18" charset="0"/>
                <a:ea typeface="宋体" panose="02010600030101010101" pitchFamily="2" charset="-122"/>
              </a:rPr>
              <a:t>0</a:t>
            </a:r>
            <a:r>
              <a:rPr lang="zh-CN" altLang="en-US" b="1" dirty="0">
                <a:solidFill>
                  <a:srgbClr val="000000"/>
                </a:solidFill>
                <a:latin typeface="Times New Roman" panose="02020603050405020304" pitchFamily="18" charset="0"/>
                <a:ea typeface="华文楷体" panose="02010600040101010101" pitchFamily="2" charset="-122"/>
              </a:rPr>
              <a:t>个或多个</a:t>
            </a:r>
            <a:r>
              <a:rPr lang="zh-CN" altLang="en-US" b="1" dirty="0">
                <a:solidFill>
                  <a:srgbClr val="2D83F4"/>
                </a:solidFill>
                <a:latin typeface="Times New Roman" panose="02020603050405020304" pitchFamily="18" charset="0"/>
                <a:ea typeface="华文楷体" panose="02010600040101010101" pitchFamily="2" charset="-122"/>
              </a:rPr>
              <a:t>输入符号</a:t>
            </a:r>
            <a:r>
              <a:rPr lang="zh-CN" altLang="en-US" b="1" dirty="0">
                <a:solidFill>
                  <a:srgbClr val="000000"/>
                </a:solidFill>
                <a:latin typeface="Times New Roman" panose="02020603050405020304" pitchFamily="18" charset="0"/>
                <a:ea typeface="华文楷体" panose="02010600040101010101" pitchFamily="2" charset="-122"/>
              </a:rPr>
              <a:t>，直到发现一个可能合法地跟在</a:t>
            </a:r>
            <a:r>
              <a:rPr lang="en-US" altLang="zh-CN" b="1" i="1" dirty="0">
                <a:solidFill>
                  <a:srgbClr val="000000"/>
                </a:solidFill>
                <a:latin typeface="Times New Roman" panose="02020603050405020304" pitchFamily="18" charset="0"/>
                <a:ea typeface="宋体" panose="02010600030101010101" pitchFamily="2" charset="-122"/>
              </a:rPr>
              <a:t>A</a:t>
            </a:r>
            <a:r>
              <a:rPr lang="zh-CN" altLang="en-US" b="1" dirty="0">
                <a:solidFill>
                  <a:srgbClr val="000000"/>
                </a:solidFill>
                <a:latin typeface="Times New Roman" panose="02020603050405020304" pitchFamily="18" charset="0"/>
                <a:ea typeface="华文楷体" panose="02010600040101010101" pitchFamily="2" charset="-122"/>
              </a:rPr>
              <a:t>之后的符号</a:t>
            </a:r>
            <a:r>
              <a:rPr lang="en-US" altLang="zh-CN" b="1" i="1" dirty="0">
                <a:solidFill>
                  <a:srgbClr val="000000"/>
                </a:solidFill>
                <a:latin typeface="Times New Roman" panose="02020603050405020304" pitchFamily="18" charset="0"/>
                <a:ea typeface="宋体" panose="02010600030101010101" pitchFamily="2" charset="-122"/>
              </a:rPr>
              <a:t>a</a:t>
            </a:r>
            <a:r>
              <a:rPr lang="zh-CN" altLang="en-US" b="1" dirty="0">
                <a:solidFill>
                  <a:srgbClr val="000000"/>
                </a:solidFill>
                <a:latin typeface="Times New Roman" panose="02020603050405020304" pitchFamily="18" charset="0"/>
                <a:ea typeface="华文楷体" panose="02010600040101010101" pitchFamily="2" charset="-122"/>
              </a:rPr>
              <a:t>为止。</a:t>
            </a:r>
            <a:endParaRPr lang="en-US" altLang="zh-CN" b="1" dirty="0">
              <a:solidFill>
                <a:srgbClr val="000000"/>
              </a:solidFill>
              <a:latin typeface="Times New Roman" panose="02020603050405020304" pitchFamily="18" charset="0"/>
              <a:ea typeface="宋体" panose="02010600030101010101" pitchFamily="2" charset="-122"/>
            </a:endParaRPr>
          </a:p>
          <a:p>
            <a:pPr marL="273050" lvl="0" indent="-273050" eaLnBrk="1" hangingPunct="1">
              <a:lnSpc>
                <a:spcPts val="3500"/>
              </a:lnSpc>
              <a:buClrTx/>
              <a:buFont typeface="Wingdings" panose="05000000000000000000" pitchFamily="2" charset="2"/>
              <a:buChar char="Ø"/>
            </a:pPr>
            <a:r>
              <a:rPr lang="zh-CN" altLang="en-US" b="1" dirty="0">
                <a:solidFill>
                  <a:srgbClr val="000000"/>
                </a:solidFill>
                <a:latin typeface="Times New Roman" panose="02020603050405020304" pitchFamily="18" charset="0"/>
                <a:ea typeface="华文楷体" panose="02010600040101010101" pitchFamily="2" charset="-122"/>
              </a:rPr>
              <a:t>之后将</a:t>
            </a:r>
            <a:r>
              <a:rPr lang="en-US" altLang="zh-CN" b="1" i="1" dirty="0">
                <a:solidFill>
                  <a:srgbClr val="000000"/>
                </a:solidFill>
                <a:latin typeface="Times New Roman" panose="02020603050405020304" pitchFamily="18" charset="0"/>
                <a:ea typeface="宋体" panose="02010600030101010101" pitchFamily="2" charset="-122"/>
              </a:rPr>
              <a:t>s</a:t>
            </a:r>
            <a:r>
              <a:rPr lang="en-US" altLang="zh-CN" b="1" i="1" baseline="-25000" dirty="0">
                <a:solidFill>
                  <a:srgbClr val="000000"/>
                </a:solidFill>
                <a:latin typeface="Times New Roman" panose="02020603050405020304" pitchFamily="18" charset="0"/>
                <a:ea typeface="宋体" panose="02010600030101010101" pitchFamily="2" charset="-122"/>
              </a:rPr>
              <a:t>i+</a:t>
            </a:r>
            <a:r>
              <a:rPr lang="en-US" altLang="zh-CN" b="1" baseline="-25000" dirty="0">
                <a:solidFill>
                  <a:srgbClr val="000000"/>
                </a:solidFill>
                <a:latin typeface="Times New Roman" panose="02020603050405020304" pitchFamily="18" charset="0"/>
                <a:ea typeface="宋体" panose="02010600030101010101" pitchFamily="2" charset="-122"/>
              </a:rPr>
              <a:t>1</a:t>
            </a:r>
            <a:r>
              <a:rPr lang="en-US" altLang="zh-CN" b="1" i="1" baseline="-25000" dirty="0">
                <a:solidFill>
                  <a:srgbClr val="000000"/>
                </a:solidFill>
                <a:latin typeface="Times New Roman" panose="02020603050405020304" pitchFamily="18" charset="0"/>
                <a:ea typeface="宋体" panose="02010600030101010101" pitchFamily="2" charset="-122"/>
              </a:rPr>
              <a:t> </a:t>
            </a:r>
            <a:r>
              <a:rPr lang="en-US" altLang="zh-CN" b="1" dirty="0">
                <a:solidFill>
                  <a:srgbClr val="000000"/>
                </a:solidFill>
                <a:latin typeface="Times New Roman" panose="02020603050405020304" pitchFamily="18" charset="0"/>
                <a:ea typeface="宋体" panose="02010600030101010101" pitchFamily="2" charset="-122"/>
              </a:rPr>
              <a:t>=</a:t>
            </a:r>
            <a:r>
              <a:rPr lang="en-US" altLang="zh-CN" b="1" i="1" baseline="-25000" dirty="0">
                <a:solidFill>
                  <a:srgbClr val="000000"/>
                </a:solidFill>
                <a:latin typeface="Times New Roman" panose="02020603050405020304" pitchFamily="18" charset="0"/>
                <a:ea typeface="宋体" panose="02010600030101010101" pitchFamily="2" charset="-122"/>
              </a:rPr>
              <a:t> </a:t>
            </a:r>
            <a:r>
              <a:rPr lang="en-US" altLang="zh-CN" b="1" i="1" dirty="0">
                <a:solidFill>
                  <a:srgbClr val="000000"/>
                </a:solidFill>
                <a:latin typeface="Times New Roman" panose="02020603050405020304" pitchFamily="18" charset="0"/>
                <a:ea typeface="宋体" panose="02010600030101010101" pitchFamily="2" charset="-122"/>
              </a:rPr>
              <a:t>GOTO</a:t>
            </a:r>
            <a:r>
              <a:rPr lang="en-US" altLang="zh-CN" b="1" dirty="0">
                <a:solidFill>
                  <a:srgbClr val="000000"/>
                </a:solidFill>
                <a:latin typeface="Times New Roman" panose="02020603050405020304" pitchFamily="18" charset="0"/>
                <a:ea typeface="宋体" panose="02010600030101010101" pitchFamily="2" charset="-122"/>
              </a:rPr>
              <a:t>(</a:t>
            </a:r>
            <a:r>
              <a:rPr lang="en-US" altLang="zh-CN" b="1" i="1" dirty="0">
                <a:solidFill>
                  <a:srgbClr val="000000"/>
                </a:solidFill>
                <a:latin typeface="Times New Roman" panose="02020603050405020304" pitchFamily="18" charset="0"/>
                <a:ea typeface="宋体" panose="02010600030101010101" pitchFamily="2" charset="-122"/>
              </a:rPr>
              <a:t>s</a:t>
            </a:r>
            <a:r>
              <a:rPr lang="en-US" altLang="zh-CN" b="1" i="1" baseline="-25000" dirty="0">
                <a:solidFill>
                  <a:srgbClr val="000000"/>
                </a:solidFill>
                <a:latin typeface="Times New Roman" panose="02020603050405020304" pitchFamily="18" charset="0"/>
                <a:ea typeface="宋体" panose="02010600030101010101" pitchFamily="2" charset="-122"/>
              </a:rPr>
              <a:t>i </a:t>
            </a:r>
            <a:r>
              <a:rPr lang="en-US" altLang="zh-CN" b="1" dirty="0">
                <a:solidFill>
                  <a:srgbClr val="000000"/>
                </a:solidFill>
                <a:latin typeface="Times New Roman" panose="02020603050405020304" pitchFamily="18" charset="0"/>
                <a:ea typeface="宋体" panose="02010600030101010101" pitchFamily="2" charset="-122"/>
              </a:rPr>
              <a:t>, </a:t>
            </a:r>
            <a:r>
              <a:rPr lang="en-US" altLang="zh-CN" b="1" i="1" dirty="0">
                <a:solidFill>
                  <a:srgbClr val="000000"/>
                </a:solidFill>
                <a:latin typeface="Times New Roman" panose="02020603050405020304" pitchFamily="18" charset="0"/>
                <a:ea typeface="宋体" panose="02010600030101010101" pitchFamily="2" charset="-122"/>
              </a:rPr>
              <a:t>A</a:t>
            </a:r>
            <a:r>
              <a:rPr lang="en-US" altLang="zh-CN" b="1" dirty="0">
                <a:solidFill>
                  <a:srgbClr val="000000"/>
                </a:solidFill>
                <a:latin typeface="Times New Roman" panose="02020603050405020304" pitchFamily="18" charset="0"/>
                <a:ea typeface="宋体" panose="02010600030101010101" pitchFamily="2" charset="-122"/>
              </a:rPr>
              <a:t>)</a:t>
            </a:r>
            <a:r>
              <a:rPr lang="zh-CN" altLang="en-US" b="1" dirty="0">
                <a:solidFill>
                  <a:srgbClr val="000000"/>
                </a:solidFill>
                <a:latin typeface="Times New Roman" panose="02020603050405020304" pitchFamily="18" charset="0"/>
                <a:ea typeface="华文楷体" panose="02010600040101010101" pitchFamily="2" charset="-122"/>
              </a:rPr>
              <a:t>压入栈中，继续进行正常的句法分析</a:t>
            </a:r>
            <a:endParaRPr lang="en-US" altLang="zh-CN" b="1" dirty="0">
              <a:solidFill>
                <a:srgbClr val="000000"/>
              </a:solidFill>
              <a:latin typeface="Times New Roman" panose="02020603050405020304" pitchFamily="18" charset="0"/>
              <a:ea typeface="宋体" panose="02010600030101010101" pitchFamily="2" charset="-122"/>
            </a:endParaRPr>
          </a:p>
        </p:txBody>
      </p:sp>
      <p:sp>
        <p:nvSpPr>
          <p:cNvPr id="4" name="矩形 3"/>
          <p:cNvSpPr/>
          <p:nvPr/>
        </p:nvSpPr>
        <p:spPr>
          <a:xfrm>
            <a:off x="2700338" y="795338"/>
            <a:ext cx="3455988" cy="960438"/>
          </a:xfrm>
          <a:prstGeom prst="rect">
            <a:avLst/>
          </a:prstGeom>
          <a:solidFill>
            <a:schemeClr val="accent5">
              <a:lumMod val="60000"/>
              <a:lumOff val="40000"/>
            </a:schemeClr>
          </a:solidFill>
          <a:ln w="12700">
            <a:solidFill>
              <a:schemeClr val="tx1"/>
            </a:solidFill>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3000"/>
              </a:lnSpc>
              <a:spcBef>
                <a:spcPct val="0"/>
              </a:spcBef>
              <a:spcAft>
                <a:spcPct val="0"/>
              </a:spcAft>
              <a:buClr>
                <a:srgbClr val="073E87"/>
              </a:buClr>
              <a:buSzPct val="75000"/>
              <a:buFontTx/>
              <a:buNone/>
              <a:defRPr/>
            </a:pP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s</a:t>
            </a:r>
            <a:r>
              <a:rPr kumimoji="1"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0</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s</a:t>
            </a:r>
            <a:r>
              <a:rPr kumimoji="1"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800" b="1" i="1" u="none" strike="noStrike" kern="120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cs typeface="+mn-cs"/>
              </a:rPr>
              <a:t>s</a:t>
            </a:r>
            <a:r>
              <a:rPr kumimoji="1" lang="en-US" altLang="zh-CN" sz="2800" b="1" i="1" u="none" strike="noStrike" kern="1200" cap="none" spc="0" normalizeH="0" baseline="-25000" noProof="0" dirty="0" err="1">
                <a:ln>
                  <a:noFill/>
                </a:ln>
                <a:solidFill>
                  <a:srgbClr val="FF0000"/>
                </a:solidFill>
                <a:effectLst/>
                <a:uLnTx/>
                <a:uFillTx/>
                <a:latin typeface="Times New Roman" panose="02020603050405020304" pitchFamily="18" charset="0"/>
                <a:ea typeface="宋体" panose="02010600030101010101" pitchFamily="2" charset="-122"/>
                <a:cs typeface="+mn-cs"/>
              </a:rPr>
              <a:t>i</a:t>
            </a:r>
            <a:r>
              <a:rPr kumimoji="1" lang="en-US" altLang="zh-CN" sz="28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 </a:t>
            </a:r>
            <a:r>
              <a:rPr kumimoji="1"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s</a:t>
            </a:r>
            <a:r>
              <a:rPr kumimoji="1" lang="en-US" altLang="zh-CN" sz="2800" b="1" i="1"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i+1</a:t>
            </a:r>
            <a:r>
              <a:rPr kumimoji="1"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1" lang="en-US" altLang="zh-CN" sz="2800" b="1"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s</a:t>
            </a:r>
            <a:r>
              <a:rPr kumimoji="1" lang="en-US" altLang="zh-CN" sz="2800" b="1" i="1" u="none" strike="noStrike" kern="1200" cap="none" spc="0" normalizeH="0" baseline="-2500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m</a:t>
            </a:r>
            <a:endParaRPr kumimoji="1" lang="en-US" altLang="zh-CN" sz="900" b="1" i="1"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3000"/>
              </a:lnSpc>
              <a:spcBef>
                <a:spcPct val="20000"/>
              </a:spcBef>
              <a:spcAft>
                <a:spcPct val="0"/>
              </a:spcAft>
              <a:buClr>
                <a:srgbClr val="073E87"/>
              </a:buClr>
              <a:buSzPct val="75000"/>
              <a:buFontTx/>
              <a:buNone/>
              <a:defRPr/>
            </a:pPr>
            <a:r>
              <a:rPr kumimoji="1" lang="en-US" altLang="zh-CN" sz="2800" b="1" i="0" u="none" strike="noStrike" kern="1200" cap="none" spc="0" normalizeH="0" baseline="0" noProof="0" dirty="0">
                <a:ln>
                  <a:noFill/>
                </a:ln>
                <a:solidFill>
                  <a:srgbClr val="000000"/>
                </a:solidFill>
                <a:effectLst/>
                <a:uLnTx/>
                <a:uFillTx/>
                <a:latin typeface="+mn-ea"/>
                <a:ea typeface="+mn-ea"/>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i  </a:t>
            </a:r>
            <a:r>
              <a:rPr kumimoji="1" lang="en-US" altLang="zh-CN" sz="2800" b="1" i="1" u="none" strike="noStrike" kern="1200" cap="none" spc="0" normalizeH="0" baseline="0" noProof="0" dirty="0">
                <a:ln>
                  <a:noFill/>
                </a:ln>
                <a:solidFill>
                  <a:srgbClr val="FF0066"/>
                </a:solidFill>
                <a:effectLst/>
                <a:uLnTx/>
                <a:uFillTx/>
                <a:latin typeface="Times New Roman" panose="02020603050405020304" pitchFamily="18" charset="0"/>
                <a:ea typeface="宋体" panose="02010600030101010101" pitchFamily="2" charset="-122"/>
                <a:cs typeface="+mn-cs"/>
              </a:rPr>
              <a:t>A</a:t>
            </a:r>
            <a:r>
              <a:rPr kumimoji="1" lang="en-US" altLang="zh-CN" sz="2800" b="1" i="1" u="none" strike="noStrike" kern="1200" cap="none" spc="0" normalizeH="0" baseline="-25000" noProof="0" dirty="0">
                <a:ln>
                  <a:noFill/>
                </a:ln>
                <a:solidFill>
                  <a:srgbClr val="FF0066"/>
                </a:solidFill>
                <a:effectLst/>
                <a:uLnTx/>
                <a:uFillTx/>
                <a:latin typeface="Times New Roman" panose="02020603050405020304" pitchFamily="18" charset="0"/>
                <a:ea typeface="宋体" panose="02010600030101010101" pitchFamily="2" charset="-122"/>
                <a:cs typeface="+mn-cs"/>
              </a:rPr>
              <a:t> </a:t>
            </a:r>
            <a:r>
              <a:rPr kumimoji="1" lang="en-US" altLang="zh-CN" sz="2800" b="1" i="1"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  </a:t>
            </a:r>
            <a:r>
              <a:rPr kumimoji="1"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2800" b="1"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X</a:t>
            </a:r>
            <a:r>
              <a:rPr kumimoji="1" lang="en-US" altLang="zh-CN" sz="2800" b="1" i="1" u="none" strike="noStrike" kern="1200" cap="none" spc="0" normalizeH="0" baseline="-2500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m</a:t>
            </a:r>
            <a:endParaRPr kumimoji="0" lang="zh-CN" altLang="en-US" sz="20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2"/>
          <p:cNvSpPr>
            <a:spLocks noGrp="1"/>
          </p:cNvSpPr>
          <p:nvPr>
            <p:ph type="title"/>
          </p:nvPr>
        </p:nvSpPr>
        <p:spPr>
          <a:xfrm>
            <a:off x="755650" y="268288"/>
            <a:ext cx="7931150" cy="358775"/>
          </a:xfrm>
        </p:spPr>
        <p:txBody>
          <a:bodyPr vert="horz" wrap="square" lIns="91440" tIns="45720" rIns="91440" bIns="45720" anchor="ctr" anchorCtr="0"/>
          <a:lstStyle/>
          <a:p>
            <a:r>
              <a:rPr lang="zh-CN" altLang="en-US" sz="3000" kern="1200" dirty="0">
                <a:solidFill>
                  <a:schemeClr val="tx1"/>
                </a:solidFill>
                <a:latin typeface="微软雅黑" panose="020B0503020204020204" pitchFamily="34" charset="-122"/>
                <a:ea typeface="微软雅黑" panose="020B0503020204020204" pitchFamily="34" charset="-122"/>
                <a:cs typeface="+mj-cs"/>
              </a:rPr>
              <a:t>短语层次错误恢复</a:t>
            </a:r>
          </a:p>
        </p:txBody>
      </p:sp>
      <p:sp>
        <p:nvSpPr>
          <p:cNvPr id="106499" name="矩形 53"/>
          <p:cNvSpPr/>
          <p:nvPr/>
        </p:nvSpPr>
        <p:spPr>
          <a:xfrm>
            <a:off x="431800" y="857250"/>
            <a:ext cx="8569325" cy="2235200"/>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273050" lvl="0" indent="-273050" eaLnBrk="1" hangingPunct="1">
              <a:lnSpc>
                <a:spcPts val="4000"/>
              </a:lnSpc>
              <a:buClrTx/>
              <a:buFont typeface="Wingdings" panose="05000000000000000000" pitchFamily="2" charset="2"/>
              <a:buChar char="Ø"/>
            </a:pPr>
            <a:r>
              <a:rPr lang="zh-CN" altLang="en-US" sz="3000" b="1" dirty="0">
                <a:solidFill>
                  <a:srgbClr val="000000"/>
                </a:solidFill>
                <a:latin typeface="Times New Roman" panose="02020603050405020304" pitchFamily="18" charset="0"/>
                <a:ea typeface="华文楷体" panose="02010600040101010101" pitchFamily="2" charset="-122"/>
              </a:rPr>
              <a:t>检查</a:t>
            </a:r>
            <a:r>
              <a:rPr lang="en-US" altLang="zh-CN" sz="3000" b="1" i="1" dirty="0">
                <a:solidFill>
                  <a:srgbClr val="000000"/>
                </a:solidFill>
                <a:latin typeface="Times New Roman" panose="02020603050405020304" pitchFamily="18" charset="0"/>
                <a:ea typeface="宋体" panose="02010600030101010101" pitchFamily="2" charset="-122"/>
              </a:rPr>
              <a:t>LR</a:t>
            </a:r>
            <a:r>
              <a:rPr lang="zh-CN" altLang="en-US" sz="3000" b="1" dirty="0">
                <a:solidFill>
                  <a:srgbClr val="000000"/>
                </a:solidFill>
                <a:latin typeface="Times New Roman" panose="02020603050405020304" pitchFamily="18" charset="0"/>
                <a:ea typeface="华文楷体" panose="02010600040101010101" pitchFamily="2" charset="-122"/>
              </a:rPr>
              <a:t>分析表中的每一个报错条目，并根据语言的使用方法来决定程序员所犯的何种错误最有可能引起这个句法错误</a:t>
            </a:r>
            <a:endParaRPr lang="en-US" altLang="zh-CN" sz="3000" b="1" dirty="0">
              <a:solidFill>
                <a:srgbClr val="000000"/>
              </a:solidFill>
              <a:latin typeface="Times New Roman" panose="02020603050405020304" pitchFamily="18" charset="0"/>
              <a:ea typeface="宋体" panose="02010600030101010101" pitchFamily="2" charset="-122"/>
            </a:endParaRPr>
          </a:p>
          <a:p>
            <a:pPr marL="273050" lvl="0" indent="-273050" eaLnBrk="1" hangingPunct="1">
              <a:lnSpc>
                <a:spcPts val="4000"/>
              </a:lnSpc>
              <a:buClrTx/>
              <a:buFont typeface="Wingdings" panose="05000000000000000000" pitchFamily="2" charset="2"/>
              <a:buChar char="Ø"/>
            </a:pPr>
            <a:r>
              <a:rPr lang="zh-CN" altLang="en-US" sz="3000" b="1" dirty="0">
                <a:solidFill>
                  <a:srgbClr val="000000"/>
                </a:solidFill>
                <a:latin typeface="Times New Roman" panose="02020603050405020304" pitchFamily="18" charset="0"/>
                <a:ea typeface="华文楷体" panose="02010600040101010101" pitchFamily="2" charset="-122"/>
              </a:rPr>
              <a:t>然后构造出适当的恢复过程</a:t>
            </a:r>
            <a:endParaRPr lang="en-US" altLang="zh-CN" sz="3000" b="1" dirty="0">
              <a:solidFill>
                <a:srgbClr val="000000"/>
              </a:solidFill>
              <a:latin typeface="Times New Roman" panose="02020603050405020304" pitchFamily="18" charset="0"/>
              <a:ea typeface="宋体" panose="02010600030101010101" pitchFamily="2"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2"/>
          <p:cNvSpPr txBox="1"/>
          <p:nvPr/>
        </p:nvSpPr>
        <p:spPr>
          <a:xfrm>
            <a:off x="2122488" y="1552575"/>
            <a:ext cx="1296987" cy="1724025"/>
          </a:xfrm>
          <a:prstGeom prst="rect">
            <a:avLst/>
          </a:prstGeom>
          <a:solidFill>
            <a:srgbClr val="B5CEED"/>
          </a:solidFill>
          <a:ln w="12700" cap="flat" cmpd="sng">
            <a:solidFill>
              <a:schemeClr val="tx1"/>
            </a:solidFill>
            <a:prstDash val="solid"/>
            <a:miter/>
            <a:headEnd type="none" w="sm" len="sm"/>
            <a:tailEnd type="none" w="sm" len="sm"/>
          </a:ln>
        </p:spPr>
        <p:txBody>
          <a:bodyPr tIns="0" bIns="0">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0</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E</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E+E</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E*E</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a:t>
            </a:r>
            <a:r>
              <a:rPr lang="en-US" altLang="zh-CN" sz="1800" b="1" dirty="0">
                <a:solidFill>
                  <a:srgbClr val="000000"/>
                </a:solidFill>
                <a:latin typeface="Times New Roman" panose="02020603050405020304" pitchFamily="18" charset="0"/>
                <a:ea typeface="宋体" panose="02010600030101010101" pitchFamily="2" charset="-122"/>
              </a:rPr>
              <a:t>(</a:t>
            </a:r>
            <a:r>
              <a:rPr lang="en-US" altLang="zh-CN" sz="1800" b="1" i="1" dirty="0">
                <a:solidFill>
                  <a:srgbClr val="000000"/>
                </a:solidFill>
                <a:latin typeface="Times New Roman" panose="02020603050405020304" pitchFamily="18" charset="0"/>
                <a:ea typeface="宋体" panose="02010600030101010101" pitchFamily="2" charset="-122"/>
              </a:rPr>
              <a:t>E</a:t>
            </a:r>
            <a:r>
              <a:rPr lang="en-US" altLang="zh-CN" sz="1800" b="1" dirty="0">
                <a:solidFill>
                  <a:srgbClr val="000000"/>
                </a:solidFill>
                <a:latin typeface="Times New Roman" panose="02020603050405020304" pitchFamily="18" charset="0"/>
                <a:ea typeface="宋体" panose="02010600030101010101" pitchFamily="2" charset="-122"/>
              </a:rPr>
              <a:t>)</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a:t>
            </a:r>
            <a:r>
              <a:rPr lang="en-US" altLang="zh-CN" sz="1800" b="1" dirty="0">
                <a:solidFill>
                  <a:srgbClr val="000000"/>
                </a:solidFill>
                <a:latin typeface="Times New Roman" panose="02020603050405020304" pitchFamily="18" charset="0"/>
                <a:ea typeface="宋体" panose="02010600030101010101" pitchFamily="2" charset="-122"/>
              </a:rPr>
              <a:t>id</a:t>
            </a:r>
          </a:p>
        </p:txBody>
      </p:sp>
      <p:sp>
        <p:nvSpPr>
          <p:cNvPr id="107523" name="Text Box 3"/>
          <p:cNvSpPr txBox="1"/>
          <p:nvPr/>
        </p:nvSpPr>
        <p:spPr>
          <a:xfrm>
            <a:off x="3779838" y="1103313"/>
            <a:ext cx="1246187" cy="1262062"/>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1</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E′→E· </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E→E · +E</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E→E · *E</a:t>
            </a:r>
            <a:endParaRPr lang="en-US" altLang="zh-CN" sz="2000" b="1" i="1" dirty="0">
              <a:solidFill>
                <a:srgbClr val="000000"/>
              </a:solidFill>
              <a:latin typeface="Times New Roman" panose="02020603050405020304" pitchFamily="18" charset="0"/>
              <a:ea typeface="宋体" panose="02010600030101010101" pitchFamily="2" charset="-122"/>
            </a:endParaRPr>
          </a:p>
        </p:txBody>
      </p:sp>
      <p:sp>
        <p:nvSpPr>
          <p:cNvPr id="107524" name="Line 4"/>
          <p:cNvSpPr/>
          <p:nvPr/>
        </p:nvSpPr>
        <p:spPr>
          <a:xfrm flipV="1">
            <a:off x="3438525" y="1997075"/>
            <a:ext cx="319088" cy="0"/>
          </a:xfrm>
          <a:prstGeom prst="line">
            <a:avLst/>
          </a:prstGeom>
          <a:ln w="38100" cap="flat" cmpd="sng">
            <a:solidFill>
              <a:schemeClr val="tx1"/>
            </a:solidFill>
            <a:prstDash val="solid"/>
            <a:headEnd type="none" w="sm" len="sm"/>
            <a:tailEnd type="triangle" w="med" len="med"/>
          </a:ln>
        </p:spPr>
      </p:sp>
      <p:sp>
        <p:nvSpPr>
          <p:cNvPr id="107525" name="Text Box 5"/>
          <p:cNvSpPr txBox="1"/>
          <p:nvPr/>
        </p:nvSpPr>
        <p:spPr>
          <a:xfrm>
            <a:off x="3805238" y="2540000"/>
            <a:ext cx="1214437" cy="1784350"/>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2</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a:t>
            </a:r>
            <a:r>
              <a:rPr lang="en-US" altLang="zh-CN" sz="1800" b="1" dirty="0">
                <a:solidFill>
                  <a:srgbClr val="000000"/>
                </a:solidFill>
                <a:latin typeface="Times New Roman" panose="02020603050405020304" pitchFamily="18" charset="0"/>
                <a:ea typeface="宋体" panose="02010600030101010101" pitchFamily="2" charset="-122"/>
              </a:rPr>
              <a:t>(</a:t>
            </a:r>
            <a:r>
              <a:rPr lang="en-US" altLang="zh-CN" sz="1800" b="1" i="1" dirty="0">
                <a:solidFill>
                  <a:srgbClr val="000000"/>
                </a:solidFill>
                <a:latin typeface="Times New Roman" panose="02020603050405020304" pitchFamily="18" charset="0"/>
                <a:ea typeface="宋体" panose="02010600030101010101" pitchFamily="2" charset="-122"/>
              </a:rPr>
              <a:t>· E</a:t>
            </a:r>
            <a:r>
              <a:rPr lang="en-US" altLang="zh-CN" sz="1800" b="1" dirty="0">
                <a:solidFill>
                  <a:srgbClr val="000000"/>
                </a:solidFill>
                <a:latin typeface="Times New Roman" panose="02020603050405020304" pitchFamily="18" charset="0"/>
                <a:ea typeface="宋体" panose="02010600030101010101" pitchFamily="2" charset="-122"/>
              </a:rPr>
              <a:t>)</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E+E</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E*E</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a:t>
            </a:r>
            <a:r>
              <a:rPr lang="en-US" altLang="zh-CN" sz="1800" b="1" dirty="0">
                <a:solidFill>
                  <a:srgbClr val="000000"/>
                </a:solidFill>
                <a:latin typeface="Times New Roman" panose="02020603050405020304" pitchFamily="18" charset="0"/>
                <a:ea typeface="宋体" panose="02010600030101010101" pitchFamily="2" charset="-122"/>
              </a:rPr>
              <a:t>(</a:t>
            </a:r>
            <a:r>
              <a:rPr lang="en-US" altLang="zh-CN" sz="1800" b="1" i="1" dirty="0">
                <a:solidFill>
                  <a:srgbClr val="000000"/>
                </a:solidFill>
                <a:latin typeface="Times New Roman" panose="02020603050405020304" pitchFamily="18" charset="0"/>
                <a:ea typeface="宋体" panose="02010600030101010101" pitchFamily="2" charset="-122"/>
              </a:rPr>
              <a:t>E</a:t>
            </a:r>
            <a:r>
              <a:rPr lang="en-US" altLang="zh-CN" sz="1800" b="1" dirty="0">
                <a:solidFill>
                  <a:srgbClr val="000000"/>
                </a:solidFill>
                <a:latin typeface="Times New Roman" panose="02020603050405020304" pitchFamily="18" charset="0"/>
                <a:ea typeface="宋体" panose="02010600030101010101" pitchFamily="2" charset="-122"/>
              </a:rPr>
              <a:t>)</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a:t>
            </a:r>
            <a:r>
              <a:rPr lang="en-US" altLang="zh-CN" sz="1800" b="1" dirty="0">
                <a:solidFill>
                  <a:srgbClr val="000000"/>
                </a:solidFill>
                <a:latin typeface="Times New Roman" panose="02020603050405020304" pitchFamily="18" charset="0"/>
                <a:ea typeface="宋体" panose="02010600030101010101" pitchFamily="2" charset="-122"/>
              </a:rPr>
              <a:t>id</a:t>
            </a:r>
          </a:p>
        </p:txBody>
      </p:sp>
      <p:sp>
        <p:nvSpPr>
          <p:cNvPr id="107526" name="Line 6"/>
          <p:cNvSpPr/>
          <p:nvPr/>
        </p:nvSpPr>
        <p:spPr>
          <a:xfrm flipV="1">
            <a:off x="3432175" y="2830513"/>
            <a:ext cx="384175" cy="0"/>
          </a:xfrm>
          <a:prstGeom prst="line">
            <a:avLst/>
          </a:prstGeom>
          <a:ln w="38100" cap="flat" cmpd="sng">
            <a:solidFill>
              <a:schemeClr val="tx1"/>
            </a:solidFill>
            <a:prstDash val="solid"/>
            <a:headEnd type="none" w="sm" len="sm"/>
            <a:tailEnd type="triangle" w="med" len="med"/>
          </a:ln>
        </p:spPr>
      </p:sp>
      <p:sp>
        <p:nvSpPr>
          <p:cNvPr id="107527" name="Text Box 7"/>
          <p:cNvSpPr txBox="1"/>
          <p:nvPr/>
        </p:nvSpPr>
        <p:spPr>
          <a:xfrm>
            <a:off x="3419475" y="2327275"/>
            <a:ext cx="503238"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a:t>
            </a:r>
          </a:p>
        </p:txBody>
      </p:sp>
      <p:sp>
        <p:nvSpPr>
          <p:cNvPr id="107528" name="Text Box 8"/>
          <p:cNvSpPr txBox="1"/>
          <p:nvPr/>
        </p:nvSpPr>
        <p:spPr>
          <a:xfrm>
            <a:off x="2339975" y="4384675"/>
            <a:ext cx="1066800" cy="708025"/>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3</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a:t>
            </a:r>
            <a:r>
              <a:rPr lang="en-US" altLang="zh-CN" sz="1800" b="1" dirty="0">
                <a:solidFill>
                  <a:srgbClr val="000000"/>
                </a:solidFill>
                <a:latin typeface="Times New Roman" panose="02020603050405020304" pitchFamily="18" charset="0"/>
                <a:ea typeface="宋体" panose="02010600030101010101" pitchFamily="2" charset="-122"/>
              </a:rPr>
              <a:t>id</a:t>
            </a:r>
            <a:r>
              <a:rPr lang="en-US" altLang="zh-CN" sz="2000" b="1" i="1" dirty="0">
                <a:solidFill>
                  <a:srgbClr val="000000"/>
                </a:solidFill>
                <a:latin typeface="Times New Roman" panose="02020603050405020304" pitchFamily="18" charset="0"/>
                <a:ea typeface="宋体" panose="02010600030101010101" pitchFamily="2" charset="-122"/>
              </a:rPr>
              <a:t> ·</a:t>
            </a:r>
          </a:p>
        </p:txBody>
      </p:sp>
      <p:sp>
        <p:nvSpPr>
          <p:cNvPr id="107529" name="Line 9"/>
          <p:cNvSpPr/>
          <p:nvPr/>
        </p:nvSpPr>
        <p:spPr>
          <a:xfrm>
            <a:off x="2941638" y="3275013"/>
            <a:ext cx="9525" cy="1096962"/>
          </a:xfrm>
          <a:prstGeom prst="line">
            <a:avLst/>
          </a:prstGeom>
          <a:ln w="38100" cap="flat" cmpd="sng">
            <a:solidFill>
              <a:schemeClr val="tx1"/>
            </a:solidFill>
            <a:prstDash val="solid"/>
            <a:headEnd type="none" w="sm" len="sm"/>
            <a:tailEnd type="triangle" w="med" len="med"/>
          </a:ln>
        </p:spPr>
      </p:sp>
      <p:sp>
        <p:nvSpPr>
          <p:cNvPr id="107530" name="Text Box 10"/>
          <p:cNvSpPr txBox="1"/>
          <p:nvPr/>
        </p:nvSpPr>
        <p:spPr>
          <a:xfrm>
            <a:off x="2533650" y="3279775"/>
            <a:ext cx="598488"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id</a:t>
            </a:r>
          </a:p>
        </p:txBody>
      </p:sp>
      <p:sp>
        <p:nvSpPr>
          <p:cNvPr id="107531" name="Text Box 11"/>
          <p:cNvSpPr txBox="1"/>
          <p:nvPr/>
        </p:nvSpPr>
        <p:spPr>
          <a:xfrm>
            <a:off x="5753100" y="1022350"/>
            <a:ext cx="1211263" cy="1477963"/>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lnSpc>
                <a:spcPts val="1800"/>
              </a:lnSpc>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4</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E→E+ · E</a:t>
            </a:r>
          </a:p>
          <a:p>
            <a:pPr marL="0" lvl="0" indent="0"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E+E</a:t>
            </a:r>
          </a:p>
          <a:p>
            <a:pPr marL="0" lvl="0" indent="0"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E*E</a:t>
            </a:r>
          </a:p>
          <a:p>
            <a:pPr marL="0" lvl="0" indent="0"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a:t>
            </a:r>
            <a:r>
              <a:rPr lang="en-US" altLang="zh-CN" sz="1800" b="1" dirty="0">
                <a:solidFill>
                  <a:srgbClr val="000000"/>
                </a:solidFill>
                <a:latin typeface="Times New Roman" panose="02020603050405020304" pitchFamily="18" charset="0"/>
                <a:ea typeface="宋体" panose="02010600030101010101" pitchFamily="2" charset="-122"/>
              </a:rPr>
              <a:t>(</a:t>
            </a:r>
            <a:r>
              <a:rPr lang="en-US" altLang="zh-CN" sz="1800" b="1" i="1" dirty="0">
                <a:solidFill>
                  <a:srgbClr val="000000"/>
                </a:solidFill>
                <a:latin typeface="Times New Roman" panose="02020603050405020304" pitchFamily="18" charset="0"/>
                <a:ea typeface="宋体" panose="02010600030101010101" pitchFamily="2" charset="-122"/>
              </a:rPr>
              <a:t>E</a:t>
            </a:r>
            <a:r>
              <a:rPr lang="en-US" altLang="zh-CN" sz="1800" b="1" dirty="0">
                <a:solidFill>
                  <a:srgbClr val="000000"/>
                </a:solidFill>
                <a:latin typeface="Times New Roman" panose="02020603050405020304" pitchFamily="18" charset="0"/>
                <a:ea typeface="宋体" panose="02010600030101010101" pitchFamily="2" charset="-122"/>
              </a:rPr>
              <a:t>)</a:t>
            </a:r>
          </a:p>
          <a:p>
            <a:pPr marL="0" lvl="0" indent="0"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a:t>
            </a:r>
            <a:r>
              <a:rPr lang="en-US" altLang="zh-CN" sz="1800" b="1" dirty="0">
                <a:solidFill>
                  <a:srgbClr val="000000"/>
                </a:solidFill>
                <a:latin typeface="Times New Roman" panose="02020603050405020304" pitchFamily="18" charset="0"/>
                <a:ea typeface="宋体" panose="02010600030101010101" pitchFamily="2" charset="-122"/>
              </a:rPr>
              <a:t>id</a:t>
            </a:r>
          </a:p>
        </p:txBody>
      </p:sp>
      <p:sp>
        <p:nvSpPr>
          <p:cNvPr id="107532" name="Text Box 12"/>
          <p:cNvSpPr txBox="1"/>
          <p:nvPr/>
        </p:nvSpPr>
        <p:spPr>
          <a:xfrm>
            <a:off x="5753100" y="2535238"/>
            <a:ext cx="1250950" cy="1476375"/>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lnSpc>
                <a:spcPts val="1800"/>
              </a:lnSpc>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5</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E* · E</a:t>
            </a:r>
          </a:p>
          <a:p>
            <a:pPr marL="0" lvl="0" indent="0"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E+E</a:t>
            </a:r>
          </a:p>
          <a:p>
            <a:pPr marL="0" lvl="0" indent="0"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E*E</a:t>
            </a:r>
          </a:p>
          <a:p>
            <a:pPr marL="0" lvl="0" indent="0"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a:t>
            </a:r>
            <a:r>
              <a:rPr lang="en-US" altLang="zh-CN" sz="1800" b="1" dirty="0">
                <a:solidFill>
                  <a:srgbClr val="000000"/>
                </a:solidFill>
                <a:latin typeface="Times New Roman" panose="02020603050405020304" pitchFamily="18" charset="0"/>
                <a:ea typeface="宋体" panose="02010600030101010101" pitchFamily="2" charset="-122"/>
              </a:rPr>
              <a:t>(</a:t>
            </a:r>
            <a:r>
              <a:rPr lang="en-US" altLang="zh-CN" sz="1800" b="1" i="1" dirty="0">
                <a:solidFill>
                  <a:srgbClr val="000000"/>
                </a:solidFill>
                <a:latin typeface="Times New Roman" panose="02020603050405020304" pitchFamily="18" charset="0"/>
                <a:ea typeface="宋体" panose="02010600030101010101" pitchFamily="2" charset="-122"/>
              </a:rPr>
              <a:t>E</a:t>
            </a:r>
            <a:r>
              <a:rPr lang="en-US" altLang="zh-CN" sz="1800" b="1" dirty="0">
                <a:solidFill>
                  <a:srgbClr val="000000"/>
                </a:solidFill>
                <a:latin typeface="Times New Roman" panose="02020603050405020304" pitchFamily="18" charset="0"/>
                <a:ea typeface="宋体" panose="02010600030101010101" pitchFamily="2" charset="-122"/>
              </a:rPr>
              <a:t>)</a:t>
            </a:r>
          </a:p>
          <a:p>
            <a:pPr marL="0" lvl="0" indent="0"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 · </a:t>
            </a:r>
            <a:r>
              <a:rPr lang="en-US" altLang="zh-CN" sz="1800" b="1" dirty="0">
                <a:solidFill>
                  <a:srgbClr val="000000"/>
                </a:solidFill>
                <a:latin typeface="Times New Roman" panose="02020603050405020304" pitchFamily="18" charset="0"/>
                <a:ea typeface="宋体" panose="02010600030101010101" pitchFamily="2" charset="-122"/>
              </a:rPr>
              <a:t>id</a:t>
            </a:r>
          </a:p>
        </p:txBody>
      </p:sp>
      <p:sp>
        <p:nvSpPr>
          <p:cNvPr id="107533" name="Text Box 15"/>
          <p:cNvSpPr txBox="1"/>
          <p:nvPr/>
        </p:nvSpPr>
        <p:spPr>
          <a:xfrm>
            <a:off x="3470275" y="3778250"/>
            <a:ext cx="5334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id</a:t>
            </a:r>
          </a:p>
        </p:txBody>
      </p:sp>
      <p:sp>
        <p:nvSpPr>
          <p:cNvPr id="107534" name="Text Box 17"/>
          <p:cNvSpPr txBox="1"/>
          <p:nvPr/>
        </p:nvSpPr>
        <p:spPr>
          <a:xfrm>
            <a:off x="5753100" y="4076700"/>
            <a:ext cx="1244600" cy="1016000"/>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lnSpc>
                <a:spcPts val="1800"/>
              </a:lnSpc>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6</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a:t>
            </a:r>
            <a:r>
              <a:rPr lang="en-US" altLang="zh-CN" sz="1800" b="1" dirty="0">
                <a:solidFill>
                  <a:srgbClr val="000000"/>
                </a:solidFill>
                <a:latin typeface="Times New Roman" panose="02020603050405020304" pitchFamily="18" charset="0"/>
                <a:ea typeface="宋体" panose="02010600030101010101" pitchFamily="2" charset="-122"/>
              </a:rPr>
              <a:t>(</a:t>
            </a:r>
            <a:r>
              <a:rPr lang="en-US" altLang="zh-CN" sz="1800" b="1" i="1" dirty="0">
                <a:solidFill>
                  <a:srgbClr val="000000"/>
                </a:solidFill>
                <a:latin typeface="Times New Roman" panose="02020603050405020304" pitchFamily="18" charset="0"/>
                <a:ea typeface="宋体" panose="02010600030101010101" pitchFamily="2" charset="-122"/>
              </a:rPr>
              <a:t>E · </a:t>
            </a:r>
            <a:r>
              <a:rPr lang="en-US" altLang="zh-CN" sz="1800" b="1" dirty="0">
                <a:solidFill>
                  <a:srgbClr val="000000"/>
                </a:solidFill>
                <a:latin typeface="Times New Roman" panose="02020603050405020304" pitchFamily="18" charset="0"/>
                <a:ea typeface="宋体" panose="02010600030101010101" pitchFamily="2" charset="-122"/>
              </a:rPr>
              <a:t>)</a:t>
            </a:r>
          </a:p>
          <a:p>
            <a:pPr marL="0" lvl="0" indent="0"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E→E · +E</a:t>
            </a:r>
          </a:p>
          <a:p>
            <a:pPr marL="0" lvl="0" indent="0"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E→E · *E</a:t>
            </a:r>
          </a:p>
        </p:txBody>
      </p:sp>
      <p:sp>
        <p:nvSpPr>
          <p:cNvPr id="107535" name="Line 18"/>
          <p:cNvSpPr/>
          <p:nvPr/>
        </p:nvSpPr>
        <p:spPr>
          <a:xfrm>
            <a:off x="5026025" y="4052888"/>
            <a:ext cx="719138" cy="277812"/>
          </a:xfrm>
          <a:prstGeom prst="line">
            <a:avLst/>
          </a:prstGeom>
          <a:ln w="38100" cap="flat" cmpd="sng">
            <a:solidFill>
              <a:schemeClr val="tx1"/>
            </a:solidFill>
            <a:prstDash val="solid"/>
            <a:headEnd type="none" w="sm" len="sm"/>
            <a:tailEnd type="triangle" w="med" len="med"/>
          </a:ln>
        </p:spPr>
      </p:sp>
      <p:sp>
        <p:nvSpPr>
          <p:cNvPr id="107536" name="Text Box 19"/>
          <p:cNvSpPr txBox="1"/>
          <p:nvPr/>
        </p:nvSpPr>
        <p:spPr>
          <a:xfrm>
            <a:off x="4951413" y="3579813"/>
            <a:ext cx="457200"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rgbClr val="000000"/>
                </a:solidFill>
                <a:latin typeface="Times New Roman" panose="02020603050405020304" pitchFamily="18" charset="0"/>
                <a:ea typeface="宋体" panose="02010600030101010101" pitchFamily="2" charset="-122"/>
              </a:rPr>
              <a:t>E</a:t>
            </a:r>
          </a:p>
        </p:txBody>
      </p:sp>
      <p:sp>
        <p:nvSpPr>
          <p:cNvPr id="107537" name="Text Box 20"/>
          <p:cNvSpPr txBox="1"/>
          <p:nvPr/>
        </p:nvSpPr>
        <p:spPr>
          <a:xfrm>
            <a:off x="7408863" y="458788"/>
            <a:ext cx="1296987" cy="1293812"/>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7</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E→E+E ·</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E→E · +E</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E→E · *E</a:t>
            </a:r>
            <a:endParaRPr lang="en-US" altLang="zh-CN" sz="2000" b="1" i="1" dirty="0">
              <a:solidFill>
                <a:srgbClr val="000000"/>
              </a:solidFill>
              <a:latin typeface="Times New Roman" panose="02020603050405020304" pitchFamily="18" charset="0"/>
              <a:ea typeface="宋体" panose="02010600030101010101" pitchFamily="2" charset="-122"/>
            </a:endParaRPr>
          </a:p>
        </p:txBody>
      </p:sp>
      <p:sp>
        <p:nvSpPr>
          <p:cNvPr id="107538" name="Line 21"/>
          <p:cNvSpPr/>
          <p:nvPr/>
        </p:nvSpPr>
        <p:spPr>
          <a:xfrm flipH="1">
            <a:off x="3402013" y="4224338"/>
            <a:ext cx="361950" cy="541337"/>
          </a:xfrm>
          <a:prstGeom prst="line">
            <a:avLst/>
          </a:prstGeom>
          <a:ln w="38100" cap="flat" cmpd="sng">
            <a:solidFill>
              <a:schemeClr val="tx1"/>
            </a:solidFill>
            <a:prstDash val="solid"/>
            <a:headEnd type="none" w="sm" len="sm"/>
            <a:tailEnd type="triangle" w="med" len="med"/>
          </a:ln>
        </p:spPr>
      </p:sp>
      <p:sp>
        <p:nvSpPr>
          <p:cNvPr id="107539" name="Text Box 22"/>
          <p:cNvSpPr txBox="1"/>
          <p:nvPr/>
        </p:nvSpPr>
        <p:spPr>
          <a:xfrm>
            <a:off x="6948488" y="3757613"/>
            <a:ext cx="457200"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a:t>
            </a:r>
          </a:p>
        </p:txBody>
      </p:sp>
      <p:sp>
        <p:nvSpPr>
          <p:cNvPr id="107540" name="Text Box 23"/>
          <p:cNvSpPr txBox="1"/>
          <p:nvPr/>
        </p:nvSpPr>
        <p:spPr>
          <a:xfrm>
            <a:off x="7418388" y="2574925"/>
            <a:ext cx="1296987" cy="1292225"/>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8</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E→E*E</a:t>
            </a:r>
            <a:r>
              <a:rPr lang="en-US" altLang="zh-CN" sz="2000" b="1" i="1" dirty="0">
                <a:solidFill>
                  <a:srgbClr val="000000"/>
                </a:solidFill>
                <a:latin typeface="Times New Roman" panose="02020603050405020304" pitchFamily="18" charset="0"/>
                <a:ea typeface="宋体" panose="02010600030101010101" pitchFamily="2" charset="-122"/>
              </a:rPr>
              <a:t> </a:t>
            </a:r>
            <a:r>
              <a:rPr lang="en-US" altLang="zh-CN" sz="1800" b="1" i="1" dirty="0">
                <a:solidFill>
                  <a:srgbClr val="000000"/>
                </a:solidFill>
                <a:latin typeface="Times New Roman" panose="02020603050405020304" pitchFamily="18" charset="0"/>
                <a:ea typeface="宋体" panose="02010600030101010101" pitchFamily="2" charset="-122"/>
              </a:rPr>
              <a:t>·</a:t>
            </a:r>
            <a:endParaRPr lang="en-US" altLang="zh-CN" sz="2000" b="1" i="1" dirty="0">
              <a:solidFill>
                <a:srgbClr val="000000"/>
              </a:solidFill>
              <a:latin typeface="Times New Roman" panose="02020603050405020304" pitchFamily="18" charset="0"/>
              <a:ea typeface="宋体" panose="02010600030101010101" pitchFamily="2" charset="-122"/>
            </a:endParaRP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E→E · +E</a:t>
            </a:r>
          </a:p>
          <a:p>
            <a:pPr marL="0" lvl="0" indent="0"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E→E · *E</a:t>
            </a:r>
            <a:endParaRPr lang="en-US" altLang="zh-CN" sz="2000" b="1" i="1" dirty="0">
              <a:solidFill>
                <a:srgbClr val="000000"/>
              </a:solidFill>
              <a:latin typeface="Times New Roman" panose="02020603050405020304" pitchFamily="18" charset="0"/>
              <a:ea typeface="宋体" panose="02010600030101010101" pitchFamily="2" charset="-122"/>
            </a:endParaRPr>
          </a:p>
        </p:txBody>
      </p:sp>
      <p:sp>
        <p:nvSpPr>
          <p:cNvPr id="107541" name="Line 24"/>
          <p:cNvSpPr/>
          <p:nvPr/>
        </p:nvSpPr>
        <p:spPr>
          <a:xfrm>
            <a:off x="5026025" y="1362075"/>
            <a:ext cx="739775" cy="0"/>
          </a:xfrm>
          <a:prstGeom prst="line">
            <a:avLst/>
          </a:prstGeom>
          <a:ln w="38100" cap="flat" cmpd="sng">
            <a:solidFill>
              <a:schemeClr val="tx1"/>
            </a:solidFill>
            <a:prstDash val="solid"/>
            <a:headEnd type="none" w="sm" len="sm"/>
            <a:tailEnd type="triangle" w="med" len="med"/>
          </a:ln>
        </p:spPr>
      </p:sp>
      <p:sp>
        <p:nvSpPr>
          <p:cNvPr id="107542" name="Text Box 25"/>
          <p:cNvSpPr txBox="1"/>
          <p:nvPr/>
        </p:nvSpPr>
        <p:spPr>
          <a:xfrm>
            <a:off x="5062538" y="1028700"/>
            <a:ext cx="3810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a:t>
            </a:r>
          </a:p>
        </p:txBody>
      </p:sp>
      <p:sp>
        <p:nvSpPr>
          <p:cNvPr id="107543" name="Text Box 26"/>
          <p:cNvSpPr txBox="1"/>
          <p:nvPr/>
        </p:nvSpPr>
        <p:spPr>
          <a:xfrm>
            <a:off x="7405688" y="4370388"/>
            <a:ext cx="1223962" cy="708025"/>
          </a:xfrm>
          <a:prstGeom prst="rect">
            <a:avLst/>
          </a:prstGeom>
          <a:solidFill>
            <a:srgbClr val="B5CEED"/>
          </a:solidFill>
          <a:ln w="12700" cap="flat" cmpd="sng">
            <a:solidFill>
              <a:schemeClr val="tx1"/>
            </a:solidFill>
            <a:prstDash val="solid"/>
            <a:miter/>
            <a:headEnd type="none" w="sm" len="sm"/>
            <a:tailEnd type="none" w="sm" len="sm"/>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ea typeface="宋体" panose="02010600030101010101" pitchFamily="2" charset="-122"/>
              </a:rPr>
              <a:t>I</a:t>
            </a:r>
            <a:r>
              <a:rPr lang="en-US" altLang="zh-CN" sz="2000" b="1" i="1" baseline="-25000" dirty="0">
                <a:solidFill>
                  <a:srgbClr val="000000"/>
                </a:solidFill>
                <a:latin typeface="Times New Roman" panose="02020603050405020304" pitchFamily="18" charset="0"/>
                <a:ea typeface="宋体" panose="02010600030101010101" pitchFamily="2" charset="-122"/>
              </a:rPr>
              <a:t>9</a:t>
            </a:r>
            <a:r>
              <a:rPr lang="en-US" altLang="zh-CN" sz="2000" b="1" dirty="0">
                <a:solidFill>
                  <a:srgbClr val="000000"/>
                </a:solidFill>
                <a:latin typeface="Times New Roman" panose="02020603050405020304" pitchFamily="18" charset="0"/>
                <a:ea typeface="宋体" panose="02010600030101010101" pitchFamily="2" charset="-122"/>
              </a:rPr>
              <a:t>:</a:t>
            </a:r>
          </a:p>
          <a:p>
            <a:pPr marL="0" lvl="0" indent="0">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ea typeface="宋体" panose="02010600030101010101" pitchFamily="2" charset="-122"/>
              </a:rPr>
              <a:t>E→</a:t>
            </a:r>
            <a:r>
              <a:rPr lang="en-US" altLang="zh-CN" sz="1800" b="1" dirty="0">
                <a:solidFill>
                  <a:srgbClr val="000000"/>
                </a:solidFill>
                <a:latin typeface="Times New Roman" panose="02020603050405020304" pitchFamily="18" charset="0"/>
                <a:ea typeface="宋体" panose="02010600030101010101" pitchFamily="2" charset="-122"/>
              </a:rPr>
              <a:t>(</a:t>
            </a:r>
            <a:r>
              <a:rPr lang="en-US" altLang="zh-CN" sz="1800" b="1" i="1" dirty="0">
                <a:solidFill>
                  <a:srgbClr val="000000"/>
                </a:solidFill>
                <a:latin typeface="Times New Roman" panose="02020603050405020304" pitchFamily="18" charset="0"/>
                <a:ea typeface="宋体" panose="02010600030101010101" pitchFamily="2" charset="-122"/>
              </a:rPr>
              <a:t>E</a:t>
            </a:r>
            <a:r>
              <a:rPr lang="en-US" altLang="zh-CN" sz="1800" b="1" dirty="0">
                <a:solidFill>
                  <a:srgbClr val="000000"/>
                </a:solidFill>
                <a:latin typeface="Times New Roman" panose="02020603050405020304" pitchFamily="18" charset="0"/>
                <a:ea typeface="宋体" panose="02010600030101010101" pitchFamily="2" charset="-122"/>
              </a:rPr>
              <a:t>)</a:t>
            </a:r>
            <a:r>
              <a:rPr lang="en-US" altLang="zh-CN" sz="2000" b="1" i="1" dirty="0">
                <a:solidFill>
                  <a:srgbClr val="000000"/>
                </a:solidFill>
                <a:latin typeface="Times New Roman" panose="02020603050405020304" pitchFamily="18" charset="0"/>
                <a:ea typeface="宋体" panose="02010600030101010101" pitchFamily="2" charset="-122"/>
              </a:rPr>
              <a:t> ·</a:t>
            </a:r>
          </a:p>
        </p:txBody>
      </p:sp>
      <p:sp>
        <p:nvSpPr>
          <p:cNvPr id="107544" name="Line 27"/>
          <p:cNvSpPr/>
          <p:nvPr/>
        </p:nvSpPr>
        <p:spPr>
          <a:xfrm>
            <a:off x="6970713" y="3141663"/>
            <a:ext cx="471487" cy="0"/>
          </a:xfrm>
          <a:prstGeom prst="line">
            <a:avLst/>
          </a:prstGeom>
          <a:ln w="38100" cap="flat" cmpd="sng">
            <a:solidFill>
              <a:schemeClr val="tx1"/>
            </a:solidFill>
            <a:prstDash val="solid"/>
            <a:headEnd type="none" w="sm" len="sm"/>
            <a:tailEnd type="triangle" w="med" len="med"/>
          </a:ln>
        </p:spPr>
      </p:sp>
      <p:sp>
        <p:nvSpPr>
          <p:cNvPr id="107545" name="Text Box 28"/>
          <p:cNvSpPr txBox="1"/>
          <p:nvPr/>
        </p:nvSpPr>
        <p:spPr>
          <a:xfrm>
            <a:off x="6980238" y="2613025"/>
            <a:ext cx="5334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rgbClr val="000000"/>
                </a:solidFill>
                <a:latin typeface="Times New Roman" panose="02020603050405020304" pitchFamily="18" charset="0"/>
                <a:ea typeface="宋体" panose="02010600030101010101" pitchFamily="2" charset="-122"/>
              </a:rPr>
              <a:t>E</a:t>
            </a:r>
          </a:p>
        </p:txBody>
      </p:sp>
      <p:sp>
        <p:nvSpPr>
          <p:cNvPr id="107546" name="Line 29"/>
          <p:cNvSpPr/>
          <p:nvPr/>
        </p:nvSpPr>
        <p:spPr>
          <a:xfrm>
            <a:off x="5043488" y="1814513"/>
            <a:ext cx="722312" cy="827087"/>
          </a:xfrm>
          <a:prstGeom prst="line">
            <a:avLst/>
          </a:prstGeom>
          <a:ln w="38100" cap="flat" cmpd="sng">
            <a:solidFill>
              <a:schemeClr val="tx1"/>
            </a:solidFill>
            <a:prstDash val="solid"/>
            <a:headEnd type="none" w="sm" len="sm"/>
            <a:tailEnd type="triangle" w="med" len="med"/>
          </a:ln>
        </p:spPr>
      </p:sp>
      <p:sp>
        <p:nvSpPr>
          <p:cNvPr id="107547" name="Text Box 30"/>
          <p:cNvSpPr txBox="1"/>
          <p:nvPr/>
        </p:nvSpPr>
        <p:spPr>
          <a:xfrm>
            <a:off x="4954588" y="1497013"/>
            <a:ext cx="533400"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b="1" dirty="0">
                <a:solidFill>
                  <a:srgbClr val="000000"/>
                </a:solidFill>
                <a:latin typeface="Times New Roman" panose="02020603050405020304" pitchFamily="18" charset="0"/>
                <a:ea typeface="楷体_GB2312"/>
              </a:rPr>
              <a:t>*</a:t>
            </a:r>
          </a:p>
        </p:txBody>
      </p:sp>
      <p:sp>
        <p:nvSpPr>
          <p:cNvPr id="107548" name="Text Box 32"/>
          <p:cNvSpPr txBox="1"/>
          <p:nvPr/>
        </p:nvSpPr>
        <p:spPr>
          <a:xfrm>
            <a:off x="7010400" y="4702175"/>
            <a:ext cx="4572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a:t>
            </a:r>
          </a:p>
        </p:txBody>
      </p:sp>
      <p:sp>
        <p:nvSpPr>
          <p:cNvPr id="107549" name="Text Box 34"/>
          <p:cNvSpPr txBox="1"/>
          <p:nvPr/>
        </p:nvSpPr>
        <p:spPr>
          <a:xfrm>
            <a:off x="6188075" y="561975"/>
            <a:ext cx="6858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id</a:t>
            </a:r>
          </a:p>
        </p:txBody>
      </p:sp>
      <p:sp>
        <p:nvSpPr>
          <p:cNvPr id="107550" name="Text Box 35"/>
          <p:cNvSpPr txBox="1"/>
          <p:nvPr/>
        </p:nvSpPr>
        <p:spPr>
          <a:xfrm>
            <a:off x="3419475" y="1504950"/>
            <a:ext cx="5334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rgbClr val="000000"/>
                </a:solidFill>
                <a:latin typeface="Times New Roman" panose="02020603050405020304" pitchFamily="18" charset="0"/>
                <a:ea typeface="宋体" panose="02010600030101010101" pitchFamily="2" charset="-122"/>
              </a:rPr>
              <a:t>E</a:t>
            </a:r>
          </a:p>
        </p:txBody>
      </p:sp>
      <p:sp>
        <p:nvSpPr>
          <p:cNvPr id="180255" name="Rectangle 37"/>
          <p:cNvSpPr>
            <a:spLocks noChangeArrowheads="1"/>
          </p:cNvSpPr>
          <p:nvPr/>
        </p:nvSpPr>
        <p:spPr bwMode="auto">
          <a:xfrm>
            <a:off x="527050" y="1516063"/>
            <a:ext cx="1165225" cy="1631950"/>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buClr>
                <a:srgbClr val="000000"/>
              </a:buClr>
              <a:buNone/>
            </a:pPr>
            <a:r>
              <a:rPr lang="en-US" altLang="en-US" sz="2000" b="1" dirty="0">
                <a:solidFill>
                  <a:srgbClr val="000000"/>
                </a:solidFill>
                <a:latin typeface="华文楷体" panose="02010600040101010101" pitchFamily="2" charset="-122"/>
                <a:ea typeface="华文楷体" panose="02010600040101010101" pitchFamily="2" charset="-122"/>
              </a:rPr>
              <a:t>文法</a:t>
            </a:r>
            <a:endParaRPr lang="en-US" altLang="zh-CN" sz="2000" b="1" dirty="0">
              <a:solidFill>
                <a:srgbClr val="000000"/>
              </a:solidFill>
              <a:latin typeface="华文楷体" panose="02010600040101010101" pitchFamily="2" charset="-122"/>
              <a:cs typeface="Times New Roman" panose="02020603050405020304" pitchFamily="18" charset="0"/>
            </a:endParaRPr>
          </a:p>
          <a:p>
            <a:pPr marL="609600" indent="-609600" eaLnBrk="1" hangingPunct="1">
              <a:buClr>
                <a:srgbClr val="000000"/>
              </a:buClr>
              <a:buNone/>
            </a:pPr>
            <a:r>
              <a:rPr lang="en-US" altLang="zh-CN" sz="2000" b="1" i="1" dirty="0">
                <a:solidFill>
                  <a:srgbClr val="000000"/>
                </a:solidFill>
                <a:latin typeface="Times New Roman" panose="02020603050405020304" pitchFamily="18" charset="0"/>
                <a:cs typeface="Times New Roman" panose="02020603050405020304" pitchFamily="18" charset="0"/>
              </a:rPr>
              <a:t>E→E+E</a:t>
            </a:r>
          </a:p>
          <a:p>
            <a:pPr marL="609600" indent="-609600" eaLnBrk="1" hangingPunct="1">
              <a:buClr>
                <a:srgbClr val="000000"/>
              </a:buClr>
              <a:buNone/>
            </a:pPr>
            <a:r>
              <a:rPr lang="en-US" altLang="zh-CN" sz="2000" b="1" i="1" dirty="0">
                <a:solidFill>
                  <a:srgbClr val="000000"/>
                </a:solidFill>
                <a:latin typeface="Times New Roman" panose="02020603050405020304" pitchFamily="18" charset="0"/>
                <a:cs typeface="Times New Roman" panose="02020603050405020304" pitchFamily="18" charset="0"/>
              </a:rPr>
              <a:t>E→E*E</a:t>
            </a:r>
          </a:p>
          <a:p>
            <a:pPr marL="609600" indent="-609600" eaLnBrk="1" hangingPunct="1">
              <a:buClr>
                <a:srgbClr val="000000"/>
              </a:buClr>
              <a:buNone/>
            </a:pPr>
            <a:r>
              <a:rPr lang="en-US" altLang="zh-CN" sz="2000" b="1" i="1" dirty="0">
                <a:solidFill>
                  <a:srgbClr val="000000"/>
                </a:solidFill>
                <a:latin typeface="Times New Roman" panose="02020603050405020304" pitchFamily="18" charset="0"/>
                <a:cs typeface="Times New Roman" panose="02020603050405020304" pitchFamily="18" charset="0"/>
              </a:rPr>
              <a:t>E→</a:t>
            </a:r>
            <a:r>
              <a:rPr lang="en-US" altLang="zh-CN" sz="2000" b="1" dirty="0">
                <a:solidFill>
                  <a:srgbClr val="000000"/>
                </a:solidFill>
                <a:latin typeface="Times New Roman" panose="02020603050405020304" pitchFamily="18" charset="0"/>
                <a:cs typeface="Times New Roman" panose="02020603050405020304" pitchFamily="18" charset="0"/>
              </a:rPr>
              <a:t>(</a:t>
            </a:r>
            <a:r>
              <a:rPr lang="en-US" altLang="zh-CN" sz="2000" b="1" i="1" dirty="0">
                <a:solidFill>
                  <a:srgbClr val="000000"/>
                </a:solidFill>
                <a:latin typeface="Times New Roman" panose="02020603050405020304" pitchFamily="18" charset="0"/>
                <a:cs typeface="Times New Roman" panose="02020603050405020304" pitchFamily="18" charset="0"/>
              </a:rPr>
              <a:t>E</a:t>
            </a:r>
            <a:r>
              <a:rPr lang="en-US" altLang="zh-CN" sz="2000" b="1" dirty="0">
                <a:solidFill>
                  <a:srgbClr val="000000"/>
                </a:solidFill>
                <a:latin typeface="Times New Roman" panose="02020603050405020304" pitchFamily="18" charset="0"/>
                <a:cs typeface="Times New Roman" panose="02020603050405020304" pitchFamily="18" charset="0"/>
              </a:rPr>
              <a:t>)</a:t>
            </a:r>
          </a:p>
          <a:p>
            <a:pPr marL="609600" indent="-609600" eaLnBrk="1" hangingPunct="1">
              <a:buClr>
                <a:srgbClr val="000000"/>
              </a:buClr>
              <a:buNone/>
            </a:pPr>
            <a:r>
              <a:rPr lang="en-US" altLang="zh-CN" sz="2000" b="1" i="1" dirty="0">
                <a:solidFill>
                  <a:srgbClr val="000000"/>
                </a:solidFill>
                <a:latin typeface="Times New Roman" panose="02020603050405020304" pitchFamily="18" charset="0"/>
                <a:cs typeface="Times New Roman" panose="02020603050405020304" pitchFamily="18" charset="0"/>
              </a:rPr>
              <a:t>E→</a:t>
            </a:r>
            <a:r>
              <a:rPr lang="en-US" altLang="zh-CN" sz="2000" b="1" dirty="0">
                <a:solidFill>
                  <a:srgbClr val="000000"/>
                </a:solidFill>
                <a:latin typeface="Times New Roman" panose="02020603050405020304" pitchFamily="18" charset="0"/>
                <a:cs typeface="Times New Roman" panose="02020603050405020304" pitchFamily="18" charset="0"/>
              </a:rPr>
              <a:t>id</a:t>
            </a:r>
            <a:endParaRPr lang="en-US" altLang="zh-CN" sz="2000" b="1" dirty="0">
              <a:solidFill>
                <a:srgbClr val="000000"/>
              </a:solidFill>
              <a:latin typeface="Times New Roman" panose="02020603050405020304" pitchFamily="18" charset="0"/>
              <a:ea typeface="Times New Roman" panose="02020603050405020304" pitchFamily="18" charset="0"/>
            </a:endParaRPr>
          </a:p>
        </p:txBody>
      </p:sp>
      <p:sp>
        <p:nvSpPr>
          <p:cNvPr id="107552" name="Line 38"/>
          <p:cNvSpPr/>
          <p:nvPr/>
        </p:nvSpPr>
        <p:spPr>
          <a:xfrm rot="10800000">
            <a:off x="5078413" y="3438525"/>
            <a:ext cx="687387" cy="0"/>
          </a:xfrm>
          <a:prstGeom prst="line">
            <a:avLst/>
          </a:prstGeom>
          <a:ln w="38100" cap="flat" cmpd="sng">
            <a:solidFill>
              <a:schemeClr val="tx1"/>
            </a:solidFill>
            <a:prstDash val="solid"/>
            <a:headEnd type="none" w="med" len="med"/>
            <a:tailEnd type="triangle" w="med" len="med"/>
          </a:ln>
        </p:spPr>
      </p:sp>
      <p:sp>
        <p:nvSpPr>
          <p:cNvPr id="107553" name="Text Box 39"/>
          <p:cNvSpPr txBox="1"/>
          <p:nvPr/>
        </p:nvSpPr>
        <p:spPr>
          <a:xfrm>
            <a:off x="5407025" y="3533775"/>
            <a:ext cx="5334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id</a:t>
            </a:r>
          </a:p>
        </p:txBody>
      </p:sp>
      <p:sp>
        <p:nvSpPr>
          <p:cNvPr id="107554" name="Text Box 47"/>
          <p:cNvSpPr txBox="1"/>
          <p:nvPr/>
        </p:nvSpPr>
        <p:spPr>
          <a:xfrm>
            <a:off x="3324225" y="3228975"/>
            <a:ext cx="503238"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a:t>
            </a:r>
          </a:p>
        </p:txBody>
      </p:sp>
      <p:sp>
        <p:nvSpPr>
          <p:cNvPr id="107555" name="Line 48"/>
          <p:cNvSpPr/>
          <p:nvPr/>
        </p:nvSpPr>
        <p:spPr>
          <a:xfrm>
            <a:off x="6964363" y="1347788"/>
            <a:ext cx="431800" cy="0"/>
          </a:xfrm>
          <a:prstGeom prst="line">
            <a:avLst/>
          </a:prstGeom>
          <a:ln w="38100" cap="flat" cmpd="sng">
            <a:solidFill>
              <a:schemeClr val="tx1"/>
            </a:solidFill>
            <a:prstDash val="solid"/>
            <a:headEnd type="none" w="sm" len="sm"/>
            <a:tailEnd type="triangle" w="med" len="med"/>
          </a:ln>
        </p:spPr>
      </p:sp>
      <p:sp>
        <p:nvSpPr>
          <p:cNvPr id="107556" name="Text Box 49"/>
          <p:cNvSpPr txBox="1"/>
          <p:nvPr/>
        </p:nvSpPr>
        <p:spPr>
          <a:xfrm>
            <a:off x="7019925" y="914400"/>
            <a:ext cx="5334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i="1" dirty="0">
                <a:solidFill>
                  <a:srgbClr val="000000"/>
                </a:solidFill>
                <a:latin typeface="Times New Roman" panose="02020603050405020304" pitchFamily="18" charset="0"/>
                <a:ea typeface="宋体" panose="02010600030101010101" pitchFamily="2" charset="-122"/>
              </a:rPr>
              <a:t>E</a:t>
            </a:r>
          </a:p>
        </p:txBody>
      </p:sp>
      <p:sp>
        <p:nvSpPr>
          <p:cNvPr id="107557" name="Line 50"/>
          <p:cNvSpPr/>
          <p:nvPr/>
        </p:nvSpPr>
        <p:spPr>
          <a:xfrm flipH="1">
            <a:off x="5049838" y="1792288"/>
            <a:ext cx="668337" cy="1019175"/>
          </a:xfrm>
          <a:prstGeom prst="line">
            <a:avLst/>
          </a:prstGeom>
          <a:ln w="38100" cap="flat" cmpd="sng">
            <a:solidFill>
              <a:schemeClr val="tx1"/>
            </a:solidFill>
            <a:prstDash val="solid"/>
            <a:headEnd type="none" w="sm" len="sm"/>
            <a:tailEnd type="triangle" w="med" len="med"/>
          </a:ln>
        </p:spPr>
      </p:sp>
      <p:sp>
        <p:nvSpPr>
          <p:cNvPr id="107558" name="Text Box 51"/>
          <p:cNvSpPr txBox="1"/>
          <p:nvPr/>
        </p:nvSpPr>
        <p:spPr>
          <a:xfrm>
            <a:off x="5407025" y="1406525"/>
            <a:ext cx="503238"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a:t>
            </a:r>
          </a:p>
        </p:txBody>
      </p:sp>
      <p:sp>
        <p:nvSpPr>
          <p:cNvPr id="107559" name="Line 55"/>
          <p:cNvSpPr/>
          <p:nvPr/>
        </p:nvSpPr>
        <p:spPr>
          <a:xfrm>
            <a:off x="1987550" y="4516438"/>
            <a:ext cx="352425" cy="0"/>
          </a:xfrm>
          <a:prstGeom prst="line">
            <a:avLst/>
          </a:prstGeom>
          <a:ln w="38100" cap="flat" cmpd="sng">
            <a:solidFill>
              <a:schemeClr val="tx1"/>
            </a:solidFill>
            <a:prstDash val="solid"/>
            <a:headEnd type="none" w="med" len="med"/>
            <a:tailEnd type="triangle" w="med" len="med"/>
          </a:ln>
        </p:spPr>
      </p:sp>
      <p:sp>
        <p:nvSpPr>
          <p:cNvPr id="107560" name="Line 58"/>
          <p:cNvSpPr/>
          <p:nvPr/>
        </p:nvSpPr>
        <p:spPr>
          <a:xfrm flipV="1">
            <a:off x="6243638" y="771525"/>
            <a:ext cx="0" cy="215900"/>
          </a:xfrm>
          <a:prstGeom prst="line">
            <a:avLst/>
          </a:prstGeom>
          <a:ln w="38100" cap="flat" cmpd="sng">
            <a:solidFill>
              <a:schemeClr val="tx1"/>
            </a:solidFill>
            <a:prstDash val="solid"/>
            <a:headEnd type="none" w="med" len="med"/>
            <a:tailEnd type="none" w="med" len="med"/>
          </a:ln>
        </p:spPr>
      </p:sp>
      <p:sp>
        <p:nvSpPr>
          <p:cNvPr id="107561" name="Line 59"/>
          <p:cNvSpPr/>
          <p:nvPr/>
        </p:nvSpPr>
        <p:spPr>
          <a:xfrm flipH="1">
            <a:off x="1962150" y="758825"/>
            <a:ext cx="4281488" cy="12700"/>
          </a:xfrm>
          <a:prstGeom prst="line">
            <a:avLst/>
          </a:prstGeom>
          <a:ln w="38100" cap="flat" cmpd="sng">
            <a:solidFill>
              <a:schemeClr val="tx1"/>
            </a:solidFill>
            <a:prstDash val="solid"/>
            <a:headEnd type="none" w="med" len="med"/>
            <a:tailEnd type="none" w="med" len="med"/>
          </a:ln>
        </p:spPr>
      </p:sp>
      <p:sp>
        <p:nvSpPr>
          <p:cNvPr id="107562" name="Line 60"/>
          <p:cNvSpPr/>
          <p:nvPr/>
        </p:nvSpPr>
        <p:spPr>
          <a:xfrm>
            <a:off x="1979613" y="771525"/>
            <a:ext cx="0" cy="3744913"/>
          </a:xfrm>
          <a:prstGeom prst="line">
            <a:avLst/>
          </a:prstGeom>
          <a:ln w="38100" cap="flat" cmpd="sng">
            <a:solidFill>
              <a:schemeClr val="tx1"/>
            </a:solidFill>
            <a:prstDash val="solid"/>
            <a:headEnd type="none" w="med" len="med"/>
            <a:tailEnd type="none" w="med" len="med"/>
          </a:ln>
        </p:spPr>
      </p:sp>
      <p:sp>
        <p:nvSpPr>
          <p:cNvPr id="107563" name="Text Box 61"/>
          <p:cNvSpPr txBox="1"/>
          <p:nvPr/>
        </p:nvSpPr>
        <p:spPr>
          <a:xfrm>
            <a:off x="5507038" y="2963863"/>
            <a:ext cx="503237" cy="461962"/>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dirty="0">
                <a:solidFill>
                  <a:srgbClr val="000000"/>
                </a:solidFill>
                <a:latin typeface="Times New Roman" panose="02020603050405020304" pitchFamily="18" charset="0"/>
                <a:ea typeface="宋体" panose="02010600030101010101" pitchFamily="2" charset="-122"/>
              </a:rPr>
              <a:t>(</a:t>
            </a:r>
          </a:p>
        </p:txBody>
      </p:sp>
      <p:sp>
        <p:nvSpPr>
          <p:cNvPr id="107564" name="Line 62"/>
          <p:cNvSpPr/>
          <p:nvPr/>
        </p:nvSpPr>
        <p:spPr>
          <a:xfrm flipH="1">
            <a:off x="3414713" y="3903663"/>
            <a:ext cx="2351087" cy="1189037"/>
          </a:xfrm>
          <a:prstGeom prst="line">
            <a:avLst/>
          </a:prstGeom>
          <a:ln w="38100" cap="flat" cmpd="sng">
            <a:solidFill>
              <a:schemeClr val="tx1"/>
            </a:solidFill>
            <a:prstDash val="solid"/>
            <a:headEnd type="none" w="sm" len="sm"/>
            <a:tailEnd type="triangle" w="med" len="med"/>
          </a:ln>
        </p:spPr>
      </p:sp>
      <p:sp>
        <p:nvSpPr>
          <p:cNvPr id="107565" name="Line 63"/>
          <p:cNvSpPr/>
          <p:nvPr/>
        </p:nvSpPr>
        <p:spPr>
          <a:xfrm flipV="1">
            <a:off x="7026275" y="4732338"/>
            <a:ext cx="388938" cy="0"/>
          </a:xfrm>
          <a:prstGeom prst="line">
            <a:avLst/>
          </a:prstGeom>
          <a:ln w="38100" cap="flat" cmpd="sng">
            <a:solidFill>
              <a:schemeClr val="tx1"/>
            </a:solidFill>
            <a:prstDash val="solid"/>
            <a:headEnd type="none" w="sm" len="sm"/>
            <a:tailEnd type="triangle" w="med" len="med"/>
          </a:ln>
        </p:spPr>
      </p:sp>
      <p:sp>
        <p:nvSpPr>
          <p:cNvPr id="107566" name="Line 64"/>
          <p:cNvSpPr/>
          <p:nvPr/>
        </p:nvSpPr>
        <p:spPr>
          <a:xfrm flipH="1" flipV="1">
            <a:off x="8816975" y="1881188"/>
            <a:ext cx="3175" cy="2386012"/>
          </a:xfrm>
          <a:prstGeom prst="line">
            <a:avLst/>
          </a:prstGeom>
          <a:ln w="38100" cap="flat" cmpd="sng">
            <a:solidFill>
              <a:schemeClr val="tx1"/>
            </a:solidFill>
            <a:prstDash val="solid"/>
            <a:headEnd type="none" w="med" len="med"/>
            <a:tailEnd type="none" w="med" len="med"/>
          </a:ln>
        </p:spPr>
      </p:sp>
      <p:sp>
        <p:nvSpPr>
          <p:cNvPr id="107567" name="Line 66"/>
          <p:cNvSpPr/>
          <p:nvPr/>
        </p:nvSpPr>
        <p:spPr>
          <a:xfrm flipH="1">
            <a:off x="7027863" y="4300538"/>
            <a:ext cx="1789112" cy="14287"/>
          </a:xfrm>
          <a:prstGeom prst="line">
            <a:avLst/>
          </a:prstGeom>
          <a:ln w="38100" cap="flat" cmpd="sng">
            <a:solidFill>
              <a:schemeClr val="tx1"/>
            </a:solidFill>
            <a:prstDash val="solid"/>
            <a:headEnd type="none" w="med" len="med"/>
            <a:tailEnd type="none" w="med" len="med"/>
          </a:ln>
        </p:spPr>
      </p:sp>
      <p:sp>
        <p:nvSpPr>
          <p:cNvPr id="107568" name="Text Box 69"/>
          <p:cNvSpPr txBox="1"/>
          <p:nvPr/>
        </p:nvSpPr>
        <p:spPr>
          <a:xfrm>
            <a:off x="6965950" y="4192588"/>
            <a:ext cx="457200" cy="46037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000000"/>
                </a:solidFill>
                <a:latin typeface="Times New Roman" panose="02020603050405020304" pitchFamily="18" charset="0"/>
                <a:ea typeface="宋体" panose="02010600030101010101" pitchFamily="2" charset="-122"/>
              </a:rPr>
              <a:t>+</a:t>
            </a:r>
          </a:p>
        </p:txBody>
      </p:sp>
      <p:sp>
        <p:nvSpPr>
          <p:cNvPr id="107569" name="Line 38"/>
          <p:cNvSpPr/>
          <p:nvPr/>
        </p:nvSpPr>
        <p:spPr>
          <a:xfrm rot="-10800000" flipV="1">
            <a:off x="6964363" y="1893888"/>
            <a:ext cx="1852612" cy="0"/>
          </a:xfrm>
          <a:prstGeom prst="line">
            <a:avLst/>
          </a:prstGeom>
          <a:ln w="38100" cap="flat" cmpd="sng">
            <a:solidFill>
              <a:schemeClr val="tx1"/>
            </a:solidFill>
            <a:prstDash val="solid"/>
            <a:headEnd type="none" w="med" len="med"/>
            <a:tailEnd type="triangle" w="med" len="med"/>
          </a:ln>
        </p:spPr>
      </p:sp>
      <p:sp>
        <p:nvSpPr>
          <p:cNvPr id="107570" name="Rectangle 2"/>
          <p:cNvSpPr>
            <a:spLocks noGrp="1"/>
          </p:cNvSpPr>
          <p:nvPr>
            <p:ph type="title"/>
          </p:nvPr>
        </p:nvSpPr>
        <p:spPr>
          <a:xfrm>
            <a:off x="755650" y="268288"/>
            <a:ext cx="7931150" cy="358775"/>
          </a:xfrm>
        </p:spPr>
        <p:txBody>
          <a:bodyPr vert="horz" wrap="square" lIns="91440" tIns="45720" rIns="91440" bIns="45720" anchor="ctr" anchorCtr="0"/>
          <a:lstStyle/>
          <a:p>
            <a:pPr eaLnBrk="1" hangingPunct="1"/>
            <a:r>
              <a:rPr lang="zh-CN" altLang="en-US" sz="2800" kern="1200" dirty="0">
                <a:solidFill>
                  <a:schemeClr val="tx1"/>
                </a:solidFill>
                <a:latin typeface="微软雅黑" panose="020B0503020204020204" pitchFamily="34" charset="-122"/>
                <a:ea typeface="微软雅黑" panose="020B0503020204020204" pitchFamily="34" charset="-122"/>
                <a:cs typeface="+mj-cs"/>
              </a:rPr>
              <a:t>例：算数表达式文法的</a:t>
            </a:r>
            <a:r>
              <a:rPr lang="en-US" altLang="zh-CN" sz="2800" i="1" kern="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LR</a:t>
            </a:r>
            <a:r>
              <a:rPr lang="zh-CN" altLang="en-US" sz="2800" kern="1200" dirty="0">
                <a:solidFill>
                  <a:schemeClr val="tx1"/>
                </a:solidFill>
                <a:latin typeface="微软雅黑" panose="020B0503020204020204" pitchFamily="34" charset="-122"/>
                <a:ea typeface="微软雅黑" panose="020B0503020204020204" pitchFamily="34" charset="-122"/>
                <a:cs typeface="+mj-cs"/>
              </a:rPr>
              <a:t>分析器</a:t>
            </a:r>
          </a:p>
        </p:txBody>
      </p:sp>
      <p:sp>
        <p:nvSpPr>
          <p:cNvPr id="107571" name="Freeform 53"/>
          <p:cNvSpPr/>
          <p:nvPr/>
        </p:nvSpPr>
        <p:spPr>
          <a:xfrm flipH="1">
            <a:off x="3579813" y="3254375"/>
            <a:ext cx="180975" cy="449263"/>
          </a:xfrm>
          <a:custGeom>
            <a:avLst/>
            <a:gdLst>
              <a:gd name="txL" fmla="*/ 0 w 227"/>
              <a:gd name="txT" fmla="*/ 0 h 227"/>
              <a:gd name="txR" fmla="*/ 227 w 227"/>
              <a:gd name="txB" fmla="*/ 227 h 227"/>
            </a:gdLst>
            <a:ahLst/>
            <a:cxnLst>
              <a:cxn ang="0">
                <a:pos x="0" y="0"/>
              </a:cxn>
              <a:cxn ang="0">
                <a:pos x="2147483646" y="2147483646"/>
              </a:cxn>
              <a:cxn ang="0">
                <a:pos x="0" y="2147483646"/>
              </a:cxn>
            </a:cxnLst>
            <a:rect l="txL" t="txT" r="txR" b="txB"/>
            <a:pathLst>
              <a:path w="227" h="227">
                <a:moveTo>
                  <a:pt x="0" y="0"/>
                </a:moveTo>
                <a:cubicBezTo>
                  <a:pt x="113" y="3"/>
                  <a:pt x="227" y="7"/>
                  <a:pt x="227" y="45"/>
                </a:cubicBezTo>
                <a:cubicBezTo>
                  <a:pt x="227" y="83"/>
                  <a:pt x="113" y="155"/>
                  <a:pt x="0" y="227"/>
                </a:cubicBezTo>
              </a:path>
            </a:pathLst>
          </a:custGeom>
          <a:noFill/>
          <a:ln w="38100" cap="flat" cmpd="sng">
            <a:solidFill>
              <a:schemeClr val="tx1">
                <a:alpha val="100000"/>
              </a:schemeClr>
            </a:solidFill>
            <a:prstDash val="solid"/>
            <a:round/>
            <a:headEnd type="none" w="med" len="med"/>
            <a:tailEnd type="stealth" w="med" len="med"/>
          </a:ln>
        </p:spPr>
        <p:txBody>
          <a:bodyPr/>
          <a:lstStyle/>
          <a:p>
            <a:endParaRPr lang="zh-CN" altLang="en-US"/>
          </a:p>
        </p:txBody>
      </p:sp>
      <p:sp>
        <p:nvSpPr>
          <p:cNvPr id="3" name="任意多边形 2"/>
          <p:cNvSpPr/>
          <p:nvPr/>
        </p:nvSpPr>
        <p:spPr>
          <a:xfrm>
            <a:off x="6999288" y="3732213"/>
            <a:ext cx="309563" cy="409575"/>
          </a:xfrm>
          <a:custGeom>
            <a:avLst/>
            <a:gdLst>
              <a:gd name="connsiteX0" fmla="*/ 46892 w 199820"/>
              <a:gd name="connsiteY0" fmla="*/ 410307 h 410307"/>
              <a:gd name="connsiteX1" fmla="*/ 199292 w 199820"/>
              <a:gd name="connsiteY1" fmla="*/ 257907 h 410307"/>
              <a:gd name="connsiteX2" fmla="*/ 0 w 199820"/>
              <a:gd name="connsiteY2" fmla="*/ 0 h 410307"/>
            </a:gdLst>
            <a:ahLst/>
            <a:cxnLst>
              <a:cxn ang="0">
                <a:pos x="connsiteX0" y="connsiteY0"/>
              </a:cxn>
              <a:cxn ang="0">
                <a:pos x="connsiteX1" y="connsiteY1"/>
              </a:cxn>
              <a:cxn ang="0">
                <a:pos x="connsiteX2" y="connsiteY2"/>
              </a:cxn>
            </a:cxnLst>
            <a:rect l="l" t="t" r="r" b="b"/>
            <a:pathLst>
              <a:path w="199820" h="410307">
                <a:moveTo>
                  <a:pt x="46892" y="410307"/>
                </a:moveTo>
                <a:cubicBezTo>
                  <a:pt x="126999" y="368299"/>
                  <a:pt x="207107" y="326291"/>
                  <a:pt x="199292" y="257907"/>
                </a:cubicBezTo>
                <a:cubicBezTo>
                  <a:pt x="191477" y="189523"/>
                  <a:pt x="95738" y="94761"/>
                  <a:pt x="0" y="0"/>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grpSp>
        <p:nvGrpSpPr>
          <p:cNvPr id="2" name="组合 5"/>
          <p:cNvGrpSpPr/>
          <p:nvPr/>
        </p:nvGrpSpPr>
        <p:grpSpPr>
          <a:xfrm>
            <a:off x="2636838" y="687388"/>
            <a:ext cx="1395412" cy="893762"/>
            <a:chOff x="2636838" y="686998"/>
            <a:chExt cx="1395573" cy="893713"/>
          </a:xfrm>
        </p:grpSpPr>
        <p:sp>
          <p:nvSpPr>
            <p:cNvPr id="107622" name="Line 24"/>
            <p:cNvSpPr/>
            <p:nvPr/>
          </p:nvSpPr>
          <p:spPr>
            <a:xfrm flipV="1">
              <a:off x="2636838" y="1031875"/>
              <a:ext cx="409576" cy="491332"/>
            </a:xfrm>
            <a:prstGeom prst="line">
              <a:avLst/>
            </a:prstGeom>
            <a:ln w="38100" cap="flat" cmpd="sng">
              <a:solidFill>
                <a:srgbClr val="FF0000"/>
              </a:solidFill>
              <a:prstDash val="solid"/>
              <a:headEnd type="none" w="sm" len="sm"/>
              <a:tailEnd type="triangle" w="med" len="med"/>
            </a:ln>
          </p:spPr>
        </p:sp>
        <p:sp>
          <p:nvSpPr>
            <p:cNvPr id="107623" name="Text Box 25"/>
            <p:cNvSpPr txBox="1"/>
            <p:nvPr/>
          </p:nvSpPr>
          <p:spPr>
            <a:xfrm>
              <a:off x="2790843" y="1118774"/>
              <a:ext cx="1038345" cy="461937"/>
            </a:xfrm>
            <a:prstGeom prst="rect">
              <a:avLst/>
            </a:prstGeom>
            <a:noFill/>
            <a:ln w="12700">
              <a:noFill/>
            </a:ln>
          </p:spPr>
          <p:txBody>
            <a:bodyPr>
              <a:spAutoFit/>
            </a:bodyPr>
            <a:lstStyle/>
            <a:p>
              <a:pPr>
                <a:spcBef>
                  <a:spcPct val="50000"/>
                </a:spcBef>
                <a:buNone/>
              </a:pPr>
              <a:r>
                <a:rPr lang="en-US" altLang="zh-CN" sz="2400" b="1" dirty="0">
                  <a:solidFill>
                    <a:srgbClr val="FF0000"/>
                  </a:solidFill>
                  <a:latin typeface="Times New Roman" panose="02020603050405020304" pitchFamily="18" charset="0"/>
                  <a:ea typeface="楷体_GB2312"/>
                </a:rPr>
                <a:t>+,*,</a:t>
              </a:r>
              <a:r>
                <a:rPr lang="en-US" altLang="zh-CN" sz="2400" b="1" dirty="0">
                  <a:solidFill>
                    <a:srgbClr val="FF0000"/>
                  </a:solidFill>
                  <a:latin typeface="华文楷体" panose="02010600040101010101" pitchFamily="2" charset="-122"/>
                  <a:ea typeface="华文楷体" panose="02010600040101010101" pitchFamily="2" charset="-122"/>
                </a:rPr>
                <a:t>$</a:t>
              </a:r>
            </a:p>
          </p:txBody>
        </p:sp>
        <p:sp>
          <p:nvSpPr>
            <p:cNvPr id="107624" name="Text Box 25"/>
            <p:cNvSpPr txBox="1"/>
            <p:nvPr/>
          </p:nvSpPr>
          <p:spPr>
            <a:xfrm>
              <a:off x="2994138" y="686998"/>
              <a:ext cx="1038273" cy="46166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FF0000"/>
                  </a:solidFill>
                  <a:latin typeface="Times New Roman" panose="02020603050405020304" pitchFamily="18" charset="0"/>
                  <a:ea typeface="宋体" panose="02010600030101010101" pitchFamily="2" charset="-122"/>
                </a:rPr>
                <a:t>e1</a:t>
              </a:r>
            </a:p>
          </p:txBody>
        </p:sp>
      </p:grpSp>
      <p:grpSp>
        <p:nvGrpSpPr>
          <p:cNvPr id="4" name="组合 7"/>
          <p:cNvGrpSpPr/>
          <p:nvPr/>
        </p:nvGrpSpPr>
        <p:grpSpPr>
          <a:xfrm>
            <a:off x="1936750" y="769938"/>
            <a:ext cx="1444625" cy="763587"/>
            <a:chOff x="921628" y="845614"/>
            <a:chExt cx="1443819" cy="763271"/>
          </a:xfrm>
        </p:grpSpPr>
        <p:sp>
          <p:nvSpPr>
            <p:cNvPr id="107619" name="Line 24"/>
            <p:cNvSpPr/>
            <p:nvPr/>
          </p:nvSpPr>
          <p:spPr>
            <a:xfrm flipH="1" flipV="1">
              <a:off x="1033487" y="1217268"/>
              <a:ext cx="476337" cy="391617"/>
            </a:xfrm>
            <a:prstGeom prst="line">
              <a:avLst/>
            </a:prstGeom>
            <a:ln w="38100" cap="flat" cmpd="sng">
              <a:solidFill>
                <a:srgbClr val="FFC000"/>
              </a:solidFill>
              <a:prstDash val="solid"/>
              <a:headEnd type="none" w="sm" len="sm"/>
              <a:tailEnd type="triangle" w="med" len="med"/>
            </a:ln>
          </p:spPr>
        </p:sp>
        <p:sp>
          <p:nvSpPr>
            <p:cNvPr id="107620" name="Text Box 25"/>
            <p:cNvSpPr txBox="1"/>
            <p:nvPr/>
          </p:nvSpPr>
          <p:spPr>
            <a:xfrm>
              <a:off x="1327801" y="1091574"/>
              <a:ext cx="1037646" cy="461772"/>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FFC000"/>
                  </a:solidFill>
                  <a:latin typeface="Times New Roman" panose="02020603050405020304" pitchFamily="18" charset="0"/>
                  <a:ea typeface="宋体" panose="02010600030101010101" pitchFamily="2" charset="-122"/>
                </a:rPr>
                <a:t>)</a:t>
              </a:r>
            </a:p>
          </p:txBody>
        </p:sp>
        <p:sp>
          <p:nvSpPr>
            <p:cNvPr id="107621" name="矩形 6"/>
            <p:cNvSpPr/>
            <p:nvPr/>
          </p:nvSpPr>
          <p:spPr>
            <a:xfrm>
              <a:off x="921628" y="845614"/>
              <a:ext cx="474398" cy="461771"/>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FFC000"/>
                  </a:solidFill>
                  <a:latin typeface="Times New Roman" panose="02020603050405020304" pitchFamily="18" charset="0"/>
                  <a:ea typeface="宋体" panose="02010600030101010101" pitchFamily="2" charset="-122"/>
                </a:rPr>
                <a:t>e2</a:t>
              </a:r>
            </a:p>
          </p:txBody>
        </p:sp>
      </p:grpSp>
      <p:grpSp>
        <p:nvGrpSpPr>
          <p:cNvPr id="5" name="组合 100"/>
          <p:cNvGrpSpPr/>
          <p:nvPr/>
        </p:nvGrpSpPr>
        <p:grpSpPr>
          <a:xfrm>
            <a:off x="4329113" y="1782763"/>
            <a:ext cx="1473200" cy="803275"/>
            <a:chOff x="2636838" y="777888"/>
            <a:chExt cx="1471217" cy="802823"/>
          </a:xfrm>
        </p:grpSpPr>
        <p:sp>
          <p:nvSpPr>
            <p:cNvPr id="107616" name="Line 24"/>
            <p:cNvSpPr/>
            <p:nvPr/>
          </p:nvSpPr>
          <p:spPr>
            <a:xfrm flipV="1">
              <a:off x="2636838" y="1031875"/>
              <a:ext cx="409576" cy="491332"/>
            </a:xfrm>
            <a:prstGeom prst="line">
              <a:avLst/>
            </a:prstGeom>
            <a:ln w="38100" cap="flat" cmpd="sng">
              <a:solidFill>
                <a:srgbClr val="FF0000"/>
              </a:solidFill>
              <a:prstDash val="solid"/>
              <a:headEnd type="none" w="sm" len="sm"/>
              <a:tailEnd type="triangle" w="med" len="med"/>
            </a:ln>
          </p:spPr>
        </p:sp>
        <p:sp>
          <p:nvSpPr>
            <p:cNvPr id="107617" name="Text Box 25"/>
            <p:cNvSpPr txBox="1"/>
            <p:nvPr/>
          </p:nvSpPr>
          <p:spPr>
            <a:xfrm>
              <a:off x="2790668" y="1118774"/>
              <a:ext cx="1038751" cy="461937"/>
            </a:xfrm>
            <a:prstGeom prst="rect">
              <a:avLst/>
            </a:prstGeom>
            <a:noFill/>
            <a:ln w="12700">
              <a:noFill/>
            </a:ln>
          </p:spPr>
          <p:txBody>
            <a:bodyPr>
              <a:spAutoFit/>
            </a:bodyPr>
            <a:lstStyle/>
            <a:p>
              <a:pPr>
                <a:spcBef>
                  <a:spcPct val="50000"/>
                </a:spcBef>
                <a:buNone/>
              </a:pPr>
              <a:r>
                <a:rPr lang="en-US" altLang="zh-CN" sz="2400" b="1" dirty="0">
                  <a:solidFill>
                    <a:srgbClr val="FF0000"/>
                  </a:solidFill>
                  <a:latin typeface="Times New Roman" panose="02020603050405020304" pitchFamily="18" charset="0"/>
                  <a:ea typeface="楷体_GB2312"/>
                </a:rPr>
                <a:t>+,*,</a:t>
              </a:r>
              <a:r>
                <a:rPr lang="en-US" altLang="zh-CN" sz="2400" b="1" dirty="0">
                  <a:solidFill>
                    <a:srgbClr val="FF0000"/>
                  </a:solidFill>
                  <a:latin typeface="华文楷体" panose="02010600040101010101" pitchFamily="2" charset="-122"/>
                  <a:ea typeface="华文楷体" panose="02010600040101010101" pitchFamily="2" charset="-122"/>
                </a:rPr>
                <a:t>$</a:t>
              </a:r>
            </a:p>
          </p:txBody>
        </p:sp>
        <p:sp>
          <p:nvSpPr>
            <p:cNvPr id="107618" name="Text Box 25"/>
            <p:cNvSpPr txBox="1"/>
            <p:nvPr/>
          </p:nvSpPr>
          <p:spPr>
            <a:xfrm>
              <a:off x="3069782" y="777888"/>
              <a:ext cx="1038273" cy="46166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FF0000"/>
                  </a:solidFill>
                  <a:latin typeface="Times New Roman" panose="02020603050405020304" pitchFamily="18" charset="0"/>
                  <a:ea typeface="宋体" panose="02010600030101010101" pitchFamily="2" charset="-122"/>
                </a:rPr>
                <a:t>e1</a:t>
              </a:r>
            </a:p>
          </p:txBody>
        </p:sp>
      </p:grpSp>
      <p:grpSp>
        <p:nvGrpSpPr>
          <p:cNvPr id="6" name="组合 104"/>
          <p:cNvGrpSpPr/>
          <p:nvPr/>
        </p:nvGrpSpPr>
        <p:grpSpPr>
          <a:xfrm>
            <a:off x="6470650" y="165100"/>
            <a:ext cx="1395413" cy="893763"/>
            <a:chOff x="2636838" y="686998"/>
            <a:chExt cx="1395573" cy="893713"/>
          </a:xfrm>
        </p:grpSpPr>
        <p:sp>
          <p:nvSpPr>
            <p:cNvPr id="107613" name="Line 24"/>
            <p:cNvSpPr/>
            <p:nvPr/>
          </p:nvSpPr>
          <p:spPr>
            <a:xfrm flipV="1">
              <a:off x="2636838" y="1031875"/>
              <a:ext cx="409576" cy="491332"/>
            </a:xfrm>
            <a:prstGeom prst="line">
              <a:avLst/>
            </a:prstGeom>
            <a:ln w="38100" cap="flat" cmpd="sng">
              <a:solidFill>
                <a:srgbClr val="FF0000"/>
              </a:solidFill>
              <a:prstDash val="solid"/>
              <a:headEnd type="none" w="sm" len="sm"/>
              <a:tailEnd type="triangle" w="med" len="med"/>
            </a:ln>
          </p:spPr>
        </p:sp>
        <p:sp>
          <p:nvSpPr>
            <p:cNvPr id="107614" name="Text Box 25"/>
            <p:cNvSpPr txBox="1"/>
            <p:nvPr/>
          </p:nvSpPr>
          <p:spPr>
            <a:xfrm>
              <a:off x="2790844" y="1118774"/>
              <a:ext cx="1038344" cy="461937"/>
            </a:xfrm>
            <a:prstGeom prst="rect">
              <a:avLst/>
            </a:prstGeom>
            <a:noFill/>
            <a:ln w="12700">
              <a:noFill/>
            </a:ln>
          </p:spPr>
          <p:txBody>
            <a:bodyPr>
              <a:spAutoFit/>
            </a:bodyPr>
            <a:lstStyle/>
            <a:p>
              <a:pPr>
                <a:spcBef>
                  <a:spcPct val="50000"/>
                </a:spcBef>
                <a:buNone/>
              </a:pPr>
              <a:r>
                <a:rPr lang="en-US" altLang="zh-CN" sz="2400" b="1" dirty="0">
                  <a:solidFill>
                    <a:srgbClr val="FF0000"/>
                  </a:solidFill>
                  <a:latin typeface="Times New Roman" panose="02020603050405020304" pitchFamily="18" charset="0"/>
                  <a:ea typeface="楷体_GB2312"/>
                </a:rPr>
                <a:t>+,*,</a:t>
              </a:r>
              <a:r>
                <a:rPr lang="en-US" altLang="zh-CN" sz="2400" b="1" dirty="0">
                  <a:solidFill>
                    <a:srgbClr val="FF0000"/>
                  </a:solidFill>
                  <a:latin typeface="华文楷体" panose="02010600040101010101" pitchFamily="2" charset="-122"/>
                  <a:ea typeface="华文楷体" panose="02010600040101010101" pitchFamily="2" charset="-122"/>
                </a:rPr>
                <a:t>$</a:t>
              </a:r>
            </a:p>
          </p:txBody>
        </p:sp>
        <p:sp>
          <p:nvSpPr>
            <p:cNvPr id="107615" name="Text Box 25"/>
            <p:cNvSpPr txBox="1"/>
            <p:nvPr/>
          </p:nvSpPr>
          <p:spPr>
            <a:xfrm>
              <a:off x="2994138" y="686998"/>
              <a:ext cx="1038273" cy="46166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FF0000"/>
                  </a:solidFill>
                  <a:latin typeface="Times New Roman" panose="02020603050405020304" pitchFamily="18" charset="0"/>
                  <a:ea typeface="宋体" panose="02010600030101010101" pitchFamily="2" charset="-122"/>
                </a:rPr>
                <a:t>e1</a:t>
              </a:r>
            </a:p>
          </p:txBody>
        </p:sp>
      </p:grpSp>
      <p:grpSp>
        <p:nvGrpSpPr>
          <p:cNvPr id="7" name="组合 108"/>
          <p:cNvGrpSpPr/>
          <p:nvPr/>
        </p:nvGrpSpPr>
        <p:grpSpPr>
          <a:xfrm>
            <a:off x="7019925" y="1808163"/>
            <a:ext cx="1335088" cy="917575"/>
            <a:chOff x="2636838" y="605586"/>
            <a:chExt cx="1335210" cy="917620"/>
          </a:xfrm>
        </p:grpSpPr>
        <p:sp>
          <p:nvSpPr>
            <p:cNvPr id="107610" name="Line 24"/>
            <p:cNvSpPr/>
            <p:nvPr/>
          </p:nvSpPr>
          <p:spPr>
            <a:xfrm flipV="1">
              <a:off x="2636838" y="776956"/>
              <a:ext cx="373104" cy="746250"/>
            </a:xfrm>
            <a:prstGeom prst="line">
              <a:avLst/>
            </a:prstGeom>
            <a:ln w="38100" cap="flat" cmpd="sng">
              <a:solidFill>
                <a:srgbClr val="FF0000"/>
              </a:solidFill>
              <a:prstDash val="solid"/>
              <a:headEnd type="none" w="sm" len="sm"/>
              <a:tailEnd type="triangle" w="med" len="med"/>
            </a:ln>
          </p:spPr>
        </p:sp>
        <p:sp>
          <p:nvSpPr>
            <p:cNvPr id="107611" name="Text Box 25"/>
            <p:cNvSpPr txBox="1"/>
            <p:nvPr/>
          </p:nvSpPr>
          <p:spPr>
            <a:xfrm>
              <a:off x="2751148" y="978666"/>
              <a:ext cx="1038320" cy="461986"/>
            </a:xfrm>
            <a:prstGeom prst="rect">
              <a:avLst/>
            </a:prstGeom>
            <a:noFill/>
            <a:ln w="12700">
              <a:noFill/>
            </a:ln>
          </p:spPr>
          <p:txBody>
            <a:bodyPr>
              <a:spAutoFit/>
            </a:bodyPr>
            <a:lstStyle/>
            <a:p>
              <a:pPr>
                <a:spcBef>
                  <a:spcPct val="50000"/>
                </a:spcBef>
                <a:buNone/>
              </a:pPr>
              <a:r>
                <a:rPr lang="en-US" altLang="zh-CN" sz="2400" b="1" dirty="0">
                  <a:solidFill>
                    <a:srgbClr val="FF0000"/>
                  </a:solidFill>
                  <a:latin typeface="Times New Roman" panose="02020603050405020304" pitchFamily="18" charset="0"/>
                  <a:ea typeface="楷体_GB2312"/>
                </a:rPr>
                <a:t>+,*,</a:t>
              </a:r>
              <a:r>
                <a:rPr lang="en-US" altLang="zh-CN" sz="2400" b="1" dirty="0">
                  <a:solidFill>
                    <a:srgbClr val="FF0000"/>
                  </a:solidFill>
                  <a:latin typeface="华文楷体" panose="02010600040101010101" pitchFamily="2" charset="-122"/>
                  <a:ea typeface="华文楷体" panose="02010600040101010101" pitchFamily="2" charset="-122"/>
                </a:rPr>
                <a:t>$</a:t>
              </a:r>
            </a:p>
          </p:txBody>
        </p:sp>
        <p:sp>
          <p:nvSpPr>
            <p:cNvPr id="107612" name="Text Box 25"/>
            <p:cNvSpPr txBox="1"/>
            <p:nvPr/>
          </p:nvSpPr>
          <p:spPr>
            <a:xfrm>
              <a:off x="2933775" y="605586"/>
              <a:ext cx="1038273" cy="461665"/>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FF0000"/>
                  </a:solidFill>
                  <a:latin typeface="Times New Roman" panose="02020603050405020304" pitchFamily="18" charset="0"/>
                  <a:ea typeface="宋体" panose="02010600030101010101" pitchFamily="2" charset="-122"/>
                </a:rPr>
                <a:t>e1</a:t>
              </a:r>
            </a:p>
          </p:txBody>
        </p:sp>
      </p:grpSp>
      <p:grpSp>
        <p:nvGrpSpPr>
          <p:cNvPr id="8" name="组合 112"/>
          <p:cNvGrpSpPr/>
          <p:nvPr/>
        </p:nvGrpSpPr>
        <p:grpSpPr>
          <a:xfrm>
            <a:off x="3354388" y="1938338"/>
            <a:ext cx="1570037" cy="574675"/>
            <a:chOff x="796467" y="1033871"/>
            <a:chExt cx="1568980" cy="575013"/>
          </a:xfrm>
        </p:grpSpPr>
        <p:sp>
          <p:nvSpPr>
            <p:cNvPr id="107607" name="Line 24"/>
            <p:cNvSpPr/>
            <p:nvPr/>
          </p:nvSpPr>
          <p:spPr>
            <a:xfrm flipH="1" flipV="1">
              <a:off x="1048178" y="1452005"/>
              <a:ext cx="461645" cy="156879"/>
            </a:xfrm>
            <a:prstGeom prst="line">
              <a:avLst/>
            </a:prstGeom>
            <a:ln w="38100" cap="flat" cmpd="sng">
              <a:solidFill>
                <a:srgbClr val="FFC000"/>
              </a:solidFill>
              <a:prstDash val="solid"/>
              <a:headEnd type="none" w="sm" len="sm"/>
              <a:tailEnd type="triangle" w="med" len="med"/>
            </a:ln>
          </p:spPr>
        </p:sp>
        <p:sp>
          <p:nvSpPr>
            <p:cNvPr id="107608" name="Text Box 25"/>
            <p:cNvSpPr txBox="1"/>
            <p:nvPr/>
          </p:nvSpPr>
          <p:spPr>
            <a:xfrm>
              <a:off x="1327921" y="1092643"/>
              <a:ext cx="1037526" cy="460646"/>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FFC000"/>
                  </a:solidFill>
                  <a:latin typeface="Times New Roman" panose="02020603050405020304" pitchFamily="18" charset="0"/>
                  <a:ea typeface="宋体" panose="02010600030101010101" pitchFamily="2" charset="-122"/>
                </a:rPr>
                <a:t>)</a:t>
              </a:r>
            </a:p>
          </p:txBody>
        </p:sp>
        <p:sp>
          <p:nvSpPr>
            <p:cNvPr id="107609" name="矩形 115"/>
            <p:cNvSpPr/>
            <p:nvPr/>
          </p:nvSpPr>
          <p:spPr>
            <a:xfrm>
              <a:off x="796467" y="1033871"/>
              <a:ext cx="474342" cy="462234"/>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FFC000"/>
                  </a:solidFill>
                  <a:latin typeface="Times New Roman" panose="02020603050405020304" pitchFamily="18" charset="0"/>
                  <a:ea typeface="宋体" panose="02010600030101010101" pitchFamily="2" charset="-122"/>
                </a:rPr>
                <a:t>e2</a:t>
              </a:r>
            </a:p>
          </p:txBody>
        </p:sp>
      </p:grpSp>
      <p:grpSp>
        <p:nvGrpSpPr>
          <p:cNvPr id="9" name="组合 116"/>
          <p:cNvGrpSpPr/>
          <p:nvPr/>
        </p:nvGrpSpPr>
        <p:grpSpPr>
          <a:xfrm>
            <a:off x="5862638" y="122238"/>
            <a:ext cx="1038225" cy="966787"/>
            <a:chOff x="1327174" y="733968"/>
            <a:chExt cx="1038273" cy="967032"/>
          </a:xfrm>
        </p:grpSpPr>
        <p:sp>
          <p:nvSpPr>
            <p:cNvPr id="107604" name="Line 24"/>
            <p:cNvSpPr/>
            <p:nvPr/>
          </p:nvSpPr>
          <p:spPr>
            <a:xfrm flipV="1">
              <a:off x="1509744" y="1083307"/>
              <a:ext cx="222260" cy="525595"/>
            </a:xfrm>
            <a:prstGeom prst="line">
              <a:avLst/>
            </a:prstGeom>
            <a:ln w="38100" cap="flat" cmpd="sng">
              <a:solidFill>
                <a:srgbClr val="FFC000"/>
              </a:solidFill>
              <a:prstDash val="solid"/>
              <a:headEnd type="none" w="sm" len="sm"/>
              <a:tailEnd type="triangle" w="med" len="med"/>
            </a:ln>
          </p:spPr>
        </p:sp>
        <p:sp>
          <p:nvSpPr>
            <p:cNvPr id="107605" name="Text Box 25"/>
            <p:cNvSpPr txBox="1"/>
            <p:nvPr/>
          </p:nvSpPr>
          <p:spPr>
            <a:xfrm>
              <a:off x="1327174" y="1238921"/>
              <a:ext cx="1038273" cy="462079"/>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FFC000"/>
                  </a:solidFill>
                  <a:latin typeface="Times New Roman" panose="02020603050405020304" pitchFamily="18" charset="0"/>
                  <a:ea typeface="宋体" panose="02010600030101010101" pitchFamily="2" charset="-122"/>
                </a:rPr>
                <a:t>)</a:t>
              </a:r>
            </a:p>
          </p:txBody>
        </p:sp>
        <p:sp>
          <p:nvSpPr>
            <p:cNvPr id="107606" name="矩形 119"/>
            <p:cNvSpPr/>
            <p:nvPr/>
          </p:nvSpPr>
          <p:spPr>
            <a:xfrm>
              <a:off x="1587536" y="733968"/>
              <a:ext cx="474684" cy="462079"/>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FFC000"/>
                  </a:solidFill>
                  <a:latin typeface="Times New Roman" panose="02020603050405020304" pitchFamily="18" charset="0"/>
                  <a:ea typeface="宋体" panose="02010600030101010101" pitchFamily="2" charset="-122"/>
                </a:rPr>
                <a:t>e2</a:t>
              </a:r>
            </a:p>
          </p:txBody>
        </p:sp>
      </p:grpSp>
      <p:grpSp>
        <p:nvGrpSpPr>
          <p:cNvPr id="10" name="组合 120"/>
          <p:cNvGrpSpPr/>
          <p:nvPr/>
        </p:nvGrpSpPr>
        <p:grpSpPr>
          <a:xfrm>
            <a:off x="5048250" y="2428875"/>
            <a:ext cx="1493838" cy="703263"/>
            <a:chOff x="796939" y="1339563"/>
            <a:chExt cx="1494942" cy="702702"/>
          </a:xfrm>
        </p:grpSpPr>
        <p:sp>
          <p:nvSpPr>
            <p:cNvPr id="107601" name="Line 24"/>
            <p:cNvSpPr/>
            <p:nvPr/>
          </p:nvSpPr>
          <p:spPr>
            <a:xfrm flipH="1" flipV="1">
              <a:off x="1183422" y="1838031"/>
              <a:ext cx="331785" cy="3943"/>
            </a:xfrm>
            <a:prstGeom prst="line">
              <a:avLst/>
            </a:prstGeom>
            <a:ln w="38100" cap="flat" cmpd="sng">
              <a:solidFill>
                <a:srgbClr val="FFC000"/>
              </a:solidFill>
              <a:prstDash val="solid"/>
              <a:headEnd type="none" w="sm" len="sm"/>
              <a:tailEnd type="triangle" w="med" len="med"/>
            </a:ln>
          </p:spPr>
        </p:sp>
        <p:sp>
          <p:nvSpPr>
            <p:cNvPr id="107602" name="Text Box 25"/>
            <p:cNvSpPr txBox="1"/>
            <p:nvPr/>
          </p:nvSpPr>
          <p:spPr>
            <a:xfrm>
              <a:off x="1252889" y="1339563"/>
              <a:ext cx="1038992" cy="461594"/>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FFC000"/>
                  </a:solidFill>
                  <a:latin typeface="Times New Roman" panose="02020603050405020304" pitchFamily="18" charset="0"/>
                  <a:ea typeface="宋体" panose="02010600030101010101" pitchFamily="2" charset="-122"/>
                </a:rPr>
                <a:t>)</a:t>
              </a:r>
            </a:p>
          </p:txBody>
        </p:sp>
        <p:sp>
          <p:nvSpPr>
            <p:cNvPr id="107603" name="矩形 123"/>
            <p:cNvSpPr/>
            <p:nvPr/>
          </p:nvSpPr>
          <p:spPr>
            <a:xfrm>
              <a:off x="796939" y="1580671"/>
              <a:ext cx="475014" cy="461594"/>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FFC000"/>
                  </a:solidFill>
                  <a:latin typeface="Times New Roman" panose="02020603050405020304" pitchFamily="18" charset="0"/>
                  <a:ea typeface="宋体" panose="02010600030101010101" pitchFamily="2" charset="-122"/>
                </a:rPr>
                <a:t>e2</a:t>
              </a:r>
            </a:p>
          </p:txBody>
        </p:sp>
      </p:grpSp>
      <p:grpSp>
        <p:nvGrpSpPr>
          <p:cNvPr id="12" name="组合 9"/>
          <p:cNvGrpSpPr/>
          <p:nvPr/>
        </p:nvGrpSpPr>
        <p:grpSpPr>
          <a:xfrm>
            <a:off x="4579938" y="641350"/>
            <a:ext cx="1211262" cy="484188"/>
            <a:chOff x="4016769" y="637446"/>
            <a:chExt cx="1211645" cy="483964"/>
          </a:xfrm>
        </p:grpSpPr>
        <p:sp>
          <p:nvSpPr>
            <p:cNvPr id="105554" name="Line 24"/>
            <p:cNvSpPr>
              <a:spLocks noChangeShapeType="1"/>
            </p:cNvSpPr>
            <p:nvPr/>
          </p:nvSpPr>
          <p:spPr bwMode="auto">
            <a:xfrm flipV="1">
              <a:off x="4328017" y="907196"/>
              <a:ext cx="481164" cy="195173"/>
            </a:xfrm>
            <a:prstGeom prst="line">
              <a:avLst/>
            </a:prstGeom>
            <a:noFill/>
            <a:ln w="38100">
              <a:solidFill>
                <a:schemeClr val="tx2">
                  <a:lumMod val="60000"/>
                  <a:lumOff val="40000"/>
                </a:schemeClr>
              </a:solidFill>
              <a:round/>
              <a:headEnd type="none" w="sm" len="sm"/>
              <a:tailEnd type="triangle" w="med" len="me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07599" name="Text Box 25"/>
            <p:cNvSpPr txBox="1"/>
            <p:nvPr/>
          </p:nvSpPr>
          <p:spPr>
            <a:xfrm>
              <a:off x="4016769" y="659661"/>
              <a:ext cx="687604" cy="461749"/>
            </a:xfrm>
            <a:prstGeom prst="rect">
              <a:avLst/>
            </a:prstGeom>
            <a:noFill/>
            <a:ln w="9525">
              <a:noFill/>
            </a:ln>
          </p:spPr>
          <p:txBody>
            <a:bodyPr>
              <a:spAutoFit/>
            </a:bodyPr>
            <a:lstStyle/>
            <a:p>
              <a:pPr>
                <a:spcBef>
                  <a:spcPct val="50000"/>
                </a:spcBef>
                <a:buNone/>
              </a:pPr>
              <a:r>
                <a:rPr lang="en-US" altLang="zh-CN" sz="2400" b="1" dirty="0">
                  <a:solidFill>
                    <a:srgbClr val="2D83F4"/>
                  </a:solidFill>
                  <a:latin typeface="Times New Roman" panose="02020603050405020304" pitchFamily="18" charset="0"/>
                  <a:ea typeface="楷体_GB2312"/>
                </a:rPr>
                <a:t>(,id</a:t>
              </a:r>
            </a:p>
          </p:txBody>
        </p:sp>
        <p:sp>
          <p:nvSpPr>
            <p:cNvPr id="107600" name="矩形 8"/>
            <p:cNvSpPr/>
            <p:nvPr/>
          </p:nvSpPr>
          <p:spPr>
            <a:xfrm>
              <a:off x="4745661" y="637446"/>
              <a:ext cx="482753" cy="463336"/>
            </a:xfrm>
            <a:prstGeom prst="rect">
              <a:avLst/>
            </a:prstGeom>
            <a:noFill/>
            <a:ln w="9525">
              <a:noFill/>
            </a:ln>
          </p:spPr>
          <p:txBody>
            <a:bodyPr>
              <a:spAutoFit/>
            </a:bodyPr>
            <a:lstStyle/>
            <a:p>
              <a:pPr>
                <a:spcBef>
                  <a:spcPct val="50000"/>
                </a:spcBef>
                <a:buNone/>
              </a:pPr>
              <a:r>
                <a:rPr lang="en-US" altLang="zh-CN" sz="2400" b="1" dirty="0">
                  <a:solidFill>
                    <a:srgbClr val="2D83F4"/>
                  </a:solidFill>
                  <a:latin typeface="Times New Roman" panose="02020603050405020304" pitchFamily="18" charset="0"/>
                  <a:ea typeface="楷体_GB2312"/>
                </a:rPr>
                <a:t>e3</a:t>
              </a:r>
            </a:p>
          </p:txBody>
        </p:sp>
      </p:grpSp>
      <p:grpSp>
        <p:nvGrpSpPr>
          <p:cNvPr id="13" name="组合 126"/>
          <p:cNvGrpSpPr/>
          <p:nvPr/>
        </p:nvGrpSpPr>
        <p:grpSpPr>
          <a:xfrm>
            <a:off x="7013575" y="3770313"/>
            <a:ext cx="1616075" cy="560387"/>
            <a:chOff x="2138787" y="1892638"/>
            <a:chExt cx="1615751" cy="560332"/>
          </a:xfrm>
        </p:grpSpPr>
        <p:sp>
          <p:nvSpPr>
            <p:cNvPr id="105551" name="Line 24"/>
            <p:cNvSpPr>
              <a:spLocks noChangeShapeType="1"/>
            </p:cNvSpPr>
            <p:nvPr/>
          </p:nvSpPr>
          <p:spPr bwMode="auto">
            <a:xfrm flipV="1">
              <a:off x="2138787" y="2259314"/>
              <a:ext cx="1207846" cy="125401"/>
            </a:xfrm>
            <a:prstGeom prst="line">
              <a:avLst/>
            </a:prstGeom>
            <a:noFill/>
            <a:ln w="38100">
              <a:solidFill>
                <a:schemeClr val="tx2">
                  <a:lumMod val="60000"/>
                  <a:lumOff val="40000"/>
                </a:schemeClr>
              </a:solidFill>
              <a:round/>
              <a:headEnd type="none" w="sm" len="sm"/>
              <a:tailEnd type="triangle" w="med" len="me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07596" name="Text Box 25"/>
            <p:cNvSpPr txBox="1"/>
            <p:nvPr/>
          </p:nvSpPr>
          <p:spPr>
            <a:xfrm>
              <a:off x="2527647" y="1892638"/>
              <a:ext cx="1038017" cy="461917"/>
            </a:xfrm>
            <a:prstGeom prst="rect">
              <a:avLst/>
            </a:prstGeom>
            <a:noFill/>
            <a:ln w="9525">
              <a:noFill/>
            </a:ln>
          </p:spPr>
          <p:txBody>
            <a:bodyPr>
              <a:spAutoFit/>
            </a:bodyPr>
            <a:lstStyle/>
            <a:p>
              <a:pPr>
                <a:spcBef>
                  <a:spcPct val="50000"/>
                </a:spcBef>
                <a:buNone/>
              </a:pPr>
              <a:r>
                <a:rPr lang="en-US" altLang="zh-CN" sz="2400" b="1" dirty="0">
                  <a:solidFill>
                    <a:srgbClr val="2D83F4"/>
                  </a:solidFill>
                  <a:latin typeface="Times New Roman" panose="02020603050405020304" pitchFamily="18" charset="0"/>
                  <a:ea typeface="楷体_GB2312"/>
                </a:rPr>
                <a:t>(,id</a:t>
              </a:r>
            </a:p>
          </p:txBody>
        </p:sp>
        <p:sp>
          <p:nvSpPr>
            <p:cNvPr id="107597" name="矩形 129"/>
            <p:cNvSpPr/>
            <p:nvPr/>
          </p:nvSpPr>
          <p:spPr>
            <a:xfrm>
              <a:off x="3279971" y="1991053"/>
              <a:ext cx="474567" cy="461917"/>
            </a:xfrm>
            <a:prstGeom prst="rect">
              <a:avLst/>
            </a:prstGeom>
            <a:noFill/>
            <a:ln w="9525">
              <a:noFill/>
            </a:ln>
          </p:spPr>
          <p:txBody>
            <a:bodyPr wrap="none">
              <a:spAutoFit/>
            </a:bodyPr>
            <a:lstStyle/>
            <a:p>
              <a:pPr>
                <a:spcBef>
                  <a:spcPct val="50000"/>
                </a:spcBef>
                <a:buNone/>
              </a:pPr>
              <a:r>
                <a:rPr lang="en-US" altLang="zh-CN" sz="2400" b="1" dirty="0">
                  <a:solidFill>
                    <a:srgbClr val="2D83F4"/>
                  </a:solidFill>
                  <a:latin typeface="Times New Roman" panose="02020603050405020304" pitchFamily="18" charset="0"/>
                  <a:ea typeface="楷体_GB2312"/>
                </a:rPr>
                <a:t>e3</a:t>
              </a:r>
            </a:p>
          </p:txBody>
        </p:sp>
      </p:grpSp>
      <p:grpSp>
        <p:nvGrpSpPr>
          <p:cNvPr id="14" name="组合 130"/>
          <p:cNvGrpSpPr/>
          <p:nvPr/>
        </p:nvGrpSpPr>
        <p:grpSpPr>
          <a:xfrm>
            <a:off x="3357563" y="436563"/>
            <a:ext cx="1514475" cy="682625"/>
            <a:chOff x="850009" y="925955"/>
            <a:chExt cx="1515438" cy="682929"/>
          </a:xfrm>
        </p:grpSpPr>
        <p:sp>
          <p:nvSpPr>
            <p:cNvPr id="107592" name="Line 24"/>
            <p:cNvSpPr/>
            <p:nvPr/>
          </p:nvSpPr>
          <p:spPr>
            <a:xfrm flipH="1" flipV="1">
              <a:off x="1099688" y="1357797"/>
              <a:ext cx="410134" cy="251087"/>
            </a:xfrm>
            <a:prstGeom prst="line">
              <a:avLst/>
            </a:prstGeom>
            <a:ln w="38100" cap="flat" cmpd="sng">
              <a:solidFill>
                <a:srgbClr val="FFC000"/>
              </a:solidFill>
              <a:prstDash val="solid"/>
              <a:headEnd type="none" w="sm" len="sm"/>
              <a:tailEnd type="triangle" w="med" len="med"/>
            </a:ln>
          </p:spPr>
        </p:sp>
        <p:sp>
          <p:nvSpPr>
            <p:cNvPr id="107593" name="Text Box 25"/>
            <p:cNvSpPr txBox="1"/>
            <p:nvPr/>
          </p:nvSpPr>
          <p:spPr>
            <a:xfrm>
              <a:off x="1326562" y="1092716"/>
              <a:ext cx="1038885" cy="460580"/>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FFC000"/>
                  </a:solidFill>
                  <a:latin typeface="Times New Roman" panose="02020603050405020304" pitchFamily="18" charset="0"/>
                  <a:ea typeface="宋体" panose="02010600030101010101" pitchFamily="2" charset="-122"/>
                </a:rPr>
                <a:t>)</a:t>
              </a:r>
            </a:p>
          </p:txBody>
        </p:sp>
        <p:sp>
          <p:nvSpPr>
            <p:cNvPr id="107594" name="矩形 133"/>
            <p:cNvSpPr/>
            <p:nvPr/>
          </p:nvSpPr>
          <p:spPr>
            <a:xfrm>
              <a:off x="850009" y="925955"/>
              <a:ext cx="474964" cy="462168"/>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FFC000"/>
                  </a:solidFill>
                  <a:latin typeface="Times New Roman" panose="02020603050405020304" pitchFamily="18" charset="0"/>
                  <a:ea typeface="宋体" panose="02010600030101010101" pitchFamily="2" charset="-122"/>
                </a:rPr>
                <a:t>e2</a:t>
              </a:r>
            </a:p>
          </p:txBody>
        </p:sp>
      </p:grpSp>
      <p:grpSp>
        <p:nvGrpSpPr>
          <p:cNvPr id="15" name="组合 11"/>
          <p:cNvGrpSpPr/>
          <p:nvPr/>
        </p:nvGrpSpPr>
        <p:grpSpPr>
          <a:xfrm>
            <a:off x="4833938" y="4702175"/>
            <a:ext cx="1670050" cy="498475"/>
            <a:chOff x="4834695" y="4702176"/>
            <a:chExt cx="1669043" cy="497804"/>
          </a:xfrm>
        </p:grpSpPr>
        <p:sp>
          <p:nvSpPr>
            <p:cNvPr id="95" name="Line 24"/>
            <p:cNvSpPr>
              <a:spLocks noChangeShapeType="1"/>
            </p:cNvSpPr>
            <p:nvPr/>
          </p:nvSpPr>
          <p:spPr bwMode="auto">
            <a:xfrm flipH="1">
              <a:off x="5223397" y="4702176"/>
              <a:ext cx="464858" cy="266341"/>
            </a:xfrm>
            <a:prstGeom prst="line">
              <a:avLst/>
            </a:prstGeom>
            <a:noFill/>
            <a:ln w="38100">
              <a:solidFill>
                <a:schemeClr val="tx2">
                  <a:lumMod val="60000"/>
                  <a:lumOff val="40000"/>
                </a:schemeClr>
              </a:solidFill>
              <a:round/>
              <a:headEnd type="none" w="sm" len="sm"/>
              <a:tailEnd type="triangle" w="med" len="me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07590" name="Text Box 25"/>
            <p:cNvSpPr txBox="1"/>
            <p:nvPr/>
          </p:nvSpPr>
          <p:spPr>
            <a:xfrm>
              <a:off x="5466139" y="4738640"/>
              <a:ext cx="1037599" cy="461340"/>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en-US" altLang="zh-CN" b="1" dirty="0">
                  <a:solidFill>
                    <a:srgbClr val="2D83F4"/>
                  </a:solidFill>
                  <a:latin typeface="华文楷体" panose="02010600040101010101" pitchFamily="2" charset="-122"/>
                  <a:ea typeface="宋体" panose="02010600030101010101" pitchFamily="2" charset="-122"/>
                </a:rPr>
                <a:t>$</a:t>
              </a:r>
            </a:p>
          </p:txBody>
        </p:sp>
        <p:sp>
          <p:nvSpPr>
            <p:cNvPr id="107591" name="矩形 10"/>
            <p:cNvSpPr/>
            <p:nvPr/>
          </p:nvSpPr>
          <p:spPr>
            <a:xfrm>
              <a:off x="4834695" y="4724371"/>
              <a:ext cx="474376" cy="461341"/>
            </a:xfrm>
            <a:prstGeom prst="rect">
              <a:avLst/>
            </a:prstGeom>
            <a:noFill/>
            <a:ln w="9525">
              <a:noFill/>
            </a:ln>
          </p:spPr>
          <p:txBody>
            <a:bodyPr wrap="none">
              <a:spAutoFit/>
            </a:bodyPr>
            <a:lstStyle/>
            <a:p>
              <a:pPr>
                <a:spcBef>
                  <a:spcPct val="50000"/>
                </a:spcBef>
                <a:buNone/>
              </a:pPr>
              <a:r>
                <a:rPr lang="en-US" altLang="zh-CN" sz="2400" b="1" dirty="0">
                  <a:solidFill>
                    <a:srgbClr val="2D83F4"/>
                  </a:solidFill>
                  <a:latin typeface="Times New Roman" panose="02020603050405020304" pitchFamily="18" charset="0"/>
                  <a:ea typeface="楷体_GB2312"/>
                </a:rPr>
                <a:t>e4</a:t>
              </a:r>
            </a:p>
          </p:txBody>
        </p:sp>
      </p:grpSp>
      <p:grpSp>
        <p:nvGrpSpPr>
          <p:cNvPr id="107585" name="组合 105"/>
          <p:cNvGrpSpPr/>
          <p:nvPr/>
        </p:nvGrpSpPr>
        <p:grpSpPr>
          <a:xfrm>
            <a:off x="7026275" y="1463675"/>
            <a:ext cx="582613" cy="1082675"/>
            <a:chOff x="7026274" y="1463673"/>
            <a:chExt cx="582613" cy="1082678"/>
          </a:xfrm>
        </p:grpSpPr>
        <p:sp>
          <p:nvSpPr>
            <p:cNvPr id="107587" name="Line 50"/>
            <p:cNvSpPr/>
            <p:nvPr/>
          </p:nvSpPr>
          <p:spPr>
            <a:xfrm flipH="1">
              <a:off x="7026274" y="1663701"/>
              <a:ext cx="366713" cy="882650"/>
            </a:xfrm>
            <a:prstGeom prst="line">
              <a:avLst/>
            </a:prstGeom>
            <a:ln w="38100" cap="flat" cmpd="sng">
              <a:solidFill>
                <a:schemeClr val="tx1"/>
              </a:solidFill>
              <a:prstDash val="solid"/>
              <a:headEnd type="none" w="sm" len="sm"/>
              <a:tailEnd type="triangle" w="med" len="med"/>
            </a:ln>
          </p:spPr>
        </p:sp>
        <p:sp>
          <p:nvSpPr>
            <p:cNvPr id="107588" name="Text Box 30"/>
            <p:cNvSpPr txBox="1"/>
            <p:nvPr/>
          </p:nvSpPr>
          <p:spPr>
            <a:xfrm>
              <a:off x="7075487" y="1463673"/>
              <a:ext cx="533400" cy="461963"/>
            </a:xfrm>
            <a:prstGeom prst="rect">
              <a:avLst/>
            </a:prstGeom>
            <a:noFill/>
            <a:ln w="12700">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0" lvl="0" indent="0">
                <a:spcBef>
                  <a:spcPct val="50000"/>
                </a:spcBef>
                <a:buClrTx/>
                <a:buSzTx/>
                <a:buFont typeface="Arial" panose="020B0604020202020204" pitchFamily="34" charset="0"/>
                <a:buNone/>
              </a:pPr>
              <a:r>
                <a:rPr lang="zh-CN" altLang="en-US" b="1" dirty="0">
                  <a:solidFill>
                    <a:srgbClr val="000000"/>
                  </a:solidFill>
                  <a:latin typeface="Times New Roman" panose="02020603050405020304" pitchFamily="18" charset="0"/>
                  <a:ea typeface="楷体_GB2312"/>
                </a:rPr>
                <a:t>*</a:t>
              </a:r>
            </a:p>
          </p:txBody>
        </p:sp>
      </p:grpSp>
      <p:sp>
        <p:nvSpPr>
          <p:cNvPr id="107586" name="矩形 1"/>
          <p:cNvSpPr/>
          <p:nvPr/>
        </p:nvSpPr>
        <p:spPr>
          <a:xfrm>
            <a:off x="28575" y="4605338"/>
            <a:ext cx="2257425" cy="460375"/>
          </a:xfrm>
          <a:prstGeom prst="rect">
            <a:avLst/>
          </a:prstGeom>
          <a:solidFill>
            <a:srgbClr val="FFCCCC"/>
          </a:solidFill>
          <a:ln w="12700" cap="flat" cmpd="sng">
            <a:solidFill>
              <a:schemeClr val="tx1"/>
            </a:solidFill>
            <a:prstDash val="solid"/>
            <a:miter/>
            <a:headEnd type="none" w="med" len="med"/>
            <a:tailEnd type="none" w="med" len="med"/>
          </a:ln>
        </p:spPr>
        <p:txBody>
          <a:bodyPr>
            <a:spAutoFit/>
          </a:bodyPr>
          <a:lstStyle/>
          <a:p>
            <a:pPr eaLnBrk="1" hangingPunct="1">
              <a:buNone/>
            </a:pPr>
            <a:r>
              <a:rPr lang="en-US" altLang="zh-CN" sz="2400" b="1" i="1" dirty="0">
                <a:solidFill>
                  <a:srgbClr val="000000"/>
                </a:solidFill>
                <a:latin typeface="Times New Roman" panose="02020603050405020304" pitchFamily="18" charset="0"/>
                <a:ea typeface="楷体_GB2312"/>
              </a:rPr>
              <a:t>V</a:t>
            </a:r>
            <a:r>
              <a:rPr lang="en-US" altLang="zh-CN" sz="2400" b="1" i="1" baseline="-25000" dirty="0">
                <a:solidFill>
                  <a:srgbClr val="000000"/>
                </a:solidFill>
                <a:latin typeface="Times New Roman" panose="02020603050405020304" pitchFamily="18" charset="0"/>
                <a:ea typeface="楷体_GB2312"/>
              </a:rPr>
              <a:t>T </a:t>
            </a:r>
            <a:r>
              <a:rPr lang="en-US" altLang="zh-CN" sz="2400" b="1" dirty="0">
                <a:solidFill>
                  <a:srgbClr val="000000"/>
                </a:solidFill>
                <a:latin typeface="Times New Roman" panose="02020603050405020304" pitchFamily="18" charset="0"/>
                <a:ea typeface="楷体_GB2312"/>
              </a:rPr>
              <a:t>={+,*,(,),id, </a:t>
            </a:r>
            <a:r>
              <a:rPr lang="en-US" altLang="zh-CN" sz="2400" b="1" dirty="0">
                <a:solidFill>
                  <a:srgbClr val="000000"/>
                </a:solidFill>
                <a:latin typeface="华文楷体" panose="02010600040101010101" pitchFamily="2" charset="-122"/>
                <a:ea typeface="华文楷体" panose="02010600040101010101" pitchFamily="2" charset="-122"/>
              </a:rPr>
              <a:t>$</a:t>
            </a:r>
            <a:r>
              <a:rPr lang="en-US" altLang="zh-CN" sz="2400" b="1" dirty="0">
                <a:solidFill>
                  <a:srgbClr val="000000"/>
                </a:solidFill>
                <a:latin typeface="Times New Roman" panose="02020603050405020304" pitchFamily="18" charset="0"/>
                <a:ea typeface="楷体_GB231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fltVal val="0"/>
                                          </p:val>
                                        </p:tav>
                                        <p:tav tm="100000">
                                          <p:val>
                                            <p:strVal val="#ppt_w"/>
                                          </p:val>
                                        </p:tav>
                                      </p:tavLst>
                                    </p:anim>
                                    <p:anim calcmode="lin" valueType="num">
                                      <p:cBhvr>
                                        <p:cTn id="22" dur="500" fill="hold"/>
                                        <p:tgtEl>
                                          <p:spTgt spid="5"/>
                                        </p:tgtEl>
                                        <p:attrNameLst>
                                          <p:attrName>ppt_h</p:attrName>
                                        </p:attrNameLst>
                                      </p:cBhvr>
                                      <p:tavLst>
                                        <p:tav tm="0">
                                          <p:val>
                                            <p:fltVal val="0"/>
                                          </p:val>
                                        </p:tav>
                                        <p:tav tm="100000">
                                          <p:val>
                                            <p:strVal val="#ppt_h"/>
                                          </p:val>
                                        </p:tav>
                                      </p:tavLst>
                                    </p:anim>
                                    <p:animEffect transition="in" filter="fade">
                                      <p:cBhvr>
                                        <p:cTn id="23" dur="500"/>
                                        <p:tgtEl>
                                          <p:spTgt spid="5"/>
                                        </p:tgtEl>
                                      </p:cBhvr>
                                    </p:animEffect>
                                  </p:childTnLst>
                                </p:cTn>
                              </p:par>
                              <p:par>
                                <p:cTn id="24" presetID="53" presetClass="entr" presetSubtype="16" fill="hold" nodeType="with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ppt_w</p:attrName>
                                        </p:attrNameLst>
                                      </p:cBhvr>
                                      <p:tavLst>
                                        <p:tav tm="0">
                                          <p:val>
                                            <p:fltVal val="0"/>
                                          </p:val>
                                        </p:tav>
                                        <p:tav tm="100000">
                                          <p:val>
                                            <p:strVal val="#ppt_w"/>
                                          </p:val>
                                        </p:tav>
                                      </p:tavLst>
                                    </p:anim>
                                    <p:anim calcmode="lin" valueType="num">
                                      <p:cBhvr>
                                        <p:cTn id="27" dur="500" fill="hold"/>
                                        <p:tgtEl>
                                          <p:spTgt spid="6"/>
                                        </p:tgtEl>
                                        <p:attrNameLst>
                                          <p:attrName>ppt_h</p:attrName>
                                        </p:attrNameLst>
                                      </p:cBhvr>
                                      <p:tavLst>
                                        <p:tav tm="0">
                                          <p:val>
                                            <p:fltVal val="0"/>
                                          </p:val>
                                        </p:tav>
                                        <p:tav tm="100000">
                                          <p:val>
                                            <p:strVal val="#ppt_h"/>
                                          </p:val>
                                        </p:tav>
                                      </p:tavLst>
                                    </p:anim>
                                    <p:animEffect transition="in" filter="fade">
                                      <p:cBhvr>
                                        <p:cTn id="28" dur="500"/>
                                        <p:tgtEl>
                                          <p:spTgt spid="6"/>
                                        </p:tgtEl>
                                      </p:cBhvr>
                                    </p:animEffect>
                                  </p:childTnLst>
                                </p:cTn>
                              </p:par>
                              <p:par>
                                <p:cTn id="29" presetID="53" presetClass="entr" presetSubtype="16"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fltVal val="0"/>
                                          </p:val>
                                        </p:tav>
                                        <p:tav tm="100000">
                                          <p:val>
                                            <p:strVal val="#ppt_h"/>
                                          </p:val>
                                        </p:tav>
                                      </p:tavLst>
                                    </p:anim>
                                    <p:animEffect transition="in" filter="fade">
                                      <p:cBhvr>
                                        <p:cTn id="33" dur="500"/>
                                        <p:tgtEl>
                                          <p:spTgt spid="7"/>
                                        </p:tgtEl>
                                      </p:cBhvr>
                                    </p:animEffect>
                                  </p:childTnLst>
                                </p:cTn>
                              </p:par>
                              <p:par>
                                <p:cTn id="34" presetID="53" presetClass="entr" presetSubtype="16" fill="hold" nodeType="with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animEffect transition="in" filter="fade">
                                      <p:cBhvr>
                                        <p:cTn id="38" dur="500"/>
                                        <p:tgtEl>
                                          <p:spTgt spid="8"/>
                                        </p:tgtEl>
                                      </p:cBhvr>
                                    </p:animEffect>
                                  </p:childTnLst>
                                </p:cTn>
                              </p:par>
                              <p:par>
                                <p:cTn id="39" presetID="53" presetClass="entr" presetSubtype="16" fill="hold" nodeType="with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p:cTn id="41" dur="500" fill="hold"/>
                                        <p:tgtEl>
                                          <p:spTgt spid="9"/>
                                        </p:tgtEl>
                                        <p:attrNameLst>
                                          <p:attrName>ppt_w</p:attrName>
                                        </p:attrNameLst>
                                      </p:cBhvr>
                                      <p:tavLst>
                                        <p:tav tm="0">
                                          <p:val>
                                            <p:fltVal val="0"/>
                                          </p:val>
                                        </p:tav>
                                        <p:tav tm="100000">
                                          <p:val>
                                            <p:strVal val="#ppt_w"/>
                                          </p:val>
                                        </p:tav>
                                      </p:tavLst>
                                    </p:anim>
                                    <p:anim calcmode="lin" valueType="num">
                                      <p:cBhvr>
                                        <p:cTn id="42" dur="500" fill="hold"/>
                                        <p:tgtEl>
                                          <p:spTgt spid="9"/>
                                        </p:tgtEl>
                                        <p:attrNameLst>
                                          <p:attrName>ppt_h</p:attrName>
                                        </p:attrNameLst>
                                      </p:cBhvr>
                                      <p:tavLst>
                                        <p:tav tm="0">
                                          <p:val>
                                            <p:fltVal val="0"/>
                                          </p:val>
                                        </p:tav>
                                        <p:tav tm="100000">
                                          <p:val>
                                            <p:strVal val="#ppt_h"/>
                                          </p:val>
                                        </p:tav>
                                      </p:tavLst>
                                    </p:anim>
                                    <p:animEffect transition="in" filter="fade">
                                      <p:cBhvr>
                                        <p:cTn id="43" dur="500"/>
                                        <p:tgtEl>
                                          <p:spTgt spid="9"/>
                                        </p:tgtEl>
                                      </p:cBhvr>
                                    </p:animEffect>
                                  </p:childTnLst>
                                </p:cTn>
                              </p:par>
                              <p:par>
                                <p:cTn id="44" presetID="53" presetClass="entr" presetSubtype="16" fill="hold" nodeType="withEffect">
                                  <p:stCondLst>
                                    <p:cond delay="0"/>
                                  </p:stCondLst>
                                  <p:childTnLst>
                                    <p:set>
                                      <p:cBhvr>
                                        <p:cTn id="45" dur="1" fill="hold">
                                          <p:stCondLst>
                                            <p:cond delay="0"/>
                                          </p:stCondLst>
                                        </p:cTn>
                                        <p:tgtEl>
                                          <p:spTgt spid="10"/>
                                        </p:tgtEl>
                                        <p:attrNameLst>
                                          <p:attrName>style.visibility</p:attrName>
                                        </p:attrNameLst>
                                      </p:cBhvr>
                                      <p:to>
                                        <p:strVal val="visible"/>
                                      </p:to>
                                    </p:set>
                                    <p:anim calcmode="lin" valueType="num">
                                      <p:cBhvr>
                                        <p:cTn id="46" dur="500" fill="hold"/>
                                        <p:tgtEl>
                                          <p:spTgt spid="10"/>
                                        </p:tgtEl>
                                        <p:attrNameLst>
                                          <p:attrName>ppt_w</p:attrName>
                                        </p:attrNameLst>
                                      </p:cBhvr>
                                      <p:tavLst>
                                        <p:tav tm="0">
                                          <p:val>
                                            <p:fltVal val="0"/>
                                          </p:val>
                                        </p:tav>
                                        <p:tav tm="100000">
                                          <p:val>
                                            <p:strVal val="#ppt_w"/>
                                          </p:val>
                                        </p:tav>
                                      </p:tavLst>
                                    </p:anim>
                                    <p:anim calcmode="lin" valueType="num">
                                      <p:cBhvr>
                                        <p:cTn id="47" dur="500" fill="hold"/>
                                        <p:tgtEl>
                                          <p:spTgt spid="10"/>
                                        </p:tgtEl>
                                        <p:attrNameLst>
                                          <p:attrName>ppt_h</p:attrName>
                                        </p:attrNameLst>
                                      </p:cBhvr>
                                      <p:tavLst>
                                        <p:tav tm="0">
                                          <p:val>
                                            <p:fltVal val="0"/>
                                          </p:val>
                                        </p:tav>
                                        <p:tav tm="100000">
                                          <p:val>
                                            <p:strVal val="#ppt_h"/>
                                          </p:val>
                                        </p:tav>
                                      </p:tavLst>
                                    </p:anim>
                                    <p:animEffect transition="in" filter="fade">
                                      <p:cBhvr>
                                        <p:cTn id="48" dur="500"/>
                                        <p:tgtEl>
                                          <p:spTgt spid="10"/>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nodeType="clickEffect">
                                  <p:stCondLst>
                                    <p:cond delay="0"/>
                                  </p:stCondLst>
                                  <p:childTnLst>
                                    <p:set>
                                      <p:cBhvr>
                                        <p:cTn id="52" dur="1" fill="hold">
                                          <p:stCondLst>
                                            <p:cond delay="0"/>
                                          </p:stCondLst>
                                        </p:cTn>
                                        <p:tgtEl>
                                          <p:spTgt spid="12"/>
                                        </p:tgtEl>
                                        <p:attrNameLst>
                                          <p:attrName>style.visibility</p:attrName>
                                        </p:attrNameLst>
                                      </p:cBhvr>
                                      <p:to>
                                        <p:strVal val="visible"/>
                                      </p:to>
                                    </p:set>
                                    <p:anim calcmode="lin" valueType="num">
                                      <p:cBhvr>
                                        <p:cTn id="53" dur="500" fill="hold"/>
                                        <p:tgtEl>
                                          <p:spTgt spid="12"/>
                                        </p:tgtEl>
                                        <p:attrNameLst>
                                          <p:attrName>ppt_w</p:attrName>
                                        </p:attrNameLst>
                                      </p:cBhvr>
                                      <p:tavLst>
                                        <p:tav tm="0">
                                          <p:val>
                                            <p:fltVal val="0"/>
                                          </p:val>
                                        </p:tav>
                                        <p:tav tm="100000">
                                          <p:val>
                                            <p:strVal val="#ppt_w"/>
                                          </p:val>
                                        </p:tav>
                                      </p:tavLst>
                                    </p:anim>
                                    <p:anim calcmode="lin" valueType="num">
                                      <p:cBhvr>
                                        <p:cTn id="54" dur="500" fill="hold"/>
                                        <p:tgtEl>
                                          <p:spTgt spid="12"/>
                                        </p:tgtEl>
                                        <p:attrNameLst>
                                          <p:attrName>ppt_h</p:attrName>
                                        </p:attrNameLst>
                                      </p:cBhvr>
                                      <p:tavLst>
                                        <p:tav tm="0">
                                          <p:val>
                                            <p:fltVal val="0"/>
                                          </p:val>
                                        </p:tav>
                                        <p:tav tm="100000">
                                          <p:val>
                                            <p:strVal val="#ppt_h"/>
                                          </p:val>
                                        </p:tav>
                                      </p:tavLst>
                                    </p:anim>
                                    <p:animEffect transition="in" filter="fade">
                                      <p:cBhvr>
                                        <p:cTn id="55" dur="500"/>
                                        <p:tgtEl>
                                          <p:spTgt spid="12"/>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nodeType="clickEffect">
                                  <p:stCondLst>
                                    <p:cond delay="0"/>
                                  </p:stCondLst>
                                  <p:childTnLst>
                                    <p:set>
                                      <p:cBhvr>
                                        <p:cTn id="59" dur="1" fill="hold">
                                          <p:stCondLst>
                                            <p:cond delay="0"/>
                                          </p:stCondLst>
                                        </p:cTn>
                                        <p:tgtEl>
                                          <p:spTgt spid="14"/>
                                        </p:tgtEl>
                                        <p:attrNameLst>
                                          <p:attrName>style.visibility</p:attrName>
                                        </p:attrNameLst>
                                      </p:cBhvr>
                                      <p:to>
                                        <p:strVal val="visible"/>
                                      </p:to>
                                    </p:set>
                                    <p:anim calcmode="lin" valueType="num">
                                      <p:cBhvr>
                                        <p:cTn id="60" dur="500" fill="hold"/>
                                        <p:tgtEl>
                                          <p:spTgt spid="14"/>
                                        </p:tgtEl>
                                        <p:attrNameLst>
                                          <p:attrName>ppt_w</p:attrName>
                                        </p:attrNameLst>
                                      </p:cBhvr>
                                      <p:tavLst>
                                        <p:tav tm="0">
                                          <p:val>
                                            <p:fltVal val="0"/>
                                          </p:val>
                                        </p:tav>
                                        <p:tav tm="100000">
                                          <p:val>
                                            <p:strVal val="#ppt_w"/>
                                          </p:val>
                                        </p:tav>
                                      </p:tavLst>
                                    </p:anim>
                                    <p:anim calcmode="lin" valueType="num">
                                      <p:cBhvr>
                                        <p:cTn id="61" dur="500" fill="hold"/>
                                        <p:tgtEl>
                                          <p:spTgt spid="14"/>
                                        </p:tgtEl>
                                        <p:attrNameLst>
                                          <p:attrName>ppt_h</p:attrName>
                                        </p:attrNameLst>
                                      </p:cBhvr>
                                      <p:tavLst>
                                        <p:tav tm="0">
                                          <p:val>
                                            <p:fltVal val="0"/>
                                          </p:val>
                                        </p:tav>
                                        <p:tav tm="100000">
                                          <p:val>
                                            <p:strVal val="#ppt_h"/>
                                          </p:val>
                                        </p:tav>
                                      </p:tavLst>
                                    </p:anim>
                                    <p:animEffect transition="in" filter="fade">
                                      <p:cBhvr>
                                        <p:cTn id="62" dur="5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53" presetClass="entr" presetSubtype="16" fill="hold" nodeType="clickEffect">
                                  <p:stCondLst>
                                    <p:cond delay="0"/>
                                  </p:stCondLst>
                                  <p:childTnLst>
                                    <p:set>
                                      <p:cBhvr>
                                        <p:cTn id="66" dur="1" fill="hold">
                                          <p:stCondLst>
                                            <p:cond delay="0"/>
                                          </p:stCondLst>
                                        </p:cTn>
                                        <p:tgtEl>
                                          <p:spTgt spid="13"/>
                                        </p:tgtEl>
                                        <p:attrNameLst>
                                          <p:attrName>style.visibility</p:attrName>
                                        </p:attrNameLst>
                                      </p:cBhvr>
                                      <p:to>
                                        <p:strVal val="visible"/>
                                      </p:to>
                                    </p:set>
                                    <p:anim calcmode="lin" valueType="num">
                                      <p:cBhvr>
                                        <p:cTn id="67" dur="500" fill="hold"/>
                                        <p:tgtEl>
                                          <p:spTgt spid="13"/>
                                        </p:tgtEl>
                                        <p:attrNameLst>
                                          <p:attrName>ppt_w</p:attrName>
                                        </p:attrNameLst>
                                      </p:cBhvr>
                                      <p:tavLst>
                                        <p:tav tm="0">
                                          <p:val>
                                            <p:fltVal val="0"/>
                                          </p:val>
                                        </p:tav>
                                        <p:tav tm="100000">
                                          <p:val>
                                            <p:strVal val="#ppt_w"/>
                                          </p:val>
                                        </p:tav>
                                      </p:tavLst>
                                    </p:anim>
                                    <p:anim calcmode="lin" valueType="num">
                                      <p:cBhvr>
                                        <p:cTn id="68" dur="500" fill="hold"/>
                                        <p:tgtEl>
                                          <p:spTgt spid="13"/>
                                        </p:tgtEl>
                                        <p:attrNameLst>
                                          <p:attrName>ppt_h</p:attrName>
                                        </p:attrNameLst>
                                      </p:cBhvr>
                                      <p:tavLst>
                                        <p:tav tm="0">
                                          <p:val>
                                            <p:fltVal val="0"/>
                                          </p:val>
                                        </p:tav>
                                        <p:tav tm="100000">
                                          <p:val>
                                            <p:strVal val="#ppt_h"/>
                                          </p:val>
                                        </p:tav>
                                      </p:tavLst>
                                    </p:anim>
                                    <p:animEffect transition="in" filter="fade">
                                      <p:cBhvr>
                                        <p:cTn id="69" dur="500"/>
                                        <p:tgtEl>
                                          <p:spTgt spid="13"/>
                                        </p:tgtEl>
                                      </p:cBhvr>
                                    </p:animEffect>
                                  </p:childTnLst>
                                </p:cTn>
                              </p:par>
                            </p:childTnLst>
                          </p:cTn>
                        </p:par>
                      </p:childTnLst>
                    </p:cTn>
                  </p:par>
                  <p:par>
                    <p:cTn id="70" fill="hold">
                      <p:stCondLst>
                        <p:cond delay="indefinite"/>
                      </p:stCondLst>
                      <p:childTnLst>
                        <p:par>
                          <p:cTn id="71" fill="hold">
                            <p:stCondLst>
                              <p:cond delay="0"/>
                            </p:stCondLst>
                            <p:childTnLst>
                              <p:par>
                                <p:cTn id="72" presetID="53" presetClass="entr" presetSubtype="16" fill="hold" nodeType="clickEffect">
                                  <p:stCondLst>
                                    <p:cond delay="0"/>
                                  </p:stCondLst>
                                  <p:childTnLst>
                                    <p:set>
                                      <p:cBhvr>
                                        <p:cTn id="73" dur="1" fill="hold">
                                          <p:stCondLst>
                                            <p:cond delay="0"/>
                                          </p:stCondLst>
                                        </p:cTn>
                                        <p:tgtEl>
                                          <p:spTgt spid="15"/>
                                        </p:tgtEl>
                                        <p:attrNameLst>
                                          <p:attrName>style.visibility</p:attrName>
                                        </p:attrNameLst>
                                      </p:cBhvr>
                                      <p:to>
                                        <p:strVal val="visible"/>
                                      </p:to>
                                    </p:set>
                                    <p:anim calcmode="lin" valueType="num">
                                      <p:cBhvr>
                                        <p:cTn id="74" dur="500" fill="hold"/>
                                        <p:tgtEl>
                                          <p:spTgt spid="15"/>
                                        </p:tgtEl>
                                        <p:attrNameLst>
                                          <p:attrName>ppt_w</p:attrName>
                                        </p:attrNameLst>
                                      </p:cBhvr>
                                      <p:tavLst>
                                        <p:tav tm="0">
                                          <p:val>
                                            <p:fltVal val="0"/>
                                          </p:val>
                                        </p:tav>
                                        <p:tav tm="100000">
                                          <p:val>
                                            <p:strVal val="#ppt_w"/>
                                          </p:val>
                                        </p:tav>
                                      </p:tavLst>
                                    </p:anim>
                                    <p:anim calcmode="lin" valueType="num">
                                      <p:cBhvr>
                                        <p:cTn id="75" dur="500" fill="hold"/>
                                        <p:tgtEl>
                                          <p:spTgt spid="15"/>
                                        </p:tgtEl>
                                        <p:attrNameLst>
                                          <p:attrName>ppt_h</p:attrName>
                                        </p:attrNameLst>
                                      </p:cBhvr>
                                      <p:tavLst>
                                        <p:tav tm="0">
                                          <p:val>
                                            <p:fltVal val="0"/>
                                          </p:val>
                                        </p:tav>
                                        <p:tav tm="100000">
                                          <p:val>
                                            <p:strVal val="#ppt_h"/>
                                          </p:val>
                                        </p:tav>
                                      </p:tavLst>
                                    </p:anim>
                                    <p:animEffect transition="in" filter="fade">
                                      <p:cBhvr>
                                        <p:cTn id="7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p:cNvSpPr>
          <p:nvPr>
            <p:ph type="title"/>
          </p:nvPr>
        </p:nvSpPr>
        <p:spPr>
          <a:xfrm>
            <a:off x="755650" y="268288"/>
            <a:ext cx="8388350" cy="358775"/>
          </a:xfrm>
        </p:spPr>
        <p:txBody>
          <a:bodyPr vert="horz" wrap="square" lIns="91440" tIns="45720" rIns="91440" bIns="45720" anchor="ctr" anchorCtr="0"/>
          <a:lstStyle/>
          <a:p>
            <a:pPr eaLnBrk="1" hangingPunct="1"/>
            <a:r>
              <a:rPr lang="zh-CN" altLang="en-US" sz="3000" kern="1200" dirty="0">
                <a:solidFill>
                  <a:schemeClr val="tx1"/>
                </a:solidFill>
                <a:latin typeface="微软雅黑" panose="020B0503020204020204" pitchFamily="34" charset="-122"/>
                <a:ea typeface="微软雅黑" panose="020B0503020204020204" pitchFamily="34" charset="-122"/>
                <a:cs typeface="+mj-cs"/>
              </a:rPr>
              <a:t>带有错误处理子程序的算术表达式文法</a:t>
            </a:r>
            <a:r>
              <a:rPr lang="en-US" altLang="zh-CN" sz="3000" i="1" kern="1200" dirty="0">
                <a:solidFill>
                  <a:schemeClr val="tx1"/>
                </a:solidFill>
                <a:latin typeface="Times New Roman" panose="02020603050405020304" pitchFamily="18" charset="0"/>
                <a:ea typeface="黑体" panose="02010609060101010101" pitchFamily="49" charset="-122"/>
                <a:cs typeface="+mj-cs"/>
              </a:rPr>
              <a:t>LR</a:t>
            </a:r>
            <a:r>
              <a:rPr lang="zh-CN" altLang="en-US" sz="3000" kern="1200" dirty="0">
                <a:solidFill>
                  <a:schemeClr val="tx1"/>
                </a:solidFill>
                <a:latin typeface="微软雅黑" panose="020B0503020204020204" pitchFamily="34" charset="-122"/>
                <a:ea typeface="微软雅黑" panose="020B0503020204020204" pitchFamily="34" charset="-122"/>
                <a:cs typeface="+mj-cs"/>
              </a:rPr>
              <a:t>分析表</a:t>
            </a:r>
          </a:p>
        </p:txBody>
      </p:sp>
      <p:graphicFrame>
        <p:nvGraphicFramePr>
          <p:cNvPr id="145410" name="表格 145409"/>
          <p:cNvGraphicFramePr>
            <a:graphicFrameLocks noGrp="1"/>
          </p:cNvGraphicFramePr>
          <p:nvPr/>
        </p:nvGraphicFramePr>
        <p:xfrm>
          <a:off x="468313" y="857250"/>
          <a:ext cx="4032250" cy="3886200"/>
        </p:xfrm>
        <a:graphic>
          <a:graphicData uri="http://schemas.openxmlformats.org/drawingml/2006/table">
            <a:tbl>
              <a:tblPr/>
              <a:tblGrid>
                <a:gridCol w="431800">
                  <a:extLst>
                    <a:ext uri="{9D8B030D-6E8A-4147-A177-3AD203B41FA5}">
                      <a16:colId xmlns:a16="http://schemas.microsoft.com/office/drawing/2014/main" val="20000"/>
                    </a:ext>
                  </a:extLst>
                </a:gridCol>
                <a:gridCol w="431800">
                  <a:extLst>
                    <a:ext uri="{9D8B030D-6E8A-4147-A177-3AD203B41FA5}">
                      <a16:colId xmlns:a16="http://schemas.microsoft.com/office/drawing/2014/main" val="20001"/>
                    </a:ext>
                  </a:extLst>
                </a:gridCol>
                <a:gridCol w="504825">
                  <a:extLst>
                    <a:ext uri="{9D8B030D-6E8A-4147-A177-3AD203B41FA5}">
                      <a16:colId xmlns:a16="http://schemas.microsoft.com/office/drawing/2014/main" val="20002"/>
                    </a:ext>
                  </a:extLst>
                </a:gridCol>
                <a:gridCol w="431800">
                  <a:extLst>
                    <a:ext uri="{9D8B030D-6E8A-4147-A177-3AD203B41FA5}">
                      <a16:colId xmlns:a16="http://schemas.microsoft.com/office/drawing/2014/main" val="20003"/>
                    </a:ext>
                  </a:extLst>
                </a:gridCol>
                <a:gridCol w="431800">
                  <a:extLst>
                    <a:ext uri="{9D8B030D-6E8A-4147-A177-3AD203B41FA5}">
                      <a16:colId xmlns:a16="http://schemas.microsoft.com/office/drawing/2014/main" val="20004"/>
                    </a:ext>
                  </a:extLst>
                </a:gridCol>
                <a:gridCol w="431800">
                  <a:extLst>
                    <a:ext uri="{9D8B030D-6E8A-4147-A177-3AD203B41FA5}">
                      <a16:colId xmlns:a16="http://schemas.microsoft.com/office/drawing/2014/main" val="20005"/>
                    </a:ext>
                  </a:extLst>
                </a:gridCol>
                <a:gridCol w="576262">
                  <a:extLst>
                    <a:ext uri="{9D8B030D-6E8A-4147-A177-3AD203B41FA5}">
                      <a16:colId xmlns:a16="http://schemas.microsoft.com/office/drawing/2014/main" val="20006"/>
                    </a:ext>
                  </a:extLst>
                </a:gridCol>
                <a:gridCol w="792163">
                  <a:extLst>
                    <a:ext uri="{9D8B030D-6E8A-4147-A177-3AD203B41FA5}">
                      <a16:colId xmlns:a16="http://schemas.microsoft.com/office/drawing/2014/main" val="20007"/>
                    </a:ext>
                  </a:extLst>
                </a:gridCol>
              </a:tblGrid>
              <a:tr h="323850">
                <a:tc rowSpan="2">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状态</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6">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ACTION</a:t>
                      </a:r>
                      <a:endParaRPr kumimoji="0" lang="en-US" altLang="zh-CN" sz="1600" b="1" i="0" u="none" strike="noStrike" cap="none" normalizeH="0" baseline="0">
                        <a:ln>
                          <a:noFill/>
                        </a:ln>
                        <a:solidFill>
                          <a:schemeClr val="tx1"/>
                        </a:solidFill>
                        <a:effectLst/>
                        <a:latin typeface="华文楷体" panose="02010600040101010101" pitchFamily="2" charset="-122"/>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GOTO</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0"/>
                  </a:ext>
                </a:extLst>
              </a:tr>
              <a:tr h="323850">
                <a:tc vMerge="1">
                  <a:txBody>
                    <a:bodyPr/>
                    <a:lstStyle/>
                    <a:p>
                      <a:endParaRPr lang="zh-CN"/>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id</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endParaRPr kumimoji="0" lang="zh-CN" altLang="en-US" sz="1600" b="1" i="0" u="none" strike="noStrike" cap="none" normalizeH="0" baseline="0">
                        <a:ln>
                          <a:noFill/>
                        </a:ln>
                        <a:solidFill>
                          <a:srgbClr val="FFC000"/>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acc</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r4</a:t>
                      </a:r>
                      <a:endParaRPr kumimoji="0" lang="en-US" altLang="zh-CN" sz="1600" b="1" i="0" u="none" strike="noStrike" cap="none" normalizeH="0" baseline="-25000">
                        <a:ln>
                          <a:noFill/>
                        </a:ln>
                        <a:solidFill>
                          <a:srgbClr val="7F7F7F"/>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r4</a:t>
                      </a: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endParaRPr kumimoji="0" lang="zh-CN" altLang="en-US" sz="1600" b="1" i="0" u="none" strike="noStrike" cap="none" normalizeH="0" baseline="0">
                        <a:ln>
                          <a:noFill/>
                        </a:ln>
                        <a:solidFill>
                          <a:srgbClr val="FFC000"/>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s9</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e4</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r2</a:t>
                      </a: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r2</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r3</a:t>
                      </a: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r3</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109684" name="矩形 53"/>
          <p:cNvSpPr/>
          <p:nvPr/>
        </p:nvSpPr>
        <p:spPr>
          <a:xfrm>
            <a:off x="4502150" y="822325"/>
            <a:ext cx="4284663" cy="3821113"/>
          </a:xfrm>
          <a:prstGeom prst="rect">
            <a:avLst/>
          </a:prstGeom>
          <a:noFill/>
          <a:ln w="9525">
            <a:noFill/>
          </a:ln>
        </p:spPr>
        <p:txBody>
          <a:bodyPr>
            <a:spAutoFit/>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405"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stStyle>
          <a:p>
            <a:pPr marL="273050" lvl="0" indent="-273050" eaLnBrk="1" hangingPunct="1">
              <a:lnSpc>
                <a:spcPts val="3000"/>
              </a:lnSpc>
              <a:buClrTx/>
              <a:buFont typeface="Wingdings" panose="05000000000000000000" pitchFamily="2" charset="2"/>
              <a:buChar char="Ø"/>
            </a:pPr>
            <a:r>
              <a:rPr lang="zh-CN" altLang="en-US" sz="2500" b="1" dirty="0">
                <a:solidFill>
                  <a:srgbClr val="000000"/>
                </a:solidFill>
                <a:latin typeface="Times New Roman" panose="02020603050405020304" pitchFamily="18" charset="0"/>
                <a:ea typeface="华文楷体" panose="02010600040101010101" pitchFamily="2" charset="-122"/>
              </a:rPr>
              <a:t>错误处理例程</a:t>
            </a:r>
            <a:endParaRPr lang="en-US" altLang="zh-CN" sz="2500" b="1" dirty="0">
              <a:solidFill>
                <a:srgbClr val="000000"/>
              </a:solidFill>
              <a:latin typeface="Times New Roman" panose="02020603050405020304" pitchFamily="18" charset="0"/>
              <a:ea typeface="宋体" panose="02010600030101010101" pitchFamily="2" charset="-122"/>
            </a:endParaRPr>
          </a:p>
          <a:p>
            <a:pPr marL="742950" lvl="1" indent="-285750" eaLnBrk="1" hangingPunct="1">
              <a:lnSpc>
                <a:spcPts val="3000"/>
              </a:lnSpc>
              <a:buClrTx/>
              <a:buFont typeface="Wingdings" panose="05000000000000000000" pitchFamily="2" charset="2"/>
              <a:buChar char="Ø"/>
            </a:pPr>
            <a:r>
              <a:rPr lang="en-US" altLang="zh-CN" sz="2000" b="1" i="1" dirty="0">
                <a:solidFill>
                  <a:srgbClr val="000000"/>
                </a:solidFill>
                <a:latin typeface="Times New Roman" panose="02020603050405020304" pitchFamily="18" charset="0"/>
                <a:ea typeface="宋体" panose="02010600030101010101" pitchFamily="2" charset="-122"/>
              </a:rPr>
              <a:t>e</a:t>
            </a:r>
            <a:r>
              <a:rPr lang="en-US" altLang="zh-CN" sz="2000" b="1" dirty="0">
                <a:solidFill>
                  <a:srgbClr val="000000"/>
                </a:solidFill>
                <a:latin typeface="Times New Roman" panose="02020603050405020304" pitchFamily="18" charset="0"/>
                <a:ea typeface="宋体" panose="02010600030101010101" pitchFamily="2" charset="-122"/>
              </a:rPr>
              <a:t>1</a:t>
            </a:r>
            <a:r>
              <a:rPr lang="zh-CN" altLang="en-US" sz="2000" b="1" dirty="0">
                <a:solidFill>
                  <a:srgbClr val="000000"/>
                </a:solidFill>
                <a:latin typeface="Times New Roman" panose="02020603050405020304" pitchFamily="18" charset="0"/>
                <a:ea typeface="华文楷体" panose="02010600040101010101" pitchFamily="2" charset="-122"/>
              </a:rPr>
              <a:t>：将状态</a:t>
            </a:r>
            <a:r>
              <a:rPr lang="en-US" altLang="zh-CN" sz="2000" b="1" dirty="0">
                <a:solidFill>
                  <a:srgbClr val="000000"/>
                </a:solidFill>
                <a:latin typeface="Times New Roman" panose="02020603050405020304" pitchFamily="18" charset="0"/>
                <a:ea typeface="宋体" panose="02010600030101010101" pitchFamily="2" charset="-122"/>
              </a:rPr>
              <a:t>3</a:t>
            </a:r>
            <a:r>
              <a:rPr lang="zh-CN" altLang="en-US" sz="2000" b="1" dirty="0">
                <a:solidFill>
                  <a:srgbClr val="000000"/>
                </a:solidFill>
                <a:latin typeface="Times New Roman" panose="02020603050405020304" pitchFamily="18" charset="0"/>
                <a:ea typeface="华文楷体" panose="02010600040101010101" pitchFamily="2" charset="-122"/>
              </a:rPr>
              <a:t>压入栈中，发出诊断信息“</a:t>
            </a:r>
            <a:r>
              <a:rPr lang="zh-CN" altLang="en-US" sz="2000" b="1" dirty="0">
                <a:solidFill>
                  <a:srgbClr val="2D83F4"/>
                </a:solidFill>
                <a:latin typeface="Times New Roman" panose="02020603050405020304" pitchFamily="18" charset="0"/>
                <a:ea typeface="华文楷体" panose="02010600040101010101" pitchFamily="2" charset="-122"/>
              </a:rPr>
              <a:t>缺少运算分量</a:t>
            </a:r>
            <a:r>
              <a:rPr lang="zh-CN" altLang="en-US"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宋体" panose="02010600030101010101" pitchFamily="2" charset="-122"/>
            </a:endParaRPr>
          </a:p>
          <a:p>
            <a:pPr marL="742950" lvl="1" indent="-285750" eaLnBrk="1" hangingPunct="1">
              <a:lnSpc>
                <a:spcPts val="3000"/>
              </a:lnSpc>
              <a:buClrTx/>
              <a:buFont typeface="Wingdings" panose="05000000000000000000" pitchFamily="2" charset="2"/>
              <a:buChar char="Ø"/>
            </a:pPr>
            <a:r>
              <a:rPr lang="en-US" altLang="zh-CN" sz="2000" b="1" i="1" dirty="0">
                <a:solidFill>
                  <a:srgbClr val="000000"/>
                </a:solidFill>
                <a:latin typeface="Times New Roman" panose="02020603050405020304" pitchFamily="18" charset="0"/>
                <a:ea typeface="宋体" panose="02010600030101010101" pitchFamily="2" charset="-122"/>
              </a:rPr>
              <a:t>e</a:t>
            </a:r>
            <a:r>
              <a:rPr lang="en-US" altLang="zh-CN" sz="2000" b="1" dirty="0">
                <a:solidFill>
                  <a:srgbClr val="000000"/>
                </a:solidFill>
                <a:latin typeface="Times New Roman" panose="02020603050405020304" pitchFamily="18" charset="0"/>
                <a:ea typeface="宋体" panose="02010600030101010101" pitchFamily="2" charset="-122"/>
              </a:rPr>
              <a:t>2</a:t>
            </a:r>
            <a:r>
              <a:rPr lang="zh-CN" altLang="en-US" sz="2000" b="1" dirty="0">
                <a:solidFill>
                  <a:srgbClr val="000000"/>
                </a:solidFill>
                <a:latin typeface="Times New Roman" panose="02020603050405020304" pitchFamily="18" charset="0"/>
                <a:ea typeface="华文楷体" panose="02010600040101010101" pitchFamily="2" charset="-122"/>
              </a:rPr>
              <a:t>：从输入中删除“</a:t>
            </a:r>
            <a:r>
              <a:rPr lang="en-US" altLang="zh-CN" sz="2000" b="1" dirty="0">
                <a:solidFill>
                  <a:srgbClr val="000000"/>
                </a:solidFill>
                <a:latin typeface="Times New Roman" panose="02020603050405020304" pitchFamily="18" charset="0"/>
                <a:ea typeface="宋体" panose="0201060003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”，发出诊断信息“</a:t>
            </a:r>
            <a:r>
              <a:rPr lang="zh-CN" altLang="en-US" sz="2000" b="1" dirty="0">
                <a:solidFill>
                  <a:srgbClr val="2D83F4"/>
                </a:solidFill>
                <a:latin typeface="Times New Roman" panose="02020603050405020304" pitchFamily="18" charset="0"/>
                <a:ea typeface="华文楷体" panose="02010600040101010101" pitchFamily="2" charset="-122"/>
              </a:rPr>
              <a:t>不匹配的右括号</a:t>
            </a:r>
            <a:r>
              <a:rPr lang="zh-CN" altLang="en-US"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宋体" panose="02010600030101010101" pitchFamily="2" charset="-122"/>
            </a:endParaRPr>
          </a:p>
          <a:p>
            <a:pPr marL="742950" lvl="1" indent="-285750" eaLnBrk="1" hangingPunct="1">
              <a:lnSpc>
                <a:spcPts val="3000"/>
              </a:lnSpc>
              <a:buClrTx/>
              <a:buFont typeface="Wingdings" panose="05000000000000000000" pitchFamily="2" charset="2"/>
              <a:buChar char="Ø"/>
            </a:pPr>
            <a:r>
              <a:rPr lang="en-US" altLang="zh-CN" sz="2000" b="1" i="1" dirty="0">
                <a:solidFill>
                  <a:srgbClr val="000000"/>
                </a:solidFill>
                <a:latin typeface="Times New Roman" panose="02020603050405020304" pitchFamily="18" charset="0"/>
                <a:ea typeface="宋体" panose="02010600030101010101" pitchFamily="2" charset="-122"/>
              </a:rPr>
              <a:t>e</a:t>
            </a:r>
            <a:r>
              <a:rPr lang="en-US" altLang="zh-CN" sz="2000" b="1" dirty="0">
                <a:solidFill>
                  <a:srgbClr val="000000"/>
                </a:solidFill>
                <a:latin typeface="Times New Roman" panose="02020603050405020304" pitchFamily="18" charset="0"/>
                <a:ea typeface="宋体" panose="02010600030101010101" pitchFamily="2" charset="-122"/>
              </a:rPr>
              <a:t>3</a:t>
            </a:r>
            <a:r>
              <a:rPr lang="zh-CN" altLang="en-US" sz="2000" b="1" dirty="0">
                <a:solidFill>
                  <a:srgbClr val="000000"/>
                </a:solidFill>
                <a:latin typeface="Times New Roman" panose="02020603050405020304" pitchFamily="18" charset="0"/>
                <a:ea typeface="华文楷体" panose="02010600040101010101" pitchFamily="2" charset="-122"/>
              </a:rPr>
              <a:t>：将状态</a:t>
            </a:r>
            <a:r>
              <a:rPr lang="en-US" altLang="zh-CN" sz="2000" b="1" dirty="0">
                <a:solidFill>
                  <a:srgbClr val="000000"/>
                </a:solidFill>
                <a:latin typeface="Times New Roman" panose="02020603050405020304" pitchFamily="18" charset="0"/>
                <a:ea typeface="宋体" panose="02010600030101010101" pitchFamily="2" charset="-122"/>
              </a:rPr>
              <a:t>4</a:t>
            </a:r>
            <a:r>
              <a:rPr lang="zh-CN" altLang="en-US" sz="2000" b="1" dirty="0">
                <a:solidFill>
                  <a:srgbClr val="000000"/>
                </a:solidFill>
                <a:latin typeface="Times New Roman" panose="02020603050405020304" pitchFamily="18" charset="0"/>
                <a:ea typeface="华文楷体" panose="02010600040101010101" pitchFamily="2" charset="-122"/>
              </a:rPr>
              <a:t>压入栈中，发出诊断信息“</a:t>
            </a:r>
            <a:r>
              <a:rPr lang="zh-CN" altLang="en-US" sz="2000" b="1" dirty="0">
                <a:solidFill>
                  <a:srgbClr val="2D83F4"/>
                </a:solidFill>
                <a:latin typeface="Times New Roman" panose="02020603050405020304" pitchFamily="18" charset="0"/>
                <a:ea typeface="华文楷体" panose="02010600040101010101" pitchFamily="2" charset="-122"/>
              </a:rPr>
              <a:t>缺少运算符</a:t>
            </a:r>
            <a:r>
              <a:rPr lang="zh-CN" altLang="en-US"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宋体" panose="02010600030101010101" pitchFamily="2" charset="-122"/>
            </a:endParaRPr>
          </a:p>
          <a:p>
            <a:pPr marL="742950" lvl="1" indent="-285750" eaLnBrk="1" hangingPunct="1">
              <a:lnSpc>
                <a:spcPts val="3000"/>
              </a:lnSpc>
              <a:buClrTx/>
              <a:buFont typeface="Wingdings" panose="05000000000000000000" pitchFamily="2" charset="2"/>
              <a:buChar char="Ø"/>
            </a:pPr>
            <a:r>
              <a:rPr lang="en-US" altLang="zh-CN" sz="2000" b="1" i="1" dirty="0">
                <a:solidFill>
                  <a:srgbClr val="000000"/>
                </a:solidFill>
                <a:latin typeface="Times New Roman" panose="02020603050405020304" pitchFamily="18" charset="0"/>
                <a:ea typeface="宋体" panose="02010600030101010101" pitchFamily="2" charset="-122"/>
              </a:rPr>
              <a:t>e</a:t>
            </a:r>
            <a:r>
              <a:rPr lang="en-US" altLang="zh-CN" sz="2000" b="1" dirty="0">
                <a:solidFill>
                  <a:srgbClr val="000000"/>
                </a:solidFill>
                <a:latin typeface="Times New Roman" panose="02020603050405020304" pitchFamily="18" charset="0"/>
                <a:ea typeface="宋体" panose="02010600030101010101" pitchFamily="2" charset="-122"/>
              </a:rPr>
              <a:t>4</a:t>
            </a:r>
            <a:r>
              <a:rPr lang="zh-CN" altLang="en-US" sz="2000" b="1" dirty="0">
                <a:solidFill>
                  <a:srgbClr val="000000"/>
                </a:solidFill>
                <a:latin typeface="Times New Roman" panose="02020603050405020304" pitchFamily="18" charset="0"/>
                <a:ea typeface="华文楷体" panose="02010600040101010101" pitchFamily="2" charset="-122"/>
              </a:rPr>
              <a:t>：将状态</a:t>
            </a:r>
            <a:r>
              <a:rPr lang="en-US" altLang="zh-CN" sz="2000" b="1" dirty="0">
                <a:solidFill>
                  <a:srgbClr val="000000"/>
                </a:solidFill>
                <a:latin typeface="Times New Roman" panose="02020603050405020304" pitchFamily="18" charset="0"/>
                <a:ea typeface="宋体" panose="02010600030101010101" pitchFamily="2" charset="-122"/>
              </a:rPr>
              <a:t>9</a:t>
            </a:r>
            <a:r>
              <a:rPr lang="zh-CN" altLang="en-US" sz="2000" b="1" dirty="0">
                <a:solidFill>
                  <a:srgbClr val="000000"/>
                </a:solidFill>
                <a:latin typeface="Times New Roman" panose="02020603050405020304" pitchFamily="18" charset="0"/>
                <a:ea typeface="华文楷体" panose="02010600040101010101" pitchFamily="2" charset="-122"/>
              </a:rPr>
              <a:t>压入栈中，发出诊断信息“</a:t>
            </a:r>
            <a:r>
              <a:rPr lang="zh-CN" altLang="en-US" sz="2000" b="1" dirty="0">
                <a:solidFill>
                  <a:srgbClr val="2D83F4"/>
                </a:solidFill>
                <a:latin typeface="Times New Roman" panose="02020603050405020304" pitchFamily="18" charset="0"/>
                <a:ea typeface="华文楷体" panose="02010600040101010101" pitchFamily="2" charset="-122"/>
              </a:rPr>
              <a:t>缺少右括号</a:t>
            </a:r>
            <a:r>
              <a:rPr lang="zh-CN" altLang="en-US"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宋体" panose="02010600030101010101" pitchFamily="2" charset="-122"/>
            </a:endParaRPr>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主题1">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549</TotalTime>
  <Words>11306</Words>
  <Application>Microsoft Office PowerPoint</Application>
  <PresentationFormat>全屏显示(16:9)</PresentationFormat>
  <Paragraphs>2698</Paragraphs>
  <Slides>86</Slides>
  <Notes>82</Notes>
  <HiddenSlides>0</HiddenSlides>
  <MMClips>0</MMClips>
  <ScaleCrop>false</ScaleCrop>
  <HeadingPairs>
    <vt:vector size="6" baseType="variant">
      <vt:variant>
        <vt:lpstr>已用的字体</vt:lpstr>
      </vt:variant>
      <vt:variant>
        <vt:i4>14</vt:i4>
      </vt:variant>
      <vt:variant>
        <vt:lpstr>主题</vt:lpstr>
      </vt:variant>
      <vt:variant>
        <vt:i4>3</vt:i4>
      </vt:variant>
      <vt:variant>
        <vt:lpstr>幻灯片标题</vt:lpstr>
      </vt:variant>
      <vt:variant>
        <vt:i4>86</vt:i4>
      </vt:variant>
    </vt:vector>
  </HeadingPairs>
  <TitlesOfParts>
    <vt:vector size="103" baseType="lpstr">
      <vt:lpstr>Monotype Sorts</vt:lpstr>
      <vt:lpstr>华文楷体</vt:lpstr>
      <vt:lpstr>华文楷体 (正文)</vt:lpstr>
      <vt:lpstr>楷体</vt:lpstr>
      <vt:lpstr>楷体_GB2312</vt:lpstr>
      <vt:lpstr>宋体</vt:lpstr>
      <vt:lpstr>微软雅黑</vt:lpstr>
      <vt:lpstr>Arial</vt:lpstr>
      <vt:lpstr>Calibri</vt:lpstr>
      <vt:lpstr>Candara</vt:lpstr>
      <vt:lpstr>Symbol</vt:lpstr>
      <vt:lpstr>Tahoma</vt:lpstr>
      <vt:lpstr>Times New Roman</vt:lpstr>
      <vt:lpstr>Wingdings</vt:lpstr>
      <vt:lpstr>自定义设计方案</vt:lpstr>
      <vt:lpstr>主题1</vt:lpstr>
      <vt:lpstr>1_波形</vt:lpstr>
      <vt:lpstr>PowerPoint 演示文稿</vt:lpstr>
      <vt:lpstr>自底向上的语法分析</vt:lpstr>
      <vt:lpstr>移入-归约分析的工作过程</vt:lpstr>
      <vt:lpstr>例：移入-归约分析</vt:lpstr>
      <vt:lpstr>例：移入-归约分析</vt:lpstr>
      <vt:lpstr>移入-归约分析器可采取的4种动作</vt:lpstr>
      <vt:lpstr>PowerPoint 演示文稿</vt:lpstr>
      <vt:lpstr>移入-归约分析中存在的问题</vt:lpstr>
      <vt:lpstr>移入-归约分析中存在的问题</vt:lpstr>
      <vt:lpstr>PowerPoint 演示文稿</vt:lpstr>
      <vt:lpstr>LR 分析法</vt:lpstr>
      <vt:lpstr>LR 分析法的基本原理</vt:lpstr>
      <vt:lpstr>LR 分析器（自动机）的总体结构</vt:lpstr>
      <vt:lpstr>LR 分析表的结构</vt:lpstr>
      <vt:lpstr>LR 分析表的结构</vt:lpstr>
      <vt:lpstr>LR 分析表的结构</vt:lpstr>
      <vt:lpstr>LR 分析表的结构</vt:lpstr>
      <vt:lpstr>LR 分析表的结构</vt:lpstr>
      <vt:lpstr>LR 分析表的结构</vt:lpstr>
      <vt:lpstr>LR 分析器的工作过程</vt:lpstr>
      <vt:lpstr>LR 分析器的工作过程</vt:lpstr>
      <vt:lpstr>LR 分析器的工作过程</vt:lpstr>
      <vt:lpstr>LR 分析算法</vt:lpstr>
      <vt:lpstr>如何构造给定文法的LR分析表？</vt:lpstr>
      <vt:lpstr>PowerPoint 演示文稿</vt:lpstr>
      <vt:lpstr>LR(0) 项目</vt:lpstr>
      <vt:lpstr>增广文法 (Augmented Grammar)</vt:lpstr>
      <vt:lpstr>文法中的项目</vt:lpstr>
      <vt:lpstr>文法中的项目</vt:lpstr>
      <vt:lpstr>文法中的项目</vt:lpstr>
      <vt:lpstr>例：LR(0)自动机</vt:lpstr>
      <vt:lpstr>CLOSURE( )函数</vt:lpstr>
      <vt:lpstr>CLOSURE( )函数</vt:lpstr>
      <vt:lpstr>GOTO ( )函数</vt:lpstr>
      <vt:lpstr>构造LR(0)自动机的状态集</vt:lpstr>
      <vt:lpstr>LR(0)分析表构造算法</vt:lpstr>
      <vt:lpstr>LR(0) 自动机的形式化定义</vt:lpstr>
      <vt:lpstr>LR(0) 分析过程中的冲突</vt:lpstr>
      <vt:lpstr>表达式文法的LR(0)分析表含有移进/归约冲突</vt:lpstr>
      <vt:lpstr>例：移进/归约冲突和归约/归约冲突</vt:lpstr>
      <vt:lpstr>PowerPoint 演示文稿</vt:lpstr>
      <vt:lpstr>例：LR(0) 分析过程中的冲突</vt:lpstr>
      <vt:lpstr>SLR 分析</vt:lpstr>
      <vt:lpstr>表达式文法的SLR分析表</vt:lpstr>
      <vt:lpstr>例</vt:lpstr>
      <vt:lpstr>SLR 分析表构造算法</vt:lpstr>
      <vt:lpstr>SLR 分析中的冲突</vt:lpstr>
      <vt:lpstr>PowerPoint 演示文稿</vt:lpstr>
      <vt:lpstr>LR(1)分析法的提出</vt:lpstr>
      <vt:lpstr>LR(1)分析法的提出</vt:lpstr>
      <vt:lpstr>规范LR(1)项目</vt:lpstr>
      <vt:lpstr>等价LR(1)项目</vt:lpstr>
      <vt:lpstr>例：LR(1)自动机</vt:lpstr>
      <vt:lpstr>赋值语句文法的 LR(1)分析表</vt:lpstr>
      <vt:lpstr>例：LR(1)自动机</vt:lpstr>
      <vt:lpstr>例：LR(1)自动机</vt:lpstr>
      <vt:lpstr>例：LR(1)自动机</vt:lpstr>
      <vt:lpstr>LR(1)项目集闭包</vt:lpstr>
      <vt:lpstr>GOTO 函数</vt:lpstr>
      <vt:lpstr>为文法G' 构造LR(1)项集族</vt:lpstr>
      <vt:lpstr>LR(1)自动机的形式化定义</vt:lpstr>
      <vt:lpstr>LR分析表构造算法</vt:lpstr>
      <vt:lpstr>PowerPoint 演示文稿</vt:lpstr>
      <vt:lpstr>LALR分析法的提出</vt:lpstr>
      <vt:lpstr>LALR ( lookahead-LR )分析的基本思想</vt:lpstr>
      <vt:lpstr>例：合并同心项集</vt:lpstr>
      <vt:lpstr>例：合并同心项集</vt:lpstr>
      <vt:lpstr>合并同心项集时产生归约-归约冲突的例子</vt:lpstr>
      <vt:lpstr>合并同心项集后，虽然不产生冲突，但可能会 推迟错误的发现</vt:lpstr>
      <vt:lpstr>LALR(1)的特点</vt:lpstr>
      <vt:lpstr>LALR(1)的特点</vt:lpstr>
      <vt:lpstr>LALR(1)的特点</vt:lpstr>
      <vt:lpstr>PowerPoint 演示文稿</vt:lpstr>
      <vt:lpstr>二义性文法的特点</vt:lpstr>
      <vt:lpstr>二义性算术表达式文法的SLR分析器</vt:lpstr>
      <vt:lpstr>二义性算术表达式文法的SLR分析表</vt:lpstr>
      <vt:lpstr>例：二义性if 语句文法的LR分析</vt:lpstr>
      <vt:lpstr>S  i Si S e Sa</vt:lpstr>
      <vt:lpstr>PowerPoint 演示文稿</vt:lpstr>
      <vt:lpstr>二义性文法的使用</vt:lpstr>
      <vt:lpstr>PowerPoint 演示文稿</vt:lpstr>
      <vt:lpstr>LR分析中的错误处理</vt:lpstr>
      <vt:lpstr>恐慌模式错误恢复</vt:lpstr>
      <vt:lpstr>短语层次错误恢复</vt:lpstr>
      <vt:lpstr>例：算数表达式文法的LR分析器</vt:lpstr>
      <vt:lpstr>带有错误处理子程序的算术表达式文法LR分析表</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编译原理</dc:title>
  <dc:creator>Microsoft Office 用户</dc:creator>
  <cp:lastModifiedBy>王锦鸿</cp:lastModifiedBy>
  <cp:revision>84</cp:revision>
  <cp:lastPrinted>2023-09-27T01:28:00Z</cp:lastPrinted>
  <dcterms:created xsi:type="dcterms:W3CDTF">2023-09-27T01:28:00Z</dcterms:created>
  <dcterms:modified xsi:type="dcterms:W3CDTF">2025-06-26T15:07:06Z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5</vt:i4>
  </property>
  <property fmtid="{D5CDD505-2E9C-101B-9397-08002B2CF9AE}" pid="3" name="ICV">
    <vt:lpwstr>E5DD041306594CC49A9AA78396ED3372_12</vt:lpwstr>
  </property>
  <property fmtid="{D5CDD505-2E9C-101B-9397-08002B2CF9AE}" pid="4" name="KSOProductBuildVer">
    <vt:lpwstr>2052-12.1.0.20784</vt:lpwstr>
  </property>
</Properties>
</file>