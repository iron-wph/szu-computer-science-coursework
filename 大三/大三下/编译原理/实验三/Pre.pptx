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8" r:id="rId3"/>
    <p:sldId id="269" r:id="rId4"/>
    <p:sldId id="279" r:id="rId5"/>
    <p:sldId id="270" r:id="rId6"/>
    <p:sldId id="275" r:id="rId7"/>
    <p:sldId id="274" r:id="rId8"/>
    <p:sldId id="280" r:id="rId9"/>
    <p:sldId id="281" r:id="rId10"/>
    <p:sldId id="282" r:id="rId11"/>
    <p:sldId id="283" r:id="rId12"/>
    <p:sldId id="284" r:id="rId13"/>
    <p:sldId id="285" r:id="rId14"/>
    <p:sldId id="272" r:id="rId15"/>
    <p:sldId id="277" r:id="rId16"/>
    <p:sldId id="276" r:id="rId17"/>
    <p:sldId id="271" r:id="rId18"/>
    <p:sldId id="257" r:id="rId19"/>
    <p:sldId id="260" r:id="rId20"/>
    <p:sldId id="261" r:id="rId21"/>
    <p:sldId id="262" r:id="rId22"/>
    <p:sldId id="263" r:id="rId23"/>
    <p:sldId id="265" r:id="rId24"/>
    <p:sldId id="264" r:id="rId25"/>
    <p:sldId id="266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8" autoAdjust="0"/>
    <p:restoredTop sz="94660"/>
  </p:normalViewPr>
  <p:slideViewPr>
    <p:cSldViewPr snapToGrid="0">
      <p:cViewPr>
        <p:scale>
          <a:sx n="66" d="100"/>
          <a:sy n="66" d="100"/>
        </p:scale>
        <p:origin x="1118" y="3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520164-D8FB-45B4-A4A3-6897E07425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E2CF542-C875-462A-BD77-2E3202E77D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0D0C75-9948-4B68-9DFC-B333D8404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EDEFE-28FE-40F9-9DD8-3265DB753AFE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8CE786-020F-466C-A5A5-B6829F65A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8ADAA4-FC55-4751-B521-0165F0062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F057-8916-4F9D-B1F6-E5216D1ED4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9770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3DC1FF-6AA1-4518-AB6F-D77CF414D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AA3E0B-373A-49FE-8B86-DF41B92DA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A18B7C-1793-4811-9D63-6E4261DC9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EDEFE-28FE-40F9-9DD8-3265DB753AFE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7D6F2F-5C0F-46AB-BE25-3E1E92BCE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32F029-5B9B-40F9-9B4F-17C1F936D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F057-8916-4F9D-B1F6-E5216D1ED4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3083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19A5C1-6E3F-46A8-B296-BF5CAFABD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F84582-B400-4562-809D-DB69027164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AAAFC2-CC8C-4771-AFDE-1C6CD7E17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EDEFE-28FE-40F9-9DD8-3265DB753AFE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89F0A7-A844-4487-BAB4-0D6E2DD55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70CDE5-6F56-4798-B53B-FCC0FEA97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F057-8916-4F9D-B1F6-E5216D1ED4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0222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3B39C9-6DC1-457B-B9E6-B1C9080DB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792C10-78A5-4FAF-9446-763772C60D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2AC844C-5498-471D-A006-0BFBCC297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3B899D5-D5B3-4FEB-8018-FCE6634A0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EDEFE-28FE-40F9-9DD8-3265DB753AFE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01137A6-B5F0-4F85-A636-FBAE9F289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C840B46-EAE8-475B-B987-C3E243A61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F057-8916-4F9D-B1F6-E5216D1ED4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8392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6E2101-B575-4494-BB3C-0822F4BE1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86742C-77A8-4ED8-B17F-810E9CF77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7F97A87-BED3-423B-9267-CE41309384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DACBDDA-9235-4208-A6FA-E07C9914D8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CD19149-727C-418D-9137-71342D543C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D027CFC-C174-4597-813F-C0958DA7C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EDEFE-28FE-40F9-9DD8-3265DB753AFE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BECB416-2C0D-49A8-9B4A-C16369163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1188FA5-3734-4A66-B00F-2C30D1C7A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F057-8916-4F9D-B1F6-E5216D1ED4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081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BF06F5-D3EF-4180-904B-162EF28F2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48EECA3-64F5-4950-BFDA-B73D0D1A6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EDEFE-28FE-40F9-9DD8-3265DB753AFE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A19D877-A9AB-4437-B9B9-2207DEB86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AAF4D61-8A04-4106-BD40-42125956B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F057-8916-4F9D-B1F6-E5216D1ED4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7582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BAC58B8-3674-4ACE-B7FC-B9049B81B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EDEFE-28FE-40F9-9DD8-3265DB753AFE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6F72222-B3DB-4555-8912-2D4A29D79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E2FFA2-3D0E-41DF-BA90-87220FCAA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F057-8916-4F9D-B1F6-E5216D1ED4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5485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7C1FB8-DBC8-49BC-805A-8CE872209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59F655-1B36-4C9B-96DF-BE50BD616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6CC390-3683-410C-9837-7976FEE649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20E0144-11DE-4F09-A4A8-E8ECD5FDD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EDEFE-28FE-40F9-9DD8-3265DB753AFE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E265A82-D71C-4F61-B8DD-3ADF60653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5C16B19-8F56-4EE9-B47A-F54FFAC9E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F057-8916-4F9D-B1F6-E5216D1ED4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2892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DB8959-098F-4005-8DC5-FF248AD43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6D9CD1F-8F10-4668-83F2-87DE4DFFDE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B698238-EA71-448B-9127-39E67D35E7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CF286AB-7CA0-4CB6-AB96-EF60D5052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EDEFE-28FE-40F9-9DD8-3265DB753AFE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0FE5B66-D3B4-4CCE-8A38-0C1011D66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187BA49-FE8E-4E0B-9A89-93E42975A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F057-8916-4F9D-B1F6-E5216D1ED4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9024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F95998-228F-465C-8BEB-F59096CE3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739E959-80C0-4FF5-93B0-CDD7FEB8DA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E418C1-E57C-4BA5-B217-BA81C506D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EDEFE-28FE-40F9-9DD8-3265DB753AFE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95291F-17E5-4DE5-AE59-0644C60E0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E52500-E744-4C62-B843-257E52C7F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F057-8916-4F9D-B1F6-E5216D1ED4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6766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6F253E4-5540-445A-8707-5265C0EF59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DD2E36D-02CA-4282-BC8D-80B1A08593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48AC25-E411-47EF-A429-1042DA6D1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EDEFE-28FE-40F9-9DD8-3265DB753AFE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490CEF-2882-4EF1-9C10-59CD365B5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A4D3BE-3B73-4673-B37E-615CED96E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F057-8916-4F9D-B1F6-E5216D1ED4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9391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34084B7-1F7C-4765-960F-0E5AC1266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CB053C8-2EE3-4B18-A816-239C44987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0440A6-372B-411F-A22F-9B2DB3BC1A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1EDEFE-28FE-40F9-9DD8-3265DB753AFE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593795-06F5-41DB-97B4-C59DF23B3B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E7A732-685D-40C9-9B52-20ABA7636B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47F057-8916-4F9D-B1F6-E5216D1ED4B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F8408A9E-AFB0-44D8-844E-60D323A5DCAF}"/>
              </a:ext>
            </a:extLst>
          </p:cNvPr>
          <p:cNvSpPr/>
          <p:nvPr userDrawn="1"/>
        </p:nvSpPr>
        <p:spPr>
          <a:xfrm>
            <a:off x="1136072" y="295564"/>
            <a:ext cx="11055928" cy="550402"/>
          </a:xfrm>
          <a:prstGeom prst="rect">
            <a:avLst/>
          </a:prstGeom>
          <a:solidFill>
            <a:srgbClr val="DBEFF9">
              <a:lumMod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7F8CAE58-2604-445E-94E2-9FE819B2861C}"/>
              </a:ext>
            </a:extLst>
          </p:cNvPr>
          <p:cNvGrpSpPr/>
          <p:nvPr userDrawn="1"/>
        </p:nvGrpSpPr>
        <p:grpSpPr>
          <a:xfrm>
            <a:off x="0" y="-18269"/>
            <a:ext cx="1136073" cy="864235"/>
            <a:chOff x="0" y="-18269"/>
            <a:chExt cx="1136073" cy="864235"/>
          </a:xfrm>
          <a:solidFill>
            <a:srgbClr val="0BD0D9">
              <a:lumMod val="60000"/>
              <a:lumOff val="40000"/>
            </a:srgbClr>
          </a:solidFill>
        </p:grpSpPr>
        <p:sp>
          <p:nvSpPr>
            <p:cNvPr id="160" name="矩形 159">
              <a:extLst>
                <a:ext uri="{FF2B5EF4-FFF2-40B4-BE49-F238E27FC236}">
                  <a16:creationId xmlns:a16="http://schemas.microsoft.com/office/drawing/2014/main" id="{1B355BD5-21F6-4C3C-92AC-30A14BED9423}"/>
                </a:ext>
              </a:extLst>
            </p:cNvPr>
            <p:cNvSpPr/>
            <p:nvPr/>
          </p:nvSpPr>
          <p:spPr>
            <a:xfrm>
              <a:off x="0" y="551919"/>
              <a:ext cx="1136072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61" name="矩形 160">
              <a:extLst>
                <a:ext uri="{FF2B5EF4-FFF2-40B4-BE49-F238E27FC236}">
                  <a16:creationId xmlns:a16="http://schemas.microsoft.com/office/drawing/2014/main" id="{1D2E5E09-D6D8-470B-BAE1-012AE2899F0E}"/>
                </a:ext>
              </a:extLst>
            </p:cNvPr>
            <p:cNvSpPr/>
            <p:nvPr/>
          </p:nvSpPr>
          <p:spPr>
            <a:xfrm>
              <a:off x="323274" y="300434"/>
              <a:ext cx="364736" cy="545532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62" name="矩形 161">
              <a:extLst>
                <a:ext uri="{FF2B5EF4-FFF2-40B4-BE49-F238E27FC236}">
                  <a16:creationId xmlns:a16="http://schemas.microsoft.com/office/drawing/2014/main" id="{E3C9828F-BECC-4495-A420-1129AD8176DE}"/>
                </a:ext>
              </a:extLst>
            </p:cNvPr>
            <p:cNvSpPr/>
            <p:nvPr/>
          </p:nvSpPr>
          <p:spPr>
            <a:xfrm>
              <a:off x="688011" y="-18269"/>
              <a:ext cx="448062" cy="57018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63" name="矩形 162">
              <a:extLst>
                <a:ext uri="{FF2B5EF4-FFF2-40B4-BE49-F238E27FC236}">
                  <a16:creationId xmlns:a16="http://schemas.microsoft.com/office/drawing/2014/main" id="{7EC8CC2B-692A-40BA-9BB3-613A92F1CDBD}"/>
                </a:ext>
              </a:extLst>
            </p:cNvPr>
            <p:cNvSpPr/>
            <p:nvPr/>
          </p:nvSpPr>
          <p:spPr>
            <a:xfrm>
              <a:off x="688010" y="295565"/>
              <a:ext cx="448062" cy="256354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64" name="矩形 163">
              <a:extLst>
                <a:ext uri="{FF2B5EF4-FFF2-40B4-BE49-F238E27FC236}">
                  <a16:creationId xmlns:a16="http://schemas.microsoft.com/office/drawing/2014/main" id="{5DE0FF93-AA18-4E1F-A6EF-4211594EE53F}"/>
                </a:ext>
              </a:extLst>
            </p:cNvPr>
            <p:cNvSpPr/>
            <p:nvPr/>
          </p:nvSpPr>
          <p:spPr>
            <a:xfrm>
              <a:off x="688010" y="551918"/>
              <a:ext cx="448061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65" name="矩形 164">
            <a:extLst>
              <a:ext uri="{FF2B5EF4-FFF2-40B4-BE49-F238E27FC236}">
                <a16:creationId xmlns:a16="http://schemas.microsoft.com/office/drawing/2014/main" id="{92695C2D-D0D9-42BD-85A2-BCFEFCF07091}"/>
              </a:ext>
            </a:extLst>
          </p:cNvPr>
          <p:cNvSpPr/>
          <p:nvPr userDrawn="1"/>
        </p:nvSpPr>
        <p:spPr>
          <a:xfrm>
            <a:off x="-14483" y="6631260"/>
            <a:ext cx="9112302" cy="70030"/>
          </a:xfrm>
          <a:prstGeom prst="rect">
            <a:avLst/>
          </a:prstGeom>
          <a:solidFill>
            <a:srgbClr val="DBEFF9">
              <a:lumMod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166" name="组合 165">
            <a:extLst>
              <a:ext uri="{FF2B5EF4-FFF2-40B4-BE49-F238E27FC236}">
                <a16:creationId xmlns:a16="http://schemas.microsoft.com/office/drawing/2014/main" id="{6B9AF473-9F7C-4CEF-B9ED-5F97DD0FCAC5}"/>
              </a:ext>
            </a:extLst>
          </p:cNvPr>
          <p:cNvGrpSpPr/>
          <p:nvPr userDrawn="1"/>
        </p:nvGrpSpPr>
        <p:grpSpPr>
          <a:xfrm>
            <a:off x="9814110" y="267544"/>
            <a:ext cx="2096408" cy="605580"/>
            <a:chOff x="3854450" y="4787900"/>
            <a:chExt cx="4462463" cy="1289050"/>
          </a:xfrm>
          <a:solidFill>
            <a:srgbClr val="C00000"/>
          </a:solidFill>
        </p:grpSpPr>
        <p:sp>
          <p:nvSpPr>
            <p:cNvPr id="167" name="Freeform 5">
              <a:extLst>
                <a:ext uri="{FF2B5EF4-FFF2-40B4-BE49-F238E27FC236}">
                  <a16:creationId xmlns:a16="http://schemas.microsoft.com/office/drawing/2014/main" id="{DE92CCB1-0F10-42CC-B91E-38C106B202F6}"/>
                </a:ext>
              </a:extLst>
            </p:cNvPr>
            <p:cNvSpPr/>
            <p:nvPr/>
          </p:nvSpPr>
          <p:spPr bwMode="auto">
            <a:xfrm>
              <a:off x="7772400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0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8 w 20"/>
                <a:gd name="T21" fmla="*/ 9 h 28"/>
                <a:gd name="T22" fmla="*/ 18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9 w 20"/>
                <a:gd name="T35" fmla="*/ 28 h 28"/>
                <a:gd name="T36" fmla="*/ 2 w 20"/>
                <a:gd name="T37" fmla="*/ 26 h 28"/>
                <a:gd name="T38" fmla="*/ 0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4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6" y="1"/>
                    <a:pt x="17" y="1"/>
                  </a:cubicBezTo>
                  <a:cubicBezTo>
                    <a:pt x="17" y="1"/>
                    <a:pt x="18" y="1"/>
                    <a:pt x="18" y="2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5" y="4"/>
                    <a:pt x="13" y="2"/>
                    <a:pt x="9" y="2"/>
                  </a:cubicBezTo>
                  <a:cubicBezTo>
                    <a:pt x="6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5" y="28"/>
                    <a:pt x="9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0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8" name="Freeform 6">
              <a:extLst>
                <a:ext uri="{FF2B5EF4-FFF2-40B4-BE49-F238E27FC236}">
                  <a16:creationId xmlns:a16="http://schemas.microsoft.com/office/drawing/2014/main" id="{BAB061E6-1DB3-4CE7-AF47-F2EC08057074}"/>
                </a:ext>
              </a:extLst>
            </p:cNvPr>
            <p:cNvSpPr/>
            <p:nvPr/>
          </p:nvSpPr>
          <p:spPr bwMode="auto">
            <a:xfrm>
              <a:off x="7435850" y="5832475"/>
              <a:ext cx="134938" cy="153988"/>
            </a:xfrm>
            <a:custGeom>
              <a:avLst/>
              <a:gdLst>
                <a:gd name="T0" fmla="*/ 4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7 w 24"/>
                <a:gd name="T7" fmla="*/ 0 h 27"/>
                <a:gd name="T8" fmla="*/ 21 w 24"/>
                <a:gd name="T9" fmla="*/ 0 h 27"/>
                <a:gd name="T10" fmla="*/ 23 w 24"/>
                <a:gd name="T11" fmla="*/ 7 h 27"/>
                <a:gd name="T12" fmla="*/ 23 w 24"/>
                <a:gd name="T13" fmla="*/ 8 h 27"/>
                <a:gd name="T14" fmla="*/ 22 w 24"/>
                <a:gd name="T15" fmla="*/ 9 h 27"/>
                <a:gd name="T16" fmla="*/ 21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6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6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3 w 24"/>
                <a:gd name="T45" fmla="*/ 25 h 27"/>
                <a:gd name="T46" fmla="*/ 23 w 24"/>
                <a:gd name="T47" fmla="*/ 17 h 27"/>
                <a:gd name="T48" fmla="*/ 24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7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4 w 24"/>
                <a:gd name="T63" fmla="*/ 23 h 27"/>
                <a:gd name="T64" fmla="*/ 4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4" y="3"/>
                  </a:move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7" y="0"/>
                  </a:cubicBezTo>
                  <a:cubicBezTo>
                    <a:pt x="11" y="0"/>
                    <a:pt x="16" y="0"/>
                    <a:pt x="21" y="0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9"/>
                    <a:pt x="23" y="9"/>
                    <a:pt x="22" y="9"/>
                  </a:cubicBezTo>
                  <a:cubicBezTo>
                    <a:pt x="22" y="9"/>
                    <a:pt x="22" y="8"/>
                    <a:pt x="21" y="5"/>
                  </a:cubicBezTo>
                  <a:cubicBezTo>
                    <a:pt x="19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6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1" y="25"/>
                    <a:pt x="13" y="25"/>
                  </a:cubicBezTo>
                  <a:cubicBezTo>
                    <a:pt x="18" y="25"/>
                    <a:pt x="22" y="21"/>
                    <a:pt x="23" y="17"/>
                  </a:cubicBezTo>
                  <a:cubicBezTo>
                    <a:pt x="24" y="17"/>
                    <a:pt x="24" y="16"/>
                    <a:pt x="24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7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lnTo>
                    <a:pt x="4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9" name="Freeform 7">
              <a:extLst>
                <a:ext uri="{FF2B5EF4-FFF2-40B4-BE49-F238E27FC236}">
                  <a16:creationId xmlns:a16="http://schemas.microsoft.com/office/drawing/2014/main" id="{D859597C-514B-4CE8-AB1B-D2A864770CAF}"/>
                </a:ext>
              </a:extLst>
            </p:cNvPr>
            <p:cNvSpPr/>
            <p:nvPr/>
          </p:nvSpPr>
          <p:spPr bwMode="auto">
            <a:xfrm>
              <a:off x="6999288" y="5832475"/>
              <a:ext cx="161925" cy="158750"/>
            </a:xfrm>
            <a:custGeom>
              <a:avLst/>
              <a:gdLst>
                <a:gd name="T0" fmla="*/ 7 w 29"/>
                <a:gd name="T1" fmla="*/ 21 h 28"/>
                <a:gd name="T2" fmla="*/ 9 w 29"/>
                <a:gd name="T3" fmla="*/ 26 h 28"/>
                <a:gd name="T4" fmla="*/ 11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7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9" y="26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3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3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22" y="0"/>
                    <a:pt x="24" y="0"/>
                  </a:cubicBezTo>
                  <a:cubicBezTo>
                    <a:pt x="25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0" name="Freeform 8">
              <a:extLst>
                <a:ext uri="{FF2B5EF4-FFF2-40B4-BE49-F238E27FC236}">
                  <a16:creationId xmlns:a16="http://schemas.microsoft.com/office/drawing/2014/main" id="{5DB2E657-9DEB-454A-9BA7-6D50D60FF84F}"/>
                </a:ext>
              </a:extLst>
            </p:cNvPr>
            <p:cNvSpPr/>
            <p:nvPr/>
          </p:nvSpPr>
          <p:spPr bwMode="auto">
            <a:xfrm>
              <a:off x="5440363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1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9 w 20"/>
                <a:gd name="T21" fmla="*/ 9 h 28"/>
                <a:gd name="T22" fmla="*/ 19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10 w 20"/>
                <a:gd name="T35" fmla="*/ 28 h 28"/>
                <a:gd name="T36" fmla="*/ 2 w 20"/>
                <a:gd name="T37" fmla="*/ 26 h 28"/>
                <a:gd name="T38" fmla="*/ 1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1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5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7" y="1"/>
                    <a:pt x="17" y="1"/>
                  </a:cubicBezTo>
                  <a:cubicBezTo>
                    <a:pt x="18" y="1"/>
                    <a:pt x="18" y="1"/>
                    <a:pt x="18" y="2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9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6" y="4"/>
                    <a:pt x="13" y="2"/>
                    <a:pt x="9" y="2"/>
                  </a:cubicBezTo>
                  <a:cubicBezTo>
                    <a:pt x="7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6" y="28"/>
                    <a:pt x="10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1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1" name="Freeform 9">
              <a:extLst>
                <a:ext uri="{FF2B5EF4-FFF2-40B4-BE49-F238E27FC236}">
                  <a16:creationId xmlns:a16="http://schemas.microsoft.com/office/drawing/2014/main" id="{C301DBB5-1459-4B5A-B58A-8D1FAE574DEE}"/>
                </a:ext>
              </a:extLst>
            </p:cNvPr>
            <p:cNvSpPr/>
            <p:nvPr/>
          </p:nvSpPr>
          <p:spPr bwMode="auto">
            <a:xfrm>
              <a:off x="5580063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2" name="Freeform 10">
              <a:extLst>
                <a:ext uri="{FF2B5EF4-FFF2-40B4-BE49-F238E27FC236}">
                  <a16:creationId xmlns:a16="http://schemas.microsoft.com/office/drawing/2014/main" id="{CF9B2F75-BCC9-4959-8E47-9F829899A77C}"/>
                </a:ext>
              </a:extLst>
            </p:cNvPr>
            <p:cNvSpPr/>
            <p:nvPr/>
          </p:nvSpPr>
          <p:spPr bwMode="auto">
            <a:xfrm>
              <a:off x="5765800" y="5832475"/>
              <a:ext cx="134938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3" name="Freeform 11">
              <a:extLst>
                <a:ext uri="{FF2B5EF4-FFF2-40B4-BE49-F238E27FC236}">
                  <a16:creationId xmlns:a16="http://schemas.microsoft.com/office/drawing/2014/main" id="{F7503162-2D4B-4C73-82A9-153029EB9749}"/>
                </a:ext>
              </a:extLst>
            </p:cNvPr>
            <p:cNvSpPr/>
            <p:nvPr/>
          </p:nvSpPr>
          <p:spPr bwMode="auto">
            <a:xfrm>
              <a:off x="5916613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4" name="Freeform 12">
              <a:extLst>
                <a:ext uri="{FF2B5EF4-FFF2-40B4-BE49-F238E27FC236}">
                  <a16:creationId xmlns:a16="http://schemas.microsoft.com/office/drawing/2014/main" id="{6D6D4F6C-3C9B-422F-AA2D-0EF2D521E486}"/>
                </a:ext>
              </a:extLst>
            </p:cNvPr>
            <p:cNvSpPr/>
            <p:nvPr/>
          </p:nvSpPr>
          <p:spPr bwMode="auto">
            <a:xfrm>
              <a:off x="6096000" y="5832475"/>
              <a:ext cx="119063" cy="153988"/>
            </a:xfrm>
            <a:custGeom>
              <a:avLst/>
              <a:gdLst>
                <a:gd name="T0" fmla="*/ 10 w 21"/>
                <a:gd name="T1" fmla="*/ 25 h 27"/>
                <a:gd name="T2" fmla="*/ 19 w 21"/>
                <a:gd name="T3" fmla="*/ 21 h 27"/>
                <a:gd name="T4" fmla="*/ 21 w 21"/>
                <a:gd name="T5" fmla="*/ 16 h 27"/>
                <a:gd name="T6" fmla="*/ 21 w 21"/>
                <a:gd name="T7" fmla="*/ 17 h 27"/>
                <a:gd name="T8" fmla="*/ 21 w 21"/>
                <a:gd name="T9" fmla="*/ 18 h 27"/>
                <a:gd name="T10" fmla="*/ 19 w 21"/>
                <a:gd name="T11" fmla="*/ 27 h 27"/>
                <a:gd name="T12" fmla="*/ 10 w 21"/>
                <a:gd name="T13" fmla="*/ 27 h 27"/>
                <a:gd name="T14" fmla="*/ 0 w 21"/>
                <a:gd name="T15" fmla="*/ 27 h 27"/>
                <a:gd name="T16" fmla="*/ 0 w 21"/>
                <a:gd name="T17" fmla="*/ 26 h 27"/>
                <a:gd name="T18" fmla="*/ 0 w 21"/>
                <a:gd name="T19" fmla="*/ 25 h 27"/>
                <a:gd name="T20" fmla="*/ 14 w 21"/>
                <a:gd name="T21" fmla="*/ 2 h 27"/>
                <a:gd name="T22" fmla="*/ 12 w 21"/>
                <a:gd name="T23" fmla="*/ 2 h 27"/>
                <a:gd name="T24" fmla="*/ 3 w 21"/>
                <a:gd name="T25" fmla="*/ 5 h 27"/>
                <a:gd name="T26" fmla="*/ 1 w 21"/>
                <a:gd name="T27" fmla="*/ 9 h 27"/>
                <a:gd name="T28" fmla="*/ 1 w 21"/>
                <a:gd name="T29" fmla="*/ 8 h 27"/>
                <a:gd name="T30" fmla="*/ 1 w 21"/>
                <a:gd name="T31" fmla="*/ 7 h 27"/>
                <a:gd name="T32" fmla="*/ 3 w 21"/>
                <a:gd name="T33" fmla="*/ 0 h 27"/>
                <a:gd name="T34" fmla="*/ 12 w 21"/>
                <a:gd name="T35" fmla="*/ 0 h 27"/>
                <a:gd name="T36" fmla="*/ 21 w 21"/>
                <a:gd name="T37" fmla="*/ 0 h 27"/>
                <a:gd name="T38" fmla="*/ 21 w 21"/>
                <a:gd name="T39" fmla="*/ 0 h 27"/>
                <a:gd name="T40" fmla="*/ 21 w 21"/>
                <a:gd name="T41" fmla="*/ 1 h 27"/>
                <a:gd name="T42" fmla="*/ 7 w 21"/>
                <a:gd name="T43" fmla="*/ 25 h 27"/>
                <a:gd name="T44" fmla="*/ 10 w 21"/>
                <a:gd name="T45" fmla="*/ 2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27">
                  <a:moveTo>
                    <a:pt x="10" y="25"/>
                  </a:moveTo>
                  <a:cubicBezTo>
                    <a:pt x="16" y="25"/>
                    <a:pt x="17" y="24"/>
                    <a:pt x="19" y="21"/>
                  </a:cubicBezTo>
                  <a:cubicBezTo>
                    <a:pt x="20" y="19"/>
                    <a:pt x="20" y="16"/>
                    <a:pt x="21" y="16"/>
                  </a:cubicBezTo>
                  <a:cubicBezTo>
                    <a:pt x="21" y="16"/>
                    <a:pt x="21" y="17"/>
                    <a:pt x="21" y="17"/>
                  </a:cubicBezTo>
                  <a:cubicBezTo>
                    <a:pt x="21" y="17"/>
                    <a:pt x="21" y="18"/>
                    <a:pt x="21" y="1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6" y="27"/>
                    <a:pt x="13" y="27"/>
                    <a:pt x="10" y="27"/>
                  </a:cubicBezTo>
                  <a:cubicBezTo>
                    <a:pt x="7" y="27"/>
                    <a:pt x="3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0" y="26"/>
                    <a:pt x="0" y="25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6" y="2"/>
                    <a:pt x="5" y="2"/>
                    <a:pt x="3" y="5"/>
                  </a:cubicBezTo>
                  <a:cubicBezTo>
                    <a:pt x="2" y="8"/>
                    <a:pt x="2" y="9"/>
                    <a:pt x="1" y="9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1" y="8"/>
                    <a:pt x="1" y="8"/>
                    <a:pt x="1" y="7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6" y="0"/>
                    <a:pt x="9" y="0"/>
                    <a:pt x="12" y="0"/>
                  </a:cubicBezTo>
                  <a:cubicBezTo>
                    <a:pt x="15" y="0"/>
                    <a:pt x="18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1"/>
                    <a:pt x="21" y="1"/>
                  </a:cubicBezTo>
                  <a:cubicBezTo>
                    <a:pt x="7" y="25"/>
                    <a:pt x="7" y="25"/>
                    <a:pt x="7" y="25"/>
                  </a:cubicBezTo>
                  <a:lnTo>
                    <a:pt x="10" y="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5" name="Freeform 13">
              <a:extLst>
                <a:ext uri="{FF2B5EF4-FFF2-40B4-BE49-F238E27FC236}">
                  <a16:creationId xmlns:a16="http://schemas.microsoft.com/office/drawing/2014/main" id="{8897F17E-EF8F-4B1B-BBDC-381278C5B0D6}"/>
                </a:ext>
              </a:extLst>
            </p:cNvPr>
            <p:cNvSpPr/>
            <p:nvPr/>
          </p:nvSpPr>
          <p:spPr bwMode="auto">
            <a:xfrm>
              <a:off x="6837363" y="5832475"/>
              <a:ext cx="150813" cy="153988"/>
            </a:xfrm>
            <a:custGeom>
              <a:avLst/>
              <a:gdLst>
                <a:gd name="T0" fmla="*/ 23 w 27"/>
                <a:gd name="T1" fmla="*/ 18 h 27"/>
                <a:gd name="T2" fmla="*/ 13 w 27"/>
                <a:gd name="T3" fmla="*/ 27 h 27"/>
                <a:gd name="T4" fmla="*/ 3 w 27"/>
                <a:gd name="T5" fmla="*/ 20 h 27"/>
                <a:gd name="T6" fmla="*/ 3 w 27"/>
                <a:gd name="T7" fmla="*/ 3 h 27"/>
                <a:gd name="T8" fmla="*/ 0 w 27"/>
                <a:gd name="T9" fmla="*/ 0 h 27"/>
                <a:gd name="T10" fmla="*/ 1 w 27"/>
                <a:gd name="T11" fmla="*/ 0 h 27"/>
                <a:gd name="T12" fmla="*/ 6 w 27"/>
                <a:gd name="T13" fmla="*/ 0 h 27"/>
                <a:gd name="T14" fmla="*/ 12 w 27"/>
                <a:gd name="T15" fmla="*/ 0 h 27"/>
                <a:gd name="T16" fmla="*/ 12 w 27"/>
                <a:gd name="T17" fmla="*/ 0 h 27"/>
                <a:gd name="T18" fmla="*/ 9 w 27"/>
                <a:gd name="T19" fmla="*/ 3 h 27"/>
                <a:gd name="T20" fmla="*/ 9 w 27"/>
                <a:gd name="T21" fmla="*/ 20 h 27"/>
                <a:gd name="T22" fmla="*/ 15 w 27"/>
                <a:gd name="T23" fmla="*/ 26 h 27"/>
                <a:gd name="T24" fmla="*/ 21 w 27"/>
                <a:gd name="T25" fmla="*/ 19 h 27"/>
                <a:gd name="T26" fmla="*/ 21 w 27"/>
                <a:gd name="T27" fmla="*/ 7 h 27"/>
                <a:gd name="T28" fmla="*/ 18 w 27"/>
                <a:gd name="T29" fmla="*/ 1 h 27"/>
                <a:gd name="T30" fmla="*/ 17 w 27"/>
                <a:gd name="T31" fmla="*/ 0 h 27"/>
                <a:gd name="T32" fmla="*/ 17 w 27"/>
                <a:gd name="T33" fmla="*/ 0 h 27"/>
                <a:gd name="T34" fmla="*/ 22 w 27"/>
                <a:gd name="T35" fmla="*/ 0 h 27"/>
                <a:gd name="T36" fmla="*/ 27 w 27"/>
                <a:gd name="T37" fmla="*/ 0 h 27"/>
                <a:gd name="T38" fmla="*/ 27 w 27"/>
                <a:gd name="T39" fmla="*/ 0 h 27"/>
                <a:gd name="T40" fmla="*/ 26 w 27"/>
                <a:gd name="T41" fmla="*/ 1 h 27"/>
                <a:gd name="T42" fmla="*/ 23 w 27"/>
                <a:gd name="T43" fmla="*/ 7 h 27"/>
                <a:gd name="T44" fmla="*/ 23 w 27"/>
                <a:gd name="T45" fmla="*/ 18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" h="27">
                  <a:moveTo>
                    <a:pt x="23" y="18"/>
                  </a:moveTo>
                  <a:cubicBezTo>
                    <a:pt x="23" y="24"/>
                    <a:pt x="19" y="27"/>
                    <a:pt x="13" y="27"/>
                  </a:cubicBezTo>
                  <a:cubicBezTo>
                    <a:pt x="7" y="27"/>
                    <a:pt x="3" y="24"/>
                    <a:pt x="3" y="2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4"/>
                    <a:pt x="12" y="26"/>
                    <a:pt x="15" y="26"/>
                  </a:cubicBezTo>
                  <a:cubicBezTo>
                    <a:pt x="18" y="26"/>
                    <a:pt x="21" y="23"/>
                    <a:pt x="21" y="19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3"/>
                    <a:pt x="20" y="1"/>
                    <a:pt x="18" y="1"/>
                  </a:cubicBezTo>
                  <a:cubicBezTo>
                    <a:pt x="17" y="1"/>
                    <a:pt x="17" y="1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8" y="0"/>
                    <a:pt x="21" y="0"/>
                    <a:pt x="22" y="0"/>
                  </a:cubicBezTo>
                  <a:cubicBezTo>
                    <a:pt x="24" y="0"/>
                    <a:pt x="26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"/>
                    <a:pt x="26" y="1"/>
                    <a:pt x="26" y="1"/>
                  </a:cubicBezTo>
                  <a:cubicBezTo>
                    <a:pt x="24" y="1"/>
                    <a:pt x="23" y="3"/>
                    <a:pt x="23" y="7"/>
                  </a:cubicBezTo>
                  <a:lnTo>
                    <a:pt x="23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6" name="Freeform 14">
              <a:extLst>
                <a:ext uri="{FF2B5EF4-FFF2-40B4-BE49-F238E27FC236}">
                  <a16:creationId xmlns:a16="http://schemas.microsoft.com/office/drawing/2014/main" id="{7A6418D6-B0CD-4844-80CE-443005FC63C1}"/>
                </a:ext>
              </a:extLst>
            </p:cNvPr>
            <p:cNvSpPr/>
            <p:nvPr/>
          </p:nvSpPr>
          <p:spPr bwMode="auto">
            <a:xfrm>
              <a:off x="7178675" y="5832475"/>
              <a:ext cx="73025" cy="153988"/>
            </a:xfrm>
            <a:custGeom>
              <a:avLst/>
              <a:gdLst>
                <a:gd name="T0" fmla="*/ 3 w 13"/>
                <a:gd name="T1" fmla="*/ 3 h 27"/>
                <a:gd name="T2" fmla="*/ 0 w 13"/>
                <a:gd name="T3" fmla="*/ 0 h 27"/>
                <a:gd name="T4" fmla="*/ 1 w 13"/>
                <a:gd name="T5" fmla="*/ 0 h 27"/>
                <a:gd name="T6" fmla="*/ 6 w 13"/>
                <a:gd name="T7" fmla="*/ 0 h 27"/>
                <a:gd name="T8" fmla="*/ 12 w 13"/>
                <a:gd name="T9" fmla="*/ 0 h 27"/>
                <a:gd name="T10" fmla="*/ 13 w 13"/>
                <a:gd name="T11" fmla="*/ 0 h 27"/>
                <a:gd name="T12" fmla="*/ 9 w 13"/>
                <a:gd name="T13" fmla="*/ 3 h 27"/>
                <a:gd name="T14" fmla="*/ 9 w 13"/>
                <a:gd name="T15" fmla="*/ 23 h 27"/>
                <a:gd name="T16" fmla="*/ 13 w 13"/>
                <a:gd name="T17" fmla="*/ 26 h 27"/>
                <a:gd name="T18" fmla="*/ 12 w 13"/>
                <a:gd name="T19" fmla="*/ 27 h 27"/>
                <a:gd name="T20" fmla="*/ 6 w 13"/>
                <a:gd name="T21" fmla="*/ 27 h 27"/>
                <a:gd name="T22" fmla="*/ 1 w 13"/>
                <a:gd name="T23" fmla="*/ 27 h 27"/>
                <a:gd name="T24" fmla="*/ 0 w 13"/>
                <a:gd name="T25" fmla="*/ 26 h 27"/>
                <a:gd name="T26" fmla="*/ 3 w 13"/>
                <a:gd name="T27" fmla="*/ 23 h 27"/>
                <a:gd name="T28" fmla="*/ 3 w 13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7" name="Freeform 15">
              <a:extLst>
                <a:ext uri="{FF2B5EF4-FFF2-40B4-BE49-F238E27FC236}">
                  <a16:creationId xmlns:a16="http://schemas.microsoft.com/office/drawing/2014/main" id="{541D98B2-9984-414A-AC00-2C45FB8A5F1F}"/>
                </a:ext>
              </a:extLst>
            </p:cNvPr>
            <p:cNvSpPr/>
            <p:nvPr/>
          </p:nvSpPr>
          <p:spPr bwMode="auto">
            <a:xfrm>
              <a:off x="7267575" y="5832475"/>
              <a:ext cx="157163" cy="153988"/>
            </a:xfrm>
            <a:custGeom>
              <a:avLst/>
              <a:gdLst>
                <a:gd name="T0" fmla="*/ 20 w 28"/>
                <a:gd name="T1" fmla="*/ 7 h 27"/>
                <a:gd name="T2" fmla="*/ 20 w 28"/>
                <a:gd name="T3" fmla="*/ 4 h 27"/>
                <a:gd name="T4" fmla="*/ 17 w 28"/>
                <a:gd name="T5" fmla="*/ 0 h 27"/>
                <a:gd name="T6" fmla="*/ 18 w 28"/>
                <a:gd name="T7" fmla="*/ 0 h 27"/>
                <a:gd name="T8" fmla="*/ 21 w 28"/>
                <a:gd name="T9" fmla="*/ 0 h 27"/>
                <a:gd name="T10" fmla="*/ 27 w 28"/>
                <a:gd name="T11" fmla="*/ 0 h 27"/>
                <a:gd name="T12" fmla="*/ 28 w 28"/>
                <a:gd name="T13" fmla="*/ 0 h 27"/>
                <a:gd name="T14" fmla="*/ 23 w 28"/>
                <a:gd name="T15" fmla="*/ 6 h 27"/>
                <a:gd name="T16" fmla="*/ 14 w 28"/>
                <a:gd name="T17" fmla="*/ 26 h 27"/>
                <a:gd name="T18" fmla="*/ 13 w 28"/>
                <a:gd name="T19" fmla="*/ 27 h 27"/>
                <a:gd name="T20" fmla="*/ 13 w 28"/>
                <a:gd name="T21" fmla="*/ 26 h 27"/>
                <a:gd name="T22" fmla="*/ 3 w 28"/>
                <a:gd name="T23" fmla="*/ 3 h 27"/>
                <a:gd name="T24" fmla="*/ 0 w 28"/>
                <a:gd name="T25" fmla="*/ 0 h 27"/>
                <a:gd name="T26" fmla="*/ 0 w 28"/>
                <a:gd name="T27" fmla="*/ 0 h 27"/>
                <a:gd name="T28" fmla="*/ 6 w 28"/>
                <a:gd name="T29" fmla="*/ 0 h 27"/>
                <a:gd name="T30" fmla="*/ 11 w 28"/>
                <a:gd name="T31" fmla="*/ 0 h 27"/>
                <a:gd name="T32" fmla="*/ 12 w 28"/>
                <a:gd name="T33" fmla="*/ 0 h 27"/>
                <a:gd name="T34" fmla="*/ 9 w 28"/>
                <a:gd name="T35" fmla="*/ 2 h 27"/>
                <a:gd name="T36" fmla="*/ 10 w 28"/>
                <a:gd name="T37" fmla="*/ 4 h 27"/>
                <a:gd name="T38" fmla="*/ 15 w 28"/>
                <a:gd name="T39" fmla="*/ 18 h 27"/>
                <a:gd name="T40" fmla="*/ 20 w 28"/>
                <a:gd name="T41" fmla="*/ 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" h="27">
                  <a:moveTo>
                    <a:pt x="20" y="7"/>
                  </a:moveTo>
                  <a:cubicBezTo>
                    <a:pt x="20" y="6"/>
                    <a:pt x="20" y="5"/>
                    <a:pt x="20" y="4"/>
                  </a:cubicBezTo>
                  <a:cubicBezTo>
                    <a:pt x="20" y="0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1" y="0"/>
                  </a:cubicBezTo>
                  <a:cubicBezTo>
                    <a:pt x="23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28" y="2"/>
                    <a:pt x="25" y="0"/>
                    <a:pt x="23" y="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7"/>
                    <a:pt x="14" y="27"/>
                    <a:pt x="13" y="27"/>
                  </a:cubicBezTo>
                  <a:cubicBezTo>
                    <a:pt x="13" y="27"/>
                    <a:pt x="13" y="27"/>
                    <a:pt x="13" y="26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8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2"/>
                  </a:cubicBezTo>
                  <a:cubicBezTo>
                    <a:pt x="9" y="3"/>
                    <a:pt x="10" y="3"/>
                    <a:pt x="10" y="4"/>
                  </a:cubicBezTo>
                  <a:cubicBezTo>
                    <a:pt x="15" y="18"/>
                    <a:pt x="15" y="18"/>
                    <a:pt x="15" y="18"/>
                  </a:cubicBezTo>
                  <a:lnTo>
                    <a:pt x="20" y="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8" name="Freeform 16">
              <a:extLst>
                <a:ext uri="{FF2B5EF4-FFF2-40B4-BE49-F238E27FC236}">
                  <a16:creationId xmlns:a16="http://schemas.microsoft.com/office/drawing/2014/main" id="{5EAEDB02-A509-440A-8FA6-BD3EE28A18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5832475"/>
              <a:ext cx="157163" cy="153988"/>
            </a:xfrm>
            <a:custGeom>
              <a:avLst/>
              <a:gdLst>
                <a:gd name="T0" fmla="*/ 14 w 28"/>
                <a:gd name="T1" fmla="*/ 17 h 27"/>
                <a:gd name="T2" fmla="*/ 9 w 28"/>
                <a:gd name="T3" fmla="*/ 14 h 27"/>
                <a:gd name="T4" fmla="*/ 9 w 28"/>
                <a:gd name="T5" fmla="*/ 23 h 27"/>
                <a:gd name="T6" fmla="*/ 13 w 28"/>
                <a:gd name="T7" fmla="*/ 26 h 27"/>
                <a:gd name="T8" fmla="*/ 12 w 28"/>
                <a:gd name="T9" fmla="*/ 27 h 27"/>
                <a:gd name="T10" fmla="*/ 6 w 28"/>
                <a:gd name="T11" fmla="*/ 27 h 27"/>
                <a:gd name="T12" fmla="*/ 1 w 28"/>
                <a:gd name="T13" fmla="*/ 27 h 27"/>
                <a:gd name="T14" fmla="*/ 0 w 28"/>
                <a:gd name="T15" fmla="*/ 26 h 27"/>
                <a:gd name="T16" fmla="*/ 4 w 28"/>
                <a:gd name="T17" fmla="*/ 23 h 27"/>
                <a:gd name="T18" fmla="*/ 4 w 28"/>
                <a:gd name="T19" fmla="*/ 3 h 27"/>
                <a:gd name="T20" fmla="*/ 0 w 28"/>
                <a:gd name="T21" fmla="*/ 0 h 27"/>
                <a:gd name="T22" fmla="*/ 1 w 28"/>
                <a:gd name="T23" fmla="*/ 0 h 27"/>
                <a:gd name="T24" fmla="*/ 6 w 28"/>
                <a:gd name="T25" fmla="*/ 0 h 27"/>
                <a:gd name="T26" fmla="*/ 13 w 28"/>
                <a:gd name="T27" fmla="*/ 0 h 27"/>
                <a:gd name="T28" fmla="*/ 23 w 28"/>
                <a:gd name="T29" fmla="*/ 7 h 27"/>
                <a:gd name="T30" fmla="*/ 13 w 28"/>
                <a:gd name="T31" fmla="*/ 14 h 27"/>
                <a:gd name="T32" fmla="*/ 13 w 28"/>
                <a:gd name="T33" fmla="*/ 14 h 27"/>
                <a:gd name="T34" fmla="*/ 21 w 28"/>
                <a:gd name="T35" fmla="*/ 18 h 27"/>
                <a:gd name="T36" fmla="*/ 24 w 28"/>
                <a:gd name="T37" fmla="*/ 24 h 27"/>
                <a:gd name="T38" fmla="*/ 28 w 28"/>
                <a:gd name="T39" fmla="*/ 26 h 27"/>
                <a:gd name="T40" fmla="*/ 28 w 28"/>
                <a:gd name="T41" fmla="*/ 27 h 27"/>
                <a:gd name="T42" fmla="*/ 23 w 28"/>
                <a:gd name="T43" fmla="*/ 27 h 27"/>
                <a:gd name="T44" fmla="*/ 19 w 28"/>
                <a:gd name="T45" fmla="*/ 27 h 27"/>
                <a:gd name="T46" fmla="*/ 14 w 28"/>
                <a:gd name="T47" fmla="*/ 17 h 27"/>
                <a:gd name="T48" fmla="*/ 9 w 28"/>
                <a:gd name="T49" fmla="*/ 12 h 27"/>
                <a:gd name="T50" fmla="*/ 11 w 28"/>
                <a:gd name="T51" fmla="*/ 12 h 27"/>
                <a:gd name="T52" fmla="*/ 17 w 28"/>
                <a:gd name="T53" fmla="*/ 7 h 27"/>
                <a:gd name="T54" fmla="*/ 12 w 28"/>
                <a:gd name="T55" fmla="*/ 2 h 27"/>
                <a:gd name="T56" fmla="*/ 9 w 28"/>
                <a:gd name="T57" fmla="*/ 2 h 27"/>
                <a:gd name="T58" fmla="*/ 9 w 28"/>
                <a:gd name="T59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8" h="27">
                  <a:moveTo>
                    <a:pt x="14" y="17"/>
                  </a:moveTo>
                  <a:cubicBezTo>
                    <a:pt x="13" y="15"/>
                    <a:pt x="12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3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3" y="0"/>
                  </a:cubicBezTo>
                  <a:cubicBezTo>
                    <a:pt x="19" y="0"/>
                    <a:pt x="23" y="3"/>
                    <a:pt x="23" y="7"/>
                  </a:cubicBezTo>
                  <a:cubicBezTo>
                    <a:pt x="23" y="10"/>
                    <a:pt x="21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7" y="14"/>
                    <a:pt x="19" y="15"/>
                    <a:pt x="21" y="18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5" y="27"/>
                    <a:pt x="23" y="27"/>
                  </a:cubicBezTo>
                  <a:cubicBezTo>
                    <a:pt x="19" y="27"/>
                    <a:pt x="19" y="27"/>
                    <a:pt x="19" y="27"/>
                  </a:cubicBezTo>
                  <a:lnTo>
                    <a:pt x="14" y="17"/>
                  </a:lnTo>
                  <a:close/>
                  <a:moveTo>
                    <a:pt x="9" y="12"/>
                  </a:moveTo>
                  <a:cubicBezTo>
                    <a:pt x="11" y="12"/>
                    <a:pt x="11" y="12"/>
                    <a:pt x="11" y="12"/>
                  </a:cubicBezTo>
                  <a:cubicBezTo>
                    <a:pt x="15" y="12"/>
                    <a:pt x="17" y="10"/>
                    <a:pt x="17" y="7"/>
                  </a:cubicBezTo>
                  <a:cubicBezTo>
                    <a:pt x="17" y="3"/>
                    <a:pt x="15" y="2"/>
                    <a:pt x="12" y="2"/>
                  </a:cubicBezTo>
                  <a:cubicBezTo>
                    <a:pt x="9" y="2"/>
                    <a:pt x="9" y="2"/>
                    <a:pt x="9" y="2"/>
                  </a:cubicBezTo>
                  <a:lnTo>
                    <a:pt x="9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9" name="Freeform 17">
              <a:extLst>
                <a:ext uri="{FF2B5EF4-FFF2-40B4-BE49-F238E27FC236}">
                  <a16:creationId xmlns:a16="http://schemas.microsoft.com/office/drawing/2014/main" id="{4D74A5B6-1284-41DE-8A89-CBE79110CAE7}"/>
                </a:ext>
              </a:extLst>
            </p:cNvPr>
            <p:cNvSpPr/>
            <p:nvPr/>
          </p:nvSpPr>
          <p:spPr bwMode="auto">
            <a:xfrm>
              <a:off x="7913688" y="5832475"/>
              <a:ext cx="66675" cy="153988"/>
            </a:xfrm>
            <a:custGeom>
              <a:avLst/>
              <a:gdLst>
                <a:gd name="T0" fmla="*/ 3 w 12"/>
                <a:gd name="T1" fmla="*/ 3 h 27"/>
                <a:gd name="T2" fmla="*/ 0 w 12"/>
                <a:gd name="T3" fmla="*/ 0 h 27"/>
                <a:gd name="T4" fmla="*/ 0 w 12"/>
                <a:gd name="T5" fmla="*/ 0 h 27"/>
                <a:gd name="T6" fmla="*/ 6 w 12"/>
                <a:gd name="T7" fmla="*/ 0 h 27"/>
                <a:gd name="T8" fmla="*/ 11 w 12"/>
                <a:gd name="T9" fmla="*/ 0 h 27"/>
                <a:gd name="T10" fmla="*/ 12 w 12"/>
                <a:gd name="T11" fmla="*/ 0 h 27"/>
                <a:gd name="T12" fmla="*/ 9 w 12"/>
                <a:gd name="T13" fmla="*/ 3 h 27"/>
                <a:gd name="T14" fmla="*/ 9 w 12"/>
                <a:gd name="T15" fmla="*/ 23 h 27"/>
                <a:gd name="T16" fmla="*/ 12 w 12"/>
                <a:gd name="T17" fmla="*/ 26 h 27"/>
                <a:gd name="T18" fmla="*/ 11 w 12"/>
                <a:gd name="T19" fmla="*/ 27 h 27"/>
                <a:gd name="T20" fmla="*/ 6 w 12"/>
                <a:gd name="T21" fmla="*/ 27 h 27"/>
                <a:gd name="T22" fmla="*/ 0 w 12"/>
                <a:gd name="T23" fmla="*/ 27 h 27"/>
                <a:gd name="T24" fmla="*/ 0 w 12"/>
                <a:gd name="T25" fmla="*/ 26 h 27"/>
                <a:gd name="T26" fmla="*/ 3 w 12"/>
                <a:gd name="T27" fmla="*/ 23 h 27"/>
                <a:gd name="T28" fmla="*/ 3 w 12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7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9" y="27"/>
                    <a:pt x="7" y="27"/>
                    <a:pt x="6" y="27"/>
                  </a:cubicBezTo>
                  <a:cubicBezTo>
                    <a:pt x="4" y="27"/>
                    <a:pt x="2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0" name="Freeform 18">
              <a:extLst>
                <a:ext uri="{FF2B5EF4-FFF2-40B4-BE49-F238E27FC236}">
                  <a16:creationId xmlns:a16="http://schemas.microsoft.com/office/drawing/2014/main" id="{433DE264-3837-4D3F-934B-18C7A772B002}"/>
                </a:ext>
              </a:extLst>
            </p:cNvPr>
            <p:cNvSpPr/>
            <p:nvPr/>
          </p:nvSpPr>
          <p:spPr bwMode="auto">
            <a:xfrm>
              <a:off x="8002588" y="5827713"/>
              <a:ext cx="134938" cy="158750"/>
            </a:xfrm>
            <a:custGeom>
              <a:avLst/>
              <a:gdLst>
                <a:gd name="T0" fmla="*/ 9 w 24"/>
                <a:gd name="T1" fmla="*/ 2 h 28"/>
                <a:gd name="T2" fmla="*/ 0 w 24"/>
                <a:gd name="T3" fmla="*/ 10 h 28"/>
                <a:gd name="T4" fmla="*/ 0 w 24"/>
                <a:gd name="T5" fmla="*/ 10 h 28"/>
                <a:gd name="T6" fmla="*/ 0 w 24"/>
                <a:gd name="T7" fmla="*/ 8 h 28"/>
                <a:gd name="T8" fmla="*/ 1 w 24"/>
                <a:gd name="T9" fmla="*/ 1 h 28"/>
                <a:gd name="T10" fmla="*/ 1 w 24"/>
                <a:gd name="T11" fmla="*/ 0 h 28"/>
                <a:gd name="T12" fmla="*/ 2 w 24"/>
                <a:gd name="T13" fmla="*/ 1 h 28"/>
                <a:gd name="T14" fmla="*/ 3 w 24"/>
                <a:gd name="T15" fmla="*/ 1 h 28"/>
                <a:gd name="T16" fmla="*/ 21 w 24"/>
                <a:gd name="T17" fmla="*/ 1 h 28"/>
                <a:gd name="T18" fmla="*/ 22 w 24"/>
                <a:gd name="T19" fmla="*/ 1 h 28"/>
                <a:gd name="T20" fmla="*/ 22 w 24"/>
                <a:gd name="T21" fmla="*/ 0 h 28"/>
                <a:gd name="T22" fmla="*/ 23 w 24"/>
                <a:gd name="T23" fmla="*/ 1 h 28"/>
                <a:gd name="T24" fmla="*/ 24 w 24"/>
                <a:gd name="T25" fmla="*/ 8 h 28"/>
                <a:gd name="T26" fmla="*/ 24 w 24"/>
                <a:gd name="T27" fmla="*/ 10 h 28"/>
                <a:gd name="T28" fmla="*/ 24 w 24"/>
                <a:gd name="T29" fmla="*/ 10 h 28"/>
                <a:gd name="T30" fmla="*/ 15 w 24"/>
                <a:gd name="T31" fmla="*/ 2 h 28"/>
                <a:gd name="T32" fmla="*/ 15 w 24"/>
                <a:gd name="T33" fmla="*/ 24 h 28"/>
                <a:gd name="T34" fmla="*/ 18 w 24"/>
                <a:gd name="T35" fmla="*/ 27 h 28"/>
                <a:gd name="T36" fmla="*/ 19 w 24"/>
                <a:gd name="T37" fmla="*/ 27 h 28"/>
                <a:gd name="T38" fmla="*/ 18 w 24"/>
                <a:gd name="T39" fmla="*/ 28 h 28"/>
                <a:gd name="T40" fmla="*/ 12 w 24"/>
                <a:gd name="T41" fmla="*/ 28 h 28"/>
                <a:gd name="T42" fmla="*/ 6 w 24"/>
                <a:gd name="T43" fmla="*/ 28 h 28"/>
                <a:gd name="T44" fmla="*/ 5 w 24"/>
                <a:gd name="T45" fmla="*/ 27 h 28"/>
                <a:gd name="T46" fmla="*/ 6 w 24"/>
                <a:gd name="T47" fmla="*/ 27 h 28"/>
                <a:gd name="T48" fmla="*/ 9 w 24"/>
                <a:gd name="T49" fmla="*/ 24 h 28"/>
                <a:gd name="T50" fmla="*/ 9 w 24"/>
                <a:gd name="T51" fmla="*/ 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4" h="28">
                  <a:moveTo>
                    <a:pt x="9" y="2"/>
                  </a:moveTo>
                  <a:cubicBezTo>
                    <a:pt x="1" y="5"/>
                    <a:pt x="1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9"/>
                    <a:pt x="0" y="8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2" y="1"/>
                    <a:pt x="22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3" y="0"/>
                    <a:pt x="23" y="1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9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3" y="10"/>
                    <a:pt x="23" y="5"/>
                    <a:pt x="15" y="2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6"/>
                    <a:pt x="16" y="27"/>
                    <a:pt x="18" y="27"/>
                  </a:cubicBezTo>
                  <a:cubicBezTo>
                    <a:pt x="18" y="27"/>
                    <a:pt x="19" y="27"/>
                    <a:pt x="19" y="27"/>
                  </a:cubicBezTo>
                  <a:cubicBezTo>
                    <a:pt x="19" y="28"/>
                    <a:pt x="18" y="28"/>
                    <a:pt x="18" y="28"/>
                  </a:cubicBezTo>
                  <a:cubicBezTo>
                    <a:pt x="16" y="28"/>
                    <a:pt x="14" y="28"/>
                    <a:pt x="12" y="28"/>
                  </a:cubicBezTo>
                  <a:cubicBezTo>
                    <a:pt x="10" y="28"/>
                    <a:pt x="8" y="28"/>
                    <a:pt x="6" y="28"/>
                  </a:cubicBezTo>
                  <a:cubicBezTo>
                    <a:pt x="5" y="28"/>
                    <a:pt x="5" y="28"/>
                    <a:pt x="5" y="27"/>
                  </a:cubicBezTo>
                  <a:cubicBezTo>
                    <a:pt x="5" y="27"/>
                    <a:pt x="5" y="27"/>
                    <a:pt x="6" y="27"/>
                  </a:cubicBezTo>
                  <a:cubicBezTo>
                    <a:pt x="8" y="27"/>
                    <a:pt x="9" y="26"/>
                    <a:pt x="9" y="24"/>
                  </a:cubicBezTo>
                  <a:lnTo>
                    <a:pt x="9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1" name="Freeform 19">
              <a:extLst>
                <a:ext uri="{FF2B5EF4-FFF2-40B4-BE49-F238E27FC236}">
                  <a16:creationId xmlns:a16="http://schemas.microsoft.com/office/drawing/2014/main" id="{CDC2F695-4593-4354-8E6E-A01F4483A2DA}"/>
                </a:ext>
              </a:extLst>
            </p:cNvPr>
            <p:cNvSpPr/>
            <p:nvPr/>
          </p:nvSpPr>
          <p:spPr bwMode="auto">
            <a:xfrm>
              <a:off x="8148638" y="5832475"/>
              <a:ext cx="146050" cy="153988"/>
            </a:xfrm>
            <a:custGeom>
              <a:avLst/>
              <a:gdLst>
                <a:gd name="T0" fmla="*/ 15 w 26"/>
                <a:gd name="T1" fmla="*/ 12 h 27"/>
                <a:gd name="T2" fmla="*/ 18 w 26"/>
                <a:gd name="T3" fmla="*/ 8 h 27"/>
                <a:gd name="T4" fmla="*/ 19 w 26"/>
                <a:gd name="T5" fmla="*/ 3 h 27"/>
                <a:gd name="T6" fmla="*/ 17 w 26"/>
                <a:gd name="T7" fmla="*/ 0 h 27"/>
                <a:gd name="T8" fmla="*/ 18 w 26"/>
                <a:gd name="T9" fmla="*/ 0 h 27"/>
                <a:gd name="T10" fmla="*/ 22 w 26"/>
                <a:gd name="T11" fmla="*/ 0 h 27"/>
                <a:gd name="T12" fmla="*/ 26 w 26"/>
                <a:gd name="T13" fmla="*/ 0 h 27"/>
                <a:gd name="T14" fmla="*/ 26 w 26"/>
                <a:gd name="T15" fmla="*/ 0 h 27"/>
                <a:gd name="T16" fmla="*/ 21 w 26"/>
                <a:gd name="T17" fmla="*/ 6 h 27"/>
                <a:gd name="T18" fmla="*/ 16 w 26"/>
                <a:gd name="T19" fmla="*/ 14 h 27"/>
                <a:gd name="T20" fmla="*/ 16 w 26"/>
                <a:gd name="T21" fmla="*/ 23 h 27"/>
                <a:gd name="T22" fmla="*/ 19 w 26"/>
                <a:gd name="T23" fmla="*/ 26 h 27"/>
                <a:gd name="T24" fmla="*/ 18 w 26"/>
                <a:gd name="T25" fmla="*/ 27 h 27"/>
                <a:gd name="T26" fmla="*/ 13 w 26"/>
                <a:gd name="T27" fmla="*/ 27 h 27"/>
                <a:gd name="T28" fmla="*/ 8 w 26"/>
                <a:gd name="T29" fmla="*/ 27 h 27"/>
                <a:gd name="T30" fmla="*/ 7 w 26"/>
                <a:gd name="T31" fmla="*/ 26 h 27"/>
                <a:gd name="T32" fmla="*/ 10 w 26"/>
                <a:gd name="T33" fmla="*/ 23 h 27"/>
                <a:gd name="T34" fmla="*/ 10 w 26"/>
                <a:gd name="T35" fmla="*/ 15 h 27"/>
                <a:gd name="T36" fmla="*/ 4 w 26"/>
                <a:gd name="T37" fmla="*/ 3 h 27"/>
                <a:gd name="T38" fmla="*/ 0 w 26"/>
                <a:gd name="T39" fmla="*/ 0 h 27"/>
                <a:gd name="T40" fmla="*/ 1 w 26"/>
                <a:gd name="T41" fmla="*/ 0 h 27"/>
                <a:gd name="T42" fmla="*/ 6 w 26"/>
                <a:gd name="T43" fmla="*/ 0 h 27"/>
                <a:gd name="T44" fmla="*/ 12 w 26"/>
                <a:gd name="T45" fmla="*/ 0 h 27"/>
                <a:gd name="T46" fmla="*/ 13 w 26"/>
                <a:gd name="T47" fmla="*/ 0 h 27"/>
                <a:gd name="T48" fmla="*/ 10 w 26"/>
                <a:gd name="T49" fmla="*/ 2 h 27"/>
                <a:gd name="T50" fmla="*/ 11 w 26"/>
                <a:gd name="T51" fmla="*/ 5 h 27"/>
                <a:gd name="T52" fmla="*/ 15 w 26"/>
                <a:gd name="T53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" h="27">
                  <a:moveTo>
                    <a:pt x="15" y="12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9" y="6"/>
                    <a:pt x="19" y="4"/>
                    <a:pt x="19" y="3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2" y="0"/>
                  </a:cubicBezTo>
                  <a:cubicBezTo>
                    <a:pt x="23" y="0"/>
                    <a:pt x="25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1"/>
                    <a:pt x="24" y="0"/>
                    <a:pt x="21" y="6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6" y="27"/>
                    <a:pt x="19" y="25"/>
                    <a:pt x="19" y="26"/>
                  </a:cubicBezTo>
                  <a:cubicBezTo>
                    <a:pt x="19" y="27"/>
                    <a:pt x="19" y="27"/>
                    <a:pt x="18" y="27"/>
                  </a:cubicBezTo>
                  <a:cubicBezTo>
                    <a:pt x="16" y="27"/>
                    <a:pt x="15" y="27"/>
                    <a:pt x="13" y="27"/>
                  </a:cubicBezTo>
                  <a:cubicBezTo>
                    <a:pt x="11" y="27"/>
                    <a:pt x="10" y="27"/>
                    <a:pt x="8" y="27"/>
                  </a:cubicBezTo>
                  <a:cubicBezTo>
                    <a:pt x="7" y="27"/>
                    <a:pt x="7" y="27"/>
                    <a:pt x="7" y="26"/>
                  </a:cubicBezTo>
                  <a:cubicBezTo>
                    <a:pt x="7" y="25"/>
                    <a:pt x="10" y="27"/>
                    <a:pt x="10" y="23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4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10" y="0"/>
                    <a:pt x="10" y="2"/>
                  </a:cubicBezTo>
                  <a:cubicBezTo>
                    <a:pt x="10" y="3"/>
                    <a:pt x="10" y="4"/>
                    <a:pt x="11" y="5"/>
                  </a:cubicBezTo>
                  <a:lnTo>
                    <a:pt x="15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2" name="Freeform 20">
              <a:extLst>
                <a:ext uri="{FF2B5EF4-FFF2-40B4-BE49-F238E27FC236}">
                  <a16:creationId xmlns:a16="http://schemas.microsoft.com/office/drawing/2014/main" id="{DB97A10E-0815-4B88-99D5-406C8DD405B1}"/>
                </a:ext>
              </a:extLst>
            </p:cNvPr>
            <p:cNvSpPr/>
            <p:nvPr/>
          </p:nvSpPr>
          <p:spPr bwMode="auto">
            <a:xfrm>
              <a:off x="6242050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3" name="Freeform 21">
              <a:extLst>
                <a:ext uri="{FF2B5EF4-FFF2-40B4-BE49-F238E27FC236}">
                  <a16:creationId xmlns:a16="http://schemas.microsoft.com/office/drawing/2014/main" id="{A77D3CB7-D10F-491E-BAF2-CCCEC4FBEAA4}"/>
                </a:ext>
              </a:extLst>
            </p:cNvPr>
            <p:cNvSpPr/>
            <p:nvPr/>
          </p:nvSpPr>
          <p:spPr bwMode="auto">
            <a:xfrm>
              <a:off x="6427788" y="5832475"/>
              <a:ext cx="133350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4" name="Freeform 22">
              <a:extLst>
                <a:ext uri="{FF2B5EF4-FFF2-40B4-BE49-F238E27FC236}">
                  <a16:creationId xmlns:a16="http://schemas.microsoft.com/office/drawing/2014/main" id="{B08FA7C0-D7A7-418D-9205-9C5207968C35}"/>
                </a:ext>
              </a:extLst>
            </p:cNvPr>
            <p:cNvSpPr/>
            <p:nvPr/>
          </p:nvSpPr>
          <p:spPr bwMode="auto">
            <a:xfrm>
              <a:off x="6578600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5" name="Freeform 23">
              <a:extLst>
                <a:ext uri="{FF2B5EF4-FFF2-40B4-BE49-F238E27FC236}">
                  <a16:creationId xmlns:a16="http://schemas.microsoft.com/office/drawing/2014/main" id="{E9917553-1572-4669-9608-6E0F281847D9}"/>
                </a:ext>
              </a:extLst>
            </p:cNvPr>
            <p:cNvSpPr/>
            <p:nvPr/>
          </p:nvSpPr>
          <p:spPr bwMode="auto">
            <a:xfrm>
              <a:off x="5614988" y="5475288"/>
              <a:ext cx="117475" cy="136525"/>
            </a:xfrm>
            <a:custGeom>
              <a:avLst/>
              <a:gdLst>
                <a:gd name="T0" fmla="*/ 11 w 21"/>
                <a:gd name="T1" fmla="*/ 2 h 24"/>
                <a:gd name="T2" fmla="*/ 1 w 21"/>
                <a:gd name="T3" fmla="*/ 13 h 24"/>
                <a:gd name="T4" fmla="*/ 11 w 21"/>
                <a:gd name="T5" fmla="*/ 24 h 24"/>
                <a:gd name="T6" fmla="*/ 14 w 21"/>
                <a:gd name="T7" fmla="*/ 22 h 24"/>
                <a:gd name="T8" fmla="*/ 21 w 21"/>
                <a:gd name="T9" fmla="*/ 9 h 24"/>
                <a:gd name="T10" fmla="*/ 21 w 21"/>
                <a:gd name="T11" fmla="*/ 8 h 24"/>
                <a:gd name="T12" fmla="*/ 11 w 21"/>
                <a:gd name="T13" fmla="*/ 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4">
                  <a:moveTo>
                    <a:pt x="11" y="2"/>
                  </a:moveTo>
                  <a:cubicBezTo>
                    <a:pt x="6" y="4"/>
                    <a:pt x="2" y="9"/>
                    <a:pt x="1" y="13"/>
                  </a:cubicBezTo>
                  <a:cubicBezTo>
                    <a:pt x="0" y="20"/>
                    <a:pt x="6" y="22"/>
                    <a:pt x="11" y="24"/>
                  </a:cubicBezTo>
                  <a:cubicBezTo>
                    <a:pt x="12" y="24"/>
                    <a:pt x="13" y="24"/>
                    <a:pt x="14" y="22"/>
                  </a:cubicBezTo>
                  <a:cubicBezTo>
                    <a:pt x="15" y="17"/>
                    <a:pt x="17" y="13"/>
                    <a:pt x="21" y="9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1"/>
                    <a:pt x="15" y="0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6" name="Freeform 24">
              <a:extLst>
                <a:ext uri="{FF2B5EF4-FFF2-40B4-BE49-F238E27FC236}">
                  <a16:creationId xmlns:a16="http://schemas.microsoft.com/office/drawing/2014/main" id="{F74397C0-CE99-42D5-B5A3-AF42C60CDD8B}"/>
                </a:ext>
              </a:extLst>
            </p:cNvPr>
            <p:cNvSpPr/>
            <p:nvPr/>
          </p:nvSpPr>
          <p:spPr bwMode="auto">
            <a:xfrm>
              <a:off x="5440363" y="5140325"/>
              <a:ext cx="146050" cy="442913"/>
            </a:xfrm>
            <a:custGeom>
              <a:avLst/>
              <a:gdLst>
                <a:gd name="T0" fmla="*/ 20 w 26"/>
                <a:gd name="T1" fmla="*/ 52 h 78"/>
                <a:gd name="T2" fmla="*/ 18 w 26"/>
                <a:gd name="T3" fmla="*/ 25 h 78"/>
                <a:gd name="T4" fmla="*/ 22 w 26"/>
                <a:gd name="T5" fmla="*/ 7 h 78"/>
                <a:gd name="T6" fmla="*/ 10 w 26"/>
                <a:gd name="T7" fmla="*/ 4 h 78"/>
                <a:gd name="T8" fmla="*/ 1 w 26"/>
                <a:gd name="T9" fmla="*/ 48 h 78"/>
                <a:gd name="T10" fmla="*/ 11 w 26"/>
                <a:gd name="T11" fmla="*/ 78 h 78"/>
                <a:gd name="T12" fmla="*/ 25 w 26"/>
                <a:gd name="T13" fmla="*/ 51 h 78"/>
                <a:gd name="T14" fmla="*/ 20 w 26"/>
                <a:gd name="T15" fmla="*/ 5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78">
                  <a:moveTo>
                    <a:pt x="20" y="52"/>
                  </a:moveTo>
                  <a:cubicBezTo>
                    <a:pt x="14" y="49"/>
                    <a:pt x="17" y="30"/>
                    <a:pt x="18" y="25"/>
                  </a:cubicBezTo>
                  <a:cubicBezTo>
                    <a:pt x="20" y="20"/>
                    <a:pt x="22" y="12"/>
                    <a:pt x="22" y="7"/>
                  </a:cubicBezTo>
                  <a:cubicBezTo>
                    <a:pt x="17" y="0"/>
                    <a:pt x="15" y="1"/>
                    <a:pt x="10" y="4"/>
                  </a:cubicBezTo>
                  <a:cubicBezTo>
                    <a:pt x="0" y="17"/>
                    <a:pt x="1" y="30"/>
                    <a:pt x="1" y="48"/>
                  </a:cubicBezTo>
                  <a:cubicBezTo>
                    <a:pt x="2" y="57"/>
                    <a:pt x="2" y="73"/>
                    <a:pt x="11" y="78"/>
                  </a:cubicBezTo>
                  <a:cubicBezTo>
                    <a:pt x="19" y="77"/>
                    <a:pt x="26" y="60"/>
                    <a:pt x="25" y="51"/>
                  </a:cubicBezTo>
                  <a:cubicBezTo>
                    <a:pt x="24" y="47"/>
                    <a:pt x="23" y="52"/>
                    <a:pt x="20" y="5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7" name="Freeform 25">
              <a:extLst>
                <a:ext uri="{FF2B5EF4-FFF2-40B4-BE49-F238E27FC236}">
                  <a16:creationId xmlns:a16="http://schemas.microsoft.com/office/drawing/2014/main" id="{C2BE6F3C-6578-400D-AA73-6DD29A764376}"/>
                </a:ext>
              </a:extLst>
            </p:cNvPr>
            <p:cNvSpPr/>
            <p:nvPr/>
          </p:nvSpPr>
          <p:spPr bwMode="auto">
            <a:xfrm>
              <a:off x="5614988" y="4902200"/>
              <a:ext cx="323850" cy="782638"/>
            </a:xfrm>
            <a:custGeom>
              <a:avLst/>
              <a:gdLst>
                <a:gd name="T0" fmla="*/ 44 w 58"/>
                <a:gd name="T1" fmla="*/ 72 h 138"/>
                <a:gd name="T2" fmla="*/ 48 w 58"/>
                <a:gd name="T3" fmla="*/ 70 h 138"/>
                <a:gd name="T4" fmla="*/ 50 w 58"/>
                <a:gd name="T5" fmla="*/ 62 h 138"/>
                <a:gd name="T6" fmla="*/ 48 w 58"/>
                <a:gd name="T7" fmla="*/ 62 h 138"/>
                <a:gd name="T8" fmla="*/ 32 w 58"/>
                <a:gd name="T9" fmla="*/ 58 h 138"/>
                <a:gd name="T10" fmla="*/ 42 w 58"/>
                <a:gd name="T11" fmla="*/ 40 h 138"/>
                <a:gd name="T12" fmla="*/ 38 w 58"/>
                <a:gd name="T13" fmla="*/ 33 h 138"/>
                <a:gd name="T14" fmla="*/ 39 w 58"/>
                <a:gd name="T15" fmla="*/ 32 h 138"/>
                <a:gd name="T16" fmla="*/ 48 w 58"/>
                <a:gd name="T17" fmla="*/ 23 h 138"/>
                <a:gd name="T18" fmla="*/ 54 w 58"/>
                <a:gd name="T19" fmla="*/ 16 h 138"/>
                <a:gd name="T20" fmla="*/ 48 w 58"/>
                <a:gd name="T21" fmla="*/ 1 h 138"/>
                <a:gd name="T22" fmla="*/ 34 w 58"/>
                <a:gd name="T23" fmla="*/ 2 h 138"/>
                <a:gd name="T24" fmla="*/ 24 w 58"/>
                <a:gd name="T25" fmla="*/ 8 h 138"/>
                <a:gd name="T26" fmla="*/ 22 w 58"/>
                <a:gd name="T27" fmla="*/ 10 h 138"/>
                <a:gd name="T28" fmla="*/ 28 w 58"/>
                <a:gd name="T29" fmla="*/ 18 h 138"/>
                <a:gd name="T30" fmla="*/ 41 w 58"/>
                <a:gd name="T31" fmla="*/ 13 h 138"/>
                <a:gd name="T32" fmla="*/ 41 w 58"/>
                <a:gd name="T33" fmla="*/ 15 h 138"/>
                <a:gd name="T34" fmla="*/ 41 w 58"/>
                <a:gd name="T35" fmla="*/ 15 h 138"/>
                <a:gd name="T36" fmla="*/ 29 w 58"/>
                <a:gd name="T37" fmla="*/ 30 h 138"/>
                <a:gd name="T38" fmla="*/ 30 w 58"/>
                <a:gd name="T39" fmla="*/ 46 h 138"/>
                <a:gd name="T40" fmla="*/ 29 w 58"/>
                <a:gd name="T41" fmla="*/ 51 h 138"/>
                <a:gd name="T42" fmla="*/ 18 w 58"/>
                <a:gd name="T43" fmla="*/ 65 h 138"/>
                <a:gd name="T44" fmla="*/ 12 w 58"/>
                <a:gd name="T45" fmla="*/ 72 h 138"/>
                <a:gd name="T46" fmla="*/ 11 w 58"/>
                <a:gd name="T47" fmla="*/ 73 h 138"/>
                <a:gd name="T48" fmla="*/ 0 w 58"/>
                <a:gd name="T49" fmla="*/ 84 h 138"/>
                <a:gd name="T50" fmla="*/ 0 w 58"/>
                <a:gd name="T51" fmla="*/ 85 h 138"/>
                <a:gd name="T52" fmla="*/ 11 w 58"/>
                <a:gd name="T53" fmla="*/ 89 h 138"/>
                <a:gd name="T54" fmla="*/ 13 w 58"/>
                <a:gd name="T55" fmla="*/ 89 h 138"/>
                <a:gd name="T56" fmla="*/ 14 w 58"/>
                <a:gd name="T57" fmla="*/ 89 h 138"/>
                <a:gd name="T58" fmla="*/ 14 w 58"/>
                <a:gd name="T59" fmla="*/ 88 h 138"/>
                <a:gd name="T60" fmla="*/ 14 w 58"/>
                <a:gd name="T61" fmla="*/ 87 h 138"/>
                <a:gd name="T62" fmla="*/ 27 w 58"/>
                <a:gd name="T63" fmla="*/ 77 h 138"/>
                <a:gd name="T64" fmla="*/ 28 w 58"/>
                <a:gd name="T65" fmla="*/ 114 h 138"/>
                <a:gd name="T66" fmla="*/ 25 w 58"/>
                <a:gd name="T67" fmla="*/ 115 h 138"/>
                <a:gd name="T68" fmla="*/ 25 w 58"/>
                <a:gd name="T69" fmla="*/ 116 h 138"/>
                <a:gd name="T70" fmla="*/ 22 w 58"/>
                <a:gd name="T71" fmla="*/ 120 h 138"/>
                <a:gd name="T72" fmla="*/ 22 w 58"/>
                <a:gd name="T73" fmla="*/ 120 h 138"/>
                <a:gd name="T74" fmla="*/ 30 w 58"/>
                <a:gd name="T75" fmla="*/ 138 h 138"/>
                <a:gd name="T76" fmla="*/ 39 w 58"/>
                <a:gd name="T77" fmla="*/ 126 h 138"/>
                <a:gd name="T78" fmla="*/ 39 w 58"/>
                <a:gd name="T79" fmla="*/ 74 h 138"/>
                <a:gd name="T80" fmla="*/ 44 w 58"/>
                <a:gd name="T81" fmla="*/ 72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8" h="138">
                  <a:moveTo>
                    <a:pt x="44" y="72"/>
                  </a:moveTo>
                  <a:cubicBezTo>
                    <a:pt x="45" y="71"/>
                    <a:pt x="47" y="71"/>
                    <a:pt x="48" y="70"/>
                  </a:cubicBezTo>
                  <a:cubicBezTo>
                    <a:pt x="51" y="68"/>
                    <a:pt x="54" y="66"/>
                    <a:pt x="50" y="62"/>
                  </a:cubicBezTo>
                  <a:cubicBezTo>
                    <a:pt x="50" y="62"/>
                    <a:pt x="49" y="62"/>
                    <a:pt x="48" y="62"/>
                  </a:cubicBezTo>
                  <a:cubicBezTo>
                    <a:pt x="42" y="62"/>
                    <a:pt x="32" y="66"/>
                    <a:pt x="32" y="58"/>
                  </a:cubicBezTo>
                  <a:cubicBezTo>
                    <a:pt x="35" y="53"/>
                    <a:pt x="42" y="45"/>
                    <a:pt x="42" y="40"/>
                  </a:cubicBezTo>
                  <a:cubicBezTo>
                    <a:pt x="38" y="38"/>
                    <a:pt x="38" y="37"/>
                    <a:pt x="38" y="33"/>
                  </a:cubicBezTo>
                  <a:cubicBezTo>
                    <a:pt x="39" y="33"/>
                    <a:pt x="39" y="33"/>
                    <a:pt x="39" y="32"/>
                  </a:cubicBezTo>
                  <a:cubicBezTo>
                    <a:pt x="42" y="30"/>
                    <a:pt x="45" y="27"/>
                    <a:pt x="48" y="23"/>
                  </a:cubicBezTo>
                  <a:cubicBezTo>
                    <a:pt x="50" y="21"/>
                    <a:pt x="52" y="18"/>
                    <a:pt x="54" y="16"/>
                  </a:cubicBezTo>
                  <a:cubicBezTo>
                    <a:pt x="58" y="6"/>
                    <a:pt x="54" y="2"/>
                    <a:pt x="48" y="1"/>
                  </a:cubicBezTo>
                  <a:cubicBezTo>
                    <a:pt x="44" y="0"/>
                    <a:pt x="38" y="1"/>
                    <a:pt x="34" y="2"/>
                  </a:cubicBezTo>
                  <a:cubicBezTo>
                    <a:pt x="32" y="3"/>
                    <a:pt x="24" y="6"/>
                    <a:pt x="24" y="8"/>
                  </a:cubicBezTo>
                  <a:cubicBezTo>
                    <a:pt x="23" y="9"/>
                    <a:pt x="22" y="9"/>
                    <a:pt x="22" y="10"/>
                  </a:cubicBezTo>
                  <a:cubicBezTo>
                    <a:pt x="19" y="16"/>
                    <a:pt x="22" y="18"/>
                    <a:pt x="28" y="18"/>
                  </a:cubicBezTo>
                  <a:cubicBezTo>
                    <a:pt x="31" y="17"/>
                    <a:pt x="37" y="8"/>
                    <a:pt x="41" y="13"/>
                  </a:cubicBezTo>
                  <a:cubicBezTo>
                    <a:pt x="41" y="13"/>
                    <a:pt x="40" y="14"/>
                    <a:pt x="41" y="15"/>
                  </a:cubicBezTo>
                  <a:cubicBezTo>
                    <a:pt x="40" y="15"/>
                    <a:pt x="41" y="15"/>
                    <a:pt x="41" y="15"/>
                  </a:cubicBezTo>
                  <a:cubicBezTo>
                    <a:pt x="39" y="19"/>
                    <a:pt x="31" y="27"/>
                    <a:pt x="29" y="30"/>
                  </a:cubicBezTo>
                  <a:cubicBezTo>
                    <a:pt x="26" y="35"/>
                    <a:pt x="30" y="40"/>
                    <a:pt x="30" y="46"/>
                  </a:cubicBezTo>
                  <a:cubicBezTo>
                    <a:pt x="30" y="48"/>
                    <a:pt x="29" y="49"/>
                    <a:pt x="29" y="51"/>
                  </a:cubicBezTo>
                  <a:cubicBezTo>
                    <a:pt x="25" y="55"/>
                    <a:pt x="22" y="62"/>
                    <a:pt x="18" y="65"/>
                  </a:cubicBezTo>
                  <a:cubicBezTo>
                    <a:pt x="16" y="67"/>
                    <a:pt x="13" y="70"/>
                    <a:pt x="12" y="72"/>
                  </a:cubicBezTo>
                  <a:cubicBezTo>
                    <a:pt x="12" y="72"/>
                    <a:pt x="11" y="73"/>
                    <a:pt x="11" y="73"/>
                  </a:cubicBezTo>
                  <a:cubicBezTo>
                    <a:pt x="7" y="77"/>
                    <a:pt x="4" y="81"/>
                    <a:pt x="0" y="84"/>
                  </a:cubicBezTo>
                  <a:cubicBezTo>
                    <a:pt x="0" y="84"/>
                    <a:pt x="0" y="85"/>
                    <a:pt x="0" y="85"/>
                  </a:cubicBezTo>
                  <a:cubicBezTo>
                    <a:pt x="2" y="87"/>
                    <a:pt x="7" y="88"/>
                    <a:pt x="11" y="89"/>
                  </a:cubicBezTo>
                  <a:cubicBezTo>
                    <a:pt x="12" y="89"/>
                    <a:pt x="12" y="89"/>
                    <a:pt x="13" y="89"/>
                  </a:cubicBezTo>
                  <a:cubicBezTo>
                    <a:pt x="13" y="89"/>
                    <a:pt x="14" y="89"/>
                    <a:pt x="14" y="89"/>
                  </a:cubicBezTo>
                  <a:cubicBezTo>
                    <a:pt x="14" y="88"/>
                    <a:pt x="14" y="88"/>
                    <a:pt x="14" y="88"/>
                  </a:cubicBezTo>
                  <a:cubicBezTo>
                    <a:pt x="14" y="88"/>
                    <a:pt x="14" y="87"/>
                    <a:pt x="14" y="87"/>
                  </a:cubicBezTo>
                  <a:cubicBezTo>
                    <a:pt x="18" y="82"/>
                    <a:pt x="20" y="78"/>
                    <a:pt x="27" y="77"/>
                  </a:cubicBezTo>
                  <a:cubicBezTo>
                    <a:pt x="27" y="78"/>
                    <a:pt x="27" y="84"/>
                    <a:pt x="28" y="114"/>
                  </a:cubicBezTo>
                  <a:cubicBezTo>
                    <a:pt x="27" y="114"/>
                    <a:pt x="28" y="114"/>
                    <a:pt x="25" y="115"/>
                  </a:cubicBezTo>
                  <a:cubicBezTo>
                    <a:pt x="25" y="115"/>
                    <a:pt x="25" y="116"/>
                    <a:pt x="25" y="116"/>
                  </a:cubicBezTo>
                  <a:cubicBezTo>
                    <a:pt x="23" y="117"/>
                    <a:pt x="22" y="118"/>
                    <a:pt x="22" y="120"/>
                  </a:cubicBezTo>
                  <a:cubicBezTo>
                    <a:pt x="22" y="120"/>
                    <a:pt x="22" y="120"/>
                    <a:pt x="22" y="120"/>
                  </a:cubicBezTo>
                  <a:cubicBezTo>
                    <a:pt x="22" y="127"/>
                    <a:pt x="23" y="133"/>
                    <a:pt x="30" y="138"/>
                  </a:cubicBezTo>
                  <a:cubicBezTo>
                    <a:pt x="35" y="137"/>
                    <a:pt x="37" y="131"/>
                    <a:pt x="39" y="126"/>
                  </a:cubicBezTo>
                  <a:cubicBezTo>
                    <a:pt x="39" y="119"/>
                    <a:pt x="39" y="119"/>
                    <a:pt x="39" y="74"/>
                  </a:cubicBezTo>
                  <a:cubicBezTo>
                    <a:pt x="41" y="73"/>
                    <a:pt x="42" y="72"/>
                    <a:pt x="44" y="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8" name="Freeform 26">
              <a:extLst>
                <a:ext uri="{FF2B5EF4-FFF2-40B4-BE49-F238E27FC236}">
                  <a16:creationId xmlns:a16="http://schemas.microsoft.com/office/drawing/2014/main" id="{857757BC-438F-4E9A-9282-0DBB675A0219}"/>
                </a:ext>
              </a:extLst>
            </p:cNvPr>
            <p:cNvSpPr/>
            <p:nvPr/>
          </p:nvSpPr>
          <p:spPr bwMode="auto">
            <a:xfrm>
              <a:off x="5843588" y="5413375"/>
              <a:ext cx="141288" cy="152400"/>
            </a:xfrm>
            <a:custGeom>
              <a:avLst/>
              <a:gdLst>
                <a:gd name="T0" fmla="*/ 8 w 25"/>
                <a:gd name="T1" fmla="*/ 1 h 27"/>
                <a:gd name="T2" fmla="*/ 7 w 25"/>
                <a:gd name="T3" fmla="*/ 1 h 27"/>
                <a:gd name="T4" fmla="*/ 6 w 25"/>
                <a:gd name="T5" fmla="*/ 10 h 27"/>
                <a:gd name="T6" fmla="*/ 0 w 25"/>
                <a:gd name="T7" fmla="*/ 25 h 27"/>
                <a:gd name="T8" fmla="*/ 0 w 25"/>
                <a:gd name="T9" fmla="*/ 26 h 27"/>
                <a:gd name="T10" fmla="*/ 3 w 25"/>
                <a:gd name="T11" fmla="*/ 27 h 27"/>
                <a:gd name="T12" fmla="*/ 7 w 25"/>
                <a:gd name="T13" fmla="*/ 26 h 27"/>
                <a:gd name="T14" fmla="*/ 23 w 25"/>
                <a:gd name="T15" fmla="*/ 11 h 27"/>
                <a:gd name="T16" fmla="*/ 8 w 25"/>
                <a:gd name="T17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7">
                  <a:moveTo>
                    <a:pt x="8" y="1"/>
                  </a:moveTo>
                  <a:cubicBezTo>
                    <a:pt x="8" y="1"/>
                    <a:pt x="8" y="1"/>
                    <a:pt x="7" y="1"/>
                  </a:cubicBezTo>
                  <a:cubicBezTo>
                    <a:pt x="4" y="3"/>
                    <a:pt x="2" y="7"/>
                    <a:pt x="6" y="10"/>
                  </a:cubicBezTo>
                  <a:cubicBezTo>
                    <a:pt x="8" y="18"/>
                    <a:pt x="2" y="20"/>
                    <a:pt x="0" y="25"/>
                  </a:cubicBezTo>
                  <a:cubicBezTo>
                    <a:pt x="0" y="25"/>
                    <a:pt x="0" y="26"/>
                    <a:pt x="0" y="26"/>
                  </a:cubicBezTo>
                  <a:cubicBezTo>
                    <a:pt x="1" y="26"/>
                    <a:pt x="2" y="27"/>
                    <a:pt x="3" y="27"/>
                  </a:cubicBezTo>
                  <a:cubicBezTo>
                    <a:pt x="4" y="27"/>
                    <a:pt x="6" y="26"/>
                    <a:pt x="7" y="26"/>
                  </a:cubicBezTo>
                  <a:cubicBezTo>
                    <a:pt x="15" y="24"/>
                    <a:pt x="25" y="21"/>
                    <a:pt x="23" y="11"/>
                  </a:cubicBezTo>
                  <a:cubicBezTo>
                    <a:pt x="19" y="2"/>
                    <a:pt x="15" y="0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9" name="Freeform 27">
              <a:extLst>
                <a:ext uri="{FF2B5EF4-FFF2-40B4-BE49-F238E27FC236}">
                  <a16:creationId xmlns:a16="http://schemas.microsoft.com/office/drawing/2014/main" id="{0355E01A-98C6-46CF-9AC8-D17E5EB2D631}"/>
                </a:ext>
              </a:extLst>
            </p:cNvPr>
            <p:cNvSpPr/>
            <p:nvPr/>
          </p:nvSpPr>
          <p:spPr bwMode="auto">
            <a:xfrm>
              <a:off x="5435600" y="4975225"/>
              <a:ext cx="144463" cy="136525"/>
            </a:xfrm>
            <a:custGeom>
              <a:avLst/>
              <a:gdLst>
                <a:gd name="T0" fmla="*/ 14 w 26"/>
                <a:gd name="T1" fmla="*/ 24 h 24"/>
                <a:gd name="T2" fmla="*/ 25 w 26"/>
                <a:gd name="T3" fmla="*/ 20 h 24"/>
                <a:gd name="T4" fmla="*/ 25 w 26"/>
                <a:gd name="T5" fmla="*/ 20 h 24"/>
                <a:gd name="T6" fmla="*/ 25 w 26"/>
                <a:gd name="T7" fmla="*/ 19 h 24"/>
                <a:gd name="T8" fmla="*/ 22 w 26"/>
                <a:gd name="T9" fmla="*/ 7 h 24"/>
                <a:gd name="T10" fmla="*/ 14 w 26"/>
                <a:gd name="T11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4">
                  <a:moveTo>
                    <a:pt x="14" y="24"/>
                  </a:moveTo>
                  <a:cubicBezTo>
                    <a:pt x="20" y="24"/>
                    <a:pt x="21" y="24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19"/>
                  </a:cubicBezTo>
                  <a:cubicBezTo>
                    <a:pt x="26" y="13"/>
                    <a:pt x="23" y="8"/>
                    <a:pt x="22" y="7"/>
                  </a:cubicBezTo>
                  <a:cubicBezTo>
                    <a:pt x="9" y="0"/>
                    <a:pt x="0" y="17"/>
                    <a:pt x="14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0" name="Freeform 28">
              <a:extLst>
                <a:ext uri="{FF2B5EF4-FFF2-40B4-BE49-F238E27FC236}">
                  <a16:creationId xmlns:a16="http://schemas.microsoft.com/office/drawing/2014/main" id="{7B4EFD18-077D-4AC8-951F-298E6CC53768}"/>
                </a:ext>
              </a:extLst>
            </p:cNvPr>
            <p:cNvSpPr/>
            <p:nvPr/>
          </p:nvSpPr>
          <p:spPr bwMode="auto">
            <a:xfrm>
              <a:off x="5603875" y="5032375"/>
              <a:ext cx="106363" cy="114300"/>
            </a:xfrm>
            <a:custGeom>
              <a:avLst/>
              <a:gdLst>
                <a:gd name="T0" fmla="*/ 9 w 19"/>
                <a:gd name="T1" fmla="*/ 20 h 20"/>
                <a:gd name="T2" fmla="*/ 11 w 19"/>
                <a:gd name="T3" fmla="*/ 19 h 20"/>
                <a:gd name="T4" fmla="*/ 13 w 19"/>
                <a:gd name="T5" fmla="*/ 18 h 20"/>
                <a:gd name="T6" fmla="*/ 16 w 19"/>
                <a:gd name="T7" fmla="*/ 1 h 20"/>
                <a:gd name="T8" fmla="*/ 13 w 19"/>
                <a:gd name="T9" fmla="*/ 0 h 20"/>
                <a:gd name="T10" fmla="*/ 9 w 19"/>
                <a:gd name="T1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0">
                  <a:moveTo>
                    <a:pt x="9" y="20"/>
                  </a:moveTo>
                  <a:cubicBezTo>
                    <a:pt x="10" y="20"/>
                    <a:pt x="10" y="20"/>
                    <a:pt x="11" y="19"/>
                  </a:cubicBezTo>
                  <a:cubicBezTo>
                    <a:pt x="12" y="19"/>
                    <a:pt x="12" y="18"/>
                    <a:pt x="13" y="18"/>
                  </a:cubicBezTo>
                  <a:cubicBezTo>
                    <a:pt x="16" y="13"/>
                    <a:pt x="19" y="5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6" y="1"/>
                    <a:pt x="0" y="14"/>
                    <a:pt x="9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1" name="Freeform 29">
              <a:extLst>
                <a:ext uri="{FF2B5EF4-FFF2-40B4-BE49-F238E27FC236}">
                  <a16:creationId xmlns:a16="http://schemas.microsoft.com/office/drawing/2014/main" id="{DBC7FA5F-8402-4568-A199-DD64548CBB12}"/>
                </a:ext>
              </a:extLst>
            </p:cNvPr>
            <p:cNvSpPr/>
            <p:nvPr/>
          </p:nvSpPr>
          <p:spPr bwMode="auto">
            <a:xfrm>
              <a:off x="6230938" y="5043488"/>
              <a:ext cx="212725" cy="504825"/>
            </a:xfrm>
            <a:custGeom>
              <a:avLst/>
              <a:gdLst>
                <a:gd name="T0" fmla="*/ 33 w 38"/>
                <a:gd name="T1" fmla="*/ 59 h 89"/>
                <a:gd name="T2" fmla="*/ 24 w 38"/>
                <a:gd name="T3" fmla="*/ 44 h 89"/>
                <a:gd name="T4" fmla="*/ 38 w 38"/>
                <a:gd name="T5" fmla="*/ 30 h 89"/>
                <a:gd name="T6" fmla="*/ 38 w 38"/>
                <a:gd name="T7" fmla="*/ 30 h 89"/>
                <a:gd name="T8" fmla="*/ 38 w 38"/>
                <a:gd name="T9" fmla="*/ 30 h 89"/>
                <a:gd name="T10" fmla="*/ 38 w 38"/>
                <a:gd name="T11" fmla="*/ 30 h 89"/>
                <a:gd name="T12" fmla="*/ 38 w 38"/>
                <a:gd name="T13" fmla="*/ 30 h 89"/>
                <a:gd name="T14" fmla="*/ 38 w 38"/>
                <a:gd name="T15" fmla="*/ 30 h 89"/>
                <a:gd name="T16" fmla="*/ 38 w 38"/>
                <a:gd name="T17" fmla="*/ 30 h 89"/>
                <a:gd name="T18" fmla="*/ 38 w 38"/>
                <a:gd name="T19" fmla="*/ 30 h 89"/>
                <a:gd name="T20" fmla="*/ 38 w 38"/>
                <a:gd name="T21" fmla="*/ 30 h 89"/>
                <a:gd name="T22" fmla="*/ 38 w 38"/>
                <a:gd name="T23" fmla="*/ 30 h 89"/>
                <a:gd name="T24" fmla="*/ 38 w 38"/>
                <a:gd name="T25" fmla="*/ 29 h 89"/>
                <a:gd name="T26" fmla="*/ 38 w 38"/>
                <a:gd name="T27" fmla="*/ 29 h 89"/>
                <a:gd name="T28" fmla="*/ 38 w 38"/>
                <a:gd name="T29" fmla="*/ 29 h 89"/>
                <a:gd name="T30" fmla="*/ 38 w 38"/>
                <a:gd name="T31" fmla="*/ 29 h 89"/>
                <a:gd name="T32" fmla="*/ 38 w 38"/>
                <a:gd name="T33" fmla="*/ 29 h 89"/>
                <a:gd name="T34" fmla="*/ 38 w 38"/>
                <a:gd name="T35" fmla="*/ 29 h 89"/>
                <a:gd name="T36" fmla="*/ 38 w 38"/>
                <a:gd name="T37" fmla="*/ 29 h 89"/>
                <a:gd name="T38" fmla="*/ 38 w 38"/>
                <a:gd name="T39" fmla="*/ 29 h 89"/>
                <a:gd name="T40" fmla="*/ 38 w 38"/>
                <a:gd name="T41" fmla="*/ 29 h 89"/>
                <a:gd name="T42" fmla="*/ 38 w 38"/>
                <a:gd name="T43" fmla="*/ 29 h 89"/>
                <a:gd name="T44" fmla="*/ 38 w 38"/>
                <a:gd name="T45" fmla="*/ 29 h 89"/>
                <a:gd name="T46" fmla="*/ 38 w 38"/>
                <a:gd name="T47" fmla="*/ 29 h 89"/>
                <a:gd name="T48" fmla="*/ 38 w 38"/>
                <a:gd name="T49" fmla="*/ 29 h 89"/>
                <a:gd name="T50" fmla="*/ 38 w 38"/>
                <a:gd name="T51" fmla="*/ 29 h 89"/>
                <a:gd name="T52" fmla="*/ 38 w 38"/>
                <a:gd name="T53" fmla="*/ 29 h 89"/>
                <a:gd name="T54" fmla="*/ 38 w 38"/>
                <a:gd name="T55" fmla="*/ 29 h 89"/>
                <a:gd name="T56" fmla="*/ 38 w 38"/>
                <a:gd name="T57" fmla="*/ 29 h 89"/>
                <a:gd name="T58" fmla="*/ 38 w 38"/>
                <a:gd name="T59" fmla="*/ 29 h 89"/>
                <a:gd name="T60" fmla="*/ 38 w 38"/>
                <a:gd name="T61" fmla="*/ 29 h 89"/>
                <a:gd name="T62" fmla="*/ 38 w 38"/>
                <a:gd name="T63" fmla="*/ 29 h 89"/>
                <a:gd name="T64" fmla="*/ 38 w 38"/>
                <a:gd name="T65" fmla="*/ 28 h 89"/>
                <a:gd name="T66" fmla="*/ 38 w 38"/>
                <a:gd name="T67" fmla="*/ 28 h 89"/>
                <a:gd name="T68" fmla="*/ 38 w 38"/>
                <a:gd name="T69" fmla="*/ 28 h 89"/>
                <a:gd name="T70" fmla="*/ 29 w 38"/>
                <a:gd name="T71" fmla="*/ 19 h 89"/>
                <a:gd name="T72" fmla="*/ 17 w 38"/>
                <a:gd name="T73" fmla="*/ 8 h 89"/>
                <a:gd name="T74" fmla="*/ 3 w 38"/>
                <a:gd name="T75" fmla="*/ 37 h 89"/>
                <a:gd name="T76" fmla="*/ 7 w 38"/>
                <a:gd name="T77" fmla="*/ 68 h 89"/>
                <a:gd name="T78" fmla="*/ 37 w 38"/>
                <a:gd name="T79" fmla="*/ 57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8" h="89">
                  <a:moveTo>
                    <a:pt x="33" y="58"/>
                  </a:moveTo>
                  <a:cubicBezTo>
                    <a:pt x="33" y="58"/>
                    <a:pt x="33" y="58"/>
                    <a:pt x="33" y="59"/>
                  </a:cubicBezTo>
                  <a:cubicBezTo>
                    <a:pt x="30" y="61"/>
                    <a:pt x="26" y="69"/>
                    <a:pt x="22" y="70"/>
                  </a:cubicBezTo>
                  <a:cubicBezTo>
                    <a:pt x="21" y="61"/>
                    <a:pt x="23" y="52"/>
                    <a:pt x="24" y="44"/>
                  </a:cubicBezTo>
                  <a:cubicBezTo>
                    <a:pt x="26" y="39"/>
                    <a:pt x="27" y="39"/>
                    <a:pt x="32" y="37"/>
                  </a:cubicBezTo>
                  <a:cubicBezTo>
                    <a:pt x="35" y="35"/>
                    <a:pt x="37" y="33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1"/>
                    <a:pt x="35" y="20"/>
                    <a:pt x="29" y="19"/>
                  </a:cubicBezTo>
                  <a:cubicBezTo>
                    <a:pt x="28" y="14"/>
                    <a:pt x="29" y="9"/>
                    <a:pt x="28" y="4"/>
                  </a:cubicBezTo>
                  <a:cubicBezTo>
                    <a:pt x="25" y="0"/>
                    <a:pt x="19" y="5"/>
                    <a:pt x="17" y="8"/>
                  </a:cubicBezTo>
                  <a:cubicBezTo>
                    <a:pt x="10" y="13"/>
                    <a:pt x="15" y="20"/>
                    <a:pt x="14" y="29"/>
                  </a:cubicBezTo>
                  <a:cubicBezTo>
                    <a:pt x="11" y="31"/>
                    <a:pt x="6" y="34"/>
                    <a:pt x="3" y="37"/>
                  </a:cubicBezTo>
                  <a:cubicBezTo>
                    <a:pt x="0" y="45"/>
                    <a:pt x="1" y="47"/>
                    <a:pt x="9" y="50"/>
                  </a:cubicBezTo>
                  <a:cubicBezTo>
                    <a:pt x="10" y="54"/>
                    <a:pt x="7" y="64"/>
                    <a:pt x="7" y="68"/>
                  </a:cubicBezTo>
                  <a:cubicBezTo>
                    <a:pt x="7" y="74"/>
                    <a:pt x="6" y="85"/>
                    <a:pt x="13" y="89"/>
                  </a:cubicBezTo>
                  <a:cubicBezTo>
                    <a:pt x="21" y="87"/>
                    <a:pt x="38" y="67"/>
                    <a:pt x="37" y="57"/>
                  </a:cubicBezTo>
                  <a:cubicBezTo>
                    <a:pt x="36" y="57"/>
                    <a:pt x="35" y="57"/>
                    <a:pt x="33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2" name="Freeform 30">
              <a:extLst>
                <a:ext uri="{FF2B5EF4-FFF2-40B4-BE49-F238E27FC236}">
                  <a16:creationId xmlns:a16="http://schemas.microsoft.com/office/drawing/2014/main" id="{31579EE2-6802-4F52-9BB2-DC6736D60674}"/>
                </a:ext>
              </a:extLst>
            </p:cNvPr>
            <p:cNvSpPr/>
            <p:nvPr/>
          </p:nvSpPr>
          <p:spPr bwMode="auto">
            <a:xfrm>
              <a:off x="6443663" y="5140325"/>
              <a:ext cx="101600" cy="352425"/>
            </a:xfrm>
            <a:custGeom>
              <a:avLst/>
              <a:gdLst>
                <a:gd name="T0" fmla="*/ 4 w 18"/>
                <a:gd name="T1" fmla="*/ 10 h 62"/>
                <a:gd name="T2" fmla="*/ 3 w 18"/>
                <a:gd name="T3" fmla="*/ 43 h 62"/>
                <a:gd name="T4" fmla="*/ 0 w 18"/>
                <a:gd name="T5" fmla="*/ 57 h 62"/>
                <a:gd name="T6" fmla="*/ 0 w 18"/>
                <a:gd name="T7" fmla="*/ 59 h 62"/>
                <a:gd name="T8" fmla="*/ 1 w 18"/>
                <a:gd name="T9" fmla="*/ 62 h 62"/>
                <a:gd name="T10" fmla="*/ 10 w 18"/>
                <a:gd name="T11" fmla="*/ 56 h 62"/>
                <a:gd name="T12" fmla="*/ 16 w 18"/>
                <a:gd name="T13" fmla="*/ 9 h 62"/>
                <a:gd name="T14" fmla="*/ 4 w 18"/>
                <a:gd name="T15" fmla="*/ 1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62">
                  <a:moveTo>
                    <a:pt x="4" y="10"/>
                  </a:moveTo>
                  <a:cubicBezTo>
                    <a:pt x="5" y="21"/>
                    <a:pt x="5" y="32"/>
                    <a:pt x="3" y="43"/>
                  </a:cubicBezTo>
                  <a:cubicBezTo>
                    <a:pt x="2" y="47"/>
                    <a:pt x="0" y="52"/>
                    <a:pt x="0" y="57"/>
                  </a:cubicBezTo>
                  <a:cubicBezTo>
                    <a:pt x="0" y="57"/>
                    <a:pt x="0" y="58"/>
                    <a:pt x="0" y="59"/>
                  </a:cubicBezTo>
                  <a:cubicBezTo>
                    <a:pt x="0" y="60"/>
                    <a:pt x="0" y="61"/>
                    <a:pt x="1" y="62"/>
                  </a:cubicBezTo>
                  <a:cubicBezTo>
                    <a:pt x="4" y="62"/>
                    <a:pt x="7" y="60"/>
                    <a:pt x="10" y="56"/>
                  </a:cubicBezTo>
                  <a:cubicBezTo>
                    <a:pt x="16" y="43"/>
                    <a:pt x="18" y="23"/>
                    <a:pt x="16" y="9"/>
                  </a:cubicBezTo>
                  <a:cubicBezTo>
                    <a:pt x="13" y="0"/>
                    <a:pt x="7" y="4"/>
                    <a:pt x="4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3" name="Freeform 31">
              <a:extLst>
                <a:ext uri="{FF2B5EF4-FFF2-40B4-BE49-F238E27FC236}">
                  <a16:creationId xmlns:a16="http://schemas.microsoft.com/office/drawing/2014/main" id="{CA430A28-08B9-4A5F-8A50-24E0C94C4F93}"/>
                </a:ext>
              </a:extLst>
            </p:cNvPr>
            <p:cNvSpPr/>
            <p:nvPr/>
          </p:nvSpPr>
          <p:spPr bwMode="auto">
            <a:xfrm>
              <a:off x="6640513" y="4999038"/>
              <a:ext cx="84138" cy="681038"/>
            </a:xfrm>
            <a:custGeom>
              <a:avLst/>
              <a:gdLst>
                <a:gd name="T0" fmla="*/ 11 w 15"/>
                <a:gd name="T1" fmla="*/ 2 h 120"/>
                <a:gd name="T2" fmla="*/ 2 w 15"/>
                <a:gd name="T3" fmla="*/ 4 h 120"/>
                <a:gd name="T4" fmla="*/ 2 w 15"/>
                <a:gd name="T5" fmla="*/ 6 h 120"/>
                <a:gd name="T6" fmla="*/ 2 w 15"/>
                <a:gd name="T7" fmla="*/ 113 h 120"/>
                <a:gd name="T8" fmla="*/ 4 w 15"/>
                <a:gd name="T9" fmla="*/ 120 h 120"/>
                <a:gd name="T10" fmla="*/ 15 w 15"/>
                <a:gd name="T11" fmla="*/ 107 h 120"/>
                <a:gd name="T12" fmla="*/ 15 w 15"/>
                <a:gd name="T13" fmla="*/ 69 h 120"/>
                <a:gd name="T14" fmla="*/ 15 w 15"/>
                <a:gd name="T15" fmla="*/ 55 h 120"/>
                <a:gd name="T16" fmla="*/ 15 w 15"/>
                <a:gd name="T17" fmla="*/ 6 h 120"/>
                <a:gd name="T18" fmla="*/ 11 w 15"/>
                <a:gd name="T19" fmla="*/ 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20">
                  <a:moveTo>
                    <a:pt x="11" y="2"/>
                  </a:moveTo>
                  <a:cubicBezTo>
                    <a:pt x="7" y="0"/>
                    <a:pt x="5" y="2"/>
                    <a:pt x="2" y="4"/>
                  </a:cubicBezTo>
                  <a:cubicBezTo>
                    <a:pt x="2" y="5"/>
                    <a:pt x="2" y="6"/>
                    <a:pt x="2" y="6"/>
                  </a:cubicBezTo>
                  <a:cubicBezTo>
                    <a:pt x="3" y="41"/>
                    <a:pt x="4" y="77"/>
                    <a:pt x="2" y="113"/>
                  </a:cubicBezTo>
                  <a:cubicBezTo>
                    <a:pt x="1" y="116"/>
                    <a:pt x="0" y="118"/>
                    <a:pt x="4" y="120"/>
                  </a:cubicBezTo>
                  <a:cubicBezTo>
                    <a:pt x="12" y="120"/>
                    <a:pt x="13" y="116"/>
                    <a:pt x="15" y="107"/>
                  </a:cubicBezTo>
                  <a:cubicBezTo>
                    <a:pt x="15" y="99"/>
                    <a:pt x="15" y="69"/>
                    <a:pt x="15" y="69"/>
                  </a:cubicBezTo>
                  <a:cubicBezTo>
                    <a:pt x="15" y="66"/>
                    <a:pt x="15" y="56"/>
                    <a:pt x="15" y="55"/>
                  </a:cubicBezTo>
                  <a:cubicBezTo>
                    <a:pt x="15" y="26"/>
                    <a:pt x="15" y="26"/>
                    <a:pt x="15" y="6"/>
                  </a:cubicBezTo>
                  <a:cubicBezTo>
                    <a:pt x="14" y="4"/>
                    <a:pt x="13" y="3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4" name="Freeform 32">
              <a:extLst>
                <a:ext uri="{FF2B5EF4-FFF2-40B4-BE49-F238E27FC236}">
                  <a16:creationId xmlns:a16="http://schemas.microsoft.com/office/drawing/2014/main" id="{E77DAAEA-CF07-4B76-99F2-66B6AA2CA608}"/>
                </a:ext>
              </a:extLst>
            </p:cNvPr>
            <p:cNvSpPr/>
            <p:nvPr/>
          </p:nvSpPr>
          <p:spPr bwMode="auto">
            <a:xfrm>
              <a:off x="6538913" y="5157788"/>
              <a:ext cx="101600" cy="260350"/>
            </a:xfrm>
            <a:custGeom>
              <a:avLst/>
              <a:gdLst>
                <a:gd name="T0" fmla="*/ 15 w 18"/>
                <a:gd name="T1" fmla="*/ 3 h 46"/>
                <a:gd name="T2" fmla="*/ 6 w 18"/>
                <a:gd name="T3" fmla="*/ 16 h 46"/>
                <a:gd name="T4" fmla="*/ 8 w 18"/>
                <a:gd name="T5" fmla="*/ 46 h 46"/>
                <a:gd name="T6" fmla="*/ 13 w 18"/>
                <a:gd name="T7" fmla="*/ 44 h 46"/>
                <a:gd name="T8" fmla="*/ 18 w 18"/>
                <a:gd name="T9" fmla="*/ 6 h 46"/>
                <a:gd name="T10" fmla="*/ 15 w 18"/>
                <a:gd name="T11" fmla="*/ 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46">
                  <a:moveTo>
                    <a:pt x="15" y="3"/>
                  </a:moveTo>
                  <a:cubicBezTo>
                    <a:pt x="9" y="0"/>
                    <a:pt x="8" y="11"/>
                    <a:pt x="6" y="16"/>
                  </a:cubicBezTo>
                  <a:cubicBezTo>
                    <a:pt x="5" y="22"/>
                    <a:pt x="0" y="42"/>
                    <a:pt x="8" y="46"/>
                  </a:cubicBezTo>
                  <a:cubicBezTo>
                    <a:pt x="10" y="46"/>
                    <a:pt x="12" y="45"/>
                    <a:pt x="13" y="44"/>
                  </a:cubicBezTo>
                  <a:cubicBezTo>
                    <a:pt x="18" y="32"/>
                    <a:pt x="17" y="18"/>
                    <a:pt x="18" y="6"/>
                  </a:cubicBezTo>
                  <a:cubicBezTo>
                    <a:pt x="17" y="5"/>
                    <a:pt x="16" y="4"/>
                    <a:pt x="15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5" name="Freeform 33">
              <a:extLst>
                <a:ext uri="{FF2B5EF4-FFF2-40B4-BE49-F238E27FC236}">
                  <a16:creationId xmlns:a16="http://schemas.microsoft.com/office/drawing/2014/main" id="{54F23D62-340C-40BE-871A-C41E3575D345}"/>
                </a:ext>
              </a:extLst>
            </p:cNvPr>
            <p:cNvSpPr/>
            <p:nvPr/>
          </p:nvSpPr>
          <p:spPr bwMode="auto">
            <a:xfrm>
              <a:off x="7262813" y="5356225"/>
              <a:ext cx="285750" cy="255588"/>
            </a:xfrm>
            <a:custGeom>
              <a:avLst/>
              <a:gdLst>
                <a:gd name="T0" fmla="*/ 37 w 51"/>
                <a:gd name="T1" fmla="*/ 29 h 45"/>
                <a:gd name="T2" fmla="*/ 36 w 51"/>
                <a:gd name="T3" fmla="*/ 29 h 45"/>
                <a:gd name="T4" fmla="*/ 36 w 51"/>
                <a:gd name="T5" fmla="*/ 28 h 45"/>
                <a:gd name="T6" fmla="*/ 35 w 51"/>
                <a:gd name="T7" fmla="*/ 28 h 45"/>
                <a:gd name="T8" fmla="*/ 29 w 51"/>
                <a:gd name="T9" fmla="*/ 23 h 45"/>
                <a:gd name="T10" fmla="*/ 27 w 51"/>
                <a:gd name="T11" fmla="*/ 22 h 45"/>
                <a:gd name="T12" fmla="*/ 24 w 51"/>
                <a:gd name="T13" fmla="*/ 19 h 45"/>
                <a:gd name="T14" fmla="*/ 22 w 51"/>
                <a:gd name="T15" fmla="*/ 17 h 45"/>
                <a:gd name="T16" fmla="*/ 18 w 51"/>
                <a:gd name="T17" fmla="*/ 14 h 45"/>
                <a:gd name="T18" fmla="*/ 18 w 51"/>
                <a:gd name="T19" fmla="*/ 14 h 45"/>
                <a:gd name="T20" fmla="*/ 13 w 51"/>
                <a:gd name="T21" fmla="*/ 8 h 45"/>
                <a:gd name="T22" fmla="*/ 7 w 51"/>
                <a:gd name="T23" fmla="*/ 0 h 45"/>
                <a:gd name="T24" fmla="*/ 1 w 51"/>
                <a:gd name="T25" fmla="*/ 6 h 45"/>
                <a:gd name="T26" fmla="*/ 13 w 51"/>
                <a:gd name="T27" fmla="*/ 28 h 45"/>
                <a:gd name="T28" fmla="*/ 32 w 51"/>
                <a:gd name="T29" fmla="*/ 44 h 45"/>
                <a:gd name="T30" fmla="*/ 50 w 51"/>
                <a:gd name="T31" fmla="*/ 39 h 45"/>
                <a:gd name="T32" fmla="*/ 50 w 51"/>
                <a:gd name="T33" fmla="*/ 36 h 45"/>
                <a:gd name="T34" fmla="*/ 37 w 51"/>
                <a:gd name="T35" fmla="*/ 29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" h="45">
                  <a:moveTo>
                    <a:pt x="37" y="29"/>
                  </a:moveTo>
                  <a:cubicBezTo>
                    <a:pt x="37" y="29"/>
                    <a:pt x="36" y="29"/>
                    <a:pt x="36" y="29"/>
                  </a:cubicBezTo>
                  <a:cubicBezTo>
                    <a:pt x="35" y="28"/>
                    <a:pt x="36" y="28"/>
                    <a:pt x="36" y="28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3" y="27"/>
                    <a:pt x="30" y="24"/>
                    <a:pt x="29" y="23"/>
                  </a:cubicBezTo>
                  <a:cubicBezTo>
                    <a:pt x="29" y="23"/>
                    <a:pt x="27" y="22"/>
                    <a:pt x="27" y="22"/>
                  </a:cubicBezTo>
                  <a:cubicBezTo>
                    <a:pt x="25" y="21"/>
                    <a:pt x="25" y="20"/>
                    <a:pt x="24" y="19"/>
                  </a:cubicBezTo>
                  <a:cubicBezTo>
                    <a:pt x="23" y="18"/>
                    <a:pt x="23" y="18"/>
                    <a:pt x="22" y="17"/>
                  </a:cubicBezTo>
                  <a:cubicBezTo>
                    <a:pt x="20" y="16"/>
                    <a:pt x="19" y="15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6" y="11"/>
                    <a:pt x="14" y="9"/>
                    <a:pt x="13" y="8"/>
                  </a:cubicBezTo>
                  <a:cubicBezTo>
                    <a:pt x="11" y="5"/>
                    <a:pt x="9" y="3"/>
                    <a:pt x="7" y="0"/>
                  </a:cubicBezTo>
                  <a:cubicBezTo>
                    <a:pt x="3" y="0"/>
                    <a:pt x="0" y="2"/>
                    <a:pt x="1" y="6"/>
                  </a:cubicBezTo>
                  <a:cubicBezTo>
                    <a:pt x="3" y="14"/>
                    <a:pt x="7" y="21"/>
                    <a:pt x="13" y="28"/>
                  </a:cubicBezTo>
                  <a:cubicBezTo>
                    <a:pt x="18" y="35"/>
                    <a:pt x="25" y="41"/>
                    <a:pt x="32" y="44"/>
                  </a:cubicBezTo>
                  <a:cubicBezTo>
                    <a:pt x="39" y="44"/>
                    <a:pt x="45" y="45"/>
                    <a:pt x="50" y="39"/>
                  </a:cubicBezTo>
                  <a:cubicBezTo>
                    <a:pt x="50" y="38"/>
                    <a:pt x="51" y="37"/>
                    <a:pt x="50" y="36"/>
                  </a:cubicBezTo>
                  <a:cubicBezTo>
                    <a:pt x="45" y="33"/>
                    <a:pt x="41" y="31"/>
                    <a:pt x="37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6" name="Freeform 34">
              <a:extLst>
                <a:ext uri="{FF2B5EF4-FFF2-40B4-BE49-F238E27FC236}">
                  <a16:creationId xmlns:a16="http://schemas.microsoft.com/office/drawing/2014/main" id="{442EB61E-F66A-46A8-8B7F-AC8F59C4F464}"/>
                </a:ext>
              </a:extLst>
            </p:cNvPr>
            <p:cNvSpPr/>
            <p:nvPr/>
          </p:nvSpPr>
          <p:spPr bwMode="auto">
            <a:xfrm>
              <a:off x="7016750" y="4999038"/>
              <a:ext cx="392113" cy="595313"/>
            </a:xfrm>
            <a:custGeom>
              <a:avLst/>
              <a:gdLst>
                <a:gd name="T0" fmla="*/ 57 w 70"/>
                <a:gd name="T1" fmla="*/ 41 h 105"/>
                <a:gd name="T2" fmla="*/ 68 w 70"/>
                <a:gd name="T3" fmla="*/ 25 h 105"/>
                <a:gd name="T4" fmla="*/ 60 w 70"/>
                <a:gd name="T5" fmla="*/ 19 h 105"/>
                <a:gd name="T6" fmla="*/ 57 w 70"/>
                <a:gd name="T7" fmla="*/ 21 h 105"/>
                <a:gd name="T8" fmla="*/ 52 w 70"/>
                <a:gd name="T9" fmla="*/ 24 h 105"/>
                <a:gd name="T10" fmla="*/ 51 w 70"/>
                <a:gd name="T11" fmla="*/ 8 h 105"/>
                <a:gd name="T12" fmla="*/ 41 w 70"/>
                <a:gd name="T13" fmla="*/ 0 h 105"/>
                <a:gd name="T14" fmla="*/ 39 w 70"/>
                <a:gd name="T15" fmla="*/ 9 h 105"/>
                <a:gd name="T16" fmla="*/ 39 w 70"/>
                <a:gd name="T17" fmla="*/ 28 h 105"/>
                <a:gd name="T18" fmla="*/ 18 w 70"/>
                <a:gd name="T19" fmla="*/ 39 h 105"/>
                <a:gd name="T20" fmla="*/ 14 w 70"/>
                <a:gd name="T21" fmla="*/ 49 h 105"/>
                <a:gd name="T22" fmla="*/ 28 w 70"/>
                <a:gd name="T23" fmla="*/ 54 h 105"/>
                <a:gd name="T24" fmla="*/ 27 w 70"/>
                <a:gd name="T25" fmla="*/ 62 h 105"/>
                <a:gd name="T26" fmla="*/ 21 w 70"/>
                <a:gd name="T27" fmla="*/ 76 h 105"/>
                <a:gd name="T28" fmla="*/ 1 w 70"/>
                <a:gd name="T29" fmla="*/ 96 h 105"/>
                <a:gd name="T30" fmla="*/ 0 w 70"/>
                <a:gd name="T31" fmla="*/ 98 h 105"/>
                <a:gd name="T32" fmla="*/ 8 w 70"/>
                <a:gd name="T33" fmla="*/ 105 h 105"/>
                <a:gd name="T34" fmla="*/ 20 w 70"/>
                <a:gd name="T35" fmla="*/ 102 h 105"/>
                <a:gd name="T36" fmla="*/ 39 w 70"/>
                <a:gd name="T37" fmla="*/ 67 h 105"/>
                <a:gd name="T38" fmla="*/ 39 w 70"/>
                <a:gd name="T39" fmla="*/ 66 h 105"/>
                <a:gd name="T40" fmla="*/ 50 w 70"/>
                <a:gd name="T41" fmla="*/ 44 h 105"/>
                <a:gd name="T42" fmla="*/ 57 w 70"/>
                <a:gd name="T4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0" h="105">
                  <a:moveTo>
                    <a:pt x="57" y="41"/>
                  </a:moveTo>
                  <a:cubicBezTo>
                    <a:pt x="63" y="38"/>
                    <a:pt x="70" y="36"/>
                    <a:pt x="68" y="25"/>
                  </a:cubicBezTo>
                  <a:cubicBezTo>
                    <a:pt x="65" y="21"/>
                    <a:pt x="64" y="20"/>
                    <a:pt x="60" y="19"/>
                  </a:cubicBezTo>
                  <a:cubicBezTo>
                    <a:pt x="59" y="20"/>
                    <a:pt x="58" y="20"/>
                    <a:pt x="57" y="21"/>
                  </a:cubicBezTo>
                  <a:cubicBezTo>
                    <a:pt x="53" y="23"/>
                    <a:pt x="52" y="24"/>
                    <a:pt x="52" y="24"/>
                  </a:cubicBezTo>
                  <a:cubicBezTo>
                    <a:pt x="51" y="18"/>
                    <a:pt x="51" y="13"/>
                    <a:pt x="51" y="8"/>
                  </a:cubicBezTo>
                  <a:cubicBezTo>
                    <a:pt x="48" y="1"/>
                    <a:pt x="47" y="0"/>
                    <a:pt x="41" y="0"/>
                  </a:cubicBezTo>
                  <a:cubicBezTo>
                    <a:pt x="36" y="1"/>
                    <a:pt x="31" y="6"/>
                    <a:pt x="39" y="9"/>
                  </a:cubicBezTo>
                  <a:cubicBezTo>
                    <a:pt x="42" y="12"/>
                    <a:pt x="41" y="25"/>
                    <a:pt x="39" y="28"/>
                  </a:cubicBezTo>
                  <a:cubicBezTo>
                    <a:pt x="32" y="32"/>
                    <a:pt x="25" y="35"/>
                    <a:pt x="18" y="39"/>
                  </a:cubicBezTo>
                  <a:cubicBezTo>
                    <a:pt x="15" y="42"/>
                    <a:pt x="14" y="45"/>
                    <a:pt x="14" y="49"/>
                  </a:cubicBezTo>
                  <a:cubicBezTo>
                    <a:pt x="16" y="59"/>
                    <a:pt x="21" y="52"/>
                    <a:pt x="28" y="54"/>
                  </a:cubicBezTo>
                  <a:cubicBezTo>
                    <a:pt x="29" y="55"/>
                    <a:pt x="28" y="61"/>
                    <a:pt x="27" y="62"/>
                  </a:cubicBezTo>
                  <a:cubicBezTo>
                    <a:pt x="27" y="65"/>
                    <a:pt x="22" y="75"/>
                    <a:pt x="21" y="76"/>
                  </a:cubicBezTo>
                  <a:cubicBezTo>
                    <a:pt x="19" y="84"/>
                    <a:pt x="7" y="92"/>
                    <a:pt x="1" y="96"/>
                  </a:cubicBezTo>
                  <a:cubicBezTo>
                    <a:pt x="1" y="96"/>
                    <a:pt x="0" y="97"/>
                    <a:pt x="0" y="98"/>
                  </a:cubicBezTo>
                  <a:cubicBezTo>
                    <a:pt x="0" y="103"/>
                    <a:pt x="4" y="105"/>
                    <a:pt x="8" y="105"/>
                  </a:cubicBezTo>
                  <a:cubicBezTo>
                    <a:pt x="13" y="105"/>
                    <a:pt x="16" y="105"/>
                    <a:pt x="20" y="102"/>
                  </a:cubicBezTo>
                  <a:cubicBezTo>
                    <a:pt x="27" y="91"/>
                    <a:pt x="34" y="79"/>
                    <a:pt x="39" y="67"/>
                  </a:cubicBezTo>
                  <a:cubicBezTo>
                    <a:pt x="39" y="67"/>
                    <a:pt x="39" y="66"/>
                    <a:pt x="39" y="66"/>
                  </a:cubicBezTo>
                  <a:cubicBezTo>
                    <a:pt x="41" y="59"/>
                    <a:pt x="46" y="50"/>
                    <a:pt x="50" y="44"/>
                  </a:cubicBezTo>
                  <a:cubicBezTo>
                    <a:pt x="52" y="43"/>
                    <a:pt x="54" y="42"/>
                    <a:pt x="57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7" name="Freeform 35">
              <a:extLst>
                <a:ext uri="{FF2B5EF4-FFF2-40B4-BE49-F238E27FC236}">
                  <a16:creationId xmlns:a16="http://schemas.microsoft.com/office/drawing/2014/main" id="{AB229B99-691D-4970-B449-03498233C4F8}"/>
                </a:ext>
              </a:extLst>
            </p:cNvPr>
            <p:cNvSpPr/>
            <p:nvPr/>
          </p:nvSpPr>
          <p:spPr bwMode="auto">
            <a:xfrm>
              <a:off x="7951788" y="4906963"/>
              <a:ext cx="90488" cy="239713"/>
            </a:xfrm>
            <a:custGeom>
              <a:avLst/>
              <a:gdLst>
                <a:gd name="T0" fmla="*/ 5 w 16"/>
                <a:gd name="T1" fmla="*/ 42 h 42"/>
                <a:gd name="T2" fmla="*/ 9 w 16"/>
                <a:gd name="T3" fmla="*/ 41 h 42"/>
                <a:gd name="T4" fmla="*/ 11 w 16"/>
                <a:gd name="T5" fmla="*/ 37 h 42"/>
                <a:gd name="T6" fmla="*/ 16 w 16"/>
                <a:gd name="T7" fmla="*/ 10 h 42"/>
                <a:gd name="T8" fmla="*/ 14 w 16"/>
                <a:gd name="T9" fmla="*/ 1 h 42"/>
                <a:gd name="T10" fmla="*/ 9 w 16"/>
                <a:gd name="T11" fmla="*/ 2 h 42"/>
                <a:gd name="T12" fmla="*/ 7 w 16"/>
                <a:gd name="T13" fmla="*/ 5 h 42"/>
                <a:gd name="T14" fmla="*/ 2 w 16"/>
                <a:gd name="T15" fmla="*/ 29 h 42"/>
                <a:gd name="T16" fmla="*/ 5 w 16"/>
                <a:gd name="T1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42">
                  <a:moveTo>
                    <a:pt x="5" y="42"/>
                  </a:moveTo>
                  <a:cubicBezTo>
                    <a:pt x="7" y="42"/>
                    <a:pt x="8" y="42"/>
                    <a:pt x="9" y="41"/>
                  </a:cubicBezTo>
                  <a:cubicBezTo>
                    <a:pt x="10" y="40"/>
                    <a:pt x="11" y="39"/>
                    <a:pt x="11" y="37"/>
                  </a:cubicBezTo>
                  <a:cubicBezTo>
                    <a:pt x="13" y="28"/>
                    <a:pt x="15" y="20"/>
                    <a:pt x="16" y="10"/>
                  </a:cubicBezTo>
                  <a:cubicBezTo>
                    <a:pt x="16" y="7"/>
                    <a:pt x="15" y="4"/>
                    <a:pt x="14" y="1"/>
                  </a:cubicBezTo>
                  <a:cubicBezTo>
                    <a:pt x="11" y="0"/>
                    <a:pt x="9" y="1"/>
                    <a:pt x="9" y="2"/>
                  </a:cubicBezTo>
                  <a:cubicBezTo>
                    <a:pt x="8" y="3"/>
                    <a:pt x="7" y="4"/>
                    <a:pt x="7" y="5"/>
                  </a:cubicBezTo>
                  <a:cubicBezTo>
                    <a:pt x="5" y="13"/>
                    <a:pt x="3" y="21"/>
                    <a:pt x="2" y="29"/>
                  </a:cubicBezTo>
                  <a:cubicBezTo>
                    <a:pt x="2" y="34"/>
                    <a:pt x="0" y="39"/>
                    <a:pt x="5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8" name="Freeform 36">
              <a:extLst>
                <a:ext uri="{FF2B5EF4-FFF2-40B4-BE49-F238E27FC236}">
                  <a16:creationId xmlns:a16="http://schemas.microsoft.com/office/drawing/2014/main" id="{BBC29977-5A44-4383-86F8-500518D79C59}"/>
                </a:ext>
              </a:extLst>
            </p:cNvPr>
            <p:cNvSpPr/>
            <p:nvPr/>
          </p:nvSpPr>
          <p:spPr bwMode="auto">
            <a:xfrm>
              <a:off x="7907338" y="4845050"/>
              <a:ext cx="392113" cy="425450"/>
            </a:xfrm>
            <a:custGeom>
              <a:avLst/>
              <a:gdLst>
                <a:gd name="T0" fmla="*/ 31 w 70"/>
                <a:gd name="T1" fmla="*/ 43 h 75"/>
                <a:gd name="T2" fmla="*/ 31 w 70"/>
                <a:gd name="T3" fmla="*/ 49 h 75"/>
                <a:gd name="T4" fmla="*/ 29 w 70"/>
                <a:gd name="T5" fmla="*/ 52 h 75"/>
                <a:gd name="T6" fmla="*/ 27 w 70"/>
                <a:gd name="T7" fmla="*/ 55 h 75"/>
                <a:gd name="T8" fmla="*/ 20 w 70"/>
                <a:gd name="T9" fmla="*/ 59 h 75"/>
                <a:gd name="T10" fmla="*/ 16 w 70"/>
                <a:gd name="T11" fmla="*/ 62 h 75"/>
                <a:gd name="T12" fmla="*/ 4 w 70"/>
                <a:gd name="T13" fmla="*/ 69 h 75"/>
                <a:gd name="T14" fmla="*/ 4 w 70"/>
                <a:gd name="T15" fmla="*/ 69 h 75"/>
                <a:gd name="T16" fmla="*/ 0 w 70"/>
                <a:gd name="T17" fmla="*/ 71 h 75"/>
                <a:gd name="T18" fmla="*/ 4 w 70"/>
                <a:gd name="T19" fmla="*/ 73 h 75"/>
                <a:gd name="T20" fmla="*/ 9 w 70"/>
                <a:gd name="T21" fmla="*/ 72 h 75"/>
                <a:gd name="T22" fmla="*/ 17 w 70"/>
                <a:gd name="T23" fmla="*/ 69 h 75"/>
                <a:gd name="T24" fmla="*/ 33 w 70"/>
                <a:gd name="T25" fmla="*/ 64 h 75"/>
                <a:gd name="T26" fmla="*/ 48 w 70"/>
                <a:gd name="T27" fmla="*/ 61 h 75"/>
                <a:gd name="T28" fmla="*/ 53 w 70"/>
                <a:gd name="T29" fmla="*/ 62 h 75"/>
                <a:gd name="T30" fmla="*/ 46 w 70"/>
                <a:gd name="T31" fmla="*/ 73 h 75"/>
                <a:gd name="T32" fmla="*/ 49 w 70"/>
                <a:gd name="T33" fmla="*/ 75 h 75"/>
                <a:gd name="T34" fmla="*/ 70 w 70"/>
                <a:gd name="T35" fmla="*/ 62 h 75"/>
                <a:gd name="T36" fmla="*/ 57 w 70"/>
                <a:gd name="T37" fmla="*/ 50 h 75"/>
                <a:gd name="T38" fmla="*/ 46 w 70"/>
                <a:gd name="T39" fmla="*/ 51 h 75"/>
                <a:gd name="T40" fmla="*/ 36 w 70"/>
                <a:gd name="T41" fmla="*/ 53 h 75"/>
                <a:gd name="T42" fmla="*/ 43 w 70"/>
                <a:gd name="T43" fmla="*/ 47 h 75"/>
                <a:gd name="T44" fmla="*/ 39 w 70"/>
                <a:gd name="T45" fmla="*/ 40 h 75"/>
                <a:gd name="T46" fmla="*/ 49 w 70"/>
                <a:gd name="T47" fmla="*/ 30 h 75"/>
                <a:gd name="T48" fmla="*/ 45 w 70"/>
                <a:gd name="T49" fmla="*/ 26 h 75"/>
                <a:gd name="T50" fmla="*/ 41 w 70"/>
                <a:gd name="T51" fmla="*/ 24 h 75"/>
                <a:gd name="T52" fmla="*/ 47 w 70"/>
                <a:gd name="T53" fmla="*/ 19 h 75"/>
                <a:gd name="T54" fmla="*/ 47 w 70"/>
                <a:gd name="T55" fmla="*/ 3 h 75"/>
                <a:gd name="T56" fmla="*/ 36 w 70"/>
                <a:gd name="T57" fmla="*/ 4 h 75"/>
                <a:gd name="T58" fmla="*/ 36 w 70"/>
                <a:gd name="T59" fmla="*/ 4 h 75"/>
                <a:gd name="T60" fmla="*/ 36 w 70"/>
                <a:gd name="T61" fmla="*/ 16 h 75"/>
                <a:gd name="T62" fmla="*/ 33 w 70"/>
                <a:gd name="T63" fmla="*/ 17 h 75"/>
                <a:gd name="T64" fmla="*/ 31 w 70"/>
                <a:gd name="T65" fmla="*/ 19 h 75"/>
                <a:gd name="T66" fmla="*/ 30 w 70"/>
                <a:gd name="T67" fmla="*/ 27 h 75"/>
                <a:gd name="T68" fmla="*/ 29 w 70"/>
                <a:gd name="T69" fmla="*/ 29 h 75"/>
                <a:gd name="T70" fmla="*/ 25 w 70"/>
                <a:gd name="T71" fmla="*/ 40 h 75"/>
                <a:gd name="T72" fmla="*/ 31 w 70"/>
                <a:gd name="T73" fmla="*/ 43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0" h="75">
                  <a:moveTo>
                    <a:pt x="31" y="43"/>
                  </a:moveTo>
                  <a:cubicBezTo>
                    <a:pt x="32" y="44"/>
                    <a:pt x="31" y="48"/>
                    <a:pt x="31" y="49"/>
                  </a:cubicBezTo>
                  <a:cubicBezTo>
                    <a:pt x="31" y="50"/>
                    <a:pt x="30" y="51"/>
                    <a:pt x="29" y="52"/>
                  </a:cubicBezTo>
                  <a:cubicBezTo>
                    <a:pt x="29" y="52"/>
                    <a:pt x="27" y="54"/>
                    <a:pt x="27" y="55"/>
                  </a:cubicBezTo>
                  <a:cubicBezTo>
                    <a:pt x="24" y="58"/>
                    <a:pt x="23" y="57"/>
                    <a:pt x="20" y="59"/>
                  </a:cubicBezTo>
                  <a:cubicBezTo>
                    <a:pt x="19" y="60"/>
                    <a:pt x="17" y="61"/>
                    <a:pt x="16" y="62"/>
                  </a:cubicBezTo>
                  <a:cubicBezTo>
                    <a:pt x="13" y="65"/>
                    <a:pt x="9" y="66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9"/>
                    <a:pt x="2" y="71"/>
                    <a:pt x="0" y="71"/>
                  </a:cubicBezTo>
                  <a:cubicBezTo>
                    <a:pt x="0" y="73"/>
                    <a:pt x="2" y="74"/>
                    <a:pt x="4" y="73"/>
                  </a:cubicBezTo>
                  <a:cubicBezTo>
                    <a:pt x="6" y="73"/>
                    <a:pt x="8" y="72"/>
                    <a:pt x="9" y="72"/>
                  </a:cubicBezTo>
                  <a:cubicBezTo>
                    <a:pt x="12" y="71"/>
                    <a:pt x="14" y="70"/>
                    <a:pt x="17" y="69"/>
                  </a:cubicBezTo>
                  <a:cubicBezTo>
                    <a:pt x="22" y="67"/>
                    <a:pt x="27" y="65"/>
                    <a:pt x="33" y="64"/>
                  </a:cubicBezTo>
                  <a:cubicBezTo>
                    <a:pt x="36" y="64"/>
                    <a:pt x="43" y="62"/>
                    <a:pt x="48" y="61"/>
                  </a:cubicBezTo>
                  <a:cubicBezTo>
                    <a:pt x="50" y="61"/>
                    <a:pt x="51" y="62"/>
                    <a:pt x="53" y="62"/>
                  </a:cubicBezTo>
                  <a:cubicBezTo>
                    <a:pt x="55" y="67"/>
                    <a:pt x="48" y="71"/>
                    <a:pt x="46" y="73"/>
                  </a:cubicBezTo>
                  <a:cubicBezTo>
                    <a:pt x="46" y="74"/>
                    <a:pt x="48" y="74"/>
                    <a:pt x="49" y="75"/>
                  </a:cubicBezTo>
                  <a:cubicBezTo>
                    <a:pt x="57" y="74"/>
                    <a:pt x="68" y="73"/>
                    <a:pt x="70" y="62"/>
                  </a:cubicBezTo>
                  <a:cubicBezTo>
                    <a:pt x="70" y="52"/>
                    <a:pt x="63" y="51"/>
                    <a:pt x="57" y="50"/>
                  </a:cubicBezTo>
                  <a:cubicBezTo>
                    <a:pt x="55" y="50"/>
                    <a:pt x="51" y="50"/>
                    <a:pt x="46" y="51"/>
                  </a:cubicBezTo>
                  <a:cubicBezTo>
                    <a:pt x="43" y="51"/>
                    <a:pt x="37" y="53"/>
                    <a:pt x="36" y="53"/>
                  </a:cubicBezTo>
                  <a:cubicBezTo>
                    <a:pt x="38" y="51"/>
                    <a:pt x="41" y="49"/>
                    <a:pt x="43" y="47"/>
                  </a:cubicBezTo>
                  <a:cubicBezTo>
                    <a:pt x="43" y="43"/>
                    <a:pt x="41" y="43"/>
                    <a:pt x="39" y="40"/>
                  </a:cubicBezTo>
                  <a:cubicBezTo>
                    <a:pt x="37" y="32"/>
                    <a:pt x="46" y="35"/>
                    <a:pt x="49" y="30"/>
                  </a:cubicBezTo>
                  <a:cubicBezTo>
                    <a:pt x="49" y="28"/>
                    <a:pt x="47" y="27"/>
                    <a:pt x="45" y="26"/>
                  </a:cubicBezTo>
                  <a:cubicBezTo>
                    <a:pt x="43" y="25"/>
                    <a:pt x="42" y="24"/>
                    <a:pt x="41" y="24"/>
                  </a:cubicBezTo>
                  <a:cubicBezTo>
                    <a:pt x="41" y="20"/>
                    <a:pt x="44" y="20"/>
                    <a:pt x="47" y="19"/>
                  </a:cubicBezTo>
                  <a:cubicBezTo>
                    <a:pt x="52" y="16"/>
                    <a:pt x="49" y="7"/>
                    <a:pt x="47" y="3"/>
                  </a:cubicBezTo>
                  <a:cubicBezTo>
                    <a:pt x="44" y="1"/>
                    <a:pt x="37" y="0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7" y="8"/>
                    <a:pt x="38" y="11"/>
                    <a:pt x="36" y="16"/>
                  </a:cubicBezTo>
                  <a:cubicBezTo>
                    <a:pt x="35" y="16"/>
                    <a:pt x="34" y="16"/>
                    <a:pt x="33" y="17"/>
                  </a:cubicBezTo>
                  <a:cubicBezTo>
                    <a:pt x="32" y="17"/>
                    <a:pt x="31" y="18"/>
                    <a:pt x="31" y="19"/>
                  </a:cubicBezTo>
                  <a:cubicBezTo>
                    <a:pt x="30" y="22"/>
                    <a:pt x="31" y="26"/>
                    <a:pt x="30" y="27"/>
                  </a:cubicBezTo>
                  <a:cubicBezTo>
                    <a:pt x="30" y="28"/>
                    <a:pt x="29" y="29"/>
                    <a:pt x="29" y="29"/>
                  </a:cubicBezTo>
                  <a:cubicBezTo>
                    <a:pt x="27" y="32"/>
                    <a:pt x="24" y="36"/>
                    <a:pt x="25" y="40"/>
                  </a:cubicBezTo>
                  <a:cubicBezTo>
                    <a:pt x="26" y="43"/>
                    <a:pt x="29" y="40"/>
                    <a:pt x="31" y="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9" name="Freeform 37">
              <a:extLst>
                <a:ext uri="{FF2B5EF4-FFF2-40B4-BE49-F238E27FC236}">
                  <a16:creationId xmlns:a16="http://schemas.microsoft.com/office/drawing/2014/main" id="{60906196-7DC3-43EF-B7F4-4550D2F5D874}"/>
                </a:ext>
              </a:extLst>
            </p:cNvPr>
            <p:cNvSpPr/>
            <p:nvPr/>
          </p:nvSpPr>
          <p:spPr bwMode="auto">
            <a:xfrm>
              <a:off x="7856538" y="4941888"/>
              <a:ext cx="95250" cy="209550"/>
            </a:xfrm>
            <a:custGeom>
              <a:avLst/>
              <a:gdLst>
                <a:gd name="T0" fmla="*/ 10 w 17"/>
                <a:gd name="T1" fmla="*/ 37 h 37"/>
                <a:gd name="T2" fmla="*/ 13 w 17"/>
                <a:gd name="T3" fmla="*/ 37 h 37"/>
                <a:gd name="T4" fmla="*/ 16 w 17"/>
                <a:gd name="T5" fmla="*/ 35 h 37"/>
                <a:gd name="T6" fmla="*/ 13 w 17"/>
                <a:gd name="T7" fmla="*/ 28 h 37"/>
                <a:gd name="T8" fmla="*/ 13 w 17"/>
                <a:gd name="T9" fmla="*/ 28 h 37"/>
                <a:gd name="T10" fmla="*/ 13 w 17"/>
                <a:gd name="T11" fmla="*/ 18 h 37"/>
                <a:gd name="T12" fmla="*/ 17 w 17"/>
                <a:gd name="T13" fmla="*/ 8 h 37"/>
                <a:gd name="T14" fmla="*/ 14 w 17"/>
                <a:gd name="T15" fmla="*/ 0 h 37"/>
                <a:gd name="T16" fmla="*/ 13 w 17"/>
                <a:gd name="T17" fmla="*/ 0 h 37"/>
                <a:gd name="T18" fmla="*/ 5 w 17"/>
                <a:gd name="T19" fmla="*/ 7 h 37"/>
                <a:gd name="T20" fmla="*/ 2 w 17"/>
                <a:gd name="T21" fmla="*/ 15 h 37"/>
                <a:gd name="T22" fmla="*/ 2 w 17"/>
                <a:gd name="T23" fmla="*/ 31 h 37"/>
                <a:gd name="T24" fmla="*/ 10 w 17"/>
                <a:gd name="T2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" h="37">
                  <a:moveTo>
                    <a:pt x="10" y="37"/>
                  </a:moveTo>
                  <a:cubicBezTo>
                    <a:pt x="11" y="37"/>
                    <a:pt x="12" y="37"/>
                    <a:pt x="13" y="37"/>
                  </a:cubicBezTo>
                  <a:cubicBezTo>
                    <a:pt x="14" y="37"/>
                    <a:pt x="15" y="36"/>
                    <a:pt x="16" y="35"/>
                  </a:cubicBezTo>
                  <a:cubicBezTo>
                    <a:pt x="16" y="32"/>
                    <a:pt x="14" y="30"/>
                    <a:pt x="13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2" y="24"/>
                    <a:pt x="13" y="21"/>
                    <a:pt x="13" y="18"/>
                  </a:cubicBezTo>
                  <a:cubicBezTo>
                    <a:pt x="14" y="15"/>
                    <a:pt x="16" y="12"/>
                    <a:pt x="17" y="8"/>
                  </a:cubicBezTo>
                  <a:cubicBezTo>
                    <a:pt x="17" y="3"/>
                    <a:pt x="17" y="1"/>
                    <a:pt x="14" y="0"/>
                  </a:cubicBezTo>
                  <a:cubicBezTo>
                    <a:pt x="14" y="0"/>
                    <a:pt x="14" y="0"/>
                    <a:pt x="13" y="0"/>
                  </a:cubicBezTo>
                  <a:cubicBezTo>
                    <a:pt x="8" y="0"/>
                    <a:pt x="7" y="2"/>
                    <a:pt x="5" y="7"/>
                  </a:cubicBezTo>
                  <a:cubicBezTo>
                    <a:pt x="4" y="9"/>
                    <a:pt x="3" y="12"/>
                    <a:pt x="2" y="15"/>
                  </a:cubicBezTo>
                  <a:cubicBezTo>
                    <a:pt x="1" y="20"/>
                    <a:pt x="0" y="26"/>
                    <a:pt x="2" y="31"/>
                  </a:cubicBezTo>
                  <a:cubicBezTo>
                    <a:pt x="4" y="34"/>
                    <a:pt x="6" y="36"/>
                    <a:pt x="10" y="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0" name="Freeform 38">
              <a:extLst>
                <a:ext uri="{FF2B5EF4-FFF2-40B4-BE49-F238E27FC236}">
                  <a16:creationId xmlns:a16="http://schemas.microsoft.com/office/drawing/2014/main" id="{789802E7-4414-4FD7-825B-4627EEF0F76F}"/>
                </a:ext>
              </a:extLst>
            </p:cNvPr>
            <p:cNvSpPr/>
            <p:nvPr/>
          </p:nvSpPr>
          <p:spPr bwMode="auto">
            <a:xfrm>
              <a:off x="7862888" y="5270500"/>
              <a:ext cx="454025" cy="442913"/>
            </a:xfrm>
            <a:custGeom>
              <a:avLst/>
              <a:gdLst>
                <a:gd name="T0" fmla="*/ 50 w 81"/>
                <a:gd name="T1" fmla="*/ 29 h 78"/>
                <a:gd name="T2" fmla="*/ 41 w 81"/>
                <a:gd name="T3" fmla="*/ 28 h 78"/>
                <a:gd name="T4" fmla="*/ 39 w 81"/>
                <a:gd name="T5" fmla="*/ 26 h 78"/>
                <a:gd name="T6" fmla="*/ 41 w 81"/>
                <a:gd name="T7" fmla="*/ 22 h 78"/>
                <a:gd name="T8" fmla="*/ 46 w 81"/>
                <a:gd name="T9" fmla="*/ 15 h 78"/>
                <a:gd name="T10" fmla="*/ 41 w 81"/>
                <a:gd name="T11" fmla="*/ 2 h 78"/>
                <a:gd name="T12" fmla="*/ 40 w 81"/>
                <a:gd name="T13" fmla="*/ 1 h 78"/>
                <a:gd name="T14" fmla="*/ 33 w 81"/>
                <a:gd name="T15" fmla="*/ 0 h 78"/>
                <a:gd name="T16" fmla="*/ 26 w 81"/>
                <a:gd name="T17" fmla="*/ 2 h 78"/>
                <a:gd name="T18" fmla="*/ 25 w 81"/>
                <a:gd name="T19" fmla="*/ 6 h 78"/>
                <a:gd name="T20" fmla="*/ 32 w 81"/>
                <a:gd name="T21" fmla="*/ 9 h 78"/>
                <a:gd name="T22" fmla="*/ 35 w 81"/>
                <a:gd name="T23" fmla="*/ 15 h 78"/>
                <a:gd name="T24" fmla="*/ 32 w 81"/>
                <a:gd name="T25" fmla="*/ 30 h 78"/>
                <a:gd name="T26" fmla="*/ 25 w 81"/>
                <a:gd name="T27" fmla="*/ 32 h 78"/>
                <a:gd name="T28" fmla="*/ 15 w 81"/>
                <a:gd name="T29" fmla="*/ 37 h 78"/>
                <a:gd name="T30" fmla="*/ 12 w 81"/>
                <a:gd name="T31" fmla="*/ 38 h 78"/>
                <a:gd name="T32" fmla="*/ 1 w 81"/>
                <a:gd name="T33" fmla="*/ 39 h 78"/>
                <a:gd name="T34" fmla="*/ 0 w 81"/>
                <a:gd name="T35" fmla="*/ 39 h 78"/>
                <a:gd name="T36" fmla="*/ 1 w 81"/>
                <a:gd name="T37" fmla="*/ 43 h 78"/>
                <a:gd name="T38" fmla="*/ 8 w 81"/>
                <a:gd name="T39" fmla="*/ 47 h 78"/>
                <a:gd name="T40" fmla="*/ 14 w 81"/>
                <a:gd name="T41" fmla="*/ 46 h 78"/>
                <a:gd name="T42" fmla="*/ 25 w 81"/>
                <a:gd name="T43" fmla="*/ 43 h 78"/>
                <a:gd name="T44" fmla="*/ 36 w 81"/>
                <a:gd name="T45" fmla="*/ 44 h 78"/>
                <a:gd name="T46" fmla="*/ 32 w 81"/>
                <a:gd name="T47" fmla="*/ 60 h 78"/>
                <a:gd name="T48" fmla="*/ 25 w 81"/>
                <a:gd name="T49" fmla="*/ 58 h 78"/>
                <a:gd name="T50" fmla="*/ 25 w 81"/>
                <a:gd name="T51" fmla="*/ 58 h 78"/>
                <a:gd name="T52" fmla="*/ 19 w 81"/>
                <a:gd name="T53" fmla="*/ 53 h 78"/>
                <a:gd name="T54" fmla="*/ 20 w 81"/>
                <a:gd name="T55" fmla="*/ 67 h 78"/>
                <a:gd name="T56" fmla="*/ 25 w 81"/>
                <a:gd name="T57" fmla="*/ 76 h 78"/>
                <a:gd name="T58" fmla="*/ 28 w 81"/>
                <a:gd name="T59" fmla="*/ 78 h 78"/>
                <a:gd name="T60" fmla="*/ 41 w 81"/>
                <a:gd name="T61" fmla="*/ 69 h 78"/>
                <a:gd name="T62" fmla="*/ 41 w 81"/>
                <a:gd name="T63" fmla="*/ 69 h 78"/>
                <a:gd name="T64" fmla="*/ 41 w 81"/>
                <a:gd name="T65" fmla="*/ 68 h 78"/>
                <a:gd name="T66" fmla="*/ 48 w 81"/>
                <a:gd name="T67" fmla="*/ 42 h 78"/>
                <a:gd name="T68" fmla="*/ 63 w 81"/>
                <a:gd name="T69" fmla="*/ 41 h 78"/>
                <a:gd name="T70" fmla="*/ 70 w 81"/>
                <a:gd name="T71" fmla="*/ 44 h 78"/>
                <a:gd name="T72" fmla="*/ 76 w 81"/>
                <a:gd name="T73" fmla="*/ 27 h 78"/>
                <a:gd name="T74" fmla="*/ 50 w 81"/>
                <a:gd name="T75" fmla="*/ 2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1" h="78">
                  <a:moveTo>
                    <a:pt x="50" y="29"/>
                  </a:moveTo>
                  <a:cubicBezTo>
                    <a:pt x="46" y="29"/>
                    <a:pt x="43" y="30"/>
                    <a:pt x="41" y="28"/>
                  </a:cubicBezTo>
                  <a:cubicBezTo>
                    <a:pt x="40" y="27"/>
                    <a:pt x="40" y="27"/>
                    <a:pt x="39" y="26"/>
                  </a:cubicBezTo>
                  <a:cubicBezTo>
                    <a:pt x="39" y="25"/>
                    <a:pt x="40" y="23"/>
                    <a:pt x="41" y="22"/>
                  </a:cubicBezTo>
                  <a:cubicBezTo>
                    <a:pt x="42" y="20"/>
                    <a:pt x="45" y="17"/>
                    <a:pt x="46" y="15"/>
                  </a:cubicBezTo>
                  <a:cubicBezTo>
                    <a:pt x="48" y="7"/>
                    <a:pt x="46" y="6"/>
                    <a:pt x="41" y="2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8" y="0"/>
                    <a:pt x="35" y="0"/>
                    <a:pt x="33" y="0"/>
                  </a:cubicBezTo>
                  <a:cubicBezTo>
                    <a:pt x="33" y="0"/>
                    <a:pt x="27" y="0"/>
                    <a:pt x="26" y="2"/>
                  </a:cubicBezTo>
                  <a:cubicBezTo>
                    <a:pt x="26" y="3"/>
                    <a:pt x="26" y="5"/>
                    <a:pt x="25" y="6"/>
                  </a:cubicBezTo>
                  <a:cubicBezTo>
                    <a:pt x="25" y="7"/>
                    <a:pt x="30" y="6"/>
                    <a:pt x="32" y="9"/>
                  </a:cubicBezTo>
                  <a:cubicBezTo>
                    <a:pt x="34" y="11"/>
                    <a:pt x="35" y="12"/>
                    <a:pt x="35" y="15"/>
                  </a:cubicBezTo>
                  <a:cubicBezTo>
                    <a:pt x="31" y="21"/>
                    <a:pt x="29" y="23"/>
                    <a:pt x="32" y="30"/>
                  </a:cubicBezTo>
                  <a:cubicBezTo>
                    <a:pt x="30" y="31"/>
                    <a:pt x="27" y="31"/>
                    <a:pt x="25" y="32"/>
                  </a:cubicBezTo>
                  <a:cubicBezTo>
                    <a:pt x="18" y="35"/>
                    <a:pt x="16" y="36"/>
                    <a:pt x="15" y="37"/>
                  </a:cubicBezTo>
                  <a:cubicBezTo>
                    <a:pt x="14" y="37"/>
                    <a:pt x="12" y="37"/>
                    <a:pt x="12" y="38"/>
                  </a:cubicBezTo>
                  <a:cubicBezTo>
                    <a:pt x="11" y="38"/>
                    <a:pt x="10" y="38"/>
                    <a:pt x="1" y="39"/>
                  </a:cubicBezTo>
                  <a:cubicBezTo>
                    <a:pt x="1" y="39"/>
                    <a:pt x="0" y="39"/>
                    <a:pt x="0" y="39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6"/>
                    <a:pt x="4" y="46"/>
                    <a:pt x="8" y="47"/>
                  </a:cubicBezTo>
                  <a:cubicBezTo>
                    <a:pt x="8" y="47"/>
                    <a:pt x="13" y="47"/>
                    <a:pt x="14" y="46"/>
                  </a:cubicBezTo>
                  <a:cubicBezTo>
                    <a:pt x="18" y="46"/>
                    <a:pt x="21" y="44"/>
                    <a:pt x="25" y="43"/>
                  </a:cubicBezTo>
                  <a:cubicBezTo>
                    <a:pt x="29" y="43"/>
                    <a:pt x="34" y="43"/>
                    <a:pt x="36" y="44"/>
                  </a:cubicBezTo>
                  <a:cubicBezTo>
                    <a:pt x="37" y="48"/>
                    <a:pt x="34" y="56"/>
                    <a:pt x="32" y="60"/>
                  </a:cubicBezTo>
                  <a:cubicBezTo>
                    <a:pt x="29" y="63"/>
                    <a:pt x="27" y="62"/>
                    <a:pt x="25" y="58"/>
                  </a:cubicBezTo>
                  <a:cubicBezTo>
                    <a:pt x="25" y="58"/>
                    <a:pt x="25" y="58"/>
                    <a:pt x="25" y="58"/>
                  </a:cubicBezTo>
                  <a:cubicBezTo>
                    <a:pt x="23" y="53"/>
                    <a:pt x="23" y="52"/>
                    <a:pt x="19" y="53"/>
                  </a:cubicBezTo>
                  <a:cubicBezTo>
                    <a:pt x="18" y="57"/>
                    <a:pt x="19" y="62"/>
                    <a:pt x="20" y="67"/>
                  </a:cubicBezTo>
                  <a:cubicBezTo>
                    <a:pt x="21" y="72"/>
                    <a:pt x="21" y="74"/>
                    <a:pt x="25" y="76"/>
                  </a:cubicBezTo>
                  <a:cubicBezTo>
                    <a:pt x="25" y="77"/>
                    <a:pt x="26" y="77"/>
                    <a:pt x="28" y="78"/>
                  </a:cubicBezTo>
                  <a:cubicBezTo>
                    <a:pt x="34" y="77"/>
                    <a:pt x="37" y="75"/>
                    <a:pt x="41" y="69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1" y="68"/>
                    <a:pt x="41" y="69"/>
                    <a:pt x="41" y="68"/>
                  </a:cubicBezTo>
                  <a:cubicBezTo>
                    <a:pt x="46" y="60"/>
                    <a:pt x="49" y="52"/>
                    <a:pt x="48" y="42"/>
                  </a:cubicBezTo>
                  <a:cubicBezTo>
                    <a:pt x="50" y="40"/>
                    <a:pt x="60" y="40"/>
                    <a:pt x="63" y="41"/>
                  </a:cubicBezTo>
                  <a:cubicBezTo>
                    <a:pt x="65" y="42"/>
                    <a:pt x="68" y="42"/>
                    <a:pt x="70" y="44"/>
                  </a:cubicBezTo>
                  <a:cubicBezTo>
                    <a:pt x="76" y="44"/>
                    <a:pt x="81" y="34"/>
                    <a:pt x="76" y="27"/>
                  </a:cubicBezTo>
                  <a:cubicBezTo>
                    <a:pt x="67" y="25"/>
                    <a:pt x="59" y="27"/>
                    <a:pt x="50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1" name="Freeform 39">
              <a:extLst>
                <a:ext uri="{FF2B5EF4-FFF2-40B4-BE49-F238E27FC236}">
                  <a16:creationId xmlns:a16="http://schemas.microsoft.com/office/drawing/2014/main" id="{BBE2F381-7382-4D61-A3FB-226CF2C5115E}"/>
                </a:ext>
              </a:extLst>
            </p:cNvPr>
            <p:cNvSpPr/>
            <p:nvPr/>
          </p:nvSpPr>
          <p:spPr bwMode="auto">
            <a:xfrm>
              <a:off x="7767638" y="5180013"/>
              <a:ext cx="117475" cy="209550"/>
            </a:xfrm>
            <a:custGeom>
              <a:avLst/>
              <a:gdLst>
                <a:gd name="T0" fmla="*/ 18 w 21"/>
                <a:gd name="T1" fmla="*/ 21 h 37"/>
                <a:gd name="T2" fmla="*/ 19 w 21"/>
                <a:gd name="T3" fmla="*/ 2 h 37"/>
                <a:gd name="T4" fmla="*/ 18 w 21"/>
                <a:gd name="T5" fmla="*/ 2 h 37"/>
                <a:gd name="T6" fmla="*/ 4 w 21"/>
                <a:gd name="T7" fmla="*/ 18 h 37"/>
                <a:gd name="T8" fmla="*/ 11 w 21"/>
                <a:gd name="T9" fmla="*/ 37 h 37"/>
                <a:gd name="T10" fmla="*/ 18 w 21"/>
                <a:gd name="T11" fmla="*/ 24 h 37"/>
                <a:gd name="T12" fmla="*/ 18 w 21"/>
                <a:gd name="T13" fmla="*/ 2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37">
                  <a:moveTo>
                    <a:pt x="18" y="21"/>
                  </a:moveTo>
                  <a:cubicBezTo>
                    <a:pt x="19" y="15"/>
                    <a:pt x="21" y="6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2" y="0"/>
                    <a:pt x="6" y="14"/>
                    <a:pt x="4" y="18"/>
                  </a:cubicBezTo>
                  <a:cubicBezTo>
                    <a:pt x="2" y="29"/>
                    <a:pt x="0" y="33"/>
                    <a:pt x="11" y="37"/>
                  </a:cubicBezTo>
                  <a:cubicBezTo>
                    <a:pt x="16" y="35"/>
                    <a:pt x="17" y="29"/>
                    <a:pt x="18" y="24"/>
                  </a:cubicBezTo>
                  <a:cubicBezTo>
                    <a:pt x="18" y="23"/>
                    <a:pt x="18" y="22"/>
                    <a:pt x="18" y="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2" name="Freeform 40">
              <a:extLst>
                <a:ext uri="{FF2B5EF4-FFF2-40B4-BE49-F238E27FC236}">
                  <a16:creationId xmlns:a16="http://schemas.microsoft.com/office/drawing/2014/main" id="{A0FFFECF-82D2-4F1A-9788-48F1CA99FE37}"/>
                </a:ext>
              </a:extLst>
            </p:cNvPr>
            <p:cNvSpPr/>
            <p:nvPr/>
          </p:nvSpPr>
          <p:spPr bwMode="auto">
            <a:xfrm>
              <a:off x="5664200" y="5089525"/>
              <a:ext cx="90488" cy="141288"/>
            </a:xfrm>
            <a:custGeom>
              <a:avLst/>
              <a:gdLst>
                <a:gd name="T0" fmla="*/ 2 w 16"/>
                <a:gd name="T1" fmla="*/ 14 h 25"/>
                <a:gd name="T2" fmla="*/ 2 w 16"/>
                <a:gd name="T3" fmla="*/ 14 h 25"/>
                <a:gd name="T4" fmla="*/ 2 w 16"/>
                <a:gd name="T5" fmla="*/ 14 h 25"/>
                <a:gd name="T6" fmla="*/ 1 w 16"/>
                <a:gd name="T7" fmla="*/ 15 h 25"/>
                <a:gd name="T8" fmla="*/ 1 w 16"/>
                <a:gd name="T9" fmla="*/ 21 h 25"/>
                <a:gd name="T10" fmla="*/ 1 w 16"/>
                <a:gd name="T11" fmla="*/ 21 h 25"/>
                <a:gd name="T12" fmla="*/ 1 w 16"/>
                <a:gd name="T13" fmla="*/ 21 h 25"/>
                <a:gd name="T14" fmla="*/ 2 w 16"/>
                <a:gd name="T15" fmla="*/ 22 h 25"/>
                <a:gd name="T16" fmla="*/ 3 w 16"/>
                <a:gd name="T17" fmla="*/ 23 h 25"/>
                <a:gd name="T18" fmla="*/ 3 w 16"/>
                <a:gd name="T19" fmla="*/ 23 h 25"/>
                <a:gd name="T20" fmla="*/ 3 w 16"/>
                <a:gd name="T21" fmla="*/ 23 h 25"/>
                <a:gd name="T22" fmla="*/ 3 w 16"/>
                <a:gd name="T23" fmla="*/ 23 h 25"/>
                <a:gd name="T24" fmla="*/ 3 w 16"/>
                <a:gd name="T25" fmla="*/ 23 h 25"/>
                <a:gd name="T26" fmla="*/ 7 w 16"/>
                <a:gd name="T27" fmla="*/ 25 h 25"/>
                <a:gd name="T28" fmla="*/ 16 w 16"/>
                <a:gd name="T29" fmla="*/ 10 h 25"/>
                <a:gd name="T30" fmla="*/ 2 w 16"/>
                <a:gd name="T31" fmla="*/ 1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25">
                  <a:moveTo>
                    <a:pt x="2" y="14"/>
                  </a:move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1" y="15"/>
                    <a:pt x="1" y="15"/>
                  </a:cubicBezTo>
                  <a:cubicBezTo>
                    <a:pt x="0" y="18"/>
                    <a:pt x="0" y="20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2"/>
                    <a:pt x="2" y="22"/>
                    <a:pt x="2" y="22"/>
                  </a:cubicBezTo>
                  <a:cubicBezTo>
                    <a:pt x="2" y="22"/>
                    <a:pt x="2" y="22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4" y="23"/>
                    <a:pt x="5" y="24"/>
                    <a:pt x="7" y="25"/>
                  </a:cubicBezTo>
                  <a:cubicBezTo>
                    <a:pt x="13" y="23"/>
                    <a:pt x="15" y="17"/>
                    <a:pt x="16" y="10"/>
                  </a:cubicBezTo>
                  <a:cubicBezTo>
                    <a:pt x="15" y="0"/>
                    <a:pt x="5" y="8"/>
                    <a:pt x="2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3" name="Freeform 41">
              <a:extLst>
                <a:ext uri="{FF2B5EF4-FFF2-40B4-BE49-F238E27FC236}">
                  <a16:creationId xmlns:a16="http://schemas.microsoft.com/office/drawing/2014/main" id="{EDEDABC7-B6D8-4356-B5C5-427CE0160ACC}"/>
                </a:ext>
              </a:extLst>
            </p:cNvPr>
            <p:cNvSpPr/>
            <p:nvPr/>
          </p:nvSpPr>
          <p:spPr bwMode="auto">
            <a:xfrm>
              <a:off x="4525963" y="4856163"/>
              <a:ext cx="112713" cy="125413"/>
            </a:xfrm>
            <a:custGeom>
              <a:avLst/>
              <a:gdLst>
                <a:gd name="T0" fmla="*/ 14 w 20"/>
                <a:gd name="T1" fmla="*/ 16 h 22"/>
                <a:gd name="T2" fmla="*/ 7 w 20"/>
                <a:gd name="T3" fmla="*/ 21 h 22"/>
                <a:gd name="T4" fmla="*/ 0 w 20"/>
                <a:gd name="T5" fmla="*/ 15 h 22"/>
                <a:gd name="T6" fmla="*/ 2 w 20"/>
                <a:gd name="T7" fmla="*/ 3 h 22"/>
                <a:gd name="T8" fmla="*/ 0 w 20"/>
                <a:gd name="T9" fmla="*/ 1 h 22"/>
                <a:gd name="T10" fmla="*/ 1 w 20"/>
                <a:gd name="T11" fmla="*/ 0 h 22"/>
                <a:gd name="T12" fmla="*/ 5 w 20"/>
                <a:gd name="T13" fmla="*/ 1 h 22"/>
                <a:gd name="T14" fmla="*/ 9 w 20"/>
                <a:gd name="T15" fmla="*/ 2 h 22"/>
                <a:gd name="T16" fmla="*/ 9 w 20"/>
                <a:gd name="T17" fmla="*/ 2 h 22"/>
                <a:gd name="T18" fmla="*/ 6 w 20"/>
                <a:gd name="T19" fmla="*/ 4 h 22"/>
                <a:gd name="T20" fmla="*/ 4 w 20"/>
                <a:gd name="T21" fmla="*/ 16 h 22"/>
                <a:gd name="T22" fmla="*/ 8 w 20"/>
                <a:gd name="T23" fmla="*/ 20 h 22"/>
                <a:gd name="T24" fmla="*/ 14 w 20"/>
                <a:gd name="T25" fmla="*/ 16 h 22"/>
                <a:gd name="T26" fmla="*/ 15 w 20"/>
                <a:gd name="T27" fmla="*/ 8 h 22"/>
                <a:gd name="T28" fmla="*/ 14 w 20"/>
                <a:gd name="T29" fmla="*/ 3 h 22"/>
                <a:gd name="T30" fmla="*/ 13 w 20"/>
                <a:gd name="T31" fmla="*/ 3 h 22"/>
                <a:gd name="T32" fmla="*/ 13 w 20"/>
                <a:gd name="T33" fmla="*/ 2 h 22"/>
                <a:gd name="T34" fmla="*/ 16 w 20"/>
                <a:gd name="T35" fmla="*/ 3 h 22"/>
                <a:gd name="T36" fmla="*/ 19 w 20"/>
                <a:gd name="T37" fmla="*/ 3 h 22"/>
                <a:gd name="T38" fmla="*/ 19 w 20"/>
                <a:gd name="T39" fmla="*/ 4 h 22"/>
                <a:gd name="T40" fmla="*/ 19 w 20"/>
                <a:gd name="T41" fmla="*/ 4 h 22"/>
                <a:gd name="T42" fmla="*/ 16 w 20"/>
                <a:gd name="T43" fmla="*/ 8 h 22"/>
                <a:gd name="T44" fmla="*/ 14 w 20"/>
                <a:gd name="T45" fmla="*/ 1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" h="22">
                  <a:moveTo>
                    <a:pt x="14" y="16"/>
                  </a:moveTo>
                  <a:cubicBezTo>
                    <a:pt x="14" y="20"/>
                    <a:pt x="11" y="22"/>
                    <a:pt x="7" y="21"/>
                  </a:cubicBezTo>
                  <a:cubicBezTo>
                    <a:pt x="2" y="20"/>
                    <a:pt x="0" y="18"/>
                    <a:pt x="0" y="15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1"/>
                    <a:pt x="4" y="1"/>
                    <a:pt x="5" y="1"/>
                  </a:cubicBezTo>
                  <a:cubicBezTo>
                    <a:pt x="6" y="1"/>
                    <a:pt x="7" y="1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3"/>
                    <a:pt x="7" y="1"/>
                    <a:pt x="6" y="4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8"/>
                    <a:pt x="6" y="20"/>
                    <a:pt x="8" y="20"/>
                  </a:cubicBezTo>
                  <a:cubicBezTo>
                    <a:pt x="11" y="21"/>
                    <a:pt x="13" y="19"/>
                    <a:pt x="14" y="16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5"/>
                    <a:pt x="15" y="4"/>
                    <a:pt x="14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4" y="2"/>
                    <a:pt x="15" y="3"/>
                    <a:pt x="16" y="3"/>
                  </a:cubicBezTo>
                  <a:cubicBezTo>
                    <a:pt x="17" y="3"/>
                    <a:pt x="18" y="3"/>
                    <a:pt x="19" y="3"/>
                  </a:cubicBezTo>
                  <a:cubicBezTo>
                    <a:pt x="19" y="3"/>
                    <a:pt x="20" y="3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7" y="4"/>
                    <a:pt x="16" y="5"/>
                    <a:pt x="16" y="8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4" name="Freeform 42">
              <a:extLst>
                <a:ext uri="{FF2B5EF4-FFF2-40B4-BE49-F238E27FC236}">
                  <a16:creationId xmlns:a16="http://schemas.microsoft.com/office/drawing/2014/main" id="{5BA83940-27DA-42D8-B67F-D9D7A3A483DE}"/>
                </a:ext>
              </a:extLst>
            </p:cNvPr>
            <p:cNvSpPr/>
            <p:nvPr/>
          </p:nvSpPr>
          <p:spPr bwMode="auto">
            <a:xfrm>
              <a:off x="4627563" y="4884738"/>
              <a:ext cx="146050" cy="142875"/>
            </a:xfrm>
            <a:custGeom>
              <a:avLst/>
              <a:gdLst>
                <a:gd name="T0" fmla="*/ 5 w 26"/>
                <a:gd name="T1" fmla="*/ 15 h 25"/>
                <a:gd name="T2" fmla="*/ 5 w 26"/>
                <a:gd name="T3" fmla="*/ 19 h 25"/>
                <a:gd name="T4" fmla="*/ 6 w 26"/>
                <a:gd name="T5" fmla="*/ 20 h 25"/>
                <a:gd name="T6" fmla="*/ 6 w 26"/>
                <a:gd name="T7" fmla="*/ 20 h 25"/>
                <a:gd name="T8" fmla="*/ 3 w 26"/>
                <a:gd name="T9" fmla="*/ 19 h 25"/>
                <a:gd name="T10" fmla="*/ 0 w 26"/>
                <a:gd name="T11" fmla="*/ 18 h 25"/>
                <a:gd name="T12" fmla="*/ 0 w 26"/>
                <a:gd name="T13" fmla="*/ 17 h 25"/>
                <a:gd name="T14" fmla="*/ 1 w 26"/>
                <a:gd name="T15" fmla="*/ 17 h 25"/>
                <a:gd name="T16" fmla="*/ 4 w 26"/>
                <a:gd name="T17" fmla="*/ 15 h 25"/>
                <a:gd name="T18" fmla="*/ 9 w 26"/>
                <a:gd name="T19" fmla="*/ 4 h 25"/>
                <a:gd name="T20" fmla="*/ 8 w 26"/>
                <a:gd name="T21" fmla="*/ 1 h 25"/>
                <a:gd name="T22" fmla="*/ 7 w 26"/>
                <a:gd name="T23" fmla="*/ 0 h 25"/>
                <a:gd name="T24" fmla="*/ 8 w 26"/>
                <a:gd name="T25" fmla="*/ 0 h 25"/>
                <a:gd name="T26" fmla="*/ 10 w 26"/>
                <a:gd name="T27" fmla="*/ 1 h 25"/>
                <a:gd name="T28" fmla="*/ 13 w 26"/>
                <a:gd name="T29" fmla="*/ 3 h 25"/>
                <a:gd name="T30" fmla="*/ 17 w 26"/>
                <a:gd name="T31" fmla="*/ 18 h 25"/>
                <a:gd name="T32" fmla="*/ 17 w 26"/>
                <a:gd name="T33" fmla="*/ 18 h 25"/>
                <a:gd name="T34" fmla="*/ 21 w 26"/>
                <a:gd name="T35" fmla="*/ 11 h 25"/>
                <a:gd name="T36" fmla="*/ 21 w 26"/>
                <a:gd name="T37" fmla="*/ 7 h 25"/>
                <a:gd name="T38" fmla="*/ 19 w 26"/>
                <a:gd name="T39" fmla="*/ 6 h 25"/>
                <a:gd name="T40" fmla="*/ 20 w 26"/>
                <a:gd name="T41" fmla="*/ 6 h 25"/>
                <a:gd name="T42" fmla="*/ 23 w 26"/>
                <a:gd name="T43" fmla="*/ 7 h 25"/>
                <a:gd name="T44" fmla="*/ 26 w 26"/>
                <a:gd name="T45" fmla="*/ 8 h 25"/>
                <a:gd name="T46" fmla="*/ 26 w 26"/>
                <a:gd name="T47" fmla="*/ 9 h 25"/>
                <a:gd name="T48" fmla="*/ 24 w 26"/>
                <a:gd name="T49" fmla="*/ 8 h 25"/>
                <a:gd name="T50" fmla="*/ 21 w 26"/>
                <a:gd name="T51" fmla="*/ 11 h 25"/>
                <a:gd name="T52" fmla="*/ 15 w 26"/>
                <a:gd name="T53" fmla="*/ 24 h 25"/>
                <a:gd name="T54" fmla="*/ 15 w 26"/>
                <a:gd name="T55" fmla="*/ 25 h 25"/>
                <a:gd name="T56" fmla="*/ 14 w 26"/>
                <a:gd name="T57" fmla="*/ 24 h 25"/>
                <a:gd name="T58" fmla="*/ 10 w 26"/>
                <a:gd name="T59" fmla="*/ 5 h 25"/>
                <a:gd name="T60" fmla="*/ 9 w 26"/>
                <a:gd name="T61" fmla="*/ 5 h 25"/>
                <a:gd name="T62" fmla="*/ 5 w 26"/>
                <a:gd name="T63" fmla="*/ 1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6" h="25">
                  <a:moveTo>
                    <a:pt x="5" y="15"/>
                  </a:moveTo>
                  <a:cubicBezTo>
                    <a:pt x="4" y="17"/>
                    <a:pt x="4" y="18"/>
                    <a:pt x="5" y="19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5" y="20"/>
                    <a:pt x="4" y="19"/>
                    <a:pt x="3" y="19"/>
                  </a:cubicBezTo>
                  <a:cubicBezTo>
                    <a:pt x="2" y="18"/>
                    <a:pt x="1" y="18"/>
                    <a:pt x="0" y="18"/>
                  </a:cubicBezTo>
                  <a:cubicBezTo>
                    <a:pt x="0" y="18"/>
                    <a:pt x="0" y="17"/>
                    <a:pt x="0" y="17"/>
                  </a:cubicBezTo>
                  <a:cubicBezTo>
                    <a:pt x="0" y="17"/>
                    <a:pt x="0" y="17"/>
                    <a:pt x="1" y="17"/>
                  </a:cubicBezTo>
                  <a:cubicBezTo>
                    <a:pt x="2" y="17"/>
                    <a:pt x="3" y="17"/>
                    <a:pt x="4" y="15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2"/>
                    <a:pt x="8" y="1"/>
                    <a:pt x="8" y="1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8" y="0"/>
                    <a:pt x="9" y="1"/>
                    <a:pt x="10" y="1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2" y="9"/>
                    <a:pt x="21" y="7"/>
                    <a:pt x="21" y="7"/>
                  </a:cubicBezTo>
                  <a:cubicBezTo>
                    <a:pt x="20" y="6"/>
                    <a:pt x="19" y="6"/>
                    <a:pt x="19" y="6"/>
                  </a:cubicBezTo>
                  <a:cubicBezTo>
                    <a:pt x="19" y="6"/>
                    <a:pt x="20" y="5"/>
                    <a:pt x="20" y="6"/>
                  </a:cubicBezTo>
                  <a:cubicBezTo>
                    <a:pt x="21" y="6"/>
                    <a:pt x="22" y="6"/>
                    <a:pt x="23" y="7"/>
                  </a:cubicBezTo>
                  <a:cubicBezTo>
                    <a:pt x="24" y="7"/>
                    <a:pt x="25" y="8"/>
                    <a:pt x="26" y="8"/>
                  </a:cubicBezTo>
                  <a:cubicBezTo>
                    <a:pt x="26" y="8"/>
                    <a:pt x="26" y="8"/>
                    <a:pt x="26" y="9"/>
                  </a:cubicBezTo>
                  <a:cubicBezTo>
                    <a:pt x="26" y="9"/>
                    <a:pt x="25" y="8"/>
                    <a:pt x="24" y="8"/>
                  </a:cubicBezTo>
                  <a:cubicBezTo>
                    <a:pt x="23" y="8"/>
                    <a:pt x="22" y="9"/>
                    <a:pt x="21" y="11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4"/>
                    <a:pt x="14" y="24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9" y="5"/>
                    <a:pt x="9" y="5"/>
                    <a:pt x="9" y="5"/>
                  </a:cubicBezTo>
                  <a:lnTo>
                    <a:pt x="5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5" name="Freeform 43">
              <a:extLst>
                <a:ext uri="{FF2B5EF4-FFF2-40B4-BE49-F238E27FC236}">
                  <a16:creationId xmlns:a16="http://schemas.microsoft.com/office/drawing/2014/main" id="{46C54D17-F8D0-4C00-87E1-D5347154B5DD}"/>
                </a:ext>
              </a:extLst>
            </p:cNvPr>
            <p:cNvSpPr/>
            <p:nvPr/>
          </p:nvSpPr>
          <p:spPr bwMode="auto">
            <a:xfrm>
              <a:off x="4740275" y="4953000"/>
              <a:ext cx="100013" cy="114300"/>
            </a:xfrm>
            <a:custGeom>
              <a:avLst/>
              <a:gdLst>
                <a:gd name="T0" fmla="*/ 12 w 18"/>
                <a:gd name="T1" fmla="*/ 3 h 20"/>
                <a:gd name="T2" fmla="*/ 11 w 18"/>
                <a:gd name="T3" fmla="*/ 0 h 20"/>
                <a:gd name="T4" fmla="*/ 11 w 18"/>
                <a:gd name="T5" fmla="*/ 0 h 20"/>
                <a:gd name="T6" fmla="*/ 15 w 18"/>
                <a:gd name="T7" fmla="*/ 2 h 20"/>
                <a:gd name="T8" fmla="*/ 18 w 18"/>
                <a:gd name="T9" fmla="*/ 5 h 20"/>
                <a:gd name="T10" fmla="*/ 18 w 18"/>
                <a:gd name="T11" fmla="*/ 5 h 20"/>
                <a:gd name="T12" fmla="*/ 15 w 18"/>
                <a:gd name="T13" fmla="*/ 5 h 20"/>
                <a:gd name="T14" fmla="*/ 6 w 18"/>
                <a:gd name="T15" fmla="*/ 17 h 20"/>
                <a:gd name="T16" fmla="*/ 7 w 18"/>
                <a:gd name="T17" fmla="*/ 20 h 20"/>
                <a:gd name="T18" fmla="*/ 7 w 18"/>
                <a:gd name="T19" fmla="*/ 20 h 20"/>
                <a:gd name="T20" fmla="*/ 3 w 18"/>
                <a:gd name="T21" fmla="*/ 18 h 20"/>
                <a:gd name="T22" fmla="*/ 0 w 18"/>
                <a:gd name="T23" fmla="*/ 16 h 20"/>
                <a:gd name="T24" fmla="*/ 0 w 18"/>
                <a:gd name="T25" fmla="*/ 15 h 20"/>
                <a:gd name="T26" fmla="*/ 3 w 18"/>
                <a:gd name="T27" fmla="*/ 15 h 20"/>
                <a:gd name="T28" fmla="*/ 12 w 18"/>
                <a:gd name="T29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" h="20">
                  <a:moveTo>
                    <a:pt x="12" y="3"/>
                  </a:moveTo>
                  <a:cubicBezTo>
                    <a:pt x="13" y="1"/>
                    <a:pt x="10" y="1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3" y="1"/>
                    <a:pt x="14" y="2"/>
                    <a:pt x="15" y="2"/>
                  </a:cubicBezTo>
                  <a:cubicBezTo>
                    <a:pt x="15" y="3"/>
                    <a:pt x="17" y="4"/>
                    <a:pt x="18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6"/>
                    <a:pt x="16" y="4"/>
                    <a:pt x="15" y="5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5" y="19"/>
                    <a:pt x="8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5" y="19"/>
                    <a:pt x="4" y="19"/>
                    <a:pt x="3" y="18"/>
                  </a:cubicBezTo>
                  <a:cubicBezTo>
                    <a:pt x="3" y="17"/>
                    <a:pt x="1" y="17"/>
                    <a:pt x="0" y="16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4"/>
                    <a:pt x="2" y="17"/>
                    <a:pt x="3" y="15"/>
                  </a:cubicBezTo>
                  <a:lnTo>
                    <a:pt x="12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6" name="Freeform 44">
              <a:extLst>
                <a:ext uri="{FF2B5EF4-FFF2-40B4-BE49-F238E27FC236}">
                  <a16:creationId xmlns:a16="http://schemas.microsoft.com/office/drawing/2014/main" id="{A728FD17-5510-40A5-9BA4-AA9A9A521ECD}"/>
                </a:ext>
              </a:extLst>
            </p:cNvPr>
            <p:cNvSpPr/>
            <p:nvPr/>
          </p:nvSpPr>
          <p:spPr bwMode="auto">
            <a:xfrm>
              <a:off x="4824413" y="4999038"/>
              <a:ext cx="117475" cy="119063"/>
            </a:xfrm>
            <a:custGeom>
              <a:avLst/>
              <a:gdLst>
                <a:gd name="T0" fmla="*/ 14 w 21"/>
                <a:gd name="T1" fmla="*/ 14 h 21"/>
                <a:gd name="T2" fmla="*/ 16 w 21"/>
                <a:gd name="T3" fmla="*/ 13 h 21"/>
                <a:gd name="T4" fmla="*/ 16 w 21"/>
                <a:gd name="T5" fmla="*/ 10 h 21"/>
                <a:gd name="T6" fmla="*/ 17 w 21"/>
                <a:gd name="T7" fmla="*/ 10 h 21"/>
                <a:gd name="T8" fmla="*/ 19 w 21"/>
                <a:gd name="T9" fmla="*/ 12 h 21"/>
                <a:gd name="T10" fmla="*/ 21 w 21"/>
                <a:gd name="T11" fmla="*/ 14 h 21"/>
                <a:gd name="T12" fmla="*/ 21 w 21"/>
                <a:gd name="T13" fmla="*/ 15 h 21"/>
                <a:gd name="T14" fmla="*/ 16 w 21"/>
                <a:gd name="T15" fmla="*/ 15 h 21"/>
                <a:gd name="T16" fmla="*/ 1 w 21"/>
                <a:gd name="T17" fmla="*/ 20 h 21"/>
                <a:gd name="T18" fmla="*/ 0 w 21"/>
                <a:gd name="T19" fmla="*/ 21 h 21"/>
                <a:gd name="T20" fmla="*/ 0 w 21"/>
                <a:gd name="T21" fmla="*/ 20 h 21"/>
                <a:gd name="T22" fmla="*/ 7 w 21"/>
                <a:gd name="T23" fmla="*/ 4 h 21"/>
                <a:gd name="T24" fmla="*/ 7 w 21"/>
                <a:gd name="T25" fmla="*/ 0 h 21"/>
                <a:gd name="T26" fmla="*/ 8 w 21"/>
                <a:gd name="T27" fmla="*/ 0 h 21"/>
                <a:gd name="T28" fmla="*/ 10 w 21"/>
                <a:gd name="T29" fmla="*/ 3 h 21"/>
                <a:gd name="T30" fmla="*/ 13 w 21"/>
                <a:gd name="T31" fmla="*/ 6 h 21"/>
                <a:gd name="T32" fmla="*/ 13 w 21"/>
                <a:gd name="T33" fmla="*/ 7 h 21"/>
                <a:gd name="T34" fmla="*/ 11 w 21"/>
                <a:gd name="T35" fmla="*/ 6 h 21"/>
                <a:gd name="T36" fmla="*/ 10 w 21"/>
                <a:gd name="T37" fmla="*/ 7 h 21"/>
                <a:gd name="T38" fmla="*/ 5 w 21"/>
                <a:gd name="T39" fmla="*/ 18 h 21"/>
                <a:gd name="T40" fmla="*/ 14 w 21"/>
                <a:gd name="T41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" h="21">
                  <a:moveTo>
                    <a:pt x="14" y="14"/>
                  </a:moveTo>
                  <a:cubicBezTo>
                    <a:pt x="15" y="14"/>
                    <a:pt x="15" y="14"/>
                    <a:pt x="16" y="13"/>
                  </a:cubicBezTo>
                  <a:cubicBezTo>
                    <a:pt x="18" y="12"/>
                    <a:pt x="16" y="10"/>
                    <a:pt x="16" y="10"/>
                  </a:cubicBezTo>
                  <a:cubicBezTo>
                    <a:pt x="16" y="10"/>
                    <a:pt x="17" y="10"/>
                    <a:pt x="17" y="10"/>
                  </a:cubicBezTo>
                  <a:cubicBezTo>
                    <a:pt x="17" y="11"/>
                    <a:pt x="18" y="11"/>
                    <a:pt x="19" y="12"/>
                  </a:cubicBezTo>
                  <a:cubicBezTo>
                    <a:pt x="19" y="13"/>
                    <a:pt x="20" y="13"/>
                    <a:pt x="21" y="14"/>
                  </a:cubicBezTo>
                  <a:cubicBezTo>
                    <a:pt x="21" y="14"/>
                    <a:pt x="21" y="15"/>
                    <a:pt x="21" y="15"/>
                  </a:cubicBezTo>
                  <a:cubicBezTo>
                    <a:pt x="20" y="15"/>
                    <a:pt x="20" y="13"/>
                    <a:pt x="16" y="15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2"/>
                    <a:pt x="10" y="3"/>
                  </a:cubicBezTo>
                  <a:cubicBezTo>
                    <a:pt x="11" y="4"/>
                    <a:pt x="12" y="5"/>
                    <a:pt x="13" y="6"/>
                  </a:cubicBezTo>
                  <a:cubicBezTo>
                    <a:pt x="13" y="6"/>
                    <a:pt x="13" y="6"/>
                    <a:pt x="13" y="7"/>
                  </a:cubicBezTo>
                  <a:cubicBezTo>
                    <a:pt x="13" y="7"/>
                    <a:pt x="12" y="5"/>
                    <a:pt x="11" y="6"/>
                  </a:cubicBezTo>
                  <a:cubicBezTo>
                    <a:pt x="11" y="6"/>
                    <a:pt x="10" y="7"/>
                    <a:pt x="10" y="7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14" y="1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7" name="Freeform 45">
              <a:extLst>
                <a:ext uri="{FF2B5EF4-FFF2-40B4-BE49-F238E27FC236}">
                  <a16:creationId xmlns:a16="http://schemas.microsoft.com/office/drawing/2014/main" id="{BD1ACA20-655C-4F5E-8601-A7A4FFCD95F1}"/>
                </a:ext>
              </a:extLst>
            </p:cNvPr>
            <p:cNvSpPr/>
            <p:nvPr/>
          </p:nvSpPr>
          <p:spPr bwMode="auto">
            <a:xfrm>
              <a:off x="4862513" y="5094288"/>
              <a:ext cx="134938" cy="136525"/>
            </a:xfrm>
            <a:custGeom>
              <a:avLst/>
              <a:gdLst>
                <a:gd name="T0" fmla="*/ 15 w 24"/>
                <a:gd name="T1" fmla="*/ 4 h 24"/>
                <a:gd name="T2" fmla="*/ 16 w 24"/>
                <a:gd name="T3" fmla="*/ 1 h 24"/>
                <a:gd name="T4" fmla="*/ 16 w 24"/>
                <a:gd name="T5" fmla="*/ 1 h 24"/>
                <a:gd name="T6" fmla="*/ 18 w 24"/>
                <a:gd name="T7" fmla="*/ 4 h 24"/>
                <a:gd name="T8" fmla="*/ 24 w 24"/>
                <a:gd name="T9" fmla="*/ 13 h 24"/>
                <a:gd name="T10" fmla="*/ 20 w 24"/>
                <a:gd name="T11" fmla="*/ 17 h 24"/>
                <a:gd name="T12" fmla="*/ 19 w 24"/>
                <a:gd name="T13" fmla="*/ 17 h 24"/>
                <a:gd name="T14" fmla="*/ 19 w 24"/>
                <a:gd name="T15" fmla="*/ 17 h 24"/>
                <a:gd name="T16" fmla="*/ 20 w 24"/>
                <a:gd name="T17" fmla="*/ 15 h 24"/>
                <a:gd name="T18" fmla="*/ 20 w 24"/>
                <a:gd name="T19" fmla="*/ 8 h 24"/>
                <a:gd name="T20" fmla="*/ 19 w 24"/>
                <a:gd name="T21" fmla="*/ 6 h 24"/>
                <a:gd name="T22" fmla="*/ 12 w 24"/>
                <a:gd name="T23" fmla="*/ 10 h 24"/>
                <a:gd name="T24" fmla="*/ 12 w 24"/>
                <a:gd name="T25" fmla="*/ 11 h 24"/>
                <a:gd name="T26" fmla="*/ 17 w 24"/>
                <a:gd name="T27" fmla="*/ 12 h 24"/>
                <a:gd name="T28" fmla="*/ 18 w 24"/>
                <a:gd name="T29" fmla="*/ 12 h 24"/>
                <a:gd name="T30" fmla="*/ 18 w 24"/>
                <a:gd name="T31" fmla="*/ 13 h 24"/>
                <a:gd name="T32" fmla="*/ 10 w 24"/>
                <a:gd name="T33" fmla="*/ 17 h 24"/>
                <a:gd name="T34" fmla="*/ 10 w 24"/>
                <a:gd name="T35" fmla="*/ 17 h 24"/>
                <a:gd name="T36" fmla="*/ 10 w 24"/>
                <a:gd name="T37" fmla="*/ 16 h 24"/>
                <a:gd name="T38" fmla="*/ 12 w 24"/>
                <a:gd name="T39" fmla="*/ 11 h 24"/>
                <a:gd name="T40" fmla="*/ 11 w 24"/>
                <a:gd name="T41" fmla="*/ 11 h 24"/>
                <a:gd name="T42" fmla="*/ 5 w 24"/>
                <a:gd name="T43" fmla="*/ 14 h 24"/>
                <a:gd name="T44" fmla="*/ 5 w 24"/>
                <a:gd name="T45" fmla="*/ 17 h 24"/>
                <a:gd name="T46" fmla="*/ 14 w 24"/>
                <a:gd name="T47" fmla="*/ 21 h 24"/>
                <a:gd name="T48" fmla="*/ 15 w 24"/>
                <a:gd name="T49" fmla="*/ 21 h 24"/>
                <a:gd name="T50" fmla="*/ 15 w 24"/>
                <a:gd name="T51" fmla="*/ 21 h 24"/>
                <a:gd name="T52" fmla="*/ 14 w 24"/>
                <a:gd name="T53" fmla="*/ 22 h 24"/>
                <a:gd name="T54" fmla="*/ 8 w 24"/>
                <a:gd name="T55" fmla="*/ 24 h 24"/>
                <a:gd name="T56" fmla="*/ 2 w 24"/>
                <a:gd name="T57" fmla="*/ 14 h 24"/>
                <a:gd name="T58" fmla="*/ 0 w 24"/>
                <a:gd name="T59" fmla="*/ 11 h 24"/>
                <a:gd name="T60" fmla="*/ 0 w 24"/>
                <a:gd name="T61" fmla="*/ 10 h 24"/>
                <a:gd name="T62" fmla="*/ 3 w 24"/>
                <a:gd name="T63" fmla="*/ 11 h 24"/>
                <a:gd name="T64" fmla="*/ 15 w 24"/>
                <a:gd name="T65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15" y="4"/>
                  </a:moveTo>
                  <a:cubicBezTo>
                    <a:pt x="17" y="2"/>
                    <a:pt x="15" y="1"/>
                    <a:pt x="16" y="1"/>
                  </a:cubicBezTo>
                  <a:cubicBezTo>
                    <a:pt x="16" y="0"/>
                    <a:pt x="16" y="0"/>
                    <a:pt x="16" y="1"/>
                  </a:cubicBezTo>
                  <a:cubicBezTo>
                    <a:pt x="17" y="2"/>
                    <a:pt x="18" y="3"/>
                    <a:pt x="18" y="4"/>
                  </a:cubicBezTo>
                  <a:cubicBezTo>
                    <a:pt x="20" y="7"/>
                    <a:pt x="22" y="10"/>
                    <a:pt x="24" y="1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20" y="15"/>
                  </a:cubicBezTo>
                  <a:cubicBezTo>
                    <a:pt x="21" y="13"/>
                    <a:pt x="21" y="11"/>
                    <a:pt x="20" y="8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3" y="13"/>
                    <a:pt x="15" y="13"/>
                    <a:pt x="17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12"/>
                    <a:pt x="18" y="13"/>
                    <a:pt x="18" y="13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6"/>
                  </a:cubicBezTo>
                  <a:cubicBezTo>
                    <a:pt x="12" y="15"/>
                    <a:pt x="13" y="13"/>
                    <a:pt x="12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5"/>
                    <a:pt x="4" y="16"/>
                    <a:pt x="5" y="17"/>
                  </a:cubicBezTo>
                  <a:cubicBezTo>
                    <a:pt x="7" y="21"/>
                    <a:pt x="11" y="22"/>
                    <a:pt x="14" y="21"/>
                  </a:cubicBezTo>
                  <a:cubicBezTo>
                    <a:pt x="14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4" y="21"/>
                    <a:pt x="14" y="22"/>
                    <a:pt x="14" y="22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1"/>
                    <a:pt x="4" y="17"/>
                    <a:pt x="2" y="14"/>
                  </a:cubicBezTo>
                  <a:cubicBezTo>
                    <a:pt x="1" y="13"/>
                    <a:pt x="1" y="12"/>
                    <a:pt x="0" y="11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0"/>
                    <a:pt x="1" y="12"/>
                    <a:pt x="3" y="11"/>
                  </a:cubicBezTo>
                  <a:lnTo>
                    <a:pt x="15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8" name="Freeform 46">
              <a:extLst>
                <a:ext uri="{FF2B5EF4-FFF2-40B4-BE49-F238E27FC236}">
                  <a16:creationId xmlns:a16="http://schemas.microsoft.com/office/drawing/2014/main" id="{E1589DDD-BE84-416F-8B3F-186032B732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19663" y="5219700"/>
              <a:ext cx="122238" cy="141288"/>
            </a:xfrm>
            <a:custGeom>
              <a:avLst/>
              <a:gdLst>
                <a:gd name="T0" fmla="*/ 9 w 22"/>
                <a:gd name="T1" fmla="*/ 13 h 25"/>
                <a:gd name="T2" fmla="*/ 10 w 22"/>
                <a:gd name="T3" fmla="*/ 9 h 25"/>
                <a:gd name="T4" fmla="*/ 4 w 22"/>
                <a:gd name="T5" fmla="*/ 11 h 25"/>
                <a:gd name="T6" fmla="*/ 3 w 22"/>
                <a:gd name="T7" fmla="*/ 14 h 25"/>
                <a:gd name="T8" fmla="*/ 2 w 22"/>
                <a:gd name="T9" fmla="*/ 14 h 25"/>
                <a:gd name="T10" fmla="*/ 1 w 22"/>
                <a:gd name="T11" fmla="*/ 10 h 25"/>
                <a:gd name="T12" fmla="*/ 0 w 22"/>
                <a:gd name="T13" fmla="*/ 6 h 25"/>
                <a:gd name="T14" fmla="*/ 0 w 22"/>
                <a:gd name="T15" fmla="*/ 6 h 25"/>
                <a:gd name="T16" fmla="*/ 3 w 22"/>
                <a:gd name="T17" fmla="*/ 7 h 25"/>
                <a:gd name="T18" fmla="*/ 17 w 22"/>
                <a:gd name="T19" fmla="*/ 3 h 25"/>
                <a:gd name="T20" fmla="*/ 18 w 22"/>
                <a:gd name="T21" fmla="*/ 0 h 25"/>
                <a:gd name="T22" fmla="*/ 18 w 22"/>
                <a:gd name="T23" fmla="*/ 1 h 25"/>
                <a:gd name="T24" fmla="*/ 19 w 22"/>
                <a:gd name="T25" fmla="*/ 5 h 25"/>
                <a:gd name="T26" fmla="*/ 21 w 22"/>
                <a:gd name="T27" fmla="*/ 9 h 25"/>
                <a:gd name="T28" fmla="*/ 18 w 22"/>
                <a:gd name="T29" fmla="*/ 17 h 25"/>
                <a:gd name="T30" fmla="*/ 11 w 22"/>
                <a:gd name="T31" fmla="*/ 12 h 25"/>
                <a:gd name="T32" fmla="*/ 11 w 22"/>
                <a:gd name="T33" fmla="*/ 12 h 25"/>
                <a:gd name="T34" fmla="*/ 10 w 22"/>
                <a:gd name="T35" fmla="*/ 18 h 25"/>
                <a:gd name="T36" fmla="*/ 7 w 22"/>
                <a:gd name="T37" fmla="*/ 21 h 25"/>
                <a:gd name="T38" fmla="*/ 6 w 22"/>
                <a:gd name="T39" fmla="*/ 25 h 25"/>
                <a:gd name="T40" fmla="*/ 5 w 22"/>
                <a:gd name="T41" fmla="*/ 25 h 25"/>
                <a:gd name="T42" fmla="*/ 4 w 22"/>
                <a:gd name="T43" fmla="*/ 22 h 25"/>
                <a:gd name="T44" fmla="*/ 4 w 22"/>
                <a:gd name="T45" fmla="*/ 19 h 25"/>
                <a:gd name="T46" fmla="*/ 9 w 22"/>
                <a:gd name="T47" fmla="*/ 13 h 25"/>
                <a:gd name="T48" fmla="*/ 11 w 22"/>
                <a:gd name="T49" fmla="*/ 9 h 25"/>
                <a:gd name="T50" fmla="*/ 11 w 22"/>
                <a:gd name="T51" fmla="*/ 10 h 25"/>
                <a:gd name="T52" fmla="*/ 17 w 22"/>
                <a:gd name="T53" fmla="*/ 13 h 25"/>
                <a:gd name="T54" fmla="*/ 20 w 22"/>
                <a:gd name="T55" fmla="*/ 8 h 25"/>
                <a:gd name="T56" fmla="*/ 19 w 22"/>
                <a:gd name="T57" fmla="*/ 7 h 25"/>
                <a:gd name="T58" fmla="*/ 11 w 22"/>
                <a:gd name="T59" fmla="*/ 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" h="25">
                  <a:moveTo>
                    <a:pt x="9" y="13"/>
                  </a:moveTo>
                  <a:cubicBezTo>
                    <a:pt x="11" y="12"/>
                    <a:pt x="11" y="11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3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2"/>
                    <a:pt x="1" y="11"/>
                    <a:pt x="1" y="10"/>
                  </a:cubicBezTo>
                  <a:cubicBezTo>
                    <a:pt x="1" y="9"/>
                    <a:pt x="0" y="8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5"/>
                    <a:pt x="0" y="8"/>
                    <a:pt x="3" y="7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3"/>
                    <a:pt x="17" y="1"/>
                    <a:pt x="18" y="0"/>
                  </a:cubicBezTo>
                  <a:cubicBezTo>
                    <a:pt x="18" y="0"/>
                    <a:pt x="18" y="0"/>
                    <a:pt x="18" y="1"/>
                  </a:cubicBezTo>
                  <a:cubicBezTo>
                    <a:pt x="19" y="2"/>
                    <a:pt x="19" y="4"/>
                    <a:pt x="19" y="5"/>
                  </a:cubicBezTo>
                  <a:cubicBezTo>
                    <a:pt x="20" y="6"/>
                    <a:pt x="20" y="7"/>
                    <a:pt x="21" y="9"/>
                  </a:cubicBezTo>
                  <a:cubicBezTo>
                    <a:pt x="22" y="13"/>
                    <a:pt x="21" y="17"/>
                    <a:pt x="18" y="17"/>
                  </a:cubicBezTo>
                  <a:cubicBezTo>
                    <a:pt x="16" y="18"/>
                    <a:pt x="13" y="17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2" y="15"/>
                    <a:pt x="12" y="16"/>
                    <a:pt x="10" y="18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5" y="23"/>
                    <a:pt x="6" y="24"/>
                    <a:pt x="6" y="25"/>
                  </a:cubicBezTo>
                  <a:cubicBezTo>
                    <a:pt x="6" y="25"/>
                    <a:pt x="5" y="25"/>
                    <a:pt x="5" y="25"/>
                  </a:cubicBezTo>
                  <a:cubicBezTo>
                    <a:pt x="5" y="24"/>
                    <a:pt x="5" y="23"/>
                    <a:pt x="4" y="22"/>
                  </a:cubicBezTo>
                  <a:cubicBezTo>
                    <a:pt x="4" y="19"/>
                    <a:pt x="4" y="19"/>
                    <a:pt x="4" y="19"/>
                  </a:cubicBezTo>
                  <a:lnTo>
                    <a:pt x="9" y="13"/>
                  </a:lnTo>
                  <a:close/>
                  <a:moveTo>
                    <a:pt x="11" y="9"/>
                  </a:moveTo>
                  <a:cubicBezTo>
                    <a:pt x="11" y="10"/>
                    <a:pt x="11" y="10"/>
                    <a:pt x="11" y="10"/>
                  </a:cubicBezTo>
                  <a:cubicBezTo>
                    <a:pt x="12" y="13"/>
                    <a:pt x="14" y="14"/>
                    <a:pt x="17" y="13"/>
                  </a:cubicBezTo>
                  <a:cubicBezTo>
                    <a:pt x="20" y="13"/>
                    <a:pt x="21" y="11"/>
                    <a:pt x="20" y="8"/>
                  </a:cubicBezTo>
                  <a:cubicBezTo>
                    <a:pt x="19" y="7"/>
                    <a:pt x="19" y="7"/>
                    <a:pt x="19" y="7"/>
                  </a:cubicBezTo>
                  <a:lnTo>
                    <a:pt x="11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9" name="Freeform 47">
              <a:extLst>
                <a:ext uri="{FF2B5EF4-FFF2-40B4-BE49-F238E27FC236}">
                  <a16:creationId xmlns:a16="http://schemas.microsoft.com/office/drawing/2014/main" id="{ED9D6CEB-796C-4340-AB31-F4E31C74C1C8}"/>
                </a:ext>
              </a:extLst>
            </p:cNvPr>
            <p:cNvSpPr/>
            <p:nvPr/>
          </p:nvSpPr>
          <p:spPr bwMode="auto">
            <a:xfrm>
              <a:off x="4946650" y="5367338"/>
              <a:ext cx="112713" cy="85725"/>
            </a:xfrm>
            <a:custGeom>
              <a:avLst/>
              <a:gdLst>
                <a:gd name="T0" fmla="*/ 8 w 20"/>
                <a:gd name="T1" fmla="*/ 0 h 15"/>
                <a:gd name="T2" fmla="*/ 9 w 20"/>
                <a:gd name="T3" fmla="*/ 0 h 15"/>
                <a:gd name="T4" fmla="*/ 8 w 20"/>
                <a:gd name="T5" fmla="*/ 1 h 15"/>
                <a:gd name="T6" fmla="*/ 1 w 20"/>
                <a:gd name="T7" fmla="*/ 7 h 15"/>
                <a:gd name="T8" fmla="*/ 5 w 20"/>
                <a:gd name="T9" fmla="*/ 12 h 15"/>
                <a:gd name="T10" fmla="*/ 14 w 20"/>
                <a:gd name="T11" fmla="*/ 0 h 15"/>
                <a:gd name="T12" fmla="*/ 20 w 20"/>
                <a:gd name="T13" fmla="*/ 6 h 15"/>
                <a:gd name="T14" fmla="*/ 19 w 20"/>
                <a:gd name="T15" fmla="*/ 11 h 15"/>
                <a:gd name="T16" fmla="*/ 20 w 20"/>
                <a:gd name="T17" fmla="*/ 12 h 15"/>
                <a:gd name="T18" fmla="*/ 19 w 20"/>
                <a:gd name="T19" fmla="*/ 12 h 15"/>
                <a:gd name="T20" fmla="*/ 14 w 20"/>
                <a:gd name="T21" fmla="*/ 13 h 15"/>
                <a:gd name="T22" fmla="*/ 13 w 20"/>
                <a:gd name="T23" fmla="*/ 13 h 15"/>
                <a:gd name="T24" fmla="*/ 13 w 20"/>
                <a:gd name="T25" fmla="*/ 13 h 15"/>
                <a:gd name="T26" fmla="*/ 15 w 20"/>
                <a:gd name="T27" fmla="*/ 12 h 15"/>
                <a:gd name="T28" fmla="*/ 19 w 20"/>
                <a:gd name="T29" fmla="*/ 6 h 15"/>
                <a:gd name="T30" fmla="*/ 16 w 20"/>
                <a:gd name="T31" fmla="*/ 3 h 15"/>
                <a:gd name="T32" fmla="*/ 7 w 20"/>
                <a:gd name="T33" fmla="*/ 14 h 15"/>
                <a:gd name="T34" fmla="*/ 0 w 20"/>
                <a:gd name="T35" fmla="*/ 7 h 15"/>
                <a:gd name="T36" fmla="*/ 1 w 20"/>
                <a:gd name="T37" fmla="*/ 2 h 15"/>
                <a:gd name="T38" fmla="*/ 0 w 20"/>
                <a:gd name="T39" fmla="*/ 1 h 15"/>
                <a:gd name="T40" fmla="*/ 0 w 20"/>
                <a:gd name="T41" fmla="*/ 1 h 15"/>
                <a:gd name="T42" fmla="*/ 8 w 20"/>
                <a:gd name="T4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15">
                  <a:moveTo>
                    <a:pt x="8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9" y="1"/>
                    <a:pt x="8" y="1"/>
                    <a:pt x="8" y="1"/>
                  </a:cubicBezTo>
                  <a:cubicBezTo>
                    <a:pt x="4" y="2"/>
                    <a:pt x="1" y="3"/>
                    <a:pt x="1" y="7"/>
                  </a:cubicBezTo>
                  <a:cubicBezTo>
                    <a:pt x="1" y="10"/>
                    <a:pt x="2" y="12"/>
                    <a:pt x="5" y="12"/>
                  </a:cubicBezTo>
                  <a:cubicBezTo>
                    <a:pt x="10" y="11"/>
                    <a:pt x="7" y="0"/>
                    <a:pt x="14" y="0"/>
                  </a:cubicBezTo>
                  <a:cubicBezTo>
                    <a:pt x="17" y="0"/>
                    <a:pt x="20" y="3"/>
                    <a:pt x="20" y="6"/>
                  </a:cubicBezTo>
                  <a:cubicBezTo>
                    <a:pt x="20" y="9"/>
                    <a:pt x="19" y="10"/>
                    <a:pt x="19" y="11"/>
                  </a:cubicBezTo>
                  <a:cubicBezTo>
                    <a:pt x="19" y="12"/>
                    <a:pt x="20" y="11"/>
                    <a:pt x="20" y="12"/>
                  </a:cubicBezTo>
                  <a:cubicBezTo>
                    <a:pt x="20" y="12"/>
                    <a:pt x="20" y="12"/>
                    <a:pt x="19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4" y="13"/>
                    <a:pt x="15" y="12"/>
                  </a:cubicBezTo>
                  <a:cubicBezTo>
                    <a:pt x="18" y="11"/>
                    <a:pt x="20" y="9"/>
                    <a:pt x="19" y="6"/>
                  </a:cubicBezTo>
                  <a:cubicBezTo>
                    <a:pt x="19" y="4"/>
                    <a:pt x="18" y="2"/>
                    <a:pt x="16" y="3"/>
                  </a:cubicBezTo>
                  <a:cubicBezTo>
                    <a:pt x="12" y="3"/>
                    <a:pt x="15" y="14"/>
                    <a:pt x="7" y="14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5"/>
                    <a:pt x="1" y="3"/>
                    <a:pt x="1" y="2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0" name="Freeform 48">
              <a:extLst>
                <a:ext uri="{FF2B5EF4-FFF2-40B4-BE49-F238E27FC236}">
                  <a16:creationId xmlns:a16="http://schemas.microsoft.com/office/drawing/2014/main" id="{114991FB-AFB4-41B2-8167-061B55F0D86A}"/>
                </a:ext>
              </a:extLst>
            </p:cNvPr>
            <p:cNvSpPr/>
            <p:nvPr/>
          </p:nvSpPr>
          <p:spPr bwMode="auto">
            <a:xfrm>
              <a:off x="4941888" y="5468938"/>
              <a:ext cx="111125" cy="63500"/>
            </a:xfrm>
            <a:custGeom>
              <a:avLst/>
              <a:gdLst>
                <a:gd name="T0" fmla="*/ 18 w 20"/>
                <a:gd name="T1" fmla="*/ 5 h 11"/>
                <a:gd name="T2" fmla="*/ 20 w 20"/>
                <a:gd name="T3" fmla="*/ 2 h 11"/>
                <a:gd name="T4" fmla="*/ 20 w 20"/>
                <a:gd name="T5" fmla="*/ 3 h 11"/>
                <a:gd name="T6" fmla="*/ 20 w 20"/>
                <a:gd name="T7" fmla="*/ 7 h 11"/>
                <a:gd name="T8" fmla="*/ 19 w 20"/>
                <a:gd name="T9" fmla="*/ 11 h 11"/>
                <a:gd name="T10" fmla="*/ 19 w 20"/>
                <a:gd name="T11" fmla="*/ 11 h 11"/>
                <a:gd name="T12" fmla="*/ 17 w 20"/>
                <a:gd name="T13" fmla="*/ 9 h 11"/>
                <a:gd name="T14" fmla="*/ 3 w 20"/>
                <a:gd name="T15" fmla="*/ 7 h 11"/>
                <a:gd name="T16" fmla="*/ 1 w 20"/>
                <a:gd name="T17" fmla="*/ 9 h 11"/>
                <a:gd name="T18" fmla="*/ 0 w 20"/>
                <a:gd name="T19" fmla="*/ 8 h 11"/>
                <a:gd name="T20" fmla="*/ 1 w 20"/>
                <a:gd name="T21" fmla="*/ 4 h 11"/>
                <a:gd name="T22" fmla="*/ 1 w 20"/>
                <a:gd name="T23" fmla="*/ 1 h 11"/>
                <a:gd name="T24" fmla="*/ 2 w 20"/>
                <a:gd name="T25" fmla="*/ 0 h 11"/>
                <a:gd name="T26" fmla="*/ 3 w 20"/>
                <a:gd name="T27" fmla="*/ 3 h 11"/>
                <a:gd name="T28" fmla="*/ 18 w 20"/>
                <a:gd name="T29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11">
                  <a:moveTo>
                    <a:pt x="18" y="5"/>
                  </a:moveTo>
                  <a:cubicBezTo>
                    <a:pt x="20" y="5"/>
                    <a:pt x="19" y="2"/>
                    <a:pt x="20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5"/>
                    <a:pt x="20" y="6"/>
                    <a:pt x="20" y="7"/>
                  </a:cubicBezTo>
                  <a:cubicBezTo>
                    <a:pt x="20" y="8"/>
                    <a:pt x="20" y="9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8" y="11"/>
                    <a:pt x="20" y="9"/>
                    <a:pt x="17" y="9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6"/>
                    <a:pt x="1" y="9"/>
                    <a:pt x="1" y="9"/>
                  </a:cubicBezTo>
                  <a:cubicBezTo>
                    <a:pt x="0" y="9"/>
                    <a:pt x="0" y="9"/>
                    <a:pt x="0" y="8"/>
                  </a:cubicBezTo>
                  <a:cubicBezTo>
                    <a:pt x="1" y="7"/>
                    <a:pt x="1" y="6"/>
                    <a:pt x="1" y="4"/>
                  </a:cubicBezTo>
                  <a:cubicBezTo>
                    <a:pt x="1" y="3"/>
                    <a:pt x="1" y="2"/>
                    <a:pt x="1" y="1"/>
                  </a:cubicBezTo>
                  <a:cubicBezTo>
                    <a:pt x="1" y="0"/>
                    <a:pt x="2" y="0"/>
                    <a:pt x="2" y="0"/>
                  </a:cubicBezTo>
                  <a:cubicBezTo>
                    <a:pt x="3" y="0"/>
                    <a:pt x="1" y="2"/>
                    <a:pt x="3" y="3"/>
                  </a:cubicBezTo>
                  <a:lnTo>
                    <a:pt x="18" y="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1" name="Freeform 49">
              <a:extLst>
                <a:ext uri="{FF2B5EF4-FFF2-40B4-BE49-F238E27FC236}">
                  <a16:creationId xmlns:a16="http://schemas.microsoft.com/office/drawing/2014/main" id="{23BB5E8B-0982-4B58-BCB4-9CA6E50848BC}"/>
                </a:ext>
              </a:extLst>
            </p:cNvPr>
            <p:cNvSpPr/>
            <p:nvPr/>
          </p:nvSpPr>
          <p:spPr bwMode="auto">
            <a:xfrm>
              <a:off x="4919663" y="5554663"/>
              <a:ext cx="122238" cy="101600"/>
            </a:xfrm>
            <a:custGeom>
              <a:avLst/>
              <a:gdLst>
                <a:gd name="T0" fmla="*/ 19 w 22"/>
                <a:gd name="T1" fmla="*/ 8 h 18"/>
                <a:gd name="T2" fmla="*/ 16 w 22"/>
                <a:gd name="T3" fmla="*/ 0 h 18"/>
                <a:gd name="T4" fmla="*/ 16 w 22"/>
                <a:gd name="T5" fmla="*/ 0 h 18"/>
                <a:gd name="T6" fmla="*/ 17 w 22"/>
                <a:gd name="T7" fmla="*/ 1 h 18"/>
                <a:gd name="T8" fmla="*/ 22 w 22"/>
                <a:gd name="T9" fmla="*/ 3 h 18"/>
                <a:gd name="T10" fmla="*/ 22 w 22"/>
                <a:gd name="T11" fmla="*/ 4 h 18"/>
                <a:gd name="T12" fmla="*/ 22 w 22"/>
                <a:gd name="T13" fmla="*/ 4 h 18"/>
                <a:gd name="T14" fmla="*/ 21 w 22"/>
                <a:gd name="T15" fmla="*/ 5 h 18"/>
                <a:gd name="T16" fmla="*/ 17 w 22"/>
                <a:gd name="T17" fmla="*/ 17 h 18"/>
                <a:gd name="T18" fmla="*/ 17 w 22"/>
                <a:gd name="T19" fmla="*/ 17 h 18"/>
                <a:gd name="T20" fmla="*/ 18 w 22"/>
                <a:gd name="T21" fmla="*/ 18 h 18"/>
                <a:gd name="T22" fmla="*/ 17 w 22"/>
                <a:gd name="T23" fmla="*/ 18 h 18"/>
                <a:gd name="T24" fmla="*/ 12 w 22"/>
                <a:gd name="T25" fmla="*/ 17 h 18"/>
                <a:gd name="T26" fmla="*/ 11 w 22"/>
                <a:gd name="T27" fmla="*/ 17 h 18"/>
                <a:gd name="T28" fmla="*/ 11 w 22"/>
                <a:gd name="T29" fmla="*/ 17 h 18"/>
                <a:gd name="T30" fmla="*/ 18 w 22"/>
                <a:gd name="T31" fmla="*/ 12 h 18"/>
                <a:gd name="T32" fmla="*/ 3 w 22"/>
                <a:gd name="T33" fmla="*/ 7 h 18"/>
                <a:gd name="T34" fmla="*/ 1 w 22"/>
                <a:gd name="T35" fmla="*/ 9 h 18"/>
                <a:gd name="T36" fmla="*/ 0 w 22"/>
                <a:gd name="T37" fmla="*/ 9 h 18"/>
                <a:gd name="T38" fmla="*/ 0 w 22"/>
                <a:gd name="T39" fmla="*/ 9 h 18"/>
                <a:gd name="T40" fmla="*/ 1 w 22"/>
                <a:gd name="T41" fmla="*/ 4 h 18"/>
                <a:gd name="T42" fmla="*/ 3 w 22"/>
                <a:gd name="T43" fmla="*/ 0 h 18"/>
                <a:gd name="T44" fmla="*/ 3 w 22"/>
                <a:gd name="T45" fmla="*/ 0 h 18"/>
                <a:gd name="T46" fmla="*/ 3 w 22"/>
                <a:gd name="T47" fmla="*/ 1 h 18"/>
                <a:gd name="T48" fmla="*/ 5 w 22"/>
                <a:gd name="T49" fmla="*/ 3 h 18"/>
                <a:gd name="T50" fmla="*/ 19 w 22"/>
                <a:gd name="T51" fmla="*/ 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" h="18">
                  <a:moveTo>
                    <a:pt x="19" y="8"/>
                  </a:moveTo>
                  <a:cubicBezTo>
                    <a:pt x="20" y="3"/>
                    <a:pt x="16" y="1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7" y="0"/>
                    <a:pt x="17" y="1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3"/>
                    <a:pt x="22" y="4"/>
                    <a:pt x="22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4"/>
                    <a:pt x="22" y="4"/>
                    <a:pt x="21" y="5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8"/>
                    <a:pt x="18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6"/>
                    <a:pt x="15" y="17"/>
                    <a:pt x="18" y="12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1" y="7"/>
                    <a:pt x="1" y="9"/>
                  </a:cubicBezTo>
                  <a:cubicBezTo>
                    <a:pt x="1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7"/>
                    <a:pt x="1" y="6"/>
                    <a:pt x="1" y="4"/>
                  </a:cubicBezTo>
                  <a:cubicBezTo>
                    <a:pt x="2" y="3"/>
                    <a:pt x="2" y="2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1"/>
                  </a:cubicBezTo>
                  <a:cubicBezTo>
                    <a:pt x="3" y="2"/>
                    <a:pt x="3" y="3"/>
                    <a:pt x="5" y="3"/>
                  </a:cubicBezTo>
                  <a:lnTo>
                    <a:pt x="19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2" name="Freeform 50">
              <a:extLst>
                <a:ext uri="{FF2B5EF4-FFF2-40B4-BE49-F238E27FC236}">
                  <a16:creationId xmlns:a16="http://schemas.microsoft.com/office/drawing/2014/main" id="{9AE047D9-9F8E-400A-ABB0-71D89C3EBC5B}"/>
                </a:ext>
              </a:extLst>
            </p:cNvPr>
            <p:cNvSpPr/>
            <p:nvPr/>
          </p:nvSpPr>
          <p:spPr bwMode="auto">
            <a:xfrm>
              <a:off x="4868863" y="5656263"/>
              <a:ext cx="128588" cy="125413"/>
            </a:xfrm>
            <a:custGeom>
              <a:avLst/>
              <a:gdLst>
                <a:gd name="T0" fmla="*/ 10 w 23"/>
                <a:gd name="T1" fmla="*/ 10 h 22"/>
                <a:gd name="T2" fmla="*/ 12 w 23"/>
                <a:gd name="T3" fmla="*/ 14 h 22"/>
                <a:gd name="T4" fmla="*/ 14 w 23"/>
                <a:gd name="T5" fmla="*/ 17 h 22"/>
                <a:gd name="T6" fmla="*/ 17 w 23"/>
                <a:gd name="T7" fmla="*/ 16 h 22"/>
                <a:gd name="T8" fmla="*/ 17 w 23"/>
                <a:gd name="T9" fmla="*/ 17 h 22"/>
                <a:gd name="T10" fmla="*/ 15 w 23"/>
                <a:gd name="T11" fmla="*/ 19 h 22"/>
                <a:gd name="T12" fmla="*/ 14 w 23"/>
                <a:gd name="T13" fmla="*/ 21 h 22"/>
                <a:gd name="T14" fmla="*/ 13 w 23"/>
                <a:gd name="T15" fmla="*/ 22 h 22"/>
                <a:gd name="T16" fmla="*/ 12 w 23"/>
                <a:gd name="T17" fmla="*/ 16 h 22"/>
                <a:gd name="T18" fmla="*/ 9 w 23"/>
                <a:gd name="T19" fmla="*/ 10 h 22"/>
                <a:gd name="T20" fmla="*/ 3 w 23"/>
                <a:gd name="T21" fmla="*/ 7 h 22"/>
                <a:gd name="T22" fmla="*/ 0 w 23"/>
                <a:gd name="T23" fmla="*/ 8 h 22"/>
                <a:gd name="T24" fmla="*/ 0 w 23"/>
                <a:gd name="T25" fmla="*/ 7 h 22"/>
                <a:gd name="T26" fmla="*/ 2 w 23"/>
                <a:gd name="T27" fmla="*/ 4 h 22"/>
                <a:gd name="T28" fmla="*/ 4 w 23"/>
                <a:gd name="T29" fmla="*/ 0 h 22"/>
                <a:gd name="T30" fmla="*/ 5 w 23"/>
                <a:gd name="T31" fmla="*/ 0 h 22"/>
                <a:gd name="T32" fmla="*/ 5 w 23"/>
                <a:gd name="T33" fmla="*/ 3 h 22"/>
                <a:gd name="T34" fmla="*/ 11 w 23"/>
                <a:gd name="T35" fmla="*/ 6 h 22"/>
                <a:gd name="T36" fmla="*/ 20 w 23"/>
                <a:gd name="T37" fmla="*/ 7 h 22"/>
                <a:gd name="T38" fmla="*/ 23 w 23"/>
                <a:gd name="T39" fmla="*/ 6 h 22"/>
                <a:gd name="T40" fmla="*/ 23 w 23"/>
                <a:gd name="T41" fmla="*/ 6 h 22"/>
                <a:gd name="T42" fmla="*/ 21 w 23"/>
                <a:gd name="T43" fmla="*/ 10 h 22"/>
                <a:gd name="T44" fmla="*/ 19 w 23"/>
                <a:gd name="T45" fmla="*/ 13 h 22"/>
                <a:gd name="T46" fmla="*/ 18 w 23"/>
                <a:gd name="T47" fmla="*/ 13 h 22"/>
                <a:gd name="T48" fmla="*/ 18 w 23"/>
                <a:gd name="T49" fmla="*/ 11 h 22"/>
                <a:gd name="T50" fmla="*/ 17 w 23"/>
                <a:gd name="T51" fmla="*/ 11 h 22"/>
                <a:gd name="T52" fmla="*/ 10 w 23"/>
                <a:gd name="T53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3" h="22">
                  <a:moveTo>
                    <a:pt x="10" y="10"/>
                  </a:moveTo>
                  <a:cubicBezTo>
                    <a:pt x="12" y="14"/>
                    <a:pt x="12" y="14"/>
                    <a:pt x="12" y="14"/>
                  </a:cubicBezTo>
                  <a:cubicBezTo>
                    <a:pt x="12" y="15"/>
                    <a:pt x="13" y="16"/>
                    <a:pt x="14" y="17"/>
                  </a:cubicBezTo>
                  <a:cubicBezTo>
                    <a:pt x="16" y="18"/>
                    <a:pt x="16" y="16"/>
                    <a:pt x="17" y="16"/>
                  </a:cubicBezTo>
                  <a:cubicBezTo>
                    <a:pt x="17" y="16"/>
                    <a:pt x="17" y="17"/>
                    <a:pt x="17" y="17"/>
                  </a:cubicBezTo>
                  <a:cubicBezTo>
                    <a:pt x="16" y="18"/>
                    <a:pt x="16" y="18"/>
                    <a:pt x="15" y="19"/>
                  </a:cubicBezTo>
                  <a:cubicBezTo>
                    <a:pt x="15" y="20"/>
                    <a:pt x="14" y="21"/>
                    <a:pt x="14" y="21"/>
                  </a:cubicBezTo>
                  <a:cubicBezTo>
                    <a:pt x="14" y="22"/>
                    <a:pt x="14" y="22"/>
                    <a:pt x="13" y="22"/>
                  </a:cubicBezTo>
                  <a:cubicBezTo>
                    <a:pt x="13" y="21"/>
                    <a:pt x="14" y="21"/>
                    <a:pt x="12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5"/>
                    <a:pt x="1" y="8"/>
                    <a:pt x="0" y="8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5"/>
                    <a:pt x="2" y="4"/>
                  </a:cubicBezTo>
                  <a:cubicBezTo>
                    <a:pt x="3" y="3"/>
                    <a:pt x="4" y="1"/>
                    <a:pt x="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6" y="0"/>
                    <a:pt x="3" y="2"/>
                    <a:pt x="5" y="3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3" y="7"/>
                    <a:pt x="23" y="5"/>
                    <a:pt x="23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3" y="7"/>
                    <a:pt x="22" y="8"/>
                    <a:pt x="21" y="10"/>
                  </a:cubicBezTo>
                  <a:cubicBezTo>
                    <a:pt x="20" y="11"/>
                    <a:pt x="20" y="12"/>
                    <a:pt x="19" y="13"/>
                  </a:cubicBezTo>
                  <a:cubicBezTo>
                    <a:pt x="19" y="13"/>
                    <a:pt x="19" y="13"/>
                    <a:pt x="18" y="13"/>
                  </a:cubicBezTo>
                  <a:cubicBezTo>
                    <a:pt x="18" y="13"/>
                    <a:pt x="20" y="12"/>
                    <a:pt x="18" y="11"/>
                  </a:cubicBezTo>
                  <a:cubicBezTo>
                    <a:pt x="18" y="11"/>
                    <a:pt x="17" y="11"/>
                    <a:pt x="17" y="11"/>
                  </a:cubicBezTo>
                  <a:lnTo>
                    <a:pt x="10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3" name="Freeform 51">
              <a:extLst>
                <a:ext uri="{FF2B5EF4-FFF2-40B4-BE49-F238E27FC236}">
                  <a16:creationId xmlns:a16="http://schemas.microsoft.com/office/drawing/2014/main" id="{CC73E31E-3F3A-47F6-951D-F217B65ACC50}"/>
                </a:ext>
              </a:extLst>
            </p:cNvPr>
            <p:cNvSpPr/>
            <p:nvPr/>
          </p:nvSpPr>
          <p:spPr bwMode="auto">
            <a:xfrm>
              <a:off x="4005263" y="5662613"/>
              <a:ext cx="128588" cy="112713"/>
            </a:xfrm>
            <a:custGeom>
              <a:avLst/>
              <a:gdLst>
                <a:gd name="T0" fmla="*/ 16 w 23"/>
                <a:gd name="T1" fmla="*/ 15 h 20"/>
                <a:gd name="T2" fmla="*/ 15 w 23"/>
                <a:gd name="T3" fmla="*/ 15 h 20"/>
                <a:gd name="T4" fmla="*/ 16 w 23"/>
                <a:gd name="T5" fmla="*/ 14 h 20"/>
                <a:gd name="T6" fmla="*/ 19 w 23"/>
                <a:gd name="T7" fmla="*/ 5 h 20"/>
                <a:gd name="T8" fmla="*/ 13 w 23"/>
                <a:gd name="T9" fmla="*/ 3 h 20"/>
                <a:gd name="T10" fmla="*/ 11 w 23"/>
                <a:gd name="T11" fmla="*/ 18 h 20"/>
                <a:gd name="T12" fmla="*/ 3 w 23"/>
                <a:gd name="T13" fmla="*/ 16 h 20"/>
                <a:gd name="T14" fmla="*/ 1 w 23"/>
                <a:gd name="T15" fmla="*/ 11 h 20"/>
                <a:gd name="T16" fmla="*/ 0 w 23"/>
                <a:gd name="T17" fmla="*/ 11 h 20"/>
                <a:gd name="T18" fmla="*/ 0 w 23"/>
                <a:gd name="T19" fmla="*/ 10 h 20"/>
                <a:gd name="T20" fmla="*/ 4 w 23"/>
                <a:gd name="T21" fmla="*/ 7 h 20"/>
                <a:gd name="T22" fmla="*/ 5 w 23"/>
                <a:gd name="T23" fmla="*/ 6 h 20"/>
                <a:gd name="T24" fmla="*/ 5 w 23"/>
                <a:gd name="T25" fmla="*/ 7 h 20"/>
                <a:gd name="T26" fmla="*/ 4 w 23"/>
                <a:gd name="T27" fmla="*/ 8 h 20"/>
                <a:gd name="T28" fmla="*/ 3 w 23"/>
                <a:gd name="T29" fmla="*/ 16 h 20"/>
                <a:gd name="T30" fmla="*/ 8 w 23"/>
                <a:gd name="T31" fmla="*/ 17 h 20"/>
                <a:gd name="T32" fmla="*/ 10 w 23"/>
                <a:gd name="T33" fmla="*/ 2 h 20"/>
                <a:gd name="T34" fmla="*/ 19 w 23"/>
                <a:gd name="T35" fmla="*/ 5 h 20"/>
                <a:gd name="T36" fmla="*/ 21 w 23"/>
                <a:gd name="T37" fmla="*/ 10 h 20"/>
                <a:gd name="T38" fmla="*/ 23 w 23"/>
                <a:gd name="T39" fmla="*/ 10 h 20"/>
                <a:gd name="T40" fmla="*/ 22 w 23"/>
                <a:gd name="T41" fmla="*/ 11 h 20"/>
                <a:gd name="T42" fmla="*/ 16 w 23"/>
                <a:gd name="T43" fmla="*/ 1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" h="20">
                  <a:moveTo>
                    <a:pt x="16" y="15"/>
                  </a:moveTo>
                  <a:cubicBezTo>
                    <a:pt x="16" y="15"/>
                    <a:pt x="16" y="15"/>
                    <a:pt x="15" y="15"/>
                  </a:cubicBezTo>
                  <a:cubicBezTo>
                    <a:pt x="15" y="15"/>
                    <a:pt x="16" y="15"/>
                    <a:pt x="16" y="14"/>
                  </a:cubicBezTo>
                  <a:cubicBezTo>
                    <a:pt x="19" y="12"/>
                    <a:pt x="21" y="8"/>
                    <a:pt x="19" y="5"/>
                  </a:cubicBezTo>
                  <a:cubicBezTo>
                    <a:pt x="17" y="3"/>
                    <a:pt x="15" y="2"/>
                    <a:pt x="13" y="3"/>
                  </a:cubicBezTo>
                  <a:cubicBezTo>
                    <a:pt x="8" y="6"/>
                    <a:pt x="17" y="14"/>
                    <a:pt x="11" y="18"/>
                  </a:cubicBezTo>
                  <a:cubicBezTo>
                    <a:pt x="8" y="20"/>
                    <a:pt x="5" y="19"/>
                    <a:pt x="3" y="16"/>
                  </a:cubicBezTo>
                  <a:cubicBezTo>
                    <a:pt x="1" y="14"/>
                    <a:pt x="1" y="12"/>
                    <a:pt x="1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0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6"/>
                  </a:cubicBezTo>
                  <a:cubicBezTo>
                    <a:pt x="5" y="6"/>
                    <a:pt x="5" y="6"/>
                    <a:pt x="5" y="7"/>
                  </a:cubicBezTo>
                  <a:cubicBezTo>
                    <a:pt x="5" y="7"/>
                    <a:pt x="5" y="7"/>
                    <a:pt x="4" y="8"/>
                  </a:cubicBezTo>
                  <a:cubicBezTo>
                    <a:pt x="2" y="11"/>
                    <a:pt x="2" y="13"/>
                    <a:pt x="3" y="16"/>
                  </a:cubicBezTo>
                  <a:cubicBezTo>
                    <a:pt x="4" y="17"/>
                    <a:pt x="6" y="18"/>
                    <a:pt x="8" y="17"/>
                  </a:cubicBezTo>
                  <a:cubicBezTo>
                    <a:pt x="12" y="14"/>
                    <a:pt x="3" y="6"/>
                    <a:pt x="10" y="2"/>
                  </a:cubicBezTo>
                  <a:cubicBezTo>
                    <a:pt x="13" y="0"/>
                    <a:pt x="17" y="1"/>
                    <a:pt x="19" y="5"/>
                  </a:cubicBezTo>
                  <a:cubicBezTo>
                    <a:pt x="21" y="7"/>
                    <a:pt x="20" y="9"/>
                    <a:pt x="21" y="10"/>
                  </a:cubicBezTo>
                  <a:cubicBezTo>
                    <a:pt x="22" y="11"/>
                    <a:pt x="22" y="10"/>
                    <a:pt x="23" y="10"/>
                  </a:cubicBezTo>
                  <a:cubicBezTo>
                    <a:pt x="23" y="10"/>
                    <a:pt x="23" y="11"/>
                    <a:pt x="22" y="11"/>
                  </a:cubicBezTo>
                  <a:lnTo>
                    <a:pt x="16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4" name="Freeform 52">
              <a:extLst>
                <a:ext uri="{FF2B5EF4-FFF2-40B4-BE49-F238E27FC236}">
                  <a16:creationId xmlns:a16="http://schemas.microsoft.com/office/drawing/2014/main" id="{E8E01B54-4ADA-479B-8AFB-E530CD086B2C}"/>
                </a:ext>
              </a:extLst>
            </p:cNvPr>
            <p:cNvSpPr/>
            <p:nvPr/>
          </p:nvSpPr>
          <p:spPr bwMode="auto">
            <a:xfrm>
              <a:off x="3938588" y="5526088"/>
              <a:ext cx="139700" cy="141288"/>
            </a:xfrm>
            <a:custGeom>
              <a:avLst/>
              <a:gdLst>
                <a:gd name="T0" fmla="*/ 8 w 25"/>
                <a:gd name="T1" fmla="*/ 22 h 25"/>
                <a:gd name="T2" fmla="*/ 7 w 25"/>
                <a:gd name="T3" fmla="*/ 25 h 25"/>
                <a:gd name="T4" fmla="*/ 6 w 25"/>
                <a:gd name="T5" fmla="*/ 25 h 25"/>
                <a:gd name="T6" fmla="*/ 5 w 25"/>
                <a:gd name="T7" fmla="*/ 21 h 25"/>
                <a:gd name="T8" fmla="*/ 4 w 25"/>
                <a:gd name="T9" fmla="*/ 17 h 25"/>
                <a:gd name="T10" fmla="*/ 4 w 25"/>
                <a:gd name="T11" fmla="*/ 17 h 25"/>
                <a:gd name="T12" fmla="*/ 7 w 25"/>
                <a:gd name="T13" fmla="*/ 18 h 25"/>
                <a:gd name="T14" fmla="*/ 13 w 25"/>
                <a:gd name="T15" fmla="*/ 16 h 25"/>
                <a:gd name="T16" fmla="*/ 10 w 25"/>
                <a:gd name="T17" fmla="*/ 9 h 25"/>
                <a:gd name="T18" fmla="*/ 4 w 25"/>
                <a:gd name="T19" fmla="*/ 11 h 25"/>
                <a:gd name="T20" fmla="*/ 3 w 25"/>
                <a:gd name="T21" fmla="*/ 14 h 25"/>
                <a:gd name="T22" fmla="*/ 3 w 25"/>
                <a:gd name="T23" fmla="*/ 14 h 25"/>
                <a:gd name="T24" fmla="*/ 1 w 25"/>
                <a:gd name="T25" fmla="*/ 10 h 25"/>
                <a:gd name="T26" fmla="*/ 0 w 25"/>
                <a:gd name="T27" fmla="*/ 7 h 25"/>
                <a:gd name="T28" fmla="*/ 0 w 25"/>
                <a:gd name="T29" fmla="*/ 6 h 25"/>
                <a:gd name="T30" fmla="*/ 3 w 25"/>
                <a:gd name="T31" fmla="*/ 8 h 25"/>
                <a:gd name="T32" fmla="*/ 17 w 25"/>
                <a:gd name="T33" fmla="*/ 3 h 25"/>
                <a:gd name="T34" fmla="*/ 18 w 25"/>
                <a:gd name="T35" fmla="*/ 0 h 25"/>
                <a:gd name="T36" fmla="*/ 18 w 25"/>
                <a:gd name="T37" fmla="*/ 0 h 25"/>
                <a:gd name="T38" fmla="*/ 19 w 25"/>
                <a:gd name="T39" fmla="*/ 4 h 25"/>
                <a:gd name="T40" fmla="*/ 21 w 25"/>
                <a:gd name="T41" fmla="*/ 8 h 25"/>
                <a:gd name="T42" fmla="*/ 21 w 25"/>
                <a:gd name="T43" fmla="*/ 9 h 25"/>
                <a:gd name="T44" fmla="*/ 18 w 25"/>
                <a:gd name="T45" fmla="*/ 7 h 25"/>
                <a:gd name="T46" fmla="*/ 11 w 25"/>
                <a:gd name="T47" fmla="*/ 9 h 25"/>
                <a:gd name="T48" fmla="*/ 13 w 25"/>
                <a:gd name="T49" fmla="*/ 16 h 25"/>
                <a:gd name="T50" fmla="*/ 20 w 25"/>
                <a:gd name="T51" fmla="*/ 14 h 25"/>
                <a:gd name="T52" fmla="*/ 21 w 25"/>
                <a:gd name="T53" fmla="*/ 11 h 25"/>
                <a:gd name="T54" fmla="*/ 22 w 25"/>
                <a:gd name="T55" fmla="*/ 11 h 25"/>
                <a:gd name="T56" fmla="*/ 23 w 25"/>
                <a:gd name="T57" fmla="*/ 15 h 25"/>
                <a:gd name="T58" fmla="*/ 24 w 25"/>
                <a:gd name="T59" fmla="*/ 19 h 25"/>
                <a:gd name="T60" fmla="*/ 24 w 25"/>
                <a:gd name="T61" fmla="*/ 19 h 25"/>
                <a:gd name="T62" fmla="*/ 22 w 25"/>
                <a:gd name="T63" fmla="*/ 18 h 25"/>
                <a:gd name="T64" fmla="*/ 8 w 25"/>
                <a:gd name="T6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" h="25">
                  <a:moveTo>
                    <a:pt x="8" y="22"/>
                  </a:moveTo>
                  <a:cubicBezTo>
                    <a:pt x="6" y="23"/>
                    <a:pt x="8" y="25"/>
                    <a:pt x="7" y="25"/>
                  </a:cubicBezTo>
                  <a:cubicBezTo>
                    <a:pt x="7" y="25"/>
                    <a:pt x="6" y="25"/>
                    <a:pt x="6" y="25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4" y="19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5" y="17"/>
                    <a:pt x="4" y="19"/>
                    <a:pt x="7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4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2" y="13"/>
                    <a:pt x="2" y="11"/>
                    <a:pt x="1" y="10"/>
                  </a:cubicBezTo>
                  <a:cubicBezTo>
                    <a:pt x="1" y="9"/>
                    <a:pt x="1" y="8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1" y="8"/>
                    <a:pt x="3" y="8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2"/>
                    <a:pt x="17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2"/>
                    <a:pt x="19" y="3"/>
                    <a:pt x="19" y="4"/>
                  </a:cubicBezTo>
                  <a:cubicBezTo>
                    <a:pt x="20" y="5"/>
                    <a:pt x="20" y="7"/>
                    <a:pt x="21" y="8"/>
                  </a:cubicBezTo>
                  <a:cubicBezTo>
                    <a:pt x="21" y="8"/>
                    <a:pt x="21" y="8"/>
                    <a:pt x="21" y="9"/>
                  </a:cubicBezTo>
                  <a:cubicBezTo>
                    <a:pt x="20" y="9"/>
                    <a:pt x="20" y="6"/>
                    <a:pt x="18" y="7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2" y="13"/>
                    <a:pt x="21" y="11"/>
                    <a:pt x="21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2" y="13"/>
                    <a:pt x="23" y="14"/>
                    <a:pt x="23" y="15"/>
                  </a:cubicBezTo>
                  <a:cubicBezTo>
                    <a:pt x="23" y="16"/>
                    <a:pt x="24" y="17"/>
                    <a:pt x="24" y="19"/>
                  </a:cubicBezTo>
                  <a:cubicBezTo>
                    <a:pt x="25" y="19"/>
                    <a:pt x="24" y="19"/>
                    <a:pt x="24" y="19"/>
                  </a:cubicBezTo>
                  <a:cubicBezTo>
                    <a:pt x="24" y="20"/>
                    <a:pt x="24" y="17"/>
                    <a:pt x="22" y="18"/>
                  </a:cubicBezTo>
                  <a:lnTo>
                    <a:pt x="8" y="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5" name="Freeform 53">
              <a:extLst>
                <a:ext uri="{FF2B5EF4-FFF2-40B4-BE49-F238E27FC236}">
                  <a16:creationId xmlns:a16="http://schemas.microsoft.com/office/drawing/2014/main" id="{B136AB84-D702-4CC0-A92C-BBF125F1B356}"/>
                </a:ext>
              </a:extLst>
            </p:cNvPr>
            <p:cNvSpPr/>
            <p:nvPr/>
          </p:nvSpPr>
          <p:spPr bwMode="auto">
            <a:xfrm>
              <a:off x="3927475" y="5407025"/>
              <a:ext cx="111125" cy="101600"/>
            </a:xfrm>
            <a:custGeom>
              <a:avLst/>
              <a:gdLst>
                <a:gd name="T0" fmla="*/ 3 w 20"/>
                <a:gd name="T1" fmla="*/ 16 h 18"/>
                <a:gd name="T2" fmla="*/ 1 w 20"/>
                <a:gd name="T3" fmla="*/ 18 h 18"/>
                <a:gd name="T4" fmla="*/ 0 w 20"/>
                <a:gd name="T5" fmla="*/ 18 h 18"/>
                <a:gd name="T6" fmla="*/ 0 w 20"/>
                <a:gd name="T7" fmla="*/ 14 h 18"/>
                <a:gd name="T8" fmla="*/ 0 w 20"/>
                <a:gd name="T9" fmla="*/ 4 h 18"/>
                <a:gd name="T10" fmla="*/ 5 w 20"/>
                <a:gd name="T11" fmla="*/ 2 h 18"/>
                <a:gd name="T12" fmla="*/ 6 w 20"/>
                <a:gd name="T13" fmla="*/ 2 h 18"/>
                <a:gd name="T14" fmla="*/ 6 w 20"/>
                <a:gd name="T15" fmla="*/ 2 h 18"/>
                <a:gd name="T16" fmla="*/ 4 w 20"/>
                <a:gd name="T17" fmla="*/ 3 h 18"/>
                <a:gd name="T18" fmla="*/ 1 w 20"/>
                <a:gd name="T19" fmla="*/ 10 h 18"/>
                <a:gd name="T20" fmla="*/ 1 w 20"/>
                <a:gd name="T21" fmla="*/ 12 h 18"/>
                <a:gd name="T22" fmla="*/ 9 w 20"/>
                <a:gd name="T23" fmla="*/ 11 h 18"/>
                <a:gd name="T24" fmla="*/ 9 w 20"/>
                <a:gd name="T25" fmla="*/ 11 h 18"/>
                <a:gd name="T26" fmla="*/ 5 w 20"/>
                <a:gd name="T27" fmla="*/ 7 h 18"/>
                <a:gd name="T28" fmla="*/ 5 w 20"/>
                <a:gd name="T29" fmla="*/ 7 h 18"/>
                <a:gd name="T30" fmla="*/ 5 w 20"/>
                <a:gd name="T31" fmla="*/ 7 h 18"/>
                <a:gd name="T32" fmla="*/ 13 w 20"/>
                <a:gd name="T33" fmla="*/ 6 h 18"/>
                <a:gd name="T34" fmla="*/ 14 w 20"/>
                <a:gd name="T35" fmla="*/ 6 h 18"/>
                <a:gd name="T36" fmla="*/ 13 w 20"/>
                <a:gd name="T37" fmla="*/ 7 h 18"/>
                <a:gd name="T38" fmla="*/ 10 w 20"/>
                <a:gd name="T39" fmla="*/ 10 h 18"/>
                <a:gd name="T40" fmla="*/ 10 w 20"/>
                <a:gd name="T41" fmla="*/ 11 h 18"/>
                <a:gd name="T42" fmla="*/ 17 w 20"/>
                <a:gd name="T43" fmla="*/ 11 h 18"/>
                <a:gd name="T44" fmla="*/ 19 w 20"/>
                <a:gd name="T45" fmla="*/ 8 h 18"/>
                <a:gd name="T46" fmla="*/ 12 w 20"/>
                <a:gd name="T47" fmla="*/ 1 h 18"/>
                <a:gd name="T48" fmla="*/ 11 w 20"/>
                <a:gd name="T49" fmla="*/ 1 h 18"/>
                <a:gd name="T50" fmla="*/ 12 w 20"/>
                <a:gd name="T51" fmla="*/ 0 h 18"/>
                <a:gd name="T52" fmla="*/ 13 w 20"/>
                <a:gd name="T53" fmla="*/ 0 h 18"/>
                <a:gd name="T54" fmla="*/ 19 w 20"/>
                <a:gd name="T55" fmla="*/ 1 h 18"/>
                <a:gd name="T56" fmla="*/ 19 w 20"/>
                <a:gd name="T57" fmla="*/ 13 h 18"/>
                <a:gd name="T58" fmla="*/ 20 w 20"/>
                <a:gd name="T59" fmla="*/ 17 h 18"/>
                <a:gd name="T60" fmla="*/ 19 w 20"/>
                <a:gd name="T61" fmla="*/ 17 h 18"/>
                <a:gd name="T62" fmla="*/ 17 w 20"/>
                <a:gd name="T63" fmla="*/ 15 h 18"/>
                <a:gd name="T64" fmla="*/ 3 w 20"/>
                <a:gd name="T65" fmla="*/ 1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" h="18">
                  <a:moveTo>
                    <a:pt x="3" y="16"/>
                  </a:moveTo>
                  <a:cubicBezTo>
                    <a:pt x="0" y="16"/>
                    <a:pt x="2" y="18"/>
                    <a:pt x="1" y="18"/>
                  </a:cubicBezTo>
                  <a:cubicBezTo>
                    <a:pt x="1" y="18"/>
                    <a:pt x="0" y="18"/>
                    <a:pt x="0" y="18"/>
                  </a:cubicBezTo>
                  <a:cubicBezTo>
                    <a:pt x="0" y="16"/>
                    <a:pt x="0" y="15"/>
                    <a:pt x="0" y="14"/>
                  </a:cubicBezTo>
                  <a:cubicBezTo>
                    <a:pt x="0" y="10"/>
                    <a:pt x="0" y="7"/>
                    <a:pt x="0" y="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4" y="3"/>
                  </a:cubicBezTo>
                  <a:cubicBezTo>
                    <a:pt x="2" y="5"/>
                    <a:pt x="1" y="7"/>
                    <a:pt x="1" y="10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9"/>
                    <a:pt x="7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7"/>
                    <a:pt x="5" y="7"/>
                    <a:pt x="5" y="7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7"/>
                    <a:pt x="14" y="7"/>
                    <a:pt x="13" y="7"/>
                  </a:cubicBezTo>
                  <a:cubicBezTo>
                    <a:pt x="11" y="7"/>
                    <a:pt x="9" y="9"/>
                    <a:pt x="10" y="10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8" y="11"/>
                    <a:pt x="19" y="10"/>
                    <a:pt x="19" y="8"/>
                  </a:cubicBezTo>
                  <a:cubicBezTo>
                    <a:pt x="18" y="4"/>
                    <a:pt x="15" y="2"/>
                    <a:pt x="12" y="1"/>
                  </a:cubicBezTo>
                  <a:cubicBezTo>
                    <a:pt x="12" y="1"/>
                    <a:pt x="11" y="1"/>
                    <a:pt x="11" y="1"/>
                  </a:cubicBezTo>
                  <a:cubicBezTo>
                    <a:pt x="11" y="1"/>
                    <a:pt x="12" y="0"/>
                    <a:pt x="12" y="0"/>
                  </a:cubicBezTo>
                  <a:cubicBezTo>
                    <a:pt x="12" y="0"/>
                    <a:pt x="12" y="0"/>
                    <a:pt x="13" y="0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9" y="5"/>
                    <a:pt x="19" y="9"/>
                    <a:pt x="19" y="13"/>
                  </a:cubicBezTo>
                  <a:cubicBezTo>
                    <a:pt x="19" y="14"/>
                    <a:pt x="20" y="15"/>
                    <a:pt x="20" y="17"/>
                  </a:cubicBezTo>
                  <a:cubicBezTo>
                    <a:pt x="20" y="17"/>
                    <a:pt x="19" y="17"/>
                    <a:pt x="19" y="17"/>
                  </a:cubicBezTo>
                  <a:cubicBezTo>
                    <a:pt x="18" y="17"/>
                    <a:pt x="19" y="15"/>
                    <a:pt x="17" y="15"/>
                  </a:cubicBezTo>
                  <a:lnTo>
                    <a:pt x="3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6" name="Freeform 54">
              <a:extLst>
                <a:ext uri="{FF2B5EF4-FFF2-40B4-BE49-F238E27FC236}">
                  <a16:creationId xmlns:a16="http://schemas.microsoft.com/office/drawing/2014/main" id="{8DC5A7DC-DE08-414A-B6CF-49EEE1B81236}"/>
                </a:ext>
              </a:extLst>
            </p:cNvPr>
            <p:cNvSpPr/>
            <p:nvPr/>
          </p:nvSpPr>
          <p:spPr bwMode="auto">
            <a:xfrm>
              <a:off x="3927475" y="5253038"/>
              <a:ext cx="128588" cy="136525"/>
            </a:xfrm>
            <a:custGeom>
              <a:avLst/>
              <a:gdLst>
                <a:gd name="T0" fmla="*/ 15 w 23"/>
                <a:gd name="T1" fmla="*/ 19 h 24"/>
                <a:gd name="T2" fmla="*/ 19 w 23"/>
                <a:gd name="T3" fmla="*/ 18 h 24"/>
                <a:gd name="T4" fmla="*/ 20 w 23"/>
                <a:gd name="T5" fmla="*/ 17 h 24"/>
                <a:gd name="T6" fmla="*/ 20 w 23"/>
                <a:gd name="T7" fmla="*/ 17 h 24"/>
                <a:gd name="T8" fmla="*/ 20 w 23"/>
                <a:gd name="T9" fmla="*/ 21 h 24"/>
                <a:gd name="T10" fmla="*/ 19 w 23"/>
                <a:gd name="T11" fmla="*/ 24 h 24"/>
                <a:gd name="T12" fmla="*/ 18 w 23"/>
                <a:gd name="T13" fmla="*/ 24 h 24"/>
                <a:gd name="T14" fmla="*/ 18 w 23"/>
                <a:gd name="T15" fmla="*/ 22 h 24"/>
                <a:gd name="T16" fmla="*/ 15 w 23"/>
                <a:gd name="T17" fmla="*/ 20 h 24"/>
                <a:gd name="T18" fmla="*/ 3 w 23"/>
                <a:gd name="T19" fmla="*/ 17 h 24"/>
                <a:gd name="T20" fmla="*/ 1 w 23"/>
                <a:gd name="T21" fmla="*/ 19 h 24"/>
                <a:gd name="T22" fmla="*/ 0 w 23"/>
                <a:gd name="T23" fmla="*/ 20 h 24"/>
                <a:gd name="T24" fmla="*/ 0 w 23"/>
                <a:gd name="T25" fmla="*/ 20 h 24"/>
                <a:gd name="T26" fmla="*/ 1 w 23"/>
                <a:gd name="T27" fmla="*/ 17 h 24"/>
                <a:gd name="T28" fmla="*/ 2 w 23"/>
                <a:gd name="T29" fmla="*/ 14 h 24"/>
                <a:gd name="T30" fmla="*/ 16 w 23"/>
                <a:gd name="T31" fmla="*/ 6 h 24"/>
                <a:gd name="T32" fmla="*/ 16 w 23"/>
                <a:gd name="T33" fmla="*/ 6 h 24"/>
                <a:gd name="T34" fmla="*/ 8 w 23"/>
                <a:gd name="T35" fmla="*/ 5 h 24"/>
                <a:gd name="T36" fmla="*/ 4 w 23"/>
                <a:gd name="T37" fmla="*/ 6 h 24"/>
                <a:gd name="T38" fmla="*/ 3 w 23"/>
                <a:gd name="T39" fmla="*/ 7 h 24"/>
                <a:gd name="T40" fmla="*/ 3 w 23"/>
                <a:gd name="T41" fmla="*/ 6 h 24"/>
                <a:gd name="T42" fmla="*/ 4 w 23"/>
                <a:gd name="T43" fmla="*/ 3 h 24"/>
                <a:gd name="T44" fmla="*/ 4 w 23"/>
                <a:gd name="T45" fmla="*/ 0 h 24"/>
                <a:gd name="T46" fmla="*/ 5 w 23"/>
                <a:gd name="T47" fmla="*/ 0 h 24"/>
                <a:gd name="T48" fmla="*/ 5 w 23"/>
                <a:gd name="T49" fmla="*/ 1 h 24"/>
                <a:gd name="T50" fmla="*/ 8 w 23"/>
                <a:gd name="T51" fmla="*/ 4 h 24"/>
                <a:gd name="T52" fmla="*/ 22 w 23"/>
                <a:gd name="T53" fmla="*/ 7 h 24"/>
                <a:gd name="T54" fmla="*/ 23 w 23"/>
                <a:gd name="T55" fmla="*/ 7 h 24"/>
                <a:gd name="T56" fmla="*/ 22 w 23"/>
                <a:gd name="T57" fmla="*/ 8 h 24"/>
                <a:gd name="T58" fmla="*/ 4 w 23"/>
                <a:gd name="T59" fmla="*/ 17 h 24"/>
                <a:gd name="T60" fmla="*/ 4 w 23"/>
                <a:gd name="T61" fmla="*/ 17 h 24"/>
                <a:gd name="T62" fmla="*/ 15 w 23"/>
                <a:gd name="T63" fmla="*/ 1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4">
                  <a:moveTo>
                    <a:pt x="15" y="19"/>
                  </a:moveTo>
                  <a:cubicBezTo>
                    <a:pt x="18" y="20"/>
                    <a:pt x="19" y="19"/>
                    <a:pt x="19" y="18"/>
                  </a:cubicBezTo>
                  <a:cubicBezTo>
                    <a:pt x="20" y="18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20" y="19"/>
                    <a:pt x="20" y="21"/>
                  </a:cubicBezTo>
                  <a:cubicBezTo>
                    <a:pt x="19" y="22"/>
                    <a:pt x="19" y="23"/>
                    <a:pt x="19" y="24"/>
                  </a:cubicBezTo>
                  <a:cubicBezTo>
                    <a:pt x="19" y="24"/>
                    <a:pt x="19" y="24"/>
                    <a:pt x="18" y="24"/>
                  </a:cubicBezTo>
                  <a:cubicBezTo>
                    <a:pt x="18" y="24"/>
                    <a:pt x="18" y="23"/>
                    <a:pt x="18" y="22"/>
                  </a:cubicBezTo>
                  <a:cubicBezTo>
                    <a:pt x="18" y="21"/>
                    <a:pt x="17" y="20"/>
                    <a:pt x="15" y="20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2" y="18"/>
                    <a:pt x="1" y="19"/>
                    <a:pt x="1" y="19"/>
                  </a:cubicBezTo>
                  <a:cubicBezTo>
                    <a:pt x="1" y="20"/>
                    <a:pt x="1" y="20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9"/>
                    <a:pt x="1" y="18"/>
                    <a:pt x="1" y="17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4"/>
                    <a:pt x="5" y="5"/>
                    <a:pt x="4" y="6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7"/>
                    <a:pt x="3" y="7"/>
                    <a:pt x="3" y="6"/>
                  </a:cubicBezTo>
                  <a:cubicBezTo>
                    <a:pt x="3" y="6"/>
                    <a:pt x="4" y="4"/>
                    <a:pt x="4" y="3"/>
                  </a:cubicBezTo>
                  <a:cubicBezTo>
                    <a:pt x="4" y="2"/>
                    <a:pt x="4" y="1"/>
                    <a:pt x="4" y="0"/>
                  </a:cubicBezTo>
                  <a:cubicBezTo>
                    <a:pt x="4" y="0"/>
                    <a:pt x="5" y="0"/>
                    <a:pt x="5" y="0"/>
                  </a:cubicBezTo>
                  <a:cubicBezTo>
                    <a:pt x="5" y="0"/>
                    <a:pt x="5" y="1"/>
                    <a:pt x="5" y="1"/>
                  </a:cubicBezTo>
                  <a:cubicBezTo>
                    <a:pt x="5" y="2"/>
                    <a:pt x="6" y="3"/>
                    <a:pt x="8" y="4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2" y="8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7" name="Freeform 55">
              <a:extLst>
                <a:ext uri="{FF2B5EF4-FFF2-40B4-BE49-F238E27FC236}">
                  <a16:creationId xmlns:a16="http://schemas.microsoft.com/office/drawing/2014/main" id="{2679AF4D-F2E3-4834-B935-DA8D80CFDBF3}"/>
                </a:ext>
              </a:extLst>
            </p:cNvPr>
            <p:cNvSpPr/>
            <p:nvPr/>
          </p:nvSpPr>
          <p:spPr bwMode="auto">
            <a:xfrm>
              <a:off x="3965575" y="5151438"/>
              <a:ext cx="123825" cy="125413"/>
            </a:xfrm>
            <a:custGeom>
              <a:avLst/>
              <a:gdLst>
                <a:gd name="T0" fmla="*/ 19 w 22"/>
                <a:gd name="T1" fmla="*/ 15 h 22"/>
                <a:gd name="T2" fmla="*/ 19 w 22"/>
                <a:gd name="T3" fmla="*/ 8 h 22"/>
                <a:gd name="T4" fmla="*/ 16 w 22"/>
                <a:gd name="T5" fmla="*/ 5 h 22"/>
                <a:gd name="T6" fmla="*/ 17 w 22"/>
                <a:gd name="T7" fmla="*/ 5 h 22"/>
                <a:gd name="T8" fmla="*/ 18 w 22"/>
                <a:gd name="T9" fmla="*/ 6 h 22"/>
                <a:gd name="T10" fmla="*/ 22 w 22"/>
                <a:gd name="T11" fmla="*/ 9 h 22"/>
                <a:gd name="T12" fmla="*/ 19 w 22"/>
                <a:gd name="T13" fmla="*/ 16 h 22"/>
                <a:gd name="T14" fmla="*/ 17 w 22"/>
                <a:gd name="T15" fmla="*/ 22 h 22"/>
                <a:gd name="T16" fmla="*/ 16 w 22"/>
                <a:gd name="T17" fmla="*/ 22 h 22"/>
                <a:gd name="T18" fmla="*/ 16 w 22"/>
                <a:gd name="T19" fmla="*/ 21 h 22"/>
                <a:gd name="T20" fmla="*/ 4 w 22"/>
                <a:gd name="T21" fmla="*/ 4 h 22"/>
                <a:gd name="T22" fmla="*/ 4 w 22"/>
                <a:gd name="T23" fmla="*/ 6 h 22"/>
                <a:gd name="T24" fmla="*/ 4 w 22"/>
                <a:gd name="T25" fmla="*/ 13 h 22"/>
                <a:gd name="T26" fmla="*/ 5 w 22"/>
                <a:gd name="T27" fmla="*/ 15 h 22"/>
                <a:gd name="T28" fmla="*/ 5 w 22"/>
                <a:gd name="T29" fmla="*/ 16 h 22"/>
                <a:gd name="T30" fmla="*/ 4 w 22"/>
                <a:gd name="T31" fmla="*/ 15 h 22"/>
                <a:gd name="T32" fmla="*/ 0 w 22"/>
                <a:gd name="T33" fmla="*/ 12 h 22"/>
                <a:gd name="T34" fmla="*/ 3 w 22"/>
                <a:gd name="T35" fmla="*/ 6 h 22"/>
                <a:gd name="T36" fmla="*/ 5 w 22"/>
                <a:gd name="T37" fmla="*/ 0 h 22"/>
                <a:gd name="T38" fmla="*/ 6 w 22"/>
                <a:gd name="T39" fmla="*/ 0 h 22"/>
                <a:gd name="T40" fmla="*/ 6 w 22"/>
                <a:gd name="T41" fmla="*/ 1 h 22"/>
                <a:gd name="T42" fmla="*/ 18 w 22"/>
                <a:gd name="T43" fmla="*/ 17 h 22"/>
                <a:gd name="T44" fmla="*/ 19 w 22"/>
                <a:gd name="T45" fmla="*/ 15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19" y="15"/>
                  </a:moveTo>
                  <a:cubicBezTo>
                    <a:pt x="20" y="12"/>
                    <a:pt x="20" y="10"/>
                    <a:pt x="19" y="8"/>
                  </a:cubicBezTo>
                  <a:cubicBezTo>
                    <a:pt x="18" y="6"/>
                    <a:pt x="16" y="6"/>
                    <a:pt x="16" y="5"/>
                  </a:cubicBezTo>
                  <a:cubicBezTo>
                    <a:pt x="16" y="5"/>
                    <a:pt x="16" y="5"/>
                    <a:pt x="17" y="5"/>
                  </a:cubicBezTo>
                  <a:cubicBezTo>
                    <a:pt x="17" y="5"/>
                    <a:pt x="17" y="5"/>
                    <a:pt x="18" y="6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11"/>
                    <a:pt x="20" y="13"/>
                    <a:pt x="19" y="16"/>
                  </a:cubicBezTo>
                  <a:cubicBezTo>
                    <a:pt x="18" y="18"/>
                    <a:pt x="18" y="20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2"/>
                    <a:pt x="16" y="22"/>
                    <a:pt x="16" y="21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9"/>
                    <a:pt x="2" y="11"/>
                    <a:pt x="4" y="13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5"/>
                    <a:pt x="4" y="15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0"/>
                    <a:pt x="2" y="8"/>
                    <a:pt x="3" y="6"/>
                  </a:cubicBezTo>
                  <a:cubicBezTo>
                    <a:pt x="4" y="4"/>
                    <a:pt x="5" y="2"/>
                    <a:pt x="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1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9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8" name="Freeform 56">
              <a:extLst>
                <a:ext uri="{FF2B5EF4-FFF2-40B4-BE49-F238E27FC236}">
                  <a16:creationId xmlns:a16="http://schemas.microsoft.com/office/drawing/2014/main" id="{27331F12-618F-42CF-85C7-EF58A01D0DA4}"/>
                </a:ext>
              </a:extLst>
            </p:cNvPr>
            <p:cNvSpPr/>
            <p:nvPr/>
          </p:nvSpPr>
          <p:spPr bwMode="auto">
            <a:xfrm>
              <a:off x="4016375" y="5032375"/>
              <a:ext cx="150813" cy="153988"/>
            </a:xfrm>
            <a:custGeom>
              <a:avLst/>
              <a:gdLst>
                <a:gd name="T0" fmla="*/ 3 w 27"/>
                <a:gd name="T1" fmla="*/ 15 h 27"/>
                <a:gd name="T2" fmla="*/ 0 w 27"/>
                <a:gd name="T3" fmla="*/ 16 h 27"/>
                <a:gd name="T4" fmla="*/ 0 w 27"/>
                <a:gd name="T5" fmla="*/ 15 h 27"/>
                <a:gd name="T6" fmla="*/ 3 w 27"/>
                <a:gd name="T7" fmla="*/ 12 h 27"/>
                <a:gd name="T8" fmla="*/ 5 w 27"/>
                <a:gd name="T9" fmla="*/ 9 h 27"/>
                <a:gd name="T10" fmla="*/ 6 w 27"/>
                <a:gd name="T11" fmla="*/ 9 h 27"/>
                <a:gd name="T12" fmla="*/ 6 w 27"/>
                <a:gd name="T13" fmla="*/ 12 h 27"/>
                <a:gd name="T14" fmla="*/ 11 w 27"/>
                <a:gd name="T15" fmla="*/ 16 h 27"/>
                <a:gd name="T16" fmla="*/ 15 w 27"/>
                <a:gd name="T17" fmla="*/ 10 h 27"/>
                <a:gd name="T18" fmla="*/ 10 w 27"/>
                <a:gd name="T19" fmla="*/ 6 h 27"/>
                <a:gd name="T20" fmla="*/ 7 w 27"/>
                <a:gd name="T21" fmla="*/ 7 h 27"/>
                <a:gd name="T22" fmla="*/ 7 w 27"/>
                <a:gd name="T23" fmla="*/ 6 h 27"/>
                <a:gd name="T24" fmla="*/ 10 w 27"/>
                <a:gd name="T25" fmla="*/ 3 h 27"/>
                <a:gd name="T26" fmla="*/ 12 w 27"/>
                <a:gd name="T27" fmla="*/ 0 h 27"/>
                <a:gd name="T28" fmla="*/ 13 w 27"/>
                <a:gd name="T29" fmla="*/ 0 h 27"/>
                <a:gd name="T30" fmla="*/ 13 w 27"/>
                <a:gd name="T31" fmla="*/ 3 h 27"/>
                <a:gd name="T32" fmla="*/ 24 w 27"/>
                <a:gd name="T33" fmla="*/ 12 h 27"/>
                <a:gd name="T34" fmla="*/ 27 w 27"/>
                <a:gd name="T35" fmla="*/ 11 h 27"/>
                <a:gd name="T36" fmla="*/ 27 w 27"/>
                <a:gd name="T37" fmla="*/ 12 h 27"/>
                <a:gd name="T38" fmla="*/ 25 w 27"/>
                <a:gd name="T39" fmla="*/ 15 h 27"/>
                <a:gd name="T40" fmla="*/ 22 w 27"/>
                <a:gd name="T41" fmla="*/ 18 h 27"/>
                <a:gd name="T42" fmla="*/ 22 w 27"/>
                <a:gd name="T43" fmla="*/ 18 h 27"/>
                <a:gd name="T44" fmla="*/ 22 w 27"/>
                <a:gd name="T45" fmla="*/ 15 h 27"/>
                <a:gd name="T46" fmla="*/ 16 w 27"/>
                <a:gd name="T47" fmla="*/ 11 h 27"/>
                <a:gd name="T48" fmla="*/ 11 w 27"/>
                <a:gd name="T49" fmla="*/ 16 h 27"/>
                <a:gd name="T50" fmla="*/ 17 w 27"/>
                <a:gd name="T51" fmla="*/ 21 h 27"/>
                <a:gd name="T52" fmla="*/ 20 w 27"/>
                <a:gd name="T53" fmla="*/ 20 h 27"/>
                <a:gd name="T54" fmla="*/ 20 w 27"/>
                <a:gd name="T55" fmla="*/ 21 h 27"/>
                <a:gd name="T56" fmla="*/ 17 w 27"/>
                <a:gd name="T57" fmla="*/ 24 h 27"/>
                <a:gd name="T58" fmla="*/ 15 w 27"/>
                <a:gd name="T59" fmla="*/ 27 h 27"/>
                <a:gd name="T60" fmla="*/ 14 w 27"/>
                <a:gd name="T61" fmla="*/ 27 h 27"/>
                <a:gd name="T62" fmla="*/ 14 w 27"/>
                <a:gd name="T63" fmla="*/ 24 h 27"/>
                <a:gd name="T64" fmla="*/ 3 w 27"/>
                <a:gd name="T65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" h="27">
                  <a:moveTo>
                    <a:pt x="3" y="15"/>
                  </a:moveTo>
                  <a:cubicBezTo>
                    <a:pt x="1" y="14"/>
                    <a:pt x="1" y="16"/>
                    <a:pt x="0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1" y="14"/>
                    <a:pt x="2" y="13"/>
                    <a:pt x="3" y="12"/>
                  </a:cubicBezTo>
                  <a:cubicBezTo>
                    <a:pt x="3" y="11"/>
                    <a:pt x="4" y="10"/>
                    <a:pt x="5" y="9"/>
                  </a:cubicBezTo>
                  <a:cubicBezTo>
                    <a:pt x="5" y="9"/>
                    <a:pt x="5" y="9"/>
                    <a:pt x="6" y="9"/>
                  </a:cubicBezTo>
                  <a:cubicBezTo>
                    <a:pt x="6" y="9"/>
                    <a:pt x="4" y="10"/>
                    <a:pt x="6" y="12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8" y="5"/>
                    <a:pt x="8" y="7"/>
                    <a:pt x="7" y="7"/>
                  </a:cubicBezTo>
                  <a:cubicBezTo>
                    <a:pt x="7" y="7"/>
                    <a:pt x="7" y="6"/>
                    <a:pt x="7" y="6"/>
                  </a:cubicBezTo>
                  <a:cubicBezTo>
                    <a:pt x="8" y="5"/>
                    <a:pt x="9" y="4"/>
                    <a:pt x="10" y="3"/>
                  </a:cubicBezTo>
                  <a:cubicBezTo>
                    <a:pt x="10" y="2"/>
                    <a:pt x="11" y="1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0"/>
                    <a:pt x="11" y="1"/>
                    <a:pt x="13" y="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6" y="13"/>
                    <a:pt x="27" y="11"/>
                    <a:pt x="27" y="11"/>
                  </a:cubicBezTo>
                  <a:cubicBezTo>
                    <a:pt x="27" y="11"/>
                    <a:pt x="27" y="12"/>
                    <a:pt x="27" y="12"/>
                  </a:cubicBezTo>
                  <a:cubicBezTo>
                    <a:pt x="26" y="13"/>
                    <a:pt x="25" y="14"/>
                    <a:pt x="25" y="15"/>
                  </a:cubicBezTo>
                  <a:cubicBezTo>
                    <a:pt x="24" y="16"/>
                    <a:pt x="23" y="17"/>
                    <a:pt x="22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8"/>
                    <a:pt x="23" y="17"/>
                    <a:pt x="22" y="15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9" y="22"/>
                    <a:pt x="19" y="20"/>
                    <a:pt x="20" y="20"/>
                  </a:cubicBezTo>
                  <a:cubicBezTo>
                    <a:pt x="20" y="20"/>
                    <a:pt x="20" y="21"/>
                    <a:pt x="20" y="21"/>
                  </a:cubicBezTo>
                  <a:cubicBezTo>
                    <a:pt x="19" y="22"/>
                    <a:pt x="18" y="23"/>
                    <a:pt x="17" y="24"/>
                  </a:cubicBezTo>
                  <a:cubicBezTo>
                    <a:pt x="17" y="25"/>
                    <a:pt x="16" y="26"/>
                    <a:pt x="15" y="27"/>
                  </a:cubicBezTo>
                  <a:cubicBezTo>
                    <a:pt x="15" y="27"/>
                    <a:pt x="15" y="27"/>
                    <a:pt x="14" y="27"/>
                  </a:cubicBezTo>
                  <a:cubicBezTo>
                    <a:pt x="14" y="27"/>
                    <a:pt x="16" y="26"/>
                    <a:pt x="14" y="24"/>
                  </a:cubicBezTo>
                  <a:lnTo>
                    <a:pt x="3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9" name="Freeform 57">
              <a:extLst>
                <a:ext uri="{FF2B5EF4-FFF2-40B4-BE49-F238E27FC236}">
                  <a16:creationId xmlns:a16="http://schemas.microsoft.com/office/drawing/2014/main" id="{0BE19207-0711-4328-8914-C6D7E5B0AD04}"/>
                </a:ext>
              </a:extLst>
            </p:cNvPr>
            <p:cNvSpPr/>
            <p:nvPr/>
          </p:nvSpPr>
          <p:spPr bwMode="auto">
            <a:xfrm>
              <a:off x="4122738" y="4946650"/>
              <a:ext cx="134938" cy="136525"/>
            </a:xfrm>
            <a:custGeom>
              <a:avLst/>
              <a:gdLst>
                <a:gd name="T0" fmla="*/ 3 w 24"/>
                <a:gd name="T1" fmla="*/ 9 h 24"/>
                <a:gd name="T2" fmla="*/ 0 w 24"/>
                <a:gd name="T3" fmla="*/ 9 h 24"/>
                <a:gd name="T4" fmla="*/ 1 w 24"/>
                <a:gd name="T5" fmla="*/ 8 h 24"/>
                <a:gd name="T6" fmla="*/ 4 w 24"/>
                <a:gd name="T7" fmla="*/ 6 h 24"/>
                <a:gd name="T8" fmla="*/ 12 w 24"/>
                <a:gd name="T9" fmla="*/ 0 h 24"/>
                <a:gd name="T10" fmla="*/ 16 w 24"/>
                <a:gd name="T11" fmla="*/ 4 h 24"/>
                <a:gd name="T12" fmla="*/ 17 w 24"/>
                <a:gd name="T13" fmla="*/ 4 h 24"/>
                <a:gd name="T14" fmla="*/ 17 w 24"/>
                <a:gd name="T15" fmla="*/ 4 h 24"/>
                <a:gd name="T16" fmla="*/ 14 w 24"/>
                <a:gd name="T17" fmla="*/ 3 h 24"/>
                <a:gd name="T18" fmla="*/ 7 w 24"/>
                <a:gd name="T19" fmla="*/ 4 h 24"/>
                <a:gd name="T20" fmla="*/ 6 w 24"/>
                <a:gd name="T21" fmla="*/ 5 h 24"/>
                <a:gd name="T22" fmla="*/ 11 w 24"/>
                <a:gd name="T23" fmla="*/ 12 h 24"/>
                <a:gd name="T24" fmla="*/ 11 w 24"/>
                <a:gd name="T25" fmla="*/ 11 h 24"/>
                <a:gd name="T26" fmla="*/ 12 w 24"/>
                <a:gd name="T27" fmla="*/ 7 h 24"/>
                <a:gd name="T28" fmla="*/ 12 w 24"/>
                <a:gd name="T29" fmla="*/ 6 h 24"/>
                <a:gd name="T30" fmla="*/ 12 w 24"/>
                <a:gd name="T31" fmla="*/ 6 h 24"/>
                <a:gd name="T32" fmla="*/ 17 w 24"/>
                <a:gd name="T33" fmla="*/ 13 h 24"/>
                <a:gd name="T34" fmla="*/ 17 w 24"/>
                <a:gd name="T35" fmla="*/ 13 h 24"/>
                <a:gd name="T36" fmla="*/ 17 w 24"/>
                <a:gd name="T37" fmla="*/ 13 h 24"/>
                <a:gd name="T38" fmla="*/ 11 w 24"/>
                <a:gd name="T39" fmla="*/ 12 h 24"/>
                <a:gd name="T40" fmla="*/ 11 w 24"/>
                <a:gd name="T41" fmla="*/ 12 h 24"/>
                <a:gd name="T42" fmla="*/ 15 w 24"/>
                <a:gd name="T43" fmla="*/ 18 h 24"/>
                <a:gd name="T44" fmla="*/ 18 w 24"/>
                <a:gd name="T45" fmla="*/ 18 h 24"/>
                <a:gd name="T46" fmla="*/ 21 w 24"/>
                <a:gd name="T47" fmla="*/ 9 h 24"/>
                <a:gd name="T48" fmla="*/ 21 w 24"/>
                <a:gd name="T49" fmla="*/ 8 h 24"/>
                <a:gd name="T50" fmla="*/ 21 w 24"/>
                <a:gd name="T51" fmla="*/ 8 h 24"/>
                <a:gd name="T52" fmla="*/ 22 w 24"/>
                <a:gd name="T53" fmla="*/ 9 h 24"/>
                <a:gd name="T54" fmla="*/ 24 w 24"/>
                <a:gd name="T55" fmla="*/ 15 h 24"/>
                <a:gd name="T56" fmla="*/ 15 w 24"/>
                <a:gd name="T57" fmla="*/ 21 h 24"/>
                <a:gd name="T58" fmla="*/ 12 w 24"/>
                <a:gd name="T59" fmla="*/ 24 h 24"/>
                <a:gd name="T60" fmla="*/ 11 w 24"/>
                <a:gd name="T61" fmla="*/ 24 h 24"/>
                <a:gd name="T62" fmla="*/ 12 w 24"/>
                <a:gd name="T63" fmla="*/ 21 h 24"/>
                <a:gd name="T64" fmla="*/ 3 w 24"/>
                <a:gd name="T65" fmla="*/ 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3" y="9"/>
                  </a:moveTo>
                  <a:cubicBezTo>
                    <a:pt x="2" y="7"/>
                    <a:pt x="1" y="9"/>
                    <a:pt x="0" y="9"/>
                  </a:cubicBezTo>
                  <a:cubicBezTo>
                    <a:pt x="0" y="9"/>
                    <a:pt x="0" y="8"/>
                    <a:pt x="1" y="8"/>
                  </a:cubicBezTo>
                  <a:cubicBezTo>
                    <a:pt x="2" y="7"/>
                    <a:pt x="3" y="7"/>
                    <a:pt x="4" y="6"/>
                  </a:cubicBezTo>
                  <a:cubicBezTo>
                    <a:pt x="7" y="4"/>
                    <a:pt x="9" y="2"/>
                    <a:pt x="12" y="0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5"/>
                    <a:pt x="16" y="4"/>
                    <a:pt x="14" y="3"/>
                  </a:cubicBezTo>
                  <a:cubicBezTo>
                    <a:pt x="12" y="2"/>
                    <a:pt x="10" y="2"/>
                    <a:pt x="7" y="4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3" y="10"/>
                    <a:pt x="13" y="8"/>
                    <a:pt x="12" y="7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4"/>
                    <a:pt x="17" y="13"/>
                    <a:pt x="17" y="13"/>
                  </a:cubicBezTo>
                  <a:cubicBezTo>
                    <a:pt x="15" y="11"/>
                    <a:pt x="13" y="11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6" y="19"/>
                    <a:pt x="17" y="19"/>
                    <a:pt x="18" y="18"/>
                  </a:cubicBezTo>
                  <a:cubicBezTo>
                    <a:pt x="22" y="16"/>
                    <a:pt x="22" y="12"/>
                    <a:pt x="21" y="9"/>
                  </a:cubicBezTo>
                  <a:cubicBezTo>
                    <a:pt x="21" y="9"/>
                    <a:pt x="21" y="8"/>
                    <a:pt x="21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9"/>
                    <a:pt x="21" y="9"/>
                    <a:pt x="22" y="9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1" y="17"/>
                    <a:pt x="18" y="19"/>
                    <a:pt x="15" y="21"/>
                  </a:cubicBezTo>
                  <a:cubicBezTo>
                    <a:pt x="14" y="22"/>
                    <a:pt x="13" y="23"/>
                    <a:pt x="12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3"/>
                    <a:pt x="13" y="23"/>
                    <a:pt x="12" y="21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0" name="Freeform 58">
              <a:extLst>
                <a:ext uri="{FF2B5EF4-FFF2-40B4-BE49-F238E27FC236}">
                  <a16:creationId xmlns:a16="http://schemas.microsoft.com/office/drawing/2014/main" id="{828E852E-0C46-4528-BEEC-DE7D10C441ED}"/>
                </a:ext>
              </a:extLst>
            </p:cNvPr>
            <p:cNvSpPr/>
            <p:nvPr/>
          </p:nvSpPr>
          <p:spPr bwMode="auto">
            <a:xfrm>
              <a:off x="4240213" y="4879975"/>
              <a:ext cx="130175" cy="141288"/>
            </a:xfrm>
            <a:custGeom>
              <a:avLst/>
              <a:gdLst>
                <a:gd name="T0" fmla="*/ 8 w 23"/>
                <a:gd name="T1" fmla="*/ 19 h 25"/>
                <a:gd name="T2" fmla="*/ 11 w 23"/>
                <a:gd name="T3" fmla="*/ 22 h 25"/>
                <a:gd name="T4" fmla="*/ 13 w 23"/>
                <a:gd name="T5" fmla="*/ 22 h 25"/>
                <a:gd name="T6" fmla="*/ 13 w 23"/>
                <a:gd name="T7" fmla="*/ 22 h 25"/>
                <a:gd name="T8" fmla="*/ 10 w 23"/>
                <a:gd name="T9" fmla="*/ 23 h 25"/>
                <a:gd name="T10" fmla="*/ 7 w 23"/>
                <a:gd name="T11" fmla="*/ 25 h 25"/>
                <a:gd name="T12" fmla="*/ 6 w 23"/>
                <a:gd name="T13" fmla="*/ 24 h 25"/>
                <a:gd name="T14" fmla="*/ 7 w 23"/>
                <a:gd name="T15" fmla="*/ 23 h 25"/>
                <a:gd name="T16" fmla="*/ 8 w 23"/>
                <a:gd name="T17" fmla="*/ 19 h 25"/>
                <a:gd name="T18" fmla="*/ 3 w 23"/>
                <a:gd name="T19" fmla="*/ 8 h 25"/>
                <a:gd name="T20" fmla="*/ 0 w 23"/>
                <a:gd name="T21" fmla="*/ 7 h 25"/>
                <a:gd name="T22" fmla="*/ 0 w 23"/>
                <a:gd name="T23" fmla="*/ 7 h 25"/>
                <a:gd name="T24" fmla="*/ 0 w 23"/>
                <a:gd name="T25" fmla="*/ 7 h 25"/>
                <a:gd name="T26" fmla="*/ 3 w 23"/>
                <a:gd name="T27" fmla="*/ 6 h 25"/>
                <a:gd name="T28" fmla="*/ 6 w 23"/>
                <a:gd name="T29" fmla="*/ 5 h 25"/>
                <a:gd name="T30" fmla="*/ 20 w 23"/>
                <a:gd name="T31" fmla="*/ 13 h 25"/>
                <a:gd name="T32" fmla="*/ 20 w 23"/>
                <a:gd name="T33" fmla="*/ 13 h 25"/>
                <a:gd name="T34" fmla="*/ 17 w 23"/>
                <a:gd name="T35" fmla="*/ 5 h 25"/>
                <a:gd name="T36" fmla="*/ 14 w 23"/>
                <a:gd name="T37" fmla="*/ 2 h 25"/>
                <a:gd name="T38" fmla="*/ 12 w 23"/>
                <a:gd name="T39" fmla="*/ 2 h 25"/>
                <a:gd name="T40" fmla="*/ 12 w 23"/>
                <a:gd name="T41" fmla="*/ 2 h 25"/>
                <a:gd name="T42" fmla="*/ 15 w 23"/>
                <a:gd name="T43" fmla="*/ 1 h 25"/>
                <a:gd name="T44" fmla="*/ 18 w 23"/>
                <a:gd name="T45" fmla="*/ 0 h 25"/>
                <a:gd name="T46" fmla="*/ 19 w 23"/>
                <a:gd name="T47" fmla="*/ 0 h 25"/>
                <a:gd name="T48" fmla="*/ 18 w 23"/>
                <a:gd name="T49" fmla="*/ 1 h 25"/>
                <a:gd name="T50" fmla="*/ 17 w 23"/>
                <a:gd name="T51" fmla="*/ 5 h 25"/>
                <a:gd name="T52" fmla="*/ 22 w 23"/>
                <a:gd name="T53" fmla="*/ 18 h 25"/>
                <a:gd name="T54" fmla="*/ 23 w 23"/>
                <a:gd name="T55" fmla="*/ 19 h 25"/>
                <a:gd name="T56" fmla="*/ 22 w 23"/>
                <a:gd name="T57" fmla="*/ 19 h 25"/>
                <a:gd name="T58" fmla="*/ 4 w 23"/>
                <a:gd name="T59" fmla="*/ 9 h 25"/>
                <a:gd name="T60" fmla="*/ 4 w 23"/>
                <a:gd name="T61" fmla="*/ 9 h 25"/>
                <a:gd name="T62" fmla="*/ 8 w 23"/>
                <a:gd name="T63" fmla="*/ 1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5">
                  <a:moveTo>
                    <a:pt x="8" y="19"/>
                  </a:moveTo>
                  <a:cubicBezTo>
                    <a:pt x="9" y="21"/>
                    <a:pt x="10" y="22"/>
                    <a:pt x="11" y="22"/>
                  </a:cubicBezTo>
                  <a:cubicBezTo>
                    <a:pt x="12" y="22"/>
                    <a:pt x="13" y="21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2" y="23"/>
                    <a:pt x="11" y="23"/>
                    <a:pt x="10" y="23"/>
                  </a:cubicBezTo>
                  <a:cubicBezTo>
                    <a:pt x="9" y="24"/>
                    <a:pt x="8" y="24"/>
                    <a:pt x="7" y="25"/>
                  </a:cubicBezTo>
                  <a:cubicBezTo>
                    <a:pt x="6" y="25"/>
                    <a:pt x="6" y="25"/>
                    <a:pt x="6" y="24"/>
                  </a:cubicBezTo>
                  <a:cubicBezTo>
                    <a:pt x="6" y="24"/>
                    <a:pt x="7" y="24"/>
                    <a:pt x="7" y="23"/>
                  </a:cubicBezTo>
                  <a:cubicBezTo>
                    <a:pt x="8" y="23"/>
                    <a:pt x="9" y="22"/>
                    <a:pt x="8" y="19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7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6"/>
                    <a:pt x="3" y="6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6" y="3"/>
                    <a:pt x="15" y="2"/>
                    <a:pt x="14" y="2"/>
                  </a:cubicBezTo>
                  <a:cubicBezTo>
                    <a:pt x="13" y="2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4" y="1"/>
                    <a:pt x="15" y="1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8" y="0"/>
                    <a:pt x="18" y="1"/>
                  </a:cubicBezTo>
                  <a:cubicBezTo>
                    <a:pt x="17" y="1"/>
                    <a:pt x="17" y="3"/>
                    <a:pt x="17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lnTo>
                    <a:pt x="8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1" name="Oval 59">
              <a:extLst>
                <a:ext uri="{FF2B5EF4-FFF2-40B4-BE49-F238E27FC236}">
                  <a16:creationId xmlns:a16="http://schemas.microsoft.com/office/drawing/2014/main" id="{A26F5A29-1590-4FA7-92C1-89D2FFD091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763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2" name="Oval 60">
              <a:extLst>
                <a:ext uri="{FF2B5EF4-FFF2-40B4-BE49-F238E27FC236}">
                  <a16:creationId xmlns:a16="http://schemas.microsoft.com/office/drawing/2014/main" id="{C2B466CA-F4D4-4A67-84F2-6CE84E13FE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6150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3" name="Freeform 61">
              <a:extLst>
                <a:ext uri="{FF2B5EF4-FFF2-40B4-BE49-F238E27FC236}">
                  <a16:creationId xmlns:a16="http://schemas.microsoft.com/office/drawing/2014/main" id="{5F0B9548-CEB1-4A67-98BE-AA648DCD8D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54450" y="4787900"/>
              <a:ext cx="1271588" cy="1289050"/>
            </a:xfrm>
            <a:custGeom>
              <a:avLst/>
              <a:gdLst>
                <a:gd name="T0" fmla="*/ 114 w 227"/>
                <a:gd name="T1" fmla="*/ 227 h 227"/>
                <a:gd name="T2" fmla="*/ 70 w 227"/>
                <a:gd name="T3" fmla="*/ 218 h 227"/>
                <a:gd name="T4" fmla="*/ 34 w 227"/>
                <a:gd name="T5" fmla="*/ 194 h 227"/>
                <a:gd name="T6" fmla="*/ 9 w 227"/>
                <a:gd name="T7" fmla="*/ 158 h 227"/>
                <a:gd name="T8" fmla="*/ 0 w 227"/>
                <a:gd name="T9" fmla="*/ 114 h 227"/>
                <a:gd name="T10" fmla="*/ 9 w 227"/>
                <a:gd name="T11" fmla="*/ 69 h 227"/>
                <a:gd name="T12" fmla="*/ 34 w 227"/>
                <a:gd name="T13" fmla="*/ 33 h 227"/>
                <a:gd name="T14" fmla="*/ 70 w 227"/>
                <a:gd name="T15" fmla="*/ 9 h 227"/>
                <a:gd name="T16" fmla="*/ 114 w 227"/>
                <a:gd name="T17" fmla="*/ 0 h 227"/>
                <a:gd name="T18" fmla="*/ 158 w 227"/>
                <a:gd name="T19" fmla="*/ 9 h 227"/>
                <a:gd name="T20" fmla="*/ 194 w 227"/>
                <a:gd name="T21" fmla="*/ 33 h 227"/>
                <a:gd name="T22" fmla="*/ 218 w 227"/>
                <a:gd name="T23" fmla="*/ 69 h 227"/>
                <a:gd name="T24" fmla="*/ 227 w 227"/>
                <a:gd name="T25" fmla="*/ 114 h 227"/>
                <a:gd name="T26" fmla="*/ 218 w 227"/>
                <a:gd name="T27" fmla="*/ 158 h 227"/>
                <a:gd name="T28" fmla="*/ 194 w 227"/>
                <a:gd name="T29" fmla="*/ 194 h 227"/>
                <a:gd name="T30" fmla="*/ 158 w 227"/>
                <a:gd name="T31" fmla="*/ 218 h 227"/>
                <a:gd name="T32" fmla="*/ 114 w 227"/>
                <a:gd name="T33" fmla="*/ 227 h 227"/>
                <a:gd name="T34" fmla="*/ 114 w 227"/>
                <a:gd name="T35" fmla="*/ 5 h 227"/>
                <a:gd name="T36" fmla="*/ 6 w 227"/>
                <a:gd name="T37" fmla="*/ 114 h 227"/>
                <a:gd name="T38" fmla="*/ 114 w 227"/>
                <a:gd name="T39" fmla="*/ 222 h 227"/>
                <a:gd name="T40" fmla="*/ 222 w 227"/>
                <a:gd name="T41" fmla="*/ 114 h 227"/>
                <a:gd name="T42" fmla="*/ 114 w 227"/>
                <a:gd name="T43" fmla="*/ 5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7" h="227">
                  <a:moveTo>
                    <a:pt x="114" y="227"/>
                  </a:moveTo>
                  <a:cubicBezTo>
                    <a:pt x="98" y="227"/>
                    <a:pt x="84" y="224"/>
                    <a:pt x="70" y="218"/>
                  </a:cubicBezTo>
                  <a:cubicBezTo>
                    <a:pt x="56" y="212"/>
                    <a:pt x="44" y="204"/>
                    <a:pt x="34" y="194"/>
                  </a:cubicBezTo>
                  <a:cubicBezTo>
                    <a:pt x="23" y="183"/>
                    <a:pt x="15" y="171"/>
                    <a:pt x="9" y="158"/>
                  </a:cubicBezTo>
                  <a:cubicBezTo>
                    <a:pt x="3" y="144"/>
                    <a:pt x="0" y="129"/>
                    <a:pt x="0" y="114"/>
                  </a:cubicBezTo>
                  <a:cubicBezTo>
                    <a:pt x="0" y="98"/>
                    <a:pt x="3" y="83"/>
                    <a:pt x="9" y="69"/>
                  </a:cubicBezTo>
                  <a:cubicBezTo>
                    <a:pt x="15" y="56"/>
                    <a:pt x="23" y="44"/>
                    <a:pt x="34" y="33"/>
                  </a:cubicBezTo>
                  <a:cubicBezTo>
                    <a:pt x="44" y="23"/>
                    <a:pt x="56" y="15"/>
                    <a:pt x="70" y="9"/>
                  </a:cubicBezTo>
                  <a:cubicBezTo>
                    <a:pt x="84" y="3"/>
                    <a:pt x="98" y="0"/>
                    <a:pt x="114" y="0"/>
                  </a:cubicBezTo>
                  <a:cubicBezTo>
                    <a:pt x="129" y="0"/>
                    <a:pt x="144" y="3"/>
                    <a:pt x="158" y="9"/>
                  </a:cubicBezTo>
                  <a:cubicBezTo>
                    <a:pt x="171" y="15"/>
                    <a:pt x="184" y="23"/>
                    <a:pt x="194" y="33"/>
                  </a:cubicBezTo>
                  <a:cubicBezTo>
                    <a:pt x="204" y="44"/>
                    <a:pt x="213" y="56"/>
                    <a:pt x="218" y="69"/>
                  </a:cubicBezTo>
                  <a:cubicBezTo>
                    <a:pt x="224" y="83"/>
                    <a:pt x="227" y="98"/>
                    <a:pt x="227" y="114"/>
                  </a:cubicBezTo>
                  <a:cubicBezTo>
                    <a:pt x="227" y="129"/>
                    <a:pt x="224" y="144"/>
                    <a:pt x="218" y="158"/>
                  </a:cubicBezTo>
                  <a:cubicBezTo>
                    <a:pt x="213" y="171"/>
                    <a:pt x="204" y="183"/>
                    <a:pt x="194" y="194"/>
                  </a:cubicBezTo>
                  <a:cubicBezTo>
                    <a:pt x="184" y="204"/>
                    <a:pt x="171" y="212"/>
                    <a:pt x="158" y="218"/>
                  </a:cubicBezTo>
                  <a:cubicBezTo>
                    <a:pt x="144" y="224"/>
                    <a:pt x="129" y="227"/>
                    <a:pt x="114" y="227"/>
                  </a:cubicBezTo>
                  <a:close/>
                  <a:moveTo>
                    <a:pt x="114" y="5"/>
                  </a:moveTo>
                  <a:cubicBezTo>
                    <a:pt x="54" y="5"/>
                    <a:pt x="6" y="54"/>
                    <a:pt x="6" y="114"/>
                  </a:cubicBezTo>
                  <a:cubicBezTo>
                    <a:pt x="6" y="173"/>
                    <a:pt x="54" y="222"/>
                    <a:pt x="114" y="222"/>
                  </a:cubicBezTo>
                  <a:cubicBezTo>
                    <a:pt x="173" y="222"/>
                    <a:pt x="222" y="173"/>
                    <a:pt x="222" y="114"/>
                  </a:cubicBezTo>
                  <a:cubicBezTo>
                    <a:pt x="222" y="54"/>
                    <a:pt x="173" y="5"/>
                    <a:pt x="114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4" name="Freeform 62">
              <a:extLst>
                <a:ext uri="{FF2B5EF4-FFF2-40B4-BE49-F238E27FC236}">
                  <a16:creationId xmlns:a16="http://schemas.microsoft.com/office/drawing/2014/main" id="{D4C58955-7F9B-4A4C-9CFD-B244F6B1F35E}"/>
                </a:ext>
              </a:extLst>
            </p:cNvPr>
            <p:cNvSpPr/>
            <p:nvPr/>
          </p:nvSpPr>
          <p:spPr bwMode="auto">
            <a:xfrm>
              <a:off x="4279900" y="5867400"/>
              <a:ext cx="73025" cy="119063"/>
            </a:xfrm>
            <a:custGeom>
              <a:avLst/>
              <a:gdLst>
                <a:gd name="T0" fmla="*/ 8 w 13"/>
                <a:gd name="T1" fmla="*/ 17 h 21"/>
                <a:gd name="T2" fmla="*/ 10 w 13"/>
                <a:gd name="T3" fmla="*/ 20 h 21"/>
                <a:gd name="T4" fmla="*/ 11 w 13"/>
                <a:gd name="T5" fmla="*/ 21 h 21"/>
                <a:gd name="T6" fmla="*/ 11 w 13"/>
                <a:gd name="T7" fmla="*/ 21 h 21"/>
                <a:gd name="T8" fmla="*/ 5 w 13"/>
                <a:gd name="T9" fmla="*/ 19 h 21"/>
                <a:gd name="T10" fmla="*/ 0 w 13"/>
                <a:gd name="T11" fmla="*/ 17 h 21"/>
                <a:gd name="T12" fmla="*/ 0 w 13"/>
                <a:gd name="T13" fmla="*/ 17 h 21"/>
                <a:gd name="T14" fmla="*/ 2 w 13"/>
                <a:gd name="T15" fmla="*/ 17 h 21"/>
                <a:gd name="T16" fmla="*/ 4 w 13"/>
                <a:gd name="T17" fmla="*/ 16 h 21"/>
                <a:gd name="T18" fmla="*/ 9 w 13"/>
                <a:gd name="T19" fmla="*/ 3 h 21"/>
                <a:gd name="T20" fmla="*/ 8 w 13"/>
                <a:gd name="T21" fmla="*/ 2 h 21"/>
                <a:gd name="T22" fmla="*/ 4 w 13"/>
                <a:gd name="T23" fmla="*/ 1 h 21"/>
                <a:gd name="T24" fmla="*/ 4 w 13"/>
                <a:gd name="T25" fmla="*/ 1 h 21"/>
                <a:gd name="T26" fmla="*/ 7 w 13"/>
                <a:gd name="T27" fmla="*/ 1 h 21"/>
                <a:gd name="T28" fmla="*/ 13 w 13"/>
                <a:gd name="T29" fmla="*/ 1 h 21"/>
                <a:gd name="T30" fmla="*/ 13 w 13"/>
                <a:gd name="T31" fmla="*/ 2 h 21"/>
                <a:gd name="T32" fmla="*/ 8 w 13"/>
                <a:gd name="T33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21">
                  <a:moveTo>
                    <a:pt x="8" y="17"/>
                  </a:moveTo>
                  <a:cubicBezTo>
                    <a:pt x="8" y="18"/>
                    <a:pt x="8" y="19"/>
                    <a:pt x="10" y="20"/>
                  </a:cubicBezTo>
                  <a:cubicBezTo>
                    <a:pt x="11" y="20"/>
                    <a:pt x="11" y="20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9" y="20"/>
                    <a:pt x="7" y="20"/>
                    <a:pt x="5" y="19"/>
                  </a:cubicBezTo>
                  <a:cubicBezTo>
                    <a:pt x="4" y="18"/>
                    <a:pt x="2" y="18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6"/>
                    <a:pt x="0" y="16"/>
                    <a:pt x="2" y="17"/>
                  </a:cubicBezTo>
                  <a:cubicBezTo>
                    <a:pt x="3" y="17"/>
                    <a:pt x="4" y="17"/>
                    <a:pt x="4" y="16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8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5" y="1"/>
                    <a:pt x="7" y="1"/>
                  </a:cubicBezTo>
                  <a:cubicBezTo>
                    <a:pt x="11" y="2"/>
                    <a:pt x="13" y="1"/>
                    <a:pt x="13" y="1"/>
                  </a:cubicBezTo>
                  <a:cubicBezTo>
                    <a:pt x="13" y="1"/>
                    <a:pt x="13" y="1"/>
                    <a:pt x="13" y="2"/>
                  </a:cubicBezTo>
                  <a:lnTo>
                    <a:pt x="8" y="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5" name="Freeform 63">
              <a:extLst>
                <a:ext uri="{FF2B5EF4-FFF2-40B4-BE49-F238E27FC236}">
                  <a16:creationId xmlns:a16="http://schemas.microsoft.com/office/drawing/2014/main" id="{1F85B074-D951-499D-ACA0-E537D789AA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92613" y="5889625"/>
              <a:ext cx="84138" cy="107950"/>
            </a:xfrm>
            <a:custGeom>
              <a:avLst/>
              <a:gdLst>
                <a:gd name="T0" fmla="*/ 8 w 15"/>
                <a:gd name="T1" fmla="*/ 0 h 19"/>
                <a:gd name="T2" fmla="*/ 14 w 15"/>
                <a:gd name="T3" fmla="*/ 9 h 19"/>
                <a:gd name="T4" fmla="*/ 2 w 15"/>
                <a:gd name="T5" fmla="*/ 19 h 19"/>
                <a:gd name="T6" fmla="*/ 2 w 15"/>
                <a:gd name="T7" fmla="*/ 19 h 19"/>
                <a:gd name="T8" fmla="*/ 10 w 15"/>
                <a:gd name="T9" fmla="*/ 11 h 19"/>
                <a:gd name="T10" fmla="*/ 6 w 15"/>
                <a:gd name="T11" fmla="*/ 12 h 19"/>
                <a:gd name="T12" fmla="*/ 0 w 15"/>
                <a:gd name="T13" fmla="*/ 5 h 19"/>
                <a:gd name="T14" fmla="*/ 8 w 15"/>
                <a:gd name="T15" fmla="*/ 0 h 19"/>
                <a:gd name="T16" fmla="*/ 7 w 15"/>
                <a:gd name="T17" fmla="*/ 11 h 19"/>
                <a:gd name="T18" fmla="*/ 10 w 15"/>
                <a:gd name="T19" fmla="*/ 10 h 19"/>
                <a:gd name="T20" fmla="*/ 11 w 15"/>
                <a:gd name="T21" fmla="*/ 7 h 19"/>
                <a:gd name="T22" fmla="*/ 8 w 15"/>
                <a:gd name="T23" fmla="*/ 1 h 19"/>
                <a:gd name="T24" fmla="*/ 4 w 15"/>
                <a:gd name="T25" fmla="*/ 6 h 19"/>
                <a:gd name="T26" fmla="*/ 7 w 15"/>
                <a:gd name="T27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19">
                  <a:moveTo>
                    <a:pt x="8" y="0"/>
                  </a:moveTo>
                  <a:cubicBezTo>
                    <a:pt x="12" y="1"/>
                    <a:pt x="15" y="4"/>
                    <a:pt x="14" y="9"/>
                  </a:cubicBezTo>
                  <a:cubicBezTo>
                    <a:pt x="13" y="17"/>
                    <a:pt x="3" y="19"/>
                    <a:pt x="2" y="19"/>
                  </a:cubicBezTo>
                  <a:cubicBezTo>
                    <a:pt x="2" y="19"/>
                    <a:pt x="1" y="19"/>
                    <a:pt x="2" y="19"/>
                  </a:cubicBezTo>
                  <a:cubicBezTo>
                    <a:pt x="2" y="18"/>
                    <a:pt x="7" y="18"/>
                    <a:pt x="10" y="11"/>
                  </a:cubicBezTo>
                  <a:cubicBezTo>
                    <a:pt x="9" y="11"/>
                    <a:pt x="7" y="12"/>
                    <a:pt x="6" y="12"/>
                  </a:cubicBezTo>
                  <a:cubicBezTo>
                    <a:pt x="1" y="11"/>
                    <a:pt x="0" y="8"/>
                    <a:pt x="0" y="5"/>
                  </a:cubicBezTo>
                  <a:cubicBezTo>
                    <a:pt x="0" y="2"/>
                    <a:pt x="3" y="0"/>
                    <a:pt x="8" y="0"/>
                  </a:cubicBezTo>
                  <a:close/>
                  <a:moveTo>
                    <a:pt x="7" y="11"/>
                  </a:moveTo>
                  <a:cubicBezTo>
                    <a:pt x="8" y="11"/>
                    <a:pt x="10" y="10"/>
                    <a:pt x="10" y="10"/>
                  </a:cubicBezTo>
                  <a:cubicBezTo>
                    <a:pt x="10" y="10"/>
                    <a:pt x="10" y="9"/>
                    <a:pt x="11" y="7"/>
                  </a:cubicBezTo>
                  <a:cubicBezTo>
                    <a:pt x="11" y="2"/>
                    <a:pt x="10" y="1"/>
                    <a:pt x="8" y="1"/>
                  </a:cubicBezTo>
                  <a:cubicBezTo>
                    <a:pt x="6" y="0"/>
                    <a:pt x="4" y="1"/>
                    <a:pt x="4" y="6"/>
                  </a:cubicBezTo>
                  <a:cubicBezTo>
                    <a:pt x="3" y="9"/>
                    <a:pt x="5" y="11"/>
                    <a:pt x="7" y="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6" name="Freeform 64">
              <a:extLst>
                <a:ext uri="{FF2B5EF4-FFF2-40B4-BE49-F238E27FC236}">
                  <a16:creationId xmlns:a16="http://schemas.microsoft.com/office/drawing/2014/main" id="{BEE1369B-9B19-4DF4-A135-B8AF8604D4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03738" y="5889625"/>
              <a:ext cx="79375" cy="112713"/>
            </a:xfrm>
            <a:custGeom>
              <a:avLst/>
              <a:gdLst>
                <a:gd name="T0" fmla="*/ 3 w 14"/>
                <a:gd name="T1" fmla="*/ 10 h 20"/>
                <a:gd name="T2" fmla="*/ 0 w 14"/>
                <a:gd name="T3" fmla="*/ 6 h 20"/>
                <a:gd name="T4" fmla="*/ 6 w 14"/>
                <a:gd name="T5" fmla="*/ 0 h 20"/>
                <a:gd name="T6" fmla="*/ 12 w 14"/>
                <a:gd name="T7" fmla="*/ 4 h 20"/>
                <a:gd name="T8" fmla="*/ 10 w 14"/>
                <a:gd name="T9" fmla="*/ 8 h 20"/>
                <a:gd name="T10" fmla="*/ 14 w 14"/>
                <a:gd name="T11" fmla="*/ 13 h 20"/>
                <a:gd name="T12" fmla="*/ 7 w 14"/>
                <a:gd name="T13" fmla="*/ 20 h 20"/>
                <a:gd name="T14" fmla="*/ 0 w 14"/>
                <a:gd name="T15" fmla="*/ 15 h 20"/>
                <a:gd name="T16" fmla="*/ 3 w 14"/>
                <a:gd name="T17" fmla="*/ 10 h 20"/>
                <a:gd name="T18" fmla="*/ 7 w 14"/>
                <a:gd name="T19" fmla="*/ 19 h 20"/>
                <a:gd name="T20" fmla="*/ 11 w 14"/>
                <a:gd name="T21" fmla="*/ 15 h 20"/>
                <a:gd name="T22" fmla="*/ 7 w 14"/>
                <a:gd name="T23" fmla="*/ 12 h 20"/>
                <a:gd name="T24" fmla="*/ 3 w 14"/>
                <a:gd name="T25" fmla="*/ 11 h 20"/>
                <a:gd name="T26" fmla="*/ 2 w 14"/>
                <a:gd name="T27" fmla="*/ 15 h 20"/>
                <a:gd name="T28" fmla="*/ 7 w 14"/>
                <a:gd name="T29" fmla="*/ 19 h 20"/>
                <a:gd name="T30" fmla="*/ 6 w 14"/>
                <a:gd name="T31" fmla="*/ 1 h 20"/>
                <a:gd name="T32" fmla="*/ 3 w 14"/>
                <a:gd name="T33" fmla="*/ 4 h 20"/>
                <a:gd name="T34" fmla="*/ 10 w 14"/>
                <a:gd name="T35" fmla="*/ 8 h 20"/>
                <a:gd name="T36" fmla="*/ 11 w 14"/>
                <a:gd name="T37" fmla="*/ 5 h 20"/>
                <a:gd name="T38" fmla="*/ 6 w 14"/>
                <a:gd name="T39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20">
                  <a:moveTo>
                    <a:pt x="3" y="10"/>
                  </a:moveTo>
                  <a:cubicBezTo>
                    <a:pt x="1" y="9"/>
                    <a:pt x="0" y="8"/>
                    <a:pt x="0" y="6"/>
                  </a:cubicBezTo>
                  <a:cubicBezTo>
                    <a:pt x="0" y="3"/>
                    <a:pt x="2" y="1"/>
                    <a:pt x="6" y="0"/>
                  </a:cubicBezTo>
                  <a:cubicBezTo>
                    <a:pt x="9" y="0"/>
                    <a:pt x="12" y="2"/>
                    <a:pt x="12" y="4"/>
                  </a:cubicBezTo>
                  <a:cubicBezTo>
                    <a:pt x="12" y="6"/>
                    <a:pt x="12" y="7"/>
                    <a:pt x="10" y="8"/>
                  </a:cubicBezTo>
                  <a:cubicBezTo>
                    <a:pt x="13" y="9"/>
                    <a:pt x="14" y="11"/>
                    <a:pt x="14" y="13"/>
                  </a:cubicBezTo>
                  <a:cubicBezTo>
                    <a:pt x="14" y="17"/>
                    <a:pt x="11" y="19"/>
                    <a:pt x="7" y="20"/>
                  </a:cubicBezTo>
                  <a:cubicBezTo>
                    <a:pt x="3" y="20"/>
                    <a:pt x="0" y="18"/>
                    <a:pt x="0" y="15"/>
                  </a:cubicBezTo>
                  <a:cubicBezTo>
                    <a:pt x="0" y="14"/>
                    <a:pt x="1" y="12"/>
                    <a:pt x="3" y="10"/>
                  </a:cubicBezTo>
                  <a:close/>
                  <a:moveTo>
                    <a:pt x="7" y="19"/>
                  </a:moveTo>
                  <a:cubicBezTo>
                    <a:pt x="10" y="19"/>
                    <a:pt x="11" y="17"/>
                    <a:pt x="11" y="15"/>
                  </a:cubicBezTo>
                  <a:cubicBezTo>
                    <a:pt x="11" y="14"/>
                    <a:pt x="10" y="12"/>
                    <a:pt x="7" y="12"/>
                  </a:cubicBezTo>
                  <a:cubicBezTo>
                    <a:pt x="4" y="11"/>
                    <a:pt x="4" y="10"/>
                    <a:pt x="3" y="11"/>
                  </a:cubicBezTo>
                  <a:cubicBezTo>
                    <a:pt x="3" y="11"/>
                    <a:pt x="1" y="12"/>
                    <a:pt x="2" y="15"/>
                  </a:cubicBezTo>
                  <a:cubicBezTo>
                    <a:pt x="2" y="18"/>
                    <a:pt x="4" y="20"/>
                    <a:pt x="7" y="19"/>
                  </a:cubicBezTo>
                  <a:close/>
                  <a:moveTo>
                    <a:pt x="6" y="1"/>
                  </a:moveTo>
                  <a:cubicBezTo>
                    <a:pt x="4" y="1"/>
                    <a:pt x="3" y="2"/>
                    <a:pt x="3" y="4"/>
                  </a:cubicBezTo>
                  <a:cubicBezTo>
                    <a:pt x="4" y="7"/>
                    <a:pt x="8" y="8"/>
                    <a:pt x="10" y="8"/>
                  </a:cubicBezTo>
                  <a:cubicBezTo>
                    <a:pt x="11" y="8"/>
                    <a:pt x="11" y="7"/>
                    <a:pt x="11" y="5"/>
                  </a:cubicBezTo>
                  <a:cubicBezTo>
                    <a:pt x="11" y="2"/>
                    <a:pt x="9" y="1"/>
                    <a:pt x="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7" name="Freeform 65">
              <a:extLst>
                <a:ext uri="{FF2B5EF4-FFF2-40B4-BE49-F238E27FC236}">
                  <a16:creationId xmlns:a16="http://schemas.microsoft.com/office/drawing/2014/main" id="{69336EAA-CCA4-477F-A1D5-54B5812DDBA1}"/>
                </a:ext>
              </a:extLst>
            </p:cNvPr>
            <p:cNvSpPr/>
            <p:nvPr/>
          </p:nvSpPr>
          <p:spPr bwMode="auto">
            <a:xfrm>
              <a:off x="4605338" y="5867400"/>
              <a:ext cx="88900" cy="119063"/>
            </a:xfrm>
            <a:custGeom>
              <a:avLst/>
              <a:gdLst>
                <a:gd name="T0" fmla="*/ 11 w 16"/>
                <a:gd name="T1" fmla="*/ 7 h 21"/>
                <a:gd name="T2" fmla="*/ 15 w 16"/>
                <a:gd name="T3" fmla="*/ 11 h 21"/>
                <a:gd name="T4" fmla="*/ 10 w 16"/>
                <a:gd name="T5" fmla="*/ 20 h 21"/>
                <a:gd name="T6" fmla="*/ 2 w 16"/>
                <a:gd name="T7" fmla="*/ 18 h 21"/>
                <a:gd name="T8" fmla="*/ 4 w 16"/>
                <a:gd name="T9" fmla="*/ 16 h 21"/>
                <a:gd name="T10" fmla="*/ 6 w 16"/>
                <a:gd name="T11" fmla="*/ 18 h 21"/>
                <a:gd name="T12" fmla="*/ 10 w 16"/>
                <a:gd name="T13" fmla="*/ 19 h 21"/>
                <a:gd name="T14" fmla="*/ 12 w 16"/>
                <a:gd name="T15" fmla="*/ 14 h 21"/>
                <a:gd name="T16" fmla="*/ 8 w 16"/>
                <a:gd name="T17" fmla="*/ 10 h 21"/>
                <a:gd name="T18" fmla="*/ 5 w 16"/>
                <a:gd name="T19" fmla="*/ 11 h 21"/>
                <a:gd name="T20" fmla="*/ 8 w 16"/>
                <a:gd name="T21" fmla="*/ 9 h 21"/>
                <a:gd name="T22" fmla="*/ 8 w 16"/>
                <a:gd name="T23" fmla="*/ 6 h 21"/>
                <a:gd name="T24" fmla="*/ 3 w 16"/>
                <a:gd name="T25" fmla="*/ 4 h 21"/>
                <a:gd name="T26" fmla="*/ 0 w 16"/>
                <a:gd name="T27" fmla="*/ 7 h 21"/>
                <a:gd name="T28" fmla="*/ 0 w 16"/>
                <a:gd name="T29" fmla="*/ 7 h 21"/>
                <a:gd name="T30" fmla="*/ 5 w 16"/>
                <a:gd name="T31" fmla="*/ 1 h 21"/>
                <a:gd name="T32" fmla="*/ 11 w 16"/>
                <a:gd name="T33" fmla="*/ 4 h 21"/>
                <a:gd name="T34" fmla="*/ 11 w 16"/>
                <a:gd name="T35" fmla="*/ 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" h="21">
                  <a:moveTo>
                    <a:pt x="11" y="7"/>
                  </a:moveTo>
                  <a:cubicBezTo>
                    <a:pt x="13" y="8"/>
                    <a:pt x="14" y="9"/>
                    <a:pt x="15" y="11"/>
                  </a:cubicBezTo>
                  <a:cubicBezTo>
                    <a:pt x="16" y="15"/>
                    <a:pt x="14" y="19"/>
                    <a:pt x="10" y="20"/>
                  </a:cubicBezTo>
                  <a:cubicBezTo>
                    <a:pt x="6" y="21"/>
                    <a:pt x="3" y="20"/>
                    <a:pt x="2" y="18"/>
                  </a:cubicBezTo>
                  <a:cubicBezTo>
                    <a:pt x="2" y="17"/>
                    <a:pt x="2" y="16"/>
                    <a:pt x="4" y="16"/>
                  </a:cubicBezTo>
                  <a:cubicBezTo>
                    <a:pt x="5" y="15"/>
                    <a:pt x="6" y="16"/>
                    <a:pt x="6" y="18"/>
                  </a:cubicBezTo>
                  <a:cubicBezTo>
                    <a:pt x="7" y="19"/>
                    <a:pt x="8" y="20"/>
                    <a:pt x="10" y="19"/>
                  </a:cubicBezTo>
                  <a:cubicBezTo>
                    <a:pt x="12" y="19"/>
                    <a:pt x="13" y="17"/>
                    <a:pt x="12" y="14"/>
                  </a:cubicBezTo>
                  <a:cubicBezTo>
                    <a:pt x="11" y="12"/>
                    <a:pt x="9" y="10"/>
                    <a:pt x="8" y="10"/>
                  </a:cubicBezTo>
                  <a:cubicBezTo>
                    <a:pt x="7" y="10"/>
                    <a:pt x="5" y="11"/>
                    <a:pt x="5" y="11"/>
                  </a:cubicBezTo>
                  <a:cubicBezTo>
                    <a:pt x="5" y="10"/>
                    <a:pt x="6" y="10"/>
                    <a:pt x="8" y="9"/>
                  </a:cubicBezTo>
                  <a:cubicBezTo>
                    <a:pt x="8" y="8"/>
                    <a:pt x="8" y="7"/>
                    <a:pt x="8" y="6"/>
                  </a:cubicBezTo>
                  <a:cubicBezTo>
                    <a:pt x="7" y="4"/>
                    <a:pt x="6" y="3"/>
                    <a:pt x="3" y="4"/>
                  </a:cubicBezTo>
                  <a:cubicBezTo>
                    <a:pt x="1" y="4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6"/>
                    <a:pt x="1" y="2"/>
                    <a:pt x="5" y="1"/>
                  </a:cubicBezTo>
                  <a:cubicBezTo>
                    <a:pt x="7" y="0"/>
                    <a:pt x="10" y="1"/>
                    <a:pt x="11" y="4"/>
                  </a:cubicBezTo>
                  <a:cubicBezTo>
                    <a:pt x="12" y="5"/>
                    <a:pt x="11" y="6"/>
                    <a:pt x="11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8" name="Freeform 66">
              <a:extLst>
                <a:ext uri="{FF2B5EF4-FFF2-40B4-BE49-F238E27FC236}">
                  <a16:creationId xmlns:a16="http://schemas.microsoft.com/office/drawing/2014/main" id="{C542C7AB-74CF-46CC-B46B-3872AB238351}"/>
                </a:ext>
              </a:extLst>
            </p:cNvPr>
            <p:cNvSpPr/>
            <p:nvPr/>
          </p:nvSpPr>
          <p:spPr bwMode="auto">
            <a:xfrm>
              <a:off x="4375150" y="5480050"/>
              <a:ext cx="22225" cy="6350"/>
            </a:xfrm>
            <a:custGeom>
              <a:avLst/>
              <a:gdLst>
                <a:gd name="T0" fmla="*/ 1 w 4"/>
                <a:gd name="T1" fmla="*/ 1 h 1"/>
                <a:gd name="T2" fmla="*/ 2 w 4"/>
                <a:gd name="T3" fmla="*/ 1 h 1"/>
                <a:gd name="T4" fmla="*/ 4 w 4"/>
                <a:gd name="T5" fmla="*/ 1 h 1"/>
                <a:gd name="T6" fmla="*/ 4 w 4"/>
                <a:gd name="T7" fmla="*/ 1 h 1"/>
                <a:gd name="T8" fmla="*/ 2 w 4"/>
                <a:gd name="T9" fmla="*/ 0 h 1"/>
                <a:gd name="T10" fmla="*/ 0 w 4"/>
                <a:gd name="T11" fmla="*/ 1 h 1"/>
                <a:gd name="T12" fmla="*/ 1 w 4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">
                  <a:moveTo>
                    <a:pt x="1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2" y="0"/>
                    <a:pt x="0" y="0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9" name="Freeform 67">
              <a:extLst>
                <a:ext uri="{FF2B5EF4-FFF2-40B4-BE49-F238E27FC236}">
                  <a16:creationId xmlns:a16="http://schemas.microsoft.com/office/drawing/2014/main" id="{96A2554C-06A0-4D17-8318-1247A4A1D4D2}"/>
                </a:ext>
              </a:extLst>
            </p:cNvPr>
            <p:cNvSpPr/>
            <p:nvPr/>
          </p:nvSpPr>
          <p:spPr bwMode="auto">
            <a:xfrm>
              <a:off x="4346575" y="5554663"/>
              <a:ext cx="73025" cy="17463"/>
            </a:xfrm>
            <a:custGeom>
              <a:avLst/>
              <a:gdLst>
                <a:gd name="T0" fmla="*/ 13 w 13"/>
                <a:gd name="T1" fmla="*/ 2 h 3"/>
                <a:gd name="T2" fmla="*/ 9 w 13"/>
                <a:gd name="T3" fmla="*/ 1 h 3"/>
                <a:gd name="T4" fmla="*/ 1 w 13"/>
                <a:gd name="T5" fmla="*/ 1 h 3"/>
                <a:gd name="T6" fmla="*/ 0 w 13"/>
                <a:gd name="T7" fmla="*/ 2 h 3"/>
                <a:gd name="T8" fmla="*/ 6 w 13"/>
                <a:gd name="T9" fmla="*/ 3 h 3"/>
                <a:gd name="T10" fmla="*/ 8 w 13"/>
                <a:gd name="T11" fmla="*/ 3 h 3"/>
                <a:gd name="T12" fmla="*/ 13 w 13"/>
                <a:gd name="T1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13" y="2"/>
                  </a:moveTo>
                  <a:cubicBezTo>
                    <a:pt x="13" y="0"/>
                    <a:pt x="13" y="1"/>
                    <a:pt x="9" y="1"/>
                  </a:cubicBezTo>
                  <a:cubicBezTo>
                    <a:pt x="8" y="1"/>
                    <a:pt x="2" y="1"/>
                    <a:pt x="1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3"/>
                    <a:pt x="6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12" y="3"/>
                    <a:pt x="12" y="3"/>
                    <a:pt x="13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0" name="Freeform 68">
              <a:extLst>
                <a:ext uri="{FF2B5EF4-FFF2-40B4-BE49-F238E27FC236}">
                  <a16:creationId xmlns:a16="http://schemas.microsoft.com/office/drawing/2014/main" id="{F51A39B5-E0DA-4536-9B12-E3CA2301351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06863" y="5043488"/>
              <a:ext cx="766763" cy="777875"/>
            </a:xfrm>
            <a:custGeom>
              <a:avLst/>
              <a:gdLst>
                <a:gd name="T0" fmla="*/ 137 w 137"/>
                <a:gd name="T1" fmla="*/ 42 h 137"/>
                <a:gd name="T2" fmla="*/ 91 w 137"/>
                <a:gd name="T3" fmla="*/ 1 h 137"/>
                <a:gd name="T4" fmla="*/ 50 w 137"/>
                <a:gd name="T5" fmla="*/ 4 h 137"/>
                <a:gd name="T6" fmla="*/ 42 w 137"/>
                <a:gd name="T7" fmla="*/ 0 h 137"/>
                <a:gd name="T8" fmla="*/ 20 w 137"/>
                <a:gd name="T9" fmla="*/ 43 h 137"/>
                <a:gd name="T10" fmla="*/ 2 w 137"/>
                <a:gd name="T11" fmla="*/ 64 h 137"/>
                <a:gd name="T12" fmla="*/ 20 w 137"/>
                <a:gd name="T13" fmla="*/ 67 h 137"/>
                <a:gd name="T14" fmla="*/ 2 w 137"/>
                <a:gd name="T15" fmla="*/ 88 h 137"/>
                <a:gd name="T16" fmla="*/ 21 w 137"/>
                <a:gd name="T17" fmla="*/ 87 h 137"/>
                <a:gd name="T18" fmla="*/ 47 w 137"/>
                <a:gd name="T19" fmla="*/ 121 h 137"/>
                <a:gd name="T20" fmla="*/ 42 w 137"/>
                <a:gd name="T21" fmla="*/ 137 h 137"/>
                <a:gd name="T22" fmla="*/ 63 w 137"/>
                <a:gd name="T23" fmla="*/ 121 h 137"/>
                <a:gd name="T24" fmla="*/ 74 w 137"/>
                <a:gd name="T25" fmla="*/ 119 h 137"/>
                <a:gd name="T26" fmla="*/ 84 w 137"/>
                <a:gd name="T27" fmla="*/ 119 h 137"/>
                <a:gd name="T28" fmla="*/ 118 w 137"/>
                <a:gd name="T29" fmla="*/ 94 h 137"/>
                <a:gd name="T30" fmla="*/ 136 w 137"/>
                <a:gd name="T31" fmla="*/ 98 h 137"/>
                <a:gd name="T32" fmla="*/ 116 w 137"/>
                <a:gd name="T33" fmla="*/ 66 h 137"/>
                <a:gd name="T34" fmla="*/ 137 w 137"/>
                <a:gd name="T35" fmla="*/ 88 h 137"/>
                <a:gd name="T36" fmla="*/ 116 w 137"/>
                <a:gd name="T37" fmla="*/ 41 h 137"/>
                <a:gd name="T38" fmla="*/ 103 w 137"/>
                <a:gd name="T39" fmla="*/ 44 h 137"/>
                <a:gd name="T40" fmla="*/ 80 w 137"/>
                <a:gd name="T41" fmla="*/ 35 h 137"/>
                <a:gd name="T42" fmla="*/ 80 w 137"/>
                <a:gd name="T43" fmla="*/ 35 h 137"/>
                <a:gd name="T44" fmla="*/ 79 w 137"/>
                <a:gd name="T45" fmla="*/ 52 h 137"/>
                <a:gd name="T46" fmla="*/ 77 w 137"/>
                <a:gd name="T47" fmla="*/ 53 h 137"/>
                <a:gd name="T48" fmla="*/ 73 w 137"/>
                <a:gd name="T49" fmla="*/ 34 h 137"/>
                <a:gd name="T50" fmla="*/ 73 w 137"/>
                <a:gd name="T51" fmla="*/ 59 h 137"/>
                <a:gd name="T52" fmla="*/ 53 w 137"/>
                <a:gd name="T53" fmla="*/ 104 h 137"/>
                <a:gd name="T54" fmla="*/ 39 w 137"/>
                <a:gd name="T55" fmla="*/ 100 h 137"/>
                <a:gd name="T56" fmla="*/ 39 w 137"/>
                <a:gd name="T57" fmla="*/ 92 h 137"/>
                <a:gd name="T58" fmla="*/ 61 w 137"/>
                <a:gd name="T59" fmla="*/ 98 h 137"/>
                <a:gd name="T60" fmla="*/ 32 w 137"/>
                <a:gd name="T61" fmla="*/ 94 h 137"/>
                <a:gd name="T62" fmla="*/ 40 w 137"/>
                <a:gd name="T63" fmla="*/ 77 h 137"/>
                <a:gd name="T64" fmla="*/ 34 w 137"/>
                <a:gd name="T65" fmla="*/ 83 h 137"/>
                <a:gd name="T66" fmla="*/ 45 w 137"/>
                <a:gd name="T67" fmla="*/ 73 h 137"/>
                <a:gd name="T68" fmla="*/ 53 w 137"/>
                <a:gd name="T69" fmla="*/ 75 h 137"/>
                <a:gd name="T70" fmla="*/ 54 w 137"/>
                <a:gd name="T71" fmla="*/ 83 h 137"/>
                <a:gd name="T72" fmla="*/ 44 w 137"/>
                <a:gd name="T73" fmla="*/ 78 h 137"/>
                <a:gd name="T74" fmla="*/ 60 w 137"/>
                <a:gd name="T75" fmla="*/ 81 h 137"/>
                <a:gd name="T76" fmla="*/ 58 w 137"/>
                <a:gd name="T77" fmla="*/ 74 h 137"/>
                <a:gd name="T78" fmla="*/ 50 w 137"/>
                <a:gd name="T79" fmla="*/ 56 h 137"/>
                <a:gd name="T80" fmla="*/ 37 w 137"/>
                <a:gd name="T81" fmla="*/ 45 h 137"/>
                <a:gd name="T82" fmla="*/ 49 w 137"/>
                <a:gd name="T83" fmla="*/ 32 h 137"/>
                <a:gd name="T84" fmla="*/ 61 w 137"/>
                <a:gd name="T85" fmla="*/ 42 h 137"/>
                <a:gd name="T86" fmla="*/ 52 w 137"/>
                <a:gd name="T87" fmla="*/ 21 h 137"/>
                <a:gd name="T88" fmla="*/ 79 w 137"/>
                <a:gd name="T89" fmla="*/ 97 h 137"/>
                <a:gd name="T90" fmla="*/ 75 w 137"/>
                <a:gd name="T91" fmla="*/ 97 h 137"/>
                <a:gd name="T92" fmla="*/ 75 w 137"/>
                <a:gd name="T93" fmla="*/ 88 h 137"/>
                <a:gd name="T94" fmla="*/ 84 w 137"/>
                <a:gd name="T95" fmla="*/ 78 h 137"/>
                <a:gd name="T96" fmla="*/ 85 w 137"/>
                <a:gd name="T97" fmla="*/ 98 h 137"/>
                <a:gd name="T98" fmla="*/ 91 w 137"/>
                <a:gd name="T99" fmla="*/ 73 h 137"/>
                <a:gd name="T100" fmla="*/ 98 w 137"/>
                <a:gd name="T101" fmla="*/ 107 h 137"/>
                <a:gd name="T102" fmla="*/ 97 w 137"/>
                <a:gd name="T103" fmla="*/ 72 h 137"/>
                <a:gd name="T104" fmla="*/ 104 w 137"/>
                <a:gd name="T105" fmla="*/ 102 h 137"/>
                <a:gd name="T106" fmla="*/ 102 w 137"/>
                <a:gd name="T107" fmla="*/ 72 h 137"/>
                <a:gd name="T108" fmla="*/ 96 w 137"/>
                <a:gd name="T109" fmla="*/ 66 h 137"/>
                <a:gd name="T110" fmla="*/ 83 w 137"/>
                <a:gd name="T111" fmla="*/ 68 h 137"/>
                <a:gd name="T112" fmla="*/ 86 w 137"/>
                <a:gd name="T113" fmla="*/ 47 h 137"/>
                <a:gd name="T114" fmla="*/ 105 w 137"/>
                <a:gd name="T115" fmla="*/ 47 h 137"/>
                <a:gd name="T116" fmla="*/ 106 w 137"/>
                <a:gd name="T117" fmla="*/ 6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7" h="137">
                  <a:moveTo>
                    <a:pt x="116" y="39"/>
                  </a:moveTo>
                  <a:cubicBezTo>
                    <a:pt x="116" y="40"/>
                    <a:pt x="117" y="42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7" y="61"/>
                    <a:pt x="137" y="63"/>
                    <a:pt x="137" y="64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7" y="41"/>
                    <a:pt x="137" y="39"/>
                    <a:pt x="136" y="39"/>
                  </a:cubicBezTo>
                  <a:cubicBezTo>
                    <a:pt x="99" y="1"/>
                    <a:pt x="99" y="1"/>
                    <a:pt x="99" y="1"/>
                  </a:cubicBezTo>
                  <a:cubicBezTo>
                    <a:pt x="98" y="0"/>
                    <a:pt x="96" y="0"/>
                    <a:pt x="95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2" y="0"/>
                    <a:pt x="91" y="0"/>
                    <a:pt x="91" y="1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91" y="20"/>
                    <a:pt x="90" y="21"/>
                    <a:pt x="89" y="21"/>
                  </a:cubicBezTo>
                  <a:cubicBezTo>
                    <a:pt x="87" y="21"/>
                    <a:pt x="87" y="21"/>
                    <a:pt x="87" y="21"/>
                  </a:cubicBezTo>
                  <a:cubicBezTo>
                    <a:pt x="87" y="4"/>
                    <a:pt x="87" y="4"/>
                    <a:pt x="87" y="4"/>
                  </a:cubicBezTo>
                  <a:cubicBezTo>
                    <a:pt x="87" y="2"/>
                    <a:pt x="85" y="0"/>
                    <a:pt x="83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2" y="0"/>
                    <a:pt x="50" y="2"/>
                    <a:pt x="50" y="4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8" y="21"/>
                    <a:pt x="48" y="21"/>
                    <a:pt x="48" y="21"/>
                  </a:cubicBezTo>
                  <a:cubicBezTo>
                    <a:pt x="47" y="21"/>
                    <a:pt x="46" y="20"/>
                    <a:pt x="46" y="19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1" y="0"/>
                    <a:pt x="40" y="0"/>
                    <a:pt x="39" y="1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1" y="39"/>
                    <a:pt x="0" y="41"/>
                    <a:pt x="0" y="42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3"/>
                    <a:pt x="1" y="61"/>
                    <a:pt x="2" y="61"/>
                  </a:cubicBezTo>
                  <a:cubicBezTo>
                    <a:pt x="2" y="61"/>
                    <a:pt x="2" y="61"/>
                    <a:pt x="2" y="61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1" y="42"/>
                    <a:pt x="21" y="40"/>
                    <a:pt x="21" y="39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4"/>
                    <a:pt x="21" y="45"/>
                    <a:pt x="20" y="46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1" y="65"/>
                    <a:pt x="0" y="66"/>
                    <a:pt x="0" y="6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7"/>
                    <a:pt x="1" y="85"/>
                    <a:pt x="2" y="84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1" y="66"/>
                    <a:pt x="21" y="64"/>
                    <a:pt x="21" y="63"/>
                  </a:cubicBezTo>
                  <a:cubicBezTo>
                    <a:pt x="21" y="65"/>
                    <a:pt x="21" y="65"/>
                    <a:pt x="21" y="65"/>
                  </a:cubicBezTo>
                  <a:cubicBezTo>
                    <a:pt x="21" y="66"/>
                    <a:pt x="21" y="66"/>
                    <a:pt x="21" y="66"/>
                  </a:cubicBezTo>
                  <a:cubicBezTo>
                    <a:pt x="21" y="68"/>
                    <a:pt x="21" y="69"/>
                    <a:pt x="20" y="70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1" y="89"/>
                    <a:pt x="0" y="90"/>
                    <a:pt x="0" y="92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6"/>
                    <a:pt x="1" y="97"/>
                    <a:pt x="2" y="98"/>
                  </a:cubicBezTo>
                  <a:cubicBezTo>
                    <a:pt x="7" y="103"/>
                    <a:pt x="7" y="103"/>
                    <a:pt x="7" y="103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1" y="90"/>
                    <a:pt x="21" y="88"/>
                    <a:pt x="21" y="87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1" y="92"/>
                    <a:pt x="21" y="93"/>
                    <a:pt x="20" y="94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9" y="105"/>
                    <a:pt x="9" y="105"/>
                    <a:pt x="9" y="105"/>
                  </a:cubicBezTo>
                  <a:cubicBezTo>
                    <a:pt x="39" y="135"/>
                    <a:pt x="39" y="135"/>
                    <a:pt x="39" y="135"/>
                  </a:cubicBezTo>
                  <a:cubicBezTo>
                    <a:pt x="47" y="121"/>
                    <a:pt x="47" y="121"/>
                    <a:pt x="47" y="121"/>
                  </a:cubicBezTo>
                  <a:cubicBezTo>
                    <a:pt x="48" y="119"/>
                    <a:pt x="49" y="119"/>
                    <a:pt x="51" y="119"/>
                  </a:cubicBezTo>
                  <a:cubicBezTo>
                    <a:pt x="52" y="119"/>
                    <a:pt x="52" y="119"/>
                    <a:pt x="52" y="119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2" y="119"/>
                    <a:pt x="51" y="119"/>
                    <a:pt x="50" y="121"/>
                  </a:cubicBezTo>
                  <a:cubicBezTo>
                    <a:pt x="50" y="121"/>
                    <a:pt x="50" y="121"/>
                    <a:pt x="50" y="121"/>
                  </a:cubicBezTo>
                  <a:cubicBezTo>
                    <a:pt x="41" y="137"/>
                    <a:pt x="41" y="137"/>
                    <a:pt x="41" y="137"/>
                  </a:cubicBezTo>
                  <a:cubicBezTo>
                    <a:pt x="42" y="137"/>
                    <a:pt x="42" y="137"/>
                    <a:pt x="42" y="137"/>
                  </a:cubicBezTo>
                  <a:cubicBezTo>
                    <a:pt x="58" y="137"/>
                    <a:pt x="58" y="137"/>
                    <a:pt x="58" y="137"/>
                  </a:cubicBezTo>
                  <a:cubicBezTo>
                    <a:pt x="61" y="121"/>
                    <a:pt x="61" y="121"/>
                    <a:pt x="61" y="121"/>
                  </a:cubicBezTo>
                  <a:cubicBezTo>
                    <a:pt x="61" y="119"/>
                    <a:pt x="62" y="119"/>
                    <a:pt x="63" y="119"/>
                  </a:cubicBezTo>
                  <a:cubicBezTo>
                    <a:pt x="63" y="119"/>
                    <a:pt x="63" y="119"/>
                    <a:pt x="63" y="119"/>
                  </a:cubicBezTo>
                  <a:cubicBezTo>
                    <a:pt x="64" y="119"/>
                    <a:pt x="64" y="119"/>
                    <a:pt x="64" y="119"/>
                  </a:cubicBezTo>
                  <a:cubicBezTo>
                    <a:pt x="66" y="119"/>
                    <a:pt x="66" y="119"/>
                    <a:pt x="66" y="119"/>
                  </a:cubicBezTo>
                  <a:cubicBezTo>
                    <a:pt x="65" y="119"/>
                    <a:pt x="64" y="119"/>
                    <a:pt x="63" y="121"/>
                  </a:cubicBezTo>
                  <a:cubicBezTo>
                    <a:pt x="60" y="137"/>
                    <a:pt x="60" y="137"/>
                    <a:pt x="60" y="137"/>
                  </a:cubicBezTo>
                  <a:cubicBezTo>
                    <a:pt x="77" y="137"/>
                    <a:pt x="77" y="137"/>
                    <a:pt x="77" y="137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4" y="119"/>
                    <a:pt x="73" y="119"/>
                    <a:pt x="72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6" y="119"/>
                    <a:pt x="77" y="119"/>
                    <a:pt x="77" y="121"/>
                  </a:cubicBezTo>
                  <a:cubicBezTo>
                    <a:pt x="80" y="137"/>
                    <a:pt x="80" y="137"/>
                    <a:pt x="80" y="137"/>
                  </a:cubicBezTo>
                  <a:cubicBezTo>
                    <a:pt x="95" y="137"/>
                    <a:pt x="95" y="137"/>
                    <a:pt x="95" y="137"/>
                  </a:cubicBezTo>
                  <a:cubicBezTo>
                    <a:pt x="96" y="137"/>
                    <a:pt x="96" y="137"/>
                    <a:pt x="97" y="137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7" y="119"/>
                    <a:pt x="86" y="119"/>
                    <a:pt x="84" y="119"/>
                  </a:cubicBezTo>
                  <a:cubicBezTo>
                    <a:pt x="86" y="119"/>
                    <a:pt x="86" y="119"/>
                    <a:pt x="86" y="119"/>
                  </a:cubicBezTo>
                  <a:cubicBezTo>
                    <a:pt x="87" y="119"/>
                    <a:pt x="87" y="119"/>
                    <a:pt x="87" y="119"/>
                  </a:cubicBezTo>
                  <a:cubicBezTo>
                    <a:pt x="89" y="119"/>
                    <a:pt x="90" y="119"/>
                    <a:pt x="91" y="121"/>
                  </a:cubicBezTo>
                  <a:cubicBezTo>
                    <a:pt x="99" y="135"/>
                    <a:pt x="99" y="135"/>
                    <a:pt x="99" y="135"/>
                  </a:cubicBezTo>
                  <a:cubicBezTo>
                    <a:pt x="129" y="105"/>
                    <a:pt x="129" y="105"/>
                    <a:pt x="129" y="105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7" y="93"/>
                    <a:pt x="116" y="92"/>
                    <a:pt x="116" y="90"/>
                  </a:cubicBezTo>
                  <a:cubicBezTo>
                    <a:pt x="116" y="89"/>
                    <a:pt x="116" y="89"/>
                    <a:pt x="116" y="89"/>
                  </a:cubicBezTo>
                  <a:cubicBezTo>
                    <a:pt x="116" y="87"/>
                    <a:pt x="116" y="87"/>
                    <a:pt x="116" y="87"/>
                  </a:cubicBezTo>
                  <a:cubicBezTo>
                    <a:pt x="116" y="88"/>
                    <a:pt x="117" y="90"/>
                    <a:pt x="118" y="91"/>
                  </a:cubicBezTo>
                  <a:cubicBezTo>
                    <a:pt x="118" y="91"/>
                    <a:pt x="118" y="91"/>
                    <a:pt x="118" y="91"/>
                  </a:cubicBezTo>
                  <a:cubicBezTo>
                    <a:pt x="131" y="103"/>
                    <a:pt x="131" y="103"/>
                    <a:pt x="131" y="103"/>
                  </a:cubicBezTo>
                  <a:cubicBezTo>
                    <a:pt x="136" y="98"/>
                    <a:pt x="136" y="98"/>
                    <a:pt x="136" y="98"/>
                  </a:cubicBezTo>
                  <a:cubicBezTo>
                    <a:pt x="137" y="97"/>
                    <a:pt x="137" y="96"/>
                    <a:pt x="137" y="95"/>
                  </a:cubicBezTo>
                  <a:cubicBezTo>
                    <a:pt x="137" y="92"/>
                    <a:pt x="137" y="92"/>
                    <a:pt x="137" y="92"/>
                  </a:cubicBezTo>
                  <a:cubicBezTo>
                    <a:pt x="137" y="90"/>
                    <a:pt x="137" y="89"/>
                    <a:pt x="136" y="88"/>
                  </a:cubicBezTo>
                  <a:cubicBezTo>
                    <a:pt x="136" y="88"/>
                    <a:pt x="136" y="88"/>
                    <a:pt x="136" y="88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7" y="69"/>
                    <a:pt x="116" y="68"/>
                    <a:pt x="116" y="66"/>
                  </a:cubicBezTo>
                  <a:cubicBezTo>
                    <a:pt x="116" y="65"/>
                    <a:pt x="116" y="65"/>
                    <a:pt x="116" y="65"/>
                  </a:cubicBezTo>
                  <a:cubicBezTo>
                    <a:pt x="116" y="63"/>
                    <a:pt x="116" y="63"/>
                    <a:pt x="116" y="63"/>
                  </a:cubicBezTo>
                  <a:cubicBezTo>
                    <a:pt x="116" y="64"/>
                    <a:pt x="117" y="66"/>
                    <a:pt x="118" y="67"/>
                  </a:cubicBezTo>
                  <a:cubicBezTo>
                    <a:pt x="118" y="67"/>
                    <a:pt x="118" y="67"/>
                    <a:pt x="118" y="67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7" y="85"/>
                    <a:pt x="137" y="87"/>
                    <a:pt x="137" y="88"/>
                  </a:cubicBezTo>
                  <a:cubicBezTo>
                    <a:pt x="137" y="68"/>
                    <a:pt x="137" y="68"/>
                    <a:pt x="137" y="68"/>
                  </a:cubicBezTo>
                  <a:cubicBezTo>
                    <a:pt x="137" y="66"/>
                    <a:pt x="137" y="65"/>
                    <a:pt x="136" y="64"/>
                  </a:cubicBezTo>
                  <a:cubicBezTo>
                    <a:pt x="136" y="64"/>
                    <a:pt x="136" y="64"/>
                    <a:pt x="136" y="64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7" y="45"/>
                    <a:pt x="116" y="44"/>
                    <a:pt x="116" y="43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39"/>
                  </a:lnTo>
                  <a:close/>
                  <a:moveTo>
                    <a:pt x="83" y="40"/>
                  </a:moveTo>
                  <a:cubicBezTo>
                    <a:pt x="84" y="35"/>
                    <a:pt x="84" y="35"/>
                    <a:pt x="87" y="34"/>
                  </a:cubicBezTo>
                  <a:cubicBezTo>
                    <a:pt x="91" y="33"/>
                    <a:pt x="93" y="33"/>
                    <a:pt x="95" y="33"/>
                  </a:cubicBezTo>
                  <a:cubicBezTo>
                    <a:pt x="97" y="33"/>
                    <a:pt x="101" y="33"/>
                    <a:pt x="105" y="34"/>
                  </a:cubicBezTo>
                  <a:cubicBezTo>
                    <a:pt x="106" y="35"/>
                    <a:pt x="106" y="36"/>
                    <a:pt x="106" y="42"/>
                  </a:cubicBezTo>
                  <a:cubicBezTo>
                    <a:pt x="106" y="44"/>
                    <a:pt x="105" y="44"/>
                    <a:pt x="103" y="44"/>
                  </a:cubicBezTo>
                  <a:cubicBezTo>
                    <a:pt x="101" y="44"/>
                    <a:pt x="100" y="44"/>
                    <a:pt x="97" y="44"/>
                  </a:cubicBezTo>
                  <a:cubicBezTo>
                    <a:pt x="96" y="42"/>
                    <a:pt x="95" y="37"/>
                    <a:pt x="94" y="38"/>
                  </a:cubicBezTo>
                  <a:cubicBezTo>
                    <a:pt x="93" y="38"/>
                    <a:pt x="94" y="38"/>
                    <a:pt x="92" y="41"/>
                  </a:cubicBezTo>
                  <a:cubicBezTo>
                    <a:pt x="92" y="41"/>
                    <a:pt x="91" y="43"/>
                    <a:pt x="91" y="43"/>
                  </a:cubicBezTo>
                  <a:cubicBezTo>
                    <a:pt x="89" y="44"/>
                    <a:pt x="87" y="44"/>
                    <a:pt x="85" y="44"/>
                  </a:cubicBezTo>
                  <a:cubicBezTo>
                    <a:pt x="83" y="44"/>
                    <a:pt x="83" y="43"/>
                    <a:pt x="83" y="40"/>
                  </a:cubicBezTo>
                  <a:close/>
                  <a:moveTo>
                    <a:pt x="80" y="35"/>
                  </a:moveTo>
                  <a:cubicBezTo>
                    <a:pt x="80" y="34"/>
                    <a:pt x="80" y="34"/>
                    <a:pt x="80" y="34"/>
                  </a:cubicBezTo>
                  <a:cubicBezTo>
                    <a:pt x="82" y="34"/>
                    <a:pt x="82" y="34"/>
                    <a:pt x="82" y="35"/>
                  </a:cubicBezTo>
                  <a:cubicBezTo>
                    <a:pt x="82" y="36"/>
                    <a:pt x="82" y="39"/>
                    <a:pt x="82" y="41"/>
                  </a:cubicBezTo>
                  <a:cubicBezTo>
                    <a:pt x="82" y="43"/>
                    <a:pt x="82" y="45"/>
                    <a:pt x="81" y="46"/>
                  </a:cubicBezTo>
                  <a:cubicBezTo>
                    <a:pt x="80" y="46"/>
                    <a:pt x="79" y="46"/>
                    <a:pt x="79" y="45"/>
                  </a:cubicBezTo>
                  <a:cubicBezTo>
                    <a:pt x="79" y="44"/>
                    <a:pt x="79" y="43"/>
                    <a:pt x="80" y="42"/>
                  </a:cubicBezTo>
                  <a:cubicBezTo>
                    <a:pt x="80" y="40"/>
                    <a:pt x="80" y="37"/>
                    <a:pt x="80" y="35"/>
                  </a:cubicBezTo>
                  <a:close/>
                  <a:moveTo>
                    <a:pt x="80" y="49"/>
                  </a:moveTo>
                  <a:cubicBezTo>
                    <a:pt x="82" y="50"/>
                    <a:pt x="82" y="54"/>
                    <a:pt x="82" y="54"/>
                  </a:cubicBezTo>
                  <a:cubicBezTo>
                    <a:pt x="82" y="55"/>
                    <a:pt x="82" y="59"/>
                    <a:pt x="82" y="60"/>
                  </a:cubicBezTo>
                  <a:cubicBezTo>
                    <a:pt x="82" y="61"/>
                    <a:pt x="82" y="62"/>
                    <a:pt x="82" y="63"/>
                  </a:cubicBezTo>
                  <a:cubicBezTo>
                    <a:pt x="81" y="63"/>
                    <a:pt x="81" y="63"/>
                    <a:pt x="80" y="63"/>
                  </a:cubicBezTo>
                  <a:cubicBezTo>
                    <a:pt x="79" y="63"/>
                    <a:pt x="79" y="59"/>
                    <a:pt x="79" y="58"/>
                  </a:cubicBezTo>
                  <a:cubicBezTo>
                    <a:pt x="79" y="57"/>
                    <a:pt x="79" y="54"/>
                    <a:pt x="79" y="52"/>
                  </a:cubicBezTo>
                  <a:cubicBezTo>
                    <a:pt x="78" y="49"/>
                    <a:pt x="79" y="50"/>
                    <a:pt x="80" y="49"/>
                  </a:cubicBezTo>
                  <a:close/>
                  <a:moveTo>
                    <a:pt x="75" y="47"/>
                  </a:moveTo>
                  <a:cubicBezTo>
                    <a:pt x="75" y="45"/>
                    <a:pt x="76" y="39"/>
                    <a:pt x="75" y="37"/>
                  </a:cubicBezTo>
                  <a:cubicBezTo>
                    <a:pt x="76" y="36"/>
                    <a:pt x="75" y="35"/>
                    <a:pt x="76" y="34"/>
                  </a:cubicBezTo>
                  <a:cubicBezTo>
                    <a:pt x="76" y="33"/>
                    <a:pt x="76" y="33"/>
                    <a:pt x="77" y="33"/>
                  </a:cubicBezTo>
                  <a:cubicBezTo>
                    <a:pt x="79" y="33"/>
                    <a:pt x="78" y="38"/>
                    <a:pt x="78" y="38"/>
                  </a:cubicBezTo>
                  <a:cubicBezTo>
                    <a:pt x="78" y="42"/>
                    <a:pt x="77" y="51"/>
                    <a:pt x="77" y="53"/>
                  </a:cubicBezTo>
                  <a:cubicBezTo>
                    <a:pt x="77" y="57"/>
                    <a:pt x="78" y="67"/>
                    <a:pt x="77" y="68"/>
                  </a:cubicBezTo>
                  <a:cubicBezTo>
                    <a:pt x="77" y="68"/>
                    <a:pt x="76" y="69"/>
                    <a:pt x="76" y="68"/>
                  </a:cubicBezTo>
                  <a:cubicBezTo>
                    <a:pt x="75" y="65"/>
                    <a:pt x="75" y="61"/>
                    <a:pt x="74" y="57"/>
                  </a:cubicBezTo>
                  <a:cubicBezTo>
                    <a:pt x="74" y="53"/>
                    <a:pt x="75" y="49"/>
                    <a:pt x="75" y="47"/>
                  </a:cubicBezTo>
                  <a:close/>
                  <a:moveTo>
                    <a:pt x="71" y="41"/>
                  </a:moveTo>
                  <a:cubicBezTo>
                    <a:pt x="72" y="38"/>
                    <a:pt x="71" y="35"/>
                    <a:pt x="72" y="35"/>
                  </a:cubicBezTo>
                  <a:cubicBezTo>
                    <a:pt x="72" y="34"/>
                    <a:pt x="73" y="34"/>
                    <a:pt x="73" y="34"/>
                  </a:cubicBezTo>
                  <a:cubicBezTo>
                    <a:pt x="74" y="35"/>
                    <a:pt x="75" y="44"/>
                    <a:pt x="72" y="46"/>
                  </a:cubicBezTo>
                  <a:cubicBezTo>
                    <a:pt x="72" y="46"/>
                    <a:pt x="71" y="46"/>
                    <a:pt x="71" y="45"/>
                  </a:cubicBezTo>
                  <a:cubicBezTo>
                    <a:pt x="70" y="45"/>
                    <a:pt x="71" y="43"/>
                    <a:pt x="71" y="41"/>
                  </a:cubicBezTo>
                  <a:close/>
                  <a:moveTo>
                    <a:pt x="70" y="53"/>
                  </a:moveTo>
                  <a:cubicBezTo>
                    <a:pt x="70" y="49"/>
                    <a:pt x="70" y="49"/>
                    <a:pt x="71" y="48"/>
                  </a:cubicBezTo>
                  <a:cubicBezTo>
                    <a:pt x="72" y="47"/>
                    <a:pt x="73" y="48"/>
                    <a:pt x="73" y="48"/>
                  </a:cubicBezTo>
                  <a:cubicBezTo>
                    <a:pt x="74" y="50"/>
                    <a:pt x="73" y="56"/>
                    <a:pt x="73" y="59"/>
                  </a:cubicBezTo>
                  <a:cubicBezTo>
                    <a:pt x="72" y="61"/>
                    <a:pt x="73" y="64"/>
                    <a:pt x="72" y="65"/>
                  </a:cubicBezTo>
                  <a:cubicBezTo>
                    <a:pt x="71" y="65"/>
                    <a:pt x="70" y="65"/>
                    <a:pt x="70" y="64"/>
                  </a:cubicBezTo>
                  <a:cubicBezTo>
                    <a:pt x="70" y="61"/>
                    <a:pt x="70" y="53"/>
                    <a:pt x="70" y="53"/>
                  </a:cubicBezTo>
                  <a:close/>
                  <a:moveTo>
                    <a:pt x="67" y="96"/>
                  </a:moveTo>
                  <a:cubicBezTo>
                    <a:pt x="67" y="101"/>
                    <a:pt x="66" y="101"/>
                    <a:pt x="63" y="101"/>
                  </a:cubicBezTo>
                  <a:cubicBezTo>
                    <a:pt x="60" y="101"/>
                    <a:pt x="53" y="101"/>
                    <a:pt x="53" y="101"/>
                  </a:cubicBezTo>
                  <a:cubicBezTo>
                    <a:pt x="53" y="101"/>
                    <a:pt x="53" y="103"/>
                    <a:pt x="53" y="104"/>
                  </a:cubicBezTo>
                  <a:cubicBezTo>
                    <a:pt x="53" y="106"/>
                    <a:pt x="54" y="106"/>
                    <a:pt x="47" y="107"/>
                  </a:cubicBezTo>
                  <a:cubicBezTo>
                    <a:pt x="45" y="107"/>
                    <a:pt x="34" y="107"/>
                    <a:pt x="33" y="105"/>
                  </a:cubicBezTo>
                  <a:cubicBezTo>
                    <a:pt x="32" y="104"/>
                    <a:pt x="31" y="102"/>
                    <a:pt x="32" y="100"/>
                  </a:cubicBezTo>
                  <a:cubicBezTo>
                    <a:pt x="33" y="101"/>
                    <a:pt x="35" y="102"/>
                    <a:pt x="38" y="103"/>
                  </a:cubicBezTo>
                  <a:cubicBezTo>
                    <a:pt x="41" y="104"/>
                    <a:pt x="45" y="104"/>
                    <a:pt x="48" y="104"/>
                  </a:cubicBezTo>
                  <a:cubicBezTo>
                    <a:pt x="49" y="103"/>
                    <a:pt x="49" y="103"/>
                    <a:pt x="49" y="101"/>
                  </a:cubicBezTo>
                  <a:cubicBezTo>
                    <a:pt x="44" y="101"/>
                    <a:pt x="41" y="100"/>
                    <a:pt x="39" y="100"/>
                  </a:cubicBezTo>
                  <a:cubicBezTo>
                    <a:pt x="37" y="100"/>
                    <a:pt x="37" y="100"/>
                    <a:pt x="37" y="99"/>
                  </a:cubicBezTo>
                  <a:cubicBezTo>
                    <a:pt x="37" y="97"/>
                    <a:pt x="37" y="97"/>
                    <a:pt x="39" y="97"/>
                  </a:cubicBezTo>
                  <a:cubicBezTo>
                    <a:pt x="40" y="97"/>
                    <a:pt x="42" y="98"/>
                    <a:pt x="45" y="98"/>
                  </a:cubicBezTo>
                  <a:cubicBezTo>
                    <a:pt x="47" y="98"/>
                    <a:pt x="49" y="98"/>
                    <a:pt x="49" y="98"/>
                  </a:cubicBezTo>
                  <a:cubicBezTo>
                    <a:pt x="49" y="95"/>
                    <a:pt x="49" y="95"/>
                    <a:pt x="49" y="95"/>
                  </a:cubicBezTo>
                  <a:cubicBezTo>
                    <a:pt x="49" y="95"/>
                    <a:pt x="45" y="95"/>
                    <a:pt x="44" y="95"/>
                  </a:cubicBezTo>
                  <a:cubicBezTo>
                    <a:pt x="39" y="95"/>
                    <a:pt x="40" y="94"/>
                    <a:pt x="39" y="92"/>
                  </a:cubicBezTo>
                  <a:cubicBezTo>
                    <a:pt x="40" y="88"/>
                    <a:pt x="40" y="89"/>
                    <a:pt x="43" y="89"/>
                  </a:cubicBezTo>
                  <a:cubicBezTo>
                    <a:pt x="46" y="89"/>
                    <a:pt x="55" y="89"/>
                    <a:pt x="57" y="89"/>
                  </a:cubicBezTo>
                  <a:cubicBezTo>
                    <a:pt x="60" y="89"/>
                    <a:pt x="60" y="89"/>
                    <a:pt x="60" y="92"/>
                  </a:cubicBezTo>
                  <a:cubicBezTo>
                    <a:pt x="60" y="94"/>
                    <a:pt x="60" y="95"/>
                    <a:pt x="57" y="95"/>
                  </a:cubicBezTo>
                  <a:cubicBezTo>
                    <a:pt x="56" y="95"/>
                    <a:pt x="53" y="95"/>
                    <a:pt x="53" y="95"/>
                  </a:cubicBezTo>
                  <a:cubicBezTo>
                    <a:pt x="53" y="98"/>
                    <a:pt x="53" y="98"/>
                    <a:pt x="53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1" y="98"/>
                    <a:pt x="63" y="98"/>
                    <a:pt x="63" y="95"/>
                  </a:cubicBezTo>
                  <a:cubicBezTo>
                    <a:pt x="63" y="93"/>
                    <a:pt x="64" y="90"/>
                    <a:pt x="64" y="90"/>
                  </a:cubicBezTo>
                  <a:cubicBezTo>
                    <a:pt x="64" y="90"/>
                    <a:pt x="64" y="87"/>
                    <a:pt x="61" y="87"/>
                  </a:cubicBezTo>
                  <a:cubicBezTo>
                    <a:pt x="59" y="87"/>
                    <a:pt x="46" y="87"/>
                    <a:pt x="41" y="87"/>
                  </a:cubicBezTo>
                  <a:cubicBezTo>
                    <a:pt x="37" y="87"/>
                    <a:pt x="37" y="88"/>
                    <a:pt x="36" y="89"/>
                  </a:cubicBezTo>
                  <a:cubicBezTo>
                    <a:pt x="36" y="91"/>
                    <a:pt x="36" y="97"/>
                    <a:pt x="34" y="97"/>
                  </a:cubicBezTo>
                  <a:cubicBezTo>
                    <a:pt x="31" y="96"/>
                    <a:pt x="32" y="96"/>
                    <a:pt x="32" y="94"/>
                  </a:cubicBezTo>
                  <a:cubicBezTo>
                    <a:pt x="32" y="92"/>
                    <a:pt x="33" y="89"/>
                    <a:pt x="33" y="87"/>
                  </a:cubicBezTo>
                  <a:cubicBezTo>
                    <a:pt x="34" y="85"/>
                    <a:pt x="34" y="84"/>
                    <a:pt x="44" y="84"/>
                  </a:cubicBezTo>
                  <a:cubicBezTo>
                    <a:pt x="49" y="84"/>
                    <a:pt x="62" y="84"/>
                    <a:pt x="62" y="84"/>
                  </a:cubicBezTo>
                  <a:cubicBezTo>
                    <a:pt x="65" y="84"/>
                    <a:pt x="66" y="84"/>
                    <a:pt x="67" y="87"/>
                  </a:cubicBezTo>
                  <a:cubicBezTo>
                    <a:pt x="67" y="92"/>
                    <a:pt x="67" y="93"/>
                    <a:pt x="67" y="96"/>
                  </a:cubicBezTo>
                  <a:close/>
                  <a:moveTo>
                    <a:pt x="37" y="76"/>
                  </a:moveTo>
                  <a:cubicBezTo>
                    <a:pt x="37" y="77"/>
                    <a:pt x="38" y="77"/>
                    <a:pt x="40" y="77"/>
                  </a:cubicBezTo>
                  <a:cubicBezTo>
                    <a:pt x="42" y="77"/>
                    <a:pt x="42" y="76"/>
                    <a:pt x="42" y="78"/>
                  </a:cubicBezTo>
                  <a:cubicBezTo>
                    <a:pt x="42" y="78"/>
                    <a:pt x="42" y="79"/>
                    <a:pt x="41" y="79"/>
                  </a:cubicBezTo>
                  <a:cubicBezTo>
                    <a:pt x="36" y="79"/>
                    <a:pt x="37" y="79"/>
                    <a:pt x="37" y="80"/>
                  </a:cubicBezTo>
                  <a:cubicBezTo>
                    <a:pt x="37" y="81"/>
                    <a:pt x="37" y="81"/>
                    <a:pt x="40" y="80"/>
                  </a:cubicBezTo>
                  <a:cubicBezTo>
                    <a:pt x="42" y="80"/>
                    <a:pt x="42" y="80"/>
                    <a:pt x="42" y="81"/>
                  </a:cubicBezTo>
                  <a:cubicBezTo>
                    <a:pt x="43" y="82"/>
                    <a:pt x="42" y="83"/>
                    <a:pt x="42" y="83"/>
                  </a:cubicBezTo>
                  <a:cubicBezTo>
                    <a:pt x="41" y="83"/>
                    <a:pt x="36" y="83"/>
                    <a:pt x="34" y="83"/>
                  </a:cubicBezTo>
                  <a:cubicBezTo>
                    <a:pt x="33" y="83"/>
                    <a:pt x="33" y="83"/>
                    <a:pt x="33" y="80"/>
                  </a:cubicBezTo>
                  <a:cubicBezTo>
                    <a:pt x="33" y="78"/>
                    <a:pt x="33" y="75"/>
                    <a:pt x="34" y="73"/>
                  </a:cubicBezTo>
                  <a:cubicBezTo>
                    <a:pt x="35" y="72"/>
                    <a:pt x="35" y="72"/>
                    <a:pt x="40" y="72"/>
                  </a:cubicBezTo>
                  <a:cubicBezTo>
                    <a:pt x="43" y="72"/>
                    <a:pt x="43" y="72"/>
                    <a:pt x="43" y="74"/>
                  </a:cubicBezTo>
                  <a:cubicBezTo>
                    <a:pt x="43" y="74"/>
                    <a:pt x="43" y="74"/>
                    <a:pt x="38" y="75"/>
                  </a:cubicBezTo>
                  <a:cubicBezTo>
                    <a:pt x="36" y="75"/>
                    <a:pt x="37" y="75"/>
                    <a:pt x="37" y="76"/>
                  </a:cubicBezTo>
                  <a:close/>
                  <a:moveTo>
                    <a:pt x="45" y="73"/>
                  </a:moveTo>
                  <a:cubicBezTo>
                    <a:pt x="44" y="73"/>
                    <a:pt x="45" y="72"/>
                    <a:pt x="46" y="72"/>
                  </a:cubicBezTo>
                  <a:cubicBezTo>
                    <a:pt x="46" y="72"/>
                    <a:pt x="48" y="73"/>
                    <a:pt x="49" y="73"/>
                  </a:cubicBezTo>
                  <a:cubicBezTo>
                    <a:pt x="49" y="73"/>
                    <a:pt x="50" y="73"/>
                    <a:pt x="50" y="74"/>
                  </a:cubicBezTo>
                  <a:cubicBezTo>
                    <a:pt x="51" y="74"/>
                    <a:pt x="51" y="74"/>
                    <a:pt x="51" y="73"/>
                  </a:cubicBezTo>
                  <a:cubicBezTo>
                    <a:pt x="52" y="73"/>
                    <a:pt x="54" y="72"/>
                    <a:pt x="55" y="72"/>
                  </a:cubicBezTo>
                  <a:cubicBezTo>
                    <a:pt x="55" y="72"/>
                    <a:pt x="56" y="73"/>
                    <a:pt x="56" y="74"/>
                  </a:cubicBezTo>
                  <a:cubicBezTo>
                    <a:pt x="55" y="74"/>
                    <a:pt x="54" y="75"/>
                    <a:pt x="53" y="75"/>
                  </a:cubicBezTo>
                  <a:cubicBezTo>
                    <a:pt x="54" y="76"/>
                    <a:pt x="54" y="76"/>
                    <a:pt x="55" y="76"/>
                  </a:cubicBezTo>
                  <a:cubicBezTo>
                    <a:pt x="56" y="77"/>
                    <a:pt x="56" y="77"/>
                    <a:pt x="56" y="78"/>
                  </a:cubicBezTo>
                  <a:cubicBezTo>
                    <a:pt x="56" y="78"/>
                    <a:pt x="55" y="79"/>
                    <a:pt x="55" y="79"/>
                  </a:cubicBezTo>
                  <a:cubicBezTo>
                    <a:pt x="54" y="79"/>
                    <a:pt x="54" y="80"/>
                    <a:pt x="53" y="80"/>
                  </a:cubicBezTo>
                  <a:cubicBezTo>
                    <a:pt x="54" y="80"/>
                    <a:pt x="54" y="80"/>
                    <a:pt x="55" y="81"/>
                  </a:cubicBezTo>
                  <a:cubicBezTo>
                    <a:pt x="57" y="82"/>
                    <a:pt x="57" y="81"/>
                    <a:pt x="56" y="83"/>
                  </a:cubicBezTo>
                  <a:cubicBezTo>
                    <a:pt x="55" y="84"/>
                    <a:pt x="54" y="83"/>
                    <a:pt x="54" y="83"/>
                  </a:cubicBezTo>
                  <a:cubicBezTo>
                    <a:pt x="53" y="83"/>
                    <a:pt x="52" y="82"/>
                    <a:pt x="50" y="81"/>
                  </a:cubicBezTo>
                  <a:cubicBezTo>
                    <a:pt x="49" y="82"/>
                    <a:pt x="48" y="82"/>
                    <a:pt x="47" y="83"/>
                  </a:cubicBezTo>
                  <a:cubicBezTo>
                    <a:pt x="46" y="84"/>
                    <a:pt x="45" y="84"/>
                    <a:pt x="45" y="83"/>
                  </a:cubicBezTo>
                  <a:cubicBezTo>
                    <a:pt x="44" y="82"/>
                    <a:pt x="44" y="82"/>
                    <a:pt x="46" y="81"/>
                  </a:cubicBezTo>
                  <a:cubicBezTo>
                    <a:pt x="46" y="81"/>
                    <a:pt x="47" y="80"/>
                    <a:pt x="47" y="80"/>
                  </a:cubicBezTo>
                  <a:cubicBezTo>
                    <a:pt x="47" y="80"/>
                    <a:pt x="46" y="79"/>
                    <a:pt x="45" y="79"/>
                  </a:cubicBezTo>
                  <a:cubicBezTo>
                    <a:pt x="45" y="79"/>
                    <a:pt x="44" y="78"/>
                    <a:pt x="44" y="78"/>
                  </a:cubicBezTo>
                  <a:cubicBezTo>
                    <a:pt x="44" y="77"/>
                    <a:pt x="44" y="77"/>
                    <a:pt x="46" y="76"/>
                  </a:cubicBezTo>
                  <a:cubicBezTo>
                    <a:pt x="46" y="76"/>
                    <a:pt x="47" y="75"/>
                    <a:pt x="47" y="75"/>
                  </a:cubicBezTo>
                  <a:cubicBezTo>
                    <a:pt x="46" y="75"/>
                    <a:pt x="45" y="74"/>
                    <a:pt x="45" y="73"/>
                  </a:cubicBezTo>
                  <a:close/>
                  <a:moveTo>
                    <a:pt x="66" y="83"/>
                  </a:moveTo>
                  <a:cubicBezTo>
                    <a:pt x="65" y="83"/>
                    <a:pt x="59" y="83"/>
                    <a:pt x="58" y="83"/>
                  </a:cubicBezTo>
                  <a:cubicBezTo>
                    <a:pt x="58" y="83"/>
                    <a:pt x="58" y="83"/>
                    <a:pt x="58" y="82"/>
                  </a:cubicBezTo>
                  <a:cubicBezTo>
                    <a:pt x="58" y="81"/>
                    <a:pt x="58" y="81"/>
                    <a:pt x="60" y="81"/>
                  </a:cubicBezTo>
                  <a:cubicBezTo>
                    <a:pt x="62" y="81"/>
                    <a:pt x="64" y="81"/>
                    <a:pt x="64" y="80"/>
                  </a:cubicBezTo>
                  <a:cubicBezTo>
                    <a:pt x="64" y="79"/>
                    <a:pt x="63" y="79"/>
                    <a:pt x="60" y="79"/>
                  </a:cubicBezTo>
                  <a:cubicBezTo>
                    <a:pt x="58" y="79"/>
                    <a:pt x="58" y="79"/>
                    <a:pt x="58" y="78"/>
                  </a:cubicBezTo>
                  <a:cubicBezTo>
                    <a:pt x="58" y="77"/>
                    <a:pt x="58" y="77"/>
                    <a:pt x="59" y="76"/>
                  </a:cubicBezTo>
                  <a:cubicBezTo>
                    <a:pt x="62" y="76"/>
                    <a:pt x="64" y="76"/>
                    <a:pt x="64" y="76"/>
                  </a:cubicBezTo>
                  <a:cubicBezTo>
                    <a:pt x="64" y="75"/>
                    <a:pt x="64" y="75"/>
                    <a:pt x="62" y="75"/>
                  </a:cubicBezTo>
                  <a:cubicBezTo>
                    <a:pt x="58" y="75"/>
                    <a:pt x="58" y="75"/>
                    <a:pt x="58" y="74"/>
                  </a:cubicBezTo>
                  <a:cubicBezTo>
                    <a:pt x="58" y="73"/>
                    <a:pt x="57" y="72"/>
                    <a:pt x="60" y="72"/>
                  </a:cubicBezTo>
                  <a:cubicBezTo>
                    <a:pt x="63" y="72"/>
                    <a:pt x="66" y="72"/>
                    <a:pt x="66" y="73"/>
                  </a:cubicBezTo>
                  <a:cubicBezTo>
                    <a:pt x="67" y="75"/>
                    <a:pt x="67" y="77"/>
                    <a:pt x="67" y="80"/>
                  </a:cubicBezTo>
                  <a:cubicBezTo>
                    <a:pt x="67" y="83"/>
                    <a:pt x="67" y="83"/>
                    <a:pt x="66" y="83"/>
                  </a:cubicBezTo>
                  <a:close/>
                  <a:moveTo>
                    <a:pt x="65" y="69"/>
                  </a:moveTo>
                  <a:cubicBezTo>
                    <a:pt x="64" y="70"/>
                    <a:pt x="60" y="64"/>
                    <a:pt x="58" y="61"/>
                  </a:cubicBezTo>
                  <a:cubicBezTo>
                    <a:pt x="57" y="59"/>
                    <a:pt x="53" y="56"/>
                    <a:pt x="50" y="56"/>
                  </a:cubicBezTo>
                  <a:cubicBezTo>
                    <a:pt x="45" y="56"/>
                    <a:pt x="38" y="64"/>
                    <a:pt x="37" y="67"/>
                  </a:cubicBezTo>
                  <a:cubicBezTo>
                    <a:pt x="36" y="69"/>
                    <a:pt x="35" y="70"/>
                    <a:pt x="33" y="69"/>
                  </a:cubicBezTo>
                  <a:cubicBezTo>
                    <a:pt x="32" y="68"/>
                    <a:pt x="32" y="68"/>
                    <a:pt x="33" y="66"/>
                  </a:cubicBezTo>
                  <a:cubicBezTo>
                    <a:pt x="34" y="63"/>
                    <a:pt x="40" y="56"/>
                    <a:pt x="43" y="55"/>
                  </a:cubicBezTo>
                  <a:cubicBezTo>
                    <a:pt x="45" y="52"/>
                    <a:pt x="46" y="52"/>
                    <a:pt x="47" y="49"/>
                  </a:cubicBezTo>
                  <a:cubicBezTo>
                    <a:pt x="47" y="43"/>
                    <a:pt x="47" y="42"/>
                    <a:pt x="46" y="42"/>
                  </a:cubicBezTo>
                  <a:cubicBezTo>
                    <a:pt x="44" y="41"/>
                    <a:pt x="37" y="40"/>
                    <a:pt x="37" y="45"/>
                  </a:cubicBezTo>
                  <a:cubicBezTo>
                    <a:pt x="36" y="49"/>
                    <a:pt x="36" y="50"/>
                    <a:pt x="36" y="52"/>
                  </a:cubicBezTo>
                  <a:cubicBezTo>
                    <a:pt x="36" y="54"/>
                    <a:pt x="36" y="54"/>
                    <a:pt x="34" y="54"/>
                  </a:cubicBezTo>
                  <a:cubicBezTo>
                    <a:pt x="33" y="54"/>
                    <a:pt x="33" y="46"/>
                    <a:pt x="33" y="41"/>
                  </a:cubicBezTo>
                  <a:cubicBezTo>
                    <a:pt x="34" y="38"/>
                    <a:pt x="36" y="39"/>
                    <a:pt x="39" y="38"/>
                  </a:cubicBezTo>
                  <a:cubicBezTo>
                    <a:pt x="41" y="38"/>
                    <a:pt x="43" y="38"/>
                    <a:pt x="44" y="38"/>
                  </a:cubicBezTo>
                  <a:cubicBezTo>
                    <a:pt x="46" y="38"/>
                    <a:pt x="47" y="37"/>
                    <a:pt x="47" y="35"/>
                  </a:cubicBezTo>
                  <a:cubicBezTo>
                    <a:pt x="47" y="33"/>
                    <a:pt x="48" y="33"/>
                    <a:pt x="49" y="32"/>
                  </a:cubicBezTo>
                  <a:cubicBezTo>
                    <a:pt x="51" y="32"/>
                    <a:pt x="51" y="33"/>
                    <a:pt x="51" y="35"/>
                  </a:cubicBezTo>
                  <a:cubicBezTo>
                    <a:pt x="52" y="37"/>
                    <a:pt x="51" y="38"/>
                    <a:pt x="54" y="38"/>
                  </a:cubicBezTo>
                  <a:cubicBezTo>
                    <a:pt x="57" y="38"/>
                    <a:pt x="60" y="38"/>
                    <a:pt x="61" y="38"/>
                  </a:cubicBezTo>
                  <a:cubicBezTo>
                    <a:pt x="64" y="38"/>
                    <a:pt x="66" y="38"/>
                    <a:pt x="66" y="43"/>
                  </a:cubicBezTo>
                  <a:cubicBezTo>
                    <a:pt x="66" y="47"/>
                    <a:pt x="67" y="50"/>
                    <a:pt x="66" y="52"/>
                  </a:cubicBezTo>
                  <a:cubicBezTo>
                    <a:pt x="65" y="52"/>
                    <a:pt x="64" y="53"/>
                    <a:pt x="63" y="53"/>
                  </a:cubicBezTo>
                  <a:cubicBezTo>
                    <a:pt x="62" y="52"/>
                    <a:pt x="64" y="44"/>
                    <a:pt x="61" y="42"/>
                  </a:cubicBezTo>
                  <a:cubicBezTo>
                    <a:pt x="59" y="41"/>
                    <a:pt x="54" y="41"/>
                    <a:pt x="52" y="42"/>
                  </a:cubicBezTo>
                  <a:cubicBezTo>
                    <a:pt x="51" y="43"/>
                    <a:pt x="51" y="46"/>
                    <a:pt x="51" y="48"/>
                  </a:cubicBezTo>
                  <a:cubicBezTo>
                    <a:pt x="51" y="50"/>
                    <a:pt x="51" y="51"/>
                    <a:pt x="55" y="54"/>
                  </a:cubicBezTo>
                  <a:cubicBezTo>
                    <a:pt x="58" y="56"/>
                    <a:pt x="62" y="60"/>
                    <a:pt x="65" y="64"/>
                  </a:cubicBezTo>
                  <a:cubicBezTo>
                    <a:pt x="67" y="66"/>
                    <a:pt x="69" y="68"/>
                    <a:pt x="65" y="69"/>
                  </a:cubicBezTo>
                  <a:close/>
                  <a:moveTo>
                    <a:pt x="67" y="21"/>
                  </a:moveTo>
                  <a:cubicBezTo>
                    <a:pt x="52" y="21"/>
                    <a:pt x="52" y="21"/>
                    <a:pt x="52" y="21"/>
                  </a:cubicBezTo>
                  <a:cubicBezTo>
                    <a:pt x="52" y="19"/>
                    <a:pt x="53" y="17"/>
                    <a:pt x="56" y="17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67" y="17"/>
                    <a:pt x="67" y="18"/>
                    <a:pt x="67" y="19"/>
                  </a:cubicBezTo>
                  <a:lnTo>
                    <a:pt x="67" y="21"/>
                  </a:lnTo>
                  <a:close/>
                  <a:moveTo>
                    <a:pt x="83" y="89"/>
                  </a:moveTo>
                  <a:cubicBezTo>
                    <a:pt x="82" y="90"/>
                    <a:pt x="80" y="90"/>
                    <a:pt x="79" y="91"/>
                  </a:cubicBezTo>
                  <a:cubicBezTo>
                    <a:pt x="79" y="92"/>
                    <a:pt x="79" y="97"/>
                    <a:pt x="79" y="97"/>
                  </a:cubicBezTo>
                  <a:cubicBezTo>
                    <a:pt x="80" y="98"/>
                    <a:pt x="81" y="97"/>
                    <a:pt x="82" y="97"/>
                  </a:cubicBezTo>
                  <a:cubicBezTo>
                    <a:pt x="84" y="97"/>
                    <a:pt x="84" y="101"/>
                    <a:pt x="83" y="101"/>
                  </a:cubicBezTo>
                  <a:cubicBezTo>
                    <a:pt x="82" y="101"/>
                    <a:pt x="79" y="102"/>
                    <a:pt x="77" y="102"/>
                  </a:cubicBezTo>
                  <a:cubicBezTo>
                    <a:pt x="75" y="102"/>
                    <a:pt x="74" y="102"/>
                    <a:pt x="72" y="102"/>
                  </a:cubicBezTo>
                  <a:cubicBezTo>
                    <a:pt x="70" y="102"/>
                    <a:pt x="70" y="101"/>
                    <a:pt x="70" y="100"/>
                  </a:cubicBezTo>
                  <a:cubicBezTo>
                    <a:pt x="70" y="99"/>
                    <a:pt x="70" y="98"/>
                    <a:pt x="71" y="98"/>
                  </a:cubicBezTo>
                  <a:cubicBezTo>
                    <a:pt x="73" y="98"/>
                    <a:pt x="74" y="98"/>
                    <a:pt x="75" y="97"/>
                  </a:cubicBezTo>
                  <a:cubicBezTo>
                    <a:pt x="76" y="97"/>
                    <a:pt x="75" y="95"/>
                    <a:pt x="75" y="93"/>
                  </a:cubicBezTo>
                  <a:cubicBezTo>
                    <a:pt x="75" y="92"/>
                    <a:pt x="76" y="91"/>
                    <a:pt x="74" y="91"/>
                  </a:cubicBezTo>
                  <a:cubicBezTo>
                    <a:pt x="71" y="92"/>
                    <a:pt x="71" y="92"/>
                    <a:pt x="71" y="88"/>
                  </a:cubicBezTo>
                  <a:cubicBezTo>
                    <a:pt x="71" y="86"/>
                    <a:pt x="71" y="85"/>
                    <a:pt x="71" y="83"/>
                  </a:cubicBezTo>
                  <a:cubicBezTo>
                    <a:pt x="71" y="81"/>
                    <a:pt x="71" y="80"/>
                    <a:pt x="73" y="80"/>
                  </a:cubicBezTo>
                  <a:cubicBezTo>
                    <a:pt x="75" y="79"/>
                    <a:pt x="74" y="83"/>
                    <a:pt x="74" y="85"/>
                  </a:cubicBezTo>
                  <a:cubicBezTo>
                    <a:pt x="74" y="86"/>
                    <a:pt x="74" y="88"/>
                    <a:pt x="75" y="88"/>
                  </a:cubicBezTo>
                  <a:cubicBezTo>
                    <a:pt x="77" y="88"/>
                    <a:pt x="76" y="83"/>
                    <a:pt x="76" y="79"/>
                  </a:cubicBezTo>
                  <a:cubicBezTo>
                    <a:pt x="76" y="76"/>
                    <a:pt x="75" y="75"/>
                    <a:pt x="77" y="74"/>
                  </a:cubicBezTo>
                  <a:cubicBezTo>
                    <a:pt x="79" y="74"/>
                    <a:pt x="79" y="75"/>
                    <a:pt x="79" y="77"/>
                  </a:cubicBezTo>
                  <a:cubicBezTo>
                    <a:pt x="79" y="79"/>
                    <a:pt x="79" y="87"/>
                    <a:pt x="80" y="87"/>
                  </a:cubicBezTo>
                  <a:cubicBezTo>
                    <a:pt x="82" y="87"/>
                    <a:pt x="81" y="80"/>
                    <a:pt x="81" y="79"/>
                  </a:cubicBezTo>
                  <a:cubicBezTo>
                    <a:pt x="81" y="77"/>
                    <a:pt x="81" y="77"/>
                    <a:pt x="83" y="77"/>
                  </a:cubicBezTo>
                  <a:cubicBezTo>
                    <a:pt x="84" y="76"/>
                    <a:pt x="84" y="76"/>
                    <a:pt x="84" y="78"/>
                  </a:cubicBezTo>
                  <a:cubicBezTo>
                    <a:pt x="85" y="79"/>
                    <a:pt x="85" y="81"/>
                    <a:pt x="85" y="82"/>
                  </a:cubicBezTo>
                  <a:cubicBezTo>
                    <a:pt x="84" y="84"/>
                    <a:pt x="84" y="85"/>
                    <a:pt x="84" y="86"/>
                  </a:cubicBezTo>
                  <a:cubicBezTo>
                    <a:pt x="84" y="88"/>
                    <a:pt x="83" y="89"/>
                    <a:pt x="83" y="89"/>
                  </a:cubicBezTo>
                  <a:close/>
                  <a:moveTo>
                    <a:pt x="91" y="107"/>
                  </a:moveTo>
                  <a:cubicBezTo>
                    <a:pt x="90" y="107"/>
                    <a:pt x="89" y="107"/>
                    <a:pt x="88" y="107"/>
                  </a:cubicBezTo>
                  <a:cubicBezTo>
                    <a:pt x="87" y="107"/>
                    <a:pt x="87" y="106"/>
                    <a:pt x="86" y="103"/>
                  </a:cubicBezTo>
                  <a:cubicBezTo>
                    <a:pt x="86" y="102"/>
                    <a:pt x="85" y="101"/>
                    <a:pt x="85" y="98"/>
                  </a:cubicBezTo>
                  <a:cubicBezTo>
                    <a:pt x="85" y="95"/>
                    <a:pt x="84" y="92"/>
                    <a:pt x="85" y="90"/>
                  </a:cubicBezTo>
                  <a:cubicBezTo>
                    <a:pt x="85" y="89"/>
                    <a:pt x="86" y="87"/>
                    <a:pt x="87" y="86"/>
                  </a:cubicBezTo>
                  <a:cubicBezTo>
                    <a:pt x="87" y="85"/>
                    <a:pt x="88" y="84"/>
                    <a:pt x="88" y="81"/>
                  </a:cubicBezTo>
                  <a:cubicBezTo>
                    <a:pt x="89" y="79"/>
                    <a:pt x="89" y="79"/>
                    <a:pt x="88" y="77"/>
                  </a:cubicBezTo>
                  <a:cubicBezTo>
                    <a:pt x="88" y="76"/>
                    <a:pt x="88" y="75"/>
                    <a:pt x="87" y="74"/>
                  </a:cubicBezTo>
                  <a:cubicBezTo>
                    <a:pt x="87" y="72"/>
                    <a:pt x="86" y="72"/>
                    <a:pt x="88" y="71"/>
                  </a:cubicBezTo>
                  <a:cubicBezTo>
                    <a:pt x="90" y="71"/>
                    <a:pt x="90" y="71"/>
                    <a:pt x="91" y="73"/>
                  </a:cubicBezTo>
                  <a:cubicBezTo>
                    <a:pt x="92" y="76"/>
                    <a:pt x="92" y="77"/>
                    <a:pt x="92" y="77"/>
                  </a:cubicBezTo>
                  <a:cubicBezTo>
                    <a:pt x="92" y="79"/>
                    <a:pt x="92" y="82"/>
                    <a:pt x="90" y="86"/>
                  </a:cubicBezTo>
                  <a:cubicBezTo>
                    <a:pt x="89" y="89"/>
                    <a:pt x="88" y="91"/>
                    <a:pt x="88" y="94"/>
                  </a:cubicBezTo>
                  <a:cubicBezTo>
                    <a:pt x="88" y="98"/>
                    <a:pt x="89" y="102"/>
                    <a:pt x="90" y="103"/>
                  </a:cubicBezTo>
                  <a:cubicBezTo>
                    <a:pt x="90" y="104"/>
                    <a:pt x="92" y="107"/>
                    <a:pt x="91" y="107"/>
                  </a:cubicBezTo>
                  <a:close/>
                  <a:moveTo>
                    <a:pt x="97" y="102"/>
                  </a:moveTo>
                  <a:cubicBezTo>
                    <a:pt x="97" y="104"/>
                    <a:pt x="99" y="106"/>
                    <a:pt x="98" y="107"/>
                  </a:cubicBezTo>
                  <a:cubicBezTo>
                    <a:pt x="97" y="107"/>
                    <a:pt x="95" y="107"/>
                    <a:pt x="95" y="106"/>
                  </a:cubicBezTo>
                  <a:cubicBezTo>
                    <a:pt x="94" y="105"/>
                    <a:pt x="93" y="103"/>
                    <a:pt x="92" y="100"/>
                  </a:cubicBezTo>
                  <a:cubicBezTo>
                    <a:pt x="92" y="96"/>
                    <a:pt x="92" y="94"/>
                    <a:pt x="92" y="91"/>
                  </a:cubicBezTo>
                  <a:cubicBezTo>
                    <a:pt x="93" y="86"/>
                    <a:pt x="96" y="85"/>
                    <a:pt x="96" y="81"/>
                  </a:cubicBezTo>
                  <a:cubicBezTo>
                    <a:pt x="96" y="78"/>
                    <a:pt x="96" y="77"/>
                    <a:pt x="95" y="76"/>
                  </a:cubicBezTo>
                  <a:cubicBezTo>
                    <a:pt x="95" y="74"/>
                    <a:pt x="93" y="71"/>
                    <a:pt x="95" y="71"/>
                  </a:cubicBezTo>
                  <a:cubicBezTo>
                    <a:pt x="97" y="71"/>
                    <a:pt x="97" y="72"/>
                    <a:pt x="97" y="72"/>
                  </a:cubicBezTo>
                  <a:cubicBezTo>
                    <a:pt x="98" y="73"/>
                    <a:pt x="100" y="76"/>
                    <a:pt x="100" y="78"/>
                  </a:cubicBezTo>
                  <a:cubicBezTo>
                    <a:pt x="100" y="81"/>
                    <a:pt x="99" y="84"/>
                    <a:pt x="98" y="87"/>
                  </a:cubicBezTo>
                  <a:cubicBezTo>
                    <a:pt x="96" y="90"/>
                    <a:pt x="95" y="91"/>
                    <a:pt x="95" y="94"/>
                  </a:cubicBezTo>
                  <a:cubicBezTo>
                    <a:pt x="96" y="96"/>
                    <a:pt x="96" y="98"/>
                    <a:pt x="97" y="102"/>
                  </a:cubicBezTo>
                  <a:close/>
                  <a:moveTo>
                    <a:pt x="106" y="84"/>
                  </a:moveTo>
                  <a:cubicBezTo>
                    <a:pt x="104" y="89"/>
                    <a:pt x="103" y="88"/>
                    <a:pt x="102" y="93"/>
                  </a:cubicBezTo>
                  <a:cubicBezTo>
                    <a:pt x="102" y="95"/>
                    <a:pt x="103" y="100"/>
                    <a:pt x="104" y="102"/>
                  </a:cubicBezTo>
                  <a:cubicBezTo>
                    <a:pt x="104" y="103"/>
                    <a:pt x="106" y="106"/>
                    <a:pt x="105" y="106"/>
                  </a:cubicBezTo>
                  <a:cubicBezTo>
                    <a:pt x="104" y="107"/>
                    <a:pt x="102" y="106"/>
                    <a:pt x="102" y="106"/>
                  </a:cubicBezTo>
                  <a:cubicBezTo>
                    <a:pt x="101" y="105"/>
                    <a:pt x="100" y="102"/>
                    <a:pt x="100" y="101"/>
                  </a:cubicBezTo>
                  <a:cubicBezTo>
                    <a:pt x="99" y="98"/>
                    <a:pt x="98" y="92"/>
                    <a:pt x="100" y="88"/>
                  </a:cubicBezTo>
                  <a:cubicBezTo>
                    <a:pt x="101" y="87"/>
                    <a:pt x="102" y="85"/>
                    <a:pt x="103" y="81"/>
                  </a:cubicBezTo>
                  <a:cubicBezTo>
                    <a:pt x="103" y="77"/>
                    <a:pt x="102" y="76"/>
                    <a:pt x="102" y="74"/>
                  </a:cubicBezTo>
                  <a:cubicBezTo>
                    <a:pt x="101" y="73"/>
                    <a:pt x="100" y="72"/>
                    <a:pt x="102" y="72"/>
                  </a:cubicBezTo>
                  <a:cubicBezTo>
                    <a:pt x="105" y="72"/>
                    <a:pt x="105" y="73"/>
                    <a:pt x="106" y="75"/>
                  </a:cubicBezTo>
                  <a:cubicBezTo>
                    <a:pt x="106" y="78"/>
                    <a:pt x="106" y="79"/>
                    <a:pt x="106" y="84"/>
                  </a:cubicBezTo>
                  <a:close/>
                  <a:moveTo>
                    <a:pt x="105" y="67"/>
                  </a:moveTo>
                  <a:cubicBezTo>
                    <a:pt x="103" y="68"/>
                    <a:pt x="103" y="67"/>
                    <a:pt x="103" y="64"/>
                  </a:cubicBezTo>
                  <a:cubicBezTo>
                    <a:pt x="103" y="63"/>
                    <a:pt x="103" y="57"/>
                    <a:pt x="101" y="56"/>
                  </a:cubicBezTo>
                  <a:cubicBezTo>
                    <a:pt x="99" y="55"/>
                    <a:pt x="97" y="55"/>
                    <a:pt x="96" y="56"/>
                  </a:cubicBezTo>
                  <a:cubicBezTo>
                    <a:pt x="96" y="56"/>
                    <a:pt x="96" y="66"/>
                    <a:pt x="96" y="66"/>
                  </a:cubicBezTo>
                  <a:cubicBezTo>
                    <a:pt x="96" y="69"/>
                    <a:pt x="95" y="68"/>
                    <a:pt x="94" y="68"/>
                  </a:cubicBezTo>
                  <a:cubicBezTo>
                    <a:pt x="92" y="67"/>
                    <a:pt x="92" y="66"/>
                    <a:pt x="92" y="65"/>
                  </a:cubicBezTo>
                  <a:cubicBezTo>
                    <a:pt x="92" y="63"/>
                    <a:pt x="92" y="56"/>
                    <a:pt x="92" y="56"/>
                  </a:cubicBezTo>
                  <a:cubicBezTo>
                    <a:pt x="92" y="56"/>
                    <a:pt x="88" y="55"/>
                    <a:pt x="87" y="59"/>
                  </a:cubicBezTo>
                  <a:cubicBezTo>
                    <a:pt x="87" y="63"/>
                    <a:pt x="86" y="65"/>
                    <a:pt x="86" y="66"/>
                  </a:cubicBezTo>
                  <a:cubicBezTo>
                    <a:pt x="86" y="67"/>
                    <a:pt x="86" y="67"/>
                    <a:pt x="86" y="67"/>
                  </a:cubicBezTo>
                  <a:cubicBezTo>
                    <a:pt x="85" y="68"/>
                    <a:pt x="84" y="68"/>
                    <a:pt x="83" y="68"/>
                  </a:cubicBezTo>
                  <a:cubicBezTo>
                    <a:pt x="83" y="66"/>
                    <a:pt x="83" y="64"/>
                    <a:pt x="84" y="62"/>
                  </a:cubicBezTo>
                  <a:cubicBezTo>
                    <a:pt x="84" y="59"/>
                    <a:pt x="85" y="57"/>
                    <a:pt x="85" y="55"/>
                  </a:cubicBezTo>
                  <a:cubicBezTo>
                    <a:pt x="86" y="54"/>
                    <a:pt x="89" y="53"/>
                    <a:pt x="92" y="52"/>
                  </a:cubicBezTo>
                  <a:cubicBezTo>
                    <a:pt x="93" y="52"/>
                    <a:pt x="93" y="50"/>
                    <a:pt x="92" y="50"/>
                  </a:cubicBezTo>
                  <a:cubicBezTo>
                    <a:pt x="91" y="49"/>
                    <a:pt x="89" y="50"/>
                    <a:pt x="87" y="50"/>
                  </a:cubicBezTo>
                  <a:cubicBezTo>
                    <a:pt x="86" y="50"/>
                    <a:pt x="85" y="51"/>
                    <a:pt x="84" y="49"/>
                  </a:cubicBezTo>
                  <a:cubicBezTo>
                    <a:pt x="84" y="48"/>
                    <a:pt x="84" y="47"/>
                    <a:pt x="86" y="47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0" y="47"/>
                    <a:pt x="92" y="47"/>
                    <a:pt x="92" y="46"/>
                  </a:cubicBezTo>
                  <a:cubicBezTo>
                    <a:pt x="92" y="46"/>
                    <a:pt x="93" y="44"/>
                    <a:pt x="93" y="43"/>
                  </a:cubicBezTo>
                  <a:cubicBezTo>
                    <a:pt x="93" y="43"/>
                    <a:pt x="94" y="43"/>
                    <a:pt x="95" y="43"/>
                  </a:cubicBezTo>
                  <a:cubicBezTo>
                    <a:pt x="96" y="44"/>
                    <a:pt x="96" y="44"/>
                    <a:pt x="96" y="45"/>
                  </a:cubicBezTo>
                  <a:cubicBezTo>
                    <a:pt x="96" y="46"/>
                    <a:pt x="96" y="46"/>
                    <a:pt x="100" y="46"/>
                  </a:cubicBezTo>
                  <a:cubicBezTo>
                    <a:pt x="103" y="46"/>
                    <a:pt x="105" y="46"/>
                    <a:pt x="105" y="47"/>
                  </a:cubicBezTo>
                  <a:cubicBezTo>
                    <a:pt x="105" y="48"/>
                    <a:pt x="105" y="49"/>
                    <a:pt x="105" y="49"/>
                  </a:cubicBezTo>
                  <a:cubicBezTo>
                    <a:pt x="105" y="50"/>
                    <a:pt x="104" y="49"/>
                    <a:pt x="102" y="50"/>
                  </a:cubicBezTo>
                  <a:cubicBezTo>
                    <a:pt x="100" y="50"/>
                    <a:pt x="97" y="50"/>
                    <a:pt x="96" y="50"/>
                  </a:cubicBezTo>
                  <a:cubicBezTo>
                    <a:pt x="96" y="50"/>
                    <a:pt x="96" y="51"/>
                    <a:pt x="96" y="51"/>
                  </a:cubicBezTo>
                  <a:cubicBezTo>
                    <a:pt x="96" y="52"/>
                    <a:pt x="96" y="52"/>
                    <a:pt x="98" y="52"/>
                  </a:cubicBezTo>
                  <a:cubicBezTo>
                    <a:pt x="105" y="54"/>
                    <a:pt x="105" y="54"/>
                    <a:pt x="106" y="58"/>
                  </a:cubicBezTo>
                  <a:cubicBezTo>
                    <a:pt x="106" y="62"/>
                    <a:pt x="106" y="64"/>
                    <a:pt x="106" y="65"/>
                  </a:cubicBezTo>
                  <a:cubicBezTo>
                    <a:pt x="106" y="66"/>
                    <a:pt x="107" y="67"/>
                    <a:pt x="105" y="6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1" name="Freeform 69">
              <a:extLst>
                <a:ext uri="{FF2B5EF4-FFF2-40B4-BE49-F238E27FC236}">
                  <a16:creationId xmlns:a16="http://schemas.microsoft.com/office/drawing/2014/main" id="{A269D46C-B300-41A8-B941-70E8E22DE042}"/>
                </a:ext>
              </a:extLst>
            </p:cNvPr>
            <p:cNvSpPr/>
            <p:nvPr/>
          </p:nvSpPr>
          <p:spPr bwMode="auto">
            <a:xfrm>
              <a:off x="4656138" y="5248275"/>
              <a:ext cx="26988" cy="28575"/>
            </a:xfrm>
            <a:custGeom>
              <a:avLst/>
              <a:gdLst>
                <a:gd name="T0" fmla="*/ 3 w 5"/>
                <a:gd name="T1" fmla="*/ 5 h 5"/>
                <a:gd name="T2" fmla="*/ 4 w 5"/>
                <a:gd name="T3" fmla="*/ 5 h 5"/>
                <a:gd name="T4" fmla="*/ 5 w 5"/>
                <a:gd name="T5" fmla="*/ 1 h 5"/>
                <a:gd name="T6" fmla="*/ 1 w 5"/>
                <a:gd name="T7" fmla="*/ 0 h 5"/>
                <a:gd name="T8" fmla="*/ 0 w 5"/>
                <a:gd name="T9" fmla="*/ 1 h 5"/>
                <a:gd name="T10" fmla="*/ 3 w 5"/>
                <a:gd name="T1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5" y="4"/>
                    <a:pt x="5" y="3"/>
                    <a:pt x="5" y="1"/>
                  </a:cubicBezTo>
                  <a:cubicBezTo>
                    <a:pt x="4" y="0"/>
                    <a:pt x="3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1" y="5"/>
                    <a:pt x="1" y="4"/>
                    <a:pt x="3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2" name="Freeform 70">
              <a:extLst>
                <a:ext uri="{FF2B5EF4-FFF2-40B4-BE49-F238E27FC236}">
                  <a16:creationId xmlns:a16="http://schemas.microsoft.com/office/drawing/2014/main" id="{BFA63E3D-1AEC-4EE8-9F67-09BCE14BBD85}"/>
                </a:ext>
              </a:extLst>
            </p:cNvPr>
            <p:cNvSpPr/>
            <p:nvPr/>
          </p:nvSpPr>
          <p:spPr bwMode="auto">
            <a:xfrm>
              <a:off x="4587875" y="5253038"/>
              <a:ext cx="28575" cy="23813"/>
            </a:xfrm>
            <a:custGeom>
              <a:avLst/>
              <a:gdLst>
                <a:gd name="T0" fmla="*/ 1 w 5"/>
                <a:gd name="T1" fmla="*/ 4 h 4"/>
                <a:gd name="T2" fmla="*/ 2 w 5"/>
                <a:gd name="T3" fmla="*/ 4 h 4"/>
                <a:gd name="T4" fmla="*/ 5 w 5"/>
                <a:gd name="T5" fmla="*/ 0 h 4"/>
                <a:gd name="T6" fmla="*/ 2 w 5"/>
                <a:gd name="T7" fmla="*/ 0 h 4"/>
                <a:gd name="T8" fmla="*/ 1 w 5"/>
                <a:gd name="T9" fmla="*/ 1 h 4"/>
                <a:gd name="T10" fmla="*/ 1 w 5"/>
                <a:gd name="T11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4">
                  <a:moveTo>
                    <a:pt x="1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4" y="4"/>
                    <a:pt x="4" y="2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0" y="2"/>
                    <a:pt x="0" y="4"/>
                    <a:pt x="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1004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3FF72EF-538B-4459-8CE3-9628156A8BA1}"/>
              </a:ext>
            </a:extLst>
          </p:cNvPr>
          <p:cNvSpPr txBox="1"/>
          <p:nvPr/>
        </p:nvSpPr>
        <p:spPr>
          <a:xfrm flipH="1">
            <a:off x="2594609" y="2270552"/>
            <a:ext cx="70027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自顶向下的语法分析器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3FCC733-DD5E-48A6-9CD6-2DE82D7F2DBD}"/>
              </a:ext>
            </a:extLst>
          </p:cNvPr>
          <p:cNvSpPr txBox="1"/>
          <p:nvPr/>
        </p:nvSpPr>
        <p:spPr>
          <a:xfrm flipH="1">
            <a:off x="5245608" y="4985387"/>
            <a:ext cx="11171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王培鸿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CBDFAA3-A81E-4ED8-967C-67060623867F}"/>
              </a:ext>
            </a:extLst>
          </p:cNvPr>
          <p:cNvSpPr txBox="1"/>
          <p:nvPr/>
        </p:nvSpPr>
        <p:spPr>
          <a:xfrm flipH="1">
            <a:off x="4805202" y="4356737"/>
            <a:ext cx="2183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2022152021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7B5017F-EB73-4428-92D2-8D335A80BB13}"/>
              </a:ext>
            </a:extLst>
          </p:cNvPr>
          <p:cNvSpPr txBox="1"/>
          <p:nvPr/>
        </p:nvSpPr>
        <p:spPr>
          <a:xfrm flipH="1">
            <a:off x="4787503" y="5614037"/>
            <a:ext cx="33356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4040273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D1501E7-3130-4F6D-923E-71ED7BA7018F}"/>
              </a:ext>
            </a:extLst>
          </p:cNvPr>
          <p:cNvSpPr txBox="1"/>
          <p:nvPr/>
        </p:nvSpPr>
        <p:spPr>
          <a:xfrm flipH="1">
            <a:off x="3770947" y="1538318"/>
            <a:ext cx="46501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TINY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语法分析器理解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2DA3A85-5F19-4DC0-98B5-48170E61BD40}"/>
              </a:ext>
            </a:extLst>
          </p:cNvPr>
          <p:cNvSpPr txBox="1"/>
          <p:nvPr/>
        </p:nvSpPr>
        <p:spPr>
          <a:xfrm flipH="1">
            <a:off x="3770947" y="2697481"/>
            <a:ext cx="33356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TINY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语法测试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C42A939-C7B6-44A7-972C-302376340F47}"/>
              </a:ext>
            </a:extLst>
          </p:cNvPr>
          <p:cNvSpPr txBox="1"/>
          <p:nvPr/>
        </p:nvSpPr>
        <p:spPr>
          <a:xfrm flipH="1">
            <a:off x="3770947" y="3898047"/>
            <a:ext cx="46501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TINY+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语法分析器实现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D688CD9-A867-4D25-A9C9-C53DB7E0E15E}"/>
              </a:ext>
            </a:extLst>
          </p:cNvPr>
          <p:cNvSpPr txBox="1"/>
          <p:nvPr/>
        </p:nvSpPr>
        <p:spPr>
          <a:xfrm flipH="1">
            <a:off x="3770947" y="4959072"/>
            <a:ext cx="33356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TINY+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语法测试</a:t>
            </a:r>
          </a:p>
        </p:txBody>
      </p:sp>
    </p:spTree>
    <p:extLst>
      <p:ext uri="{BB962C8B-B14F-4D97-AF65-F5344CB8AC3E}">
        <p14:creationId xmlns:p14="http://schemas.microsoft.com/office/powerpoint/2010/main" val="3755600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EF0B20B-3415-4696-8088-A9633D73CACC}"/>
              </a:ext>
            </a:extLst>
          </p:cNvPr>
          <p:cNvSpPr txBox="1"/>
          <p:nvPr/>
        </p:nvSpPr>
        <p:spPr>
          <a:xfrm flipH="1">
            <a:off x="1170622" y="300068"/>
            <a:ext cx="46501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TINY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语法分析器理解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245873D-5397-49D7-8699-E2B1B8E17AE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93700" y="1222692"/>
            <a:ext cx="5168900" cy="323500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E3C39FF-4BB0-488A-9424-9D880C4216F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095999" y="1222691"/>
            <a:ext cx="4924425" cy="323500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DBFEE4B-0E06-4455-BB67-12AA0B596541}"/>
              </a:ext>
            </a:extLst>
          </p:cNvPr>
          <p:cNvSpPr txBox="1"/>
          <p:nvPr/>
        </p:nvSpPr>
        <p:spPr>
          <a:xfrm flipH="1">
            <a:off x="1627822" y="4564716"/>
            <a:ext cx="33356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TINY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语法产生式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A133FB0-E287-4FE1-919F-E1D0F285A068}"/>
              </a:ext>
            </a:extLst>
          </p:cNvPr>
          <p:cNvSpPr txBox="1"/>
          <p:nvPr/>
        </p:nvSpPr>
        <p:spPr>
          <a:xfrm flipH="1">
            <a:off x="7304722" y="4564716"/>
            <a:ext cx="33356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TINY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语法解析实现</a:t>
            </a:r>
          </a:p>
        </p:txBody>
      </p:sp>
    </p:spTree>
    <p:extLst>
      <p:ext uri="{BB962C8B-B14F-4D97-AF65-F5344CB8AC3E}">
        <p14:creationId xmlns:p14="http://schemas.microsoft.com/office/powerpoint/2010/main" val="2100312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803FB30-1A77-46DB-BE24-0E946407DC8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43561" y="1479867"/>
            <a:ext cx="3561715" cy="90741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6C0215D9-2486-48C8-834D-E6FB689D8AE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22313" y="3849054"/>
            <a:ext cx="2845435" cy="131699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5CAD0A7-3BEE-4FAB-9BED-3BE4F620AB3B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5079365" y="1479867"/>
            <a:ext cx="2033270" cy="150558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37ADDBB-B327-4A44-8D13-27E0969E343D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5203190" y="3849054"/>
            <a:ext cx="2381250" cy="160401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5B49FF4-0792-4C15-BCD7-9E2159B75B07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9219882" y="1483676"/>
            <a:ext cx="1380490" cy="170561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772D311-6DB7-4107-9076-0F62C9E52955}"/>
              </a:ext>
            </a:extLst>
          </p:cNvPr>
          <p:cNvPicPr/>
          <p:nvPr/>
        </p:nvPicPr>
        <p:blipFill>
          <a:blip r:embed="rId7"/>
          <a:stretch>
            <a:fillRect/>
          </a:stretch>
        </p:blipFill>
        <p:spPr>
          <a:xfrm>
            <a:off x="9219882" y="3849054"/>
            <a:ext cx="1753235" cy="130302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87BC141-DFA9-41DA-82E4-1610AC319FF1}"/>
              </a:ext>
            </a:extLst>
          </p:cNvPr>
          <p:cNvSpPr txBox="1"/>
          <p:nvPr/>
        </p:nvSpPr>
        <p:spPr>
          <a:xfrm flipH="1">
            <a:off x="1170622" y="300068"/>
            <a:ext cx="46501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TINY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语法分析器理解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A3D686C-6C30-410B-B004-839B1EE7BE3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2218" y="1087105"/>
            <a:ext cx="3561715" cy="39276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63AD367-E6A0-4199-ABA6-164D7277313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04495" y="1087105"/>
            <a:ext cx="3267906" cy="39276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5700BD0D-3EDD-49C5-82FD-DFCFB06C06E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46490" y="1087105"/>
            <a:ext cx="2352283" cy="392762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E6975AC3-2BE0-4998-A050-640FA93D8BC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3040" y="3437725"/>
            <a:ext cx="4650106" cy="256375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0C36CB57-35CF-458B-8FCE-12A17C5588E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03190" y="3437725"/>
            <a:ext cx="2254885" cy="327525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12C9E48D-2398-49EA-AE82-1A09225A181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03589" y="3437725"/>
            <a:ext cx="3788411" cy="320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69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324F0E2-EA4B-42C1-B358-009303C7940C}"/>
              </a:ext>
            </a:extLst>
          </p:cNvPr>
          <p:cNvSpPr txBox="1"/>
          <p:nvPr/>
        </p:nvSpPr>
        <p:spPr>
          <a:xfrm flipH="1">
            <a:off x="1151572" y="297181"/>
            <a:ext cx="33356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TINY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语法测试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525CA50-A451-4C16-840B-1FADA59D267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80975" y="1031874"/>
            <a:ext cx="3119994" cy="334962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742CE633-8D74-498D-86F4-13E071EE7B1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411695" y="1031874"/>
            <a:ext cx="3007676" cy="334962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E0A5A72-6C9F-4E33-8F93-83385C27DA01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530097" y="1031874"/>
            <a:ext cx="5591654" cy="334962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25E5848-F08F-46C5-8643-85D4D8BB379B}"/>
              </a:ext>
            </a:extLst>
          </p:cNvPr>
          <p:cNvSpPr txBox="1"/>
          <p:nvPr/>
        </p:nvSpPr>
        <p:spPr>
          <a:xfrm>
            <a:off x="689776" y="4531417"/>
            <a:ext cx="21296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/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测试代码</a:t>
            </a:r>
            <a:endParaRPr lang="zh-CN" altLang="zh-CN" sz="2400" b="1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32D02F9-AC10-448F-9A41-5D03A419C031}"/>
              </a:ext>
            </a:extLst>
          </p:cNvPr>
          <p:cNvSpPr txBox="1"/>
          <p:nvPr/>
        </p:nvSpPr>
        <p:spPr>
          <a:xfrm>
            <a:off x="3850721" y="4531418"/>
            <a:ext cx="21296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/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语法分析</a:t>
            </a:r>
            <a:endParaRPr lang="zh-CN" altLang="zh-CN" sz="2400" b="1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D33C4C7-C468-481F-96E0-1B6CFA58D2F6}"/>
              </a:ext>
            </a:extLst>
          </p:cNvPr>
          <p:cNvSpPr txBox="1"/>
          <p:nvPr/>
        </p:nvSpPr>
        <p:spPr>
          <a:xfrm>
            <a:off x="8424649" y="4531417"/>
            <a:ext cx="21296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/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语法树结构</a:t>
            </a:r>
            <a:endParaRPr lang="zh-CN" altLang="zh-CN" sz="2400" b="1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2118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324F0E2-EA4B-42C1-B358-009303C7940C}"/>
              </a:ext>
            </a:extLst>
          </p:cNvPr>
          <p:cNvSpPr txBox="1"/>
          <p:nvPr/>
        </p:nvSpPr>
        <p:spPr>
          <a:xfrm flipH="1">
            <a:off x="1151572" y="297181"/>
            <a:ext cx="33356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TINY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语法测试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88DD0C7-D278-484A-9351-9BCB21ADB2E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1201" y="1078229"/>
            <a:ext cx="2966799" cy="345217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5EAA902-557A-4AA1-A1C9-9AC48368480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234055" y="1078229"/>
            <a:ext cx="2861945" cy="470154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749D838-4676-4660-B6ED-16C3B8F251FB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282055" y="1522729"/>
            <a:ext cx="5655310" cy="292195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F14DECA9-B7A1-4BCE-82BA-FCF990278965}"/>
              </a:ext>
            </a:extLst>
          </p:cNvPr>
          <p:cNvSpPr txBox="1"/>
          <p:nvPr/>
        </p:nvSpPr>
        <p:spPr>
          <a:xfrm>
            <a:off x="312634" y="5976042"/>
            <a:ext cx="21296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/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测试代码</a:t>
            </a:r>
            <a:endParaRPr lang="zh-CN" altLang="zh-CN" sz="2400" b="1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2DA233E-EA3A-4F37-BCF0-CD9ED9589C58}"/>
              </a:ext>
            </a:extLst>
          </p:cNvPr>
          <p:cNvSpPr txBox="1"/>
          <p:nvPr/>
        </p:nvSpPr>
        <p:spPr>
          <a:xfrm>
            <a:off x="3804422" y="5976042"/>
            <a:ext cx="21296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/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语法分析</a:t>
            </a:r>
            <a:endParaRPr lang="zh-CN" altLang="zh-CN" sz="2400" b="1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BDC628B-9505-41AD-84B5-39174F5BDD7A}"/>
              </a:ext>
            </a:extLst>
          </p:cNvPr>
          <p:cNvSpPr txBox="1"/>
          <p:nvPr/>
        </p:nvSpPr>
        <p:spPr>
          <a:xfrm>
            <a:off x="8378350" y="5976041"/>
            <a:ext cx="21296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/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语法树结构</a:t>
            </a:r>
            <a:endParaRPr lang="zh-CN" altLang="zh-CN" sz="2400" b="1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50527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ECCDEB8-5373-4FF1-BDC1-B10AD9413F87}"/>
              </a:ext>
            </a:extLst>
          </p:cNvPr>
          <p:cNvSpPr txBox="1"/>
          <p:nvPr/>
        </p:nvSpPr>
        <p:spPr>
          <a:xfrm flipH="1">
            <a:off x="1151572" y="297181"/>
            <a:ext cx="33356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TINY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语法测试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8586AD1-F6DB-462B-8AEE-335C0F23492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52632" y="1159192"/>
            <a:ext cx="2574841" cy="213959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3CBE91C5-40FD-4436-BFC9-8CF2444858A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051492" y="1159192"/>
            <a:ext cx="2660015" cy="421005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3615498-5776-4842-9455-A78230BFD534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096000" y="1159192"/>
            <a:ext cx="5431473" cy="345191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2937FD2-96C7-45F8-88DA-A8AD0B67A1B8}"/>
              </a:ext>
            </a:extLst>
          </p:cNvPr>
          <p:cNvSpPr txBox="1"/>
          <p:nvPr/>
        </p:nvSpPr>
        <p:spPr>
          <a:xfrm>
            <a:off x="335783" y="5749495"/>
            <a:ext cx="21296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/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测试代码</a:t>
            </a:r>
            <a:endParaRPr lang="zh-CN" altLang="zh-CN" sz="2400" b="1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92D1720-F681-41F8-92AD-3F1570971011}"/>
              </a:ext>
            </a:extLst>
          </p:cNvPr>
          <p:cNvSpPr txBox="1"/>
          <p:nvPr/>
        </p:nvSpPr>
        <p:spPr>
          <a:xfrm>
            <a:off x="3827571" y="5749495"/>
            <a:ext cx="21296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/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语法分析</a:t>
            </a:r>
            <a:endParaRPr lang="zh-CN" altLang="zh-CN" sz="2400" b="1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94CB15C-9CD2-4267-8B92-4C03BD1942EA}"/>
              </a:ext>
            </a:extLst>
          </p:cNvPr>
          <p:cNvSpPr txBox="1"/>
          <p:nvPr/>
        </p:nvSpPr>
        <p:spPr>
          <a:xfrm>
            <a:off x="8401499" y="5749494"/>
            <a:ext cx="21296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/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语法树结构</a:t>
            </a:r>
            <a:endParaRPr lang="zh-CN" altLang="zh-CN" sz="2400" b="1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10682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00A9D45-18B2-4D16-AB85-60D022ED4B7D}"/>
              </a:ext>
            </a:extLst>
          </p:cNvPr>
          <p:cNvSpPr txBox="1"/>
          <p:nvPr/>
        </p:nvSpPr>
        <p:spPr>
          <a:xfrm flipH="1">
            <a:off x="1161097" y="288072"/>
            <a:ext cx="46501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TINY+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语法分析器实现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51046E2-1819-457E-860B-86AADD91FCB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875529" y="1304332"/>
            <a:ext cx="2669540" cy="139192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5B7DE97-F026-4CDD-AB74-88D19D5AC72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029574" y="1726560"/>
            <a:ext cx="3133725" cy="53848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A614F30-E1D5-4BD2-8427-256D4D330A68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8248649" y="3304339"/>
            <a:ext cx="2914650" cy="54483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101A8E0-2AB6-4110-97DA-F96EAE374A36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5507831" y="2927089"/>
            <a:ext cx="1176338" cy="129933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EB11361-285E-4029-B01F-1F0EFBB1D85C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8039099" y="5053645"/>
            <a:ext cx="3552825" cy="46672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A84F95B-7897-425D-980F-A6ABA758578F}"/>
              </a:ext>
            </a:extLst>
          </p:cNvPr>
          <p:cNvPicPr/>
          <p:nvPr/>
        </p:nvPicPr>
        <p:blipFill>
          <a:blip r:embed="rId7"/>
          <a:stretch>
            <a:fillRect/>
          </a:stretch>
        </p:blipFill>
        <p:spPr>
          <a:xfrm>
            <a:off x="4875529" y="4591048"/>
            <a:ext cx="2669540" cy="1391920"/>
          </a:xfrm>
          <a:prstGeom prst="rect">
            <a:avLst/>
          </a:prstGeom>
        </p:spPr>
      </p:pic>
      <p:grpSp>
        <p:nvGrpSpPr>
          <p:cNvPr id="11" name="组合 10">
            <a:extLst>
              <a:ext uri="{FF2B5EF4-FFF2-40B4-BE49-F238E27FC236}">
                <a16:creationId xmlns:a16="http://schemas.microsoft.com/office/drawing/2014/main" id="{F8FA50EE-9BAA-403B-B135-5CCE6ACA1047}"/>
              </a:ext>
            </a:extLst>
          </p:cNvPr>
          <p:cNvGrpSpPr/>
          <p:nvPr/>
        </p:nvGrpSpPr>
        <p:grpSpPr>
          <a:xfrm>
            <a:off x="162606" y="2293057"/>
            <a:ext cx="4619307" cy="2760588"/>
            <a:chOff x="222408" y="1303215"/>
            <a:chExt cx="4619307" cy="2760588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06E44BEB-1A3C-4D7C-AAC6-157B08443734}"/>
                </a:ext>
              </a:extLst>
            </p:cNvPr>
            <p:cNvPicPr/>
            <p:nvPr/>
          </p:nvPicPr>
          <p:blipFill rotWithShape="1">
            <a:blip r:embed="rId8"/>
            <a:srcRect b="77374"/>
            <a:stretch/>
          </p:blipFill>
          <p:spPr>
            <a:xfrm>
              <a:off x="222408" y="1303215"/>
              <a:ext cx="4619307" cy="1269607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E76D6D5A-758D-4C40-916F-E2F01CA9ED08}"/>
                </a:ext>
              </a:extLst>
            </p:cNvPr>
            <p:cNvPicPr/>
            <p:nvPr/>
          </p:nvPicPr>
          <p:blipFill rotWithShape="1">
            <a:blip r:embed="rId8"/>
            <a:srcRect t="73428"/>
            <a:stretch/>
          </p:blipFill>
          <p:spPr>
            <a:xfrm>
              <a:off x="222408" y="2572822"/>
              <a:ext cx="4619307" cy="1490981"/>
            </a:xfrm>
            <a:prstGeom prst="rect">
              <a:avLst/>
            </a:prstGeom>
          </p:spPr>
        </p:pic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BAC20486-2A05-4506-A408-3C556891E07D}"/>
              </a:ext>
            </a:extLst>
          </p:cNvPr>
          <p:cNvSpPr txBox="1"/>
          <p:nvPr/>
        </p:nvSpPr>
        <p:spPr>
          <a:xfrm flipH="1">
            <a:off x="828830" y="5982967"/>
            <a:ext cx="33356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TINY+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语法产生式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309C320F-35AA-4E9C-93C3-F57EA00925FD}"/>
              </a:ext>
            </a:extLst>
          </p:cNvPr>
          <p:cNvCxnSpPr/>
          <p:nvPr/>
        </p:nvCxnSpPr>
        <p:spPr>
          <a:xfrm>
            <a:off x="4836158" y="872847"/>
            <a:ext cx="0" cy="5697081"/>
          </a:xfrm>
          <a:prstGeom prst="line">
            <a:avLst/>
          </a:prstGeom>
          <a:ln w="28575"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79D4077C-532D-414A-A9E3-0179EC5B9E05}"/>
              </a:ext>
            </a:extLst>
          </p:cNvPr>
          <p:cNvSpPr txBox="1"/>
          <p:nvPr/>
        </p:nvSpPr>
        <p:spPr>
          <a:xfrm flipH="1">
            <a:off x="7180895" y="5982968"/>
            <a:ext cx="42395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新增产生式节点结构</a:t>
            </a:r>
          </a:p>
        </p:txBody>
      </p:sp>
    </p:spTree>
    <p:extLst>
      <p:ext uri="{BB962C8B-B14F-4D97-AF65-F5344CB8AC3E}">
        <p14:creationId xmlns:p14="http://schemas.microsoft.com/office/powerpoint/2010/main" val="3751051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E5391EC-4F31-48F7-9EB6-7D9E04CF021E}"/>
              </a:ext>
            </a:extLst>
          </p:cNvPr>
          <p:cNvSpPr txBox="1"/>
          <p:nvPr/>
        </p:nvSpPr>
        <p:spPr>
          <a:xfrm flipH="1">
            <a:off x="1161097" y="288072"/>
            <a:ext cx="46501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TINY+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语法分析器实现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99EBC72-87C6-44AB-B456-E5B7D59FC675}"/>
              </a:ext>
            </a:extLst>
          </p:cNvPr>
          <p:cNvSpPr txBox="1"/>
          <p:nvPr/>
        </p:nvSpPr>
        <p:spPr>
          <a:xfrm>
            <a:off x="357187" y="1016239"/>
            <a:ext cx="61055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/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program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产生式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B86E169-9B56-4EBA-9D83-2ADECDA9EBE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485385" y="1753633"/>
            <a:ext cx="2654935" cy="133096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E67D6F5-29B6-4029-AFD8-3934DEF2083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76170" y="3946898"/>
            <a:ext cx="4295776" cy="149572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794F5D3-0994-4C48-A0D3-CBA6EE6904EA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772499" y="1385571"/>
            <a:ext cx="3757735" cy="195109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63CDC97-C5E9-497E-82FA-16E4A8DE8A89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6853522" y="3785154"/>
            <a:ext cx="3800793" cy="2992637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ABD089C-54C4-4ADB-859D-B17A05FCF7BC}"/>
              </a:ext>
            </a:extLst>
          </p:cNvPr>
          <p:cNvSpPr txBox="1"/>
          <p:nvPr/>
        </p:nvSpPr>
        <p:spPr>
          <a:xfrm>
            <a:off x="207235" y="3394435"/>
            <a:ext cx="4514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/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globals.h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文件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新增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StmtKind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的类型定义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55AF3AC-676F-4D32-8C11-8219F99915AB}"/>
              </a:ext>
            </a:extLst>
          </p:cNvPr>
          <p:cNvSpPr txBox="1"/>
          <p:nvPr/>
        </p:nvSpPr>
        <p:spPr>
          <a:xfrm>
            <a:off x="6086476" y="1016239"/>
            <a:ext cx="61055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printTree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函数中新增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ProgramK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类型语句的输出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646C99B-1D73-44C6-9F5C-8137E268E1C2}"/>
              </a:ext>
            </a:extLst>
          </p:cNvPr>
          <p:cNvSpPr txBox="1"/>
          <p:nvPr/>
        </p:nvSpPr>
        <p:spPr>
          <a:xfrm>
            <a:off x="5991550" y="3429000"/>
            <a:ext cx="61055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修改函数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parse()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定义，新建语句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节点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类型为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ProgramK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70631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3E6DEF9-2EF9-4C0F-861E-FDE762A01F8C}"/>
              </a:ext>
            </a:extLst>
          </p:cNvPr>
          <p:cNvSpPr txBox="1"/>
          <p:nvPr/>
        </p:nvSpPr>
        <p:spPr>
          <a:xfrm flipH="1">
            <a:off x="1161097" y="288072"/>
            <a:ext cx="46501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TINY+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语法分析器实现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3DA5F81-1ABE-4BAF-8A24-06B588680FB0}"/>
              </a:ext>
            </a:extLst>
          </p:cNvPr>
          <p:cNvSpPr txBox="1"/>
          <p:nvPr/>
        </p:nvSpPr>
        <p:spPr>
          <a:xfrm>
            <a:off x="309563" y="1053584"/>
            <a:ext cx="61055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/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declarations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产生式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0066562-2835-4B27-9766-DEAADAE1AB5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69701" y="2449337"/>
            <a:ext cx="4088130" cy="362489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8DA9169-FFE1-43F9-BBD6-CFCDAA5691B2}"/>
              </a:ext>
            </a:extLst>
          </p:cNvPr>
          <p:cNvSpPr txBox="1"/>
          <p:nvPr/>
        </p:nvSpPr>
        <p:spPr>
          <a:xfrm>
            <a:off x="6277639" y="1053584"/>
            <a:ext cx="61055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/>
            <a:r>
              <a:rPr lang="en-US" altLang="zh-CN" sz="2400" b="1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decl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产生式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DD13CB3-67D3-4FDA-9F12-3AF2589644C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099939" y="1777009"/>
            <a:ext cx="1824038" cy="192405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3886505-EA43-4E68-BC81-8608DEE0FB8D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7352636" y="4453181"/>
            <a:ext cx="3318643" cy="1363891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B76CD6AB-F896-4ECD-B6A6-98190147EA7B}"/>
              </a:ext>
            </a:extLst>
          </p:cNvPr>
          <p:cNvSpPr txBox="1"/>
          <p:nvPr/>
        </p:nvSpPr>
        <p:spPr>
          <a:xfrm>
            <a:off x="220028" y="1580912"/>
            <a:ext cx="40881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6700" indent="266700" algn="just"/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循环实现右递归，如遇到符号类型字符则调用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decl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()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程序匹配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C6D6A4F-CE08-4529-AAC6-36BF4068B251}"/>
              </a:ext>
            </a:extLst>
          </p:cNvPr>
          <p:cNvSpPr txBox="1"/>
          <p:nvPr/>
        </p:nvSpPr>
        <p:spPr>
          <a:xfrm>
            <a:off x="6231280" y="3892454"/>
            <a:ext cx="6198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调用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type-specifier()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程序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，将子节点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调用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varlist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程序匹配</a:t>
            </a:r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419364B8-9735-43C2-9EF0-AE0973BDB194}"/>
              </a:ext>
            </a:extLst>
          </p:cNvPr>
          <p:cNvCxnSpPr>
            <a:cxnSpLocks/>
          </p:cNvCxnSpPr>
          <p:nvPr/>
        </p:nvCxnSpPr>
        <p:spPr>
          <a:xfrm>
            <a:off x="6096000" y="872847"/>
            <a:ext cx="0" cy="5697081"/>
          </a:xfrm>
          <a:prstGeom prst="line">
            <a:avLst/>
          </a:prstGeom>
          <a:ln w="28575">
            <a:solidFill>
              <a:srgbClr val="FF0000"/>
            </a:solidFill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5644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3E6DEF9-2EF9-4C0F-861E-FDE762A01F8C}"/>
              </a:ext>
            </a:extLst>
          </p:cNvPr>
          <p:cNvSpPr txBox="1"/>
          <p:nvPr/>
        </p:nvSpPr>
        <p:spPr>
          <a:xfrm flipH="1">
            <a:off x="1161097" y="288072"/>
            <a:ext cx="46501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TINY+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语法分析器实现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85C50C1-CF04-4AF7-951C-0F1C69C3F901}"/>
              </a:ext>
            </a:extLst>
          </p:cNvPr>
          <p:cNvSpPr txBox="1"/>
          <p:nvPr/>
        </p:nvSpPr>
        <p:spPr>
          <a:xfrm>
            <a:off x="196552" y="894875"/>
            <a:ext cx="61055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/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type-specifier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产生式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73C9F69A-5C39-46D9-A88D-04C6C47F743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16396" y="2003130"/>
            <a:ext cx="3763268" cy="119919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5F2DA4C-6265-4E44-9C03-FC2499E3CD6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96552" y="4252532"/>
            <a:ext cx="3752839" cy="1522168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9E81A902-83F3-495F-B03F-6553ABA1AFBF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4512133" y="1510751"/>
            <a:ext cx="3635734" cy="195309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6A1DD7FA-176A-43A8-B026-8E56765AA778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4801500" y="4169142"/>
            <a:ext cx="3056999" cy="2400786"/>
          </a:xfrm>
          <a:prstGeom prst="rect">
            <a:avLst/>
          </a:prstGeom>
        </p:spPr>
      </p:pic>
      <p:grpSp>
        <p:nvGrpSpPr>
          <p:cNvPr id="32" name="组合 31">
            <a:extLst>
              <a:ext uri="{FF2B5EF4-FFF2-40B4-BE49-F238E27FC236}">
                <a16:creationId xmlns:a16="http://schemas.microsoft.com/office/drawing/2014/main" id="{6315D04B-F343-4D6F-B841-0DDC6778F755}"/>
              </a:ext>
            </a:extLst>
          </p:cNvPr>
          <p:cNvGrpSpPr/>
          <p:nvPr/>
        </p:nvGrpSpPr>
        <p:grpSpPr>
          <a:xfrm>
            <a:off x="8839338" y="1414568"/>
            <a:ext cx="3056998" cy="5432528"/>
            <a:chOff x="8883504" y="1224985"/>
            <a:chExt cx="3056998" cy="5432528"/>
          </a:xfrm>
        </p:grpSpPr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CB96B441-B471-4B93-BE39-8A5504073403}"/>
                </a:ext>
              </a:extLst>
            </p:cNvPr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8883504" y="1224985"/>
              <a:ext cx="3056998" cy="2800675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A2307234-5E59-42C0-A424-06D7EDA1F4DB}"/>
                </a:ext>
              </a:extLst>
            </p:cNvPr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8883504" y="4002415"/>
              <a:ext cx="3056998" cy="2655098"/>
            </a:xfrm>
            <a:prstGeom prst="rect">
              <a:avLst/>
            </a:prstGeom>
          </p:spPr>
        </p:pic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484AED07-7E23-43C4-8DE1-75A36ED353A9}"/>
              </a:ext>
            </a:extLst>
          </p:cNvPr>
          <p:cNvSpPr txBox="1"/>
          <p:nvPr/>
        </p:nvSpPr>
        <p:spPr>
          <a:xfrm>
            <a:off x="304089" y="1475053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新增节点类型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NodeKind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TypeK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1180DDC-F00B-4ED9-80DA-99E25FFAF564}"/>
              </a:ext>
            </a:extLst>
          </p:cNvPr>
          <p:cNvSpPr txBox="1"/>
          <p:nvPr/>
        </p:nvSpPr>
        <p:spPr>
          <a:xfrm>
            <a:off x="286725" y="3574263"/>
            <a:ext cx="37528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treeNode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结构体新增类型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kind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的值为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TypeKind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C1AB517-F390-4D96-AF4F-64B4D26FE80A}"/>
              </a:ext>
            </a:extLst>
          </p:cNvPr>
          <p:cNvSpPr txBox="1"/>
          <p:nvPr/>
        </p:nvSpPr>
        <p:spPr>
          <a:xfrm>
            <a:off x="4104891" y="1049086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新增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创建类型节点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newTypeNode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实现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053176D-E8AA-46B2-B6C6-15EED66B02BD}"/>
              </a:ext>
            </a:extLst>
          </p:cNvPr>
          <p:cNvSpPr txBox="1"/>
          <p:nvPr/>
        </p:nvSpPr>
        <p:spPr>
          <a:xfrm>
            <a:off x="4213998" y="3484501"/>
            <a:ext cx="40402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printTree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函数中，新增节点类型为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TypeK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的输出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0AC5EA1-378C-4333-B78B-F4398A302E0C}"/>
              </a:ext>
            </a:extLst>
          </p:cNvPr>
          <p:cNvSpPr txBox="1"/>
          <p:nvPr/>
        </p:nvSpPr>
        <p:spPr>
          <a:xfrm>
            <a:off x="8641399" y="827848"/>
            <a:ext cx="35054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type_specifier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根据不同类型去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match()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类型终结符</a:t>
            </a:r>
            <a:endParaRPr lang="zh-CN" altLang="en-US" dirty="0"/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2971639C-1EA7-4FC3-8F96-0EEE85013A78}"/>
              </a:ext>
            </a:extLst>
          </p:cNvPr>
          <p:cNvCxnSpPr>
            <a:cxnSpLocks/>
          </p:cNvCxnSpPr>
          <p:nvPr/>
        </p:nvCxnSpPr>
        <p:spPr>
          <a:xfrm>
            <a:off x="4118527" y="872847"/>
            <a:ext cx="0" cy="5697081"/>
          </a:xfrm>
          <a:prstGeom prst="line">
            <a:avLst/>
          </a:prstGeom>
          <a:ln w="28575">
            <a:solidFill>
              <a:srgbClr val="FF0000"/>
            </a:solidFill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3C28F6DE-4089-4662-B177-A6BDB99FDAF6}"/>
              </a:ext>
            </a:extLst>
          </p:cNvPr>
          <p:cNvCxnSpPr>
            <a:cxnSpLocks/>
          </p:cNvCxnSpPr>
          <p:nvPr/>
        </p:nvCxnSpPr>
        <p:spPr>
          <a:xfrm>
            <a:off x="8443598" y="855653"/>
            <a:ext cx="0" cy="5697081"/>
          </a:xfrm>
          <a:prstGeom prst="line">
            <a:avLst/>
          </a:prstGeom>
          <a:ln w="28575">
            <a:solidFill>
              <a:srgbClr val="FF0000"/>
            </a:solidFill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5418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3E6DEF9-2EF9-4C0F-861E-FDE762A01F8C}"/>
              </a:ext>
            </a:extLst>
          </p:cNvPr>
          <p:cNvSpPr txBox="1"/>
          <p:nvPr/>
        </p:nvSpPr>
        <p:spPr>
          <a:xfrm flipH="1">
            <a:off x="1161097" y="288072"/>
            <a:ext cx="46501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TINY+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语法分析器实现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3DA5F81-1ABE-4BAF-8A24-06B588680FB0}"/>
              </a:ext>
            </a:extLst>
          </p:cNvPr>
          <p:cNvSpPr txBox="1"/>
          <p:nvPr/>
        </p:nvSpPr>
        <p:spPr>
          <a:xfrm>
            <a:off x="1161097" y="987504"/>
            <a:ext cx="61055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/>
            <a:r>
              <a:rPr lang="en-US" altLang="zh-CN" sz="2400" b="1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varlist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产生式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B2C9F96-A7F7-445C-A792-02979B9BF02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30065" y="1849284"/>
            <a:ext cx="3750278" cy="449090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F83FFE2-29C7-4DF3-93BD-372D98262EBF}"/>
              </a:ext>
            </a:extLst>
          </p:cNvPr>
          <p:cNvSpPr txBox="1"/>
          <p:nvPr/>
        </p:nvSpPr>
        <p:spPr>
          <a:xfrm>
            <a:off x="7847647" y="987504"/>
            <a:ext cx="61055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/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statement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产生式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1F48CF8-BA02-4C71-AB9F-E4037FE56B8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228255" y="1849284"/>
            <a:ext cx="4034787" cy="4490907"/>
          </a:xfrm>
          <a:prstGeom prst="rect">
            <a:avLst/>
          </a:prstGeom>
        </p:spPr>
      </p:pic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3FB0EE4-C818-4669-948B-35D96AFE3EEC}"/>
              </a:ext>
            </a:extLst>
          </p:cNvPr>
          <p:cNvCxnSpPr>
            <a:cxnSpLocks/>
          </p:cNvCxnSpPr>
          <p:nvPr/>
        </p:nvCxnSpPr>
        <p:spPr>
          <a:xfrm>
            <a:off x="6096000" y="872847"/>
            <a:ext cx="0" cy="5697081"/>
          </a:xfrm>
          <a:prstGeom prst="line">
            <a:avLst/>
          </a:prstGeom>
          <a:ln w="28575">
            <a:solidFill>
              <a:srgbClr val="FF0000"/>
            </a:solidFill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EE33C545-8F67-4A58-9C01-0316A9171371}"/>
              </a:ext>
            </a:extLst>
          </p:cNvPr>
          <p:cNvSpPr txBox="1"/>
          <p:nvPr/>
        </p:nvSpPr>
        <p:spPr>
          <a:xfrm>
            <a:off x="868113" y="1479952"/>
            <a:ext cx="69795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循环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实现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tokenType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ID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递归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匹配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C320CED-5D93-4341-B826-02922795B284}"/>
              </a:ext>
            </a:extLst>
          </p:cNvPr>
          <p:cNvSpPr txBox="1"/>
          <p:nvPr/>
        </p:nvSpPr>
        <p:spPr>
          <a:xfrm>
            <a:off x="6973637" y="1464561"/>
            <a:ext cx="69795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新增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while-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stmt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语句解析，起始终结符为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do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546155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B854FD8-5118-4217-8340-6CAAA7382E0B}"/>
              </a:ext>
            </a:extLst>
          </p:cNvPr>
          <p:cNvSpPr txBox="1"/>
          <p:nvPr/>
        </p:nvSpPr>
        <p:spPr>
          <a:xfrm flipH="1">
            <a:off x="1161097" y="288072"/>
            <a:ext cx="46501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TINY+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语法分析器实现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F8C3571-A54C-4AD4-8EEB-F0A4B2AC7FE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244124" y="1432242"/>
            <a:ext cx="2669540" cy="139192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B080940-CD7C-4577-8922-4DBC94849F82}"/>
              </a:ext>
            </a:extLst>
          </p:cNvPr>
          <p:cNvSpPr txBox="1"/>
          <p:nvPr/>
        </p:nvSpPr>
        <p:spPr>
          <a:xfrm>
            <a:off x="347663" y="970577"/>
            <a:ext cx="61055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/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while-</a:t>
            </a:r>
            <a:r>
              <a:rPr lang="en-US" altLang="zh-CN" sz="2400" b="1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stmt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产生式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7489F24-3E6B-44D8-BDB1-D505434545A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66688" y="3388407"/>
            <a:ext cx="4315936" cy="110280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4FD14D5-4037-48C2-9E1D-C13FF00FDFCD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4821818" y="2094114"/>
            <a:ext cx="3548061" cy="369139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F2EED2C-4731-4D58-A38E-67F24BC8A631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8989324" y="2148376"/>
            <a:ext cx="3076721" cy="223545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6CE674DD-E0D6-45C4-83B1-43232A632ABE}"/>
              </a:ext>
            </a:extLst>
          </p:cNvPr>
          <p:cNvSpPr txBox="1"/>
          <p:nvPr/>
        </p:nvSpPr>
        <p:spPr>
          <a:xfrm>
            <a:off x="166688" y="2921618"/>
            <a:ext cx="6169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global.h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文件新增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StmtKind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类型为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WhileK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DFD03C8-28D5-4D1A-8738-C5F47DE41647}"/>
              </a:ext>
            </a:extLst>
          </p:cNvPr>
          <p:cNvSpPr txBox="1"/>
          <p:nvPr/>
        </p:nvSpPr>
        <p:spPr>
          <a:xfrm>
            <a:off x="4560768" y="1377185"/>
            <a:ext cx="4070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printTree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函数中，新增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StmtKind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类型为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WhileK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的输出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A57A5C1-421F-45C1-B04F-BAE651290FE3}"/>
              </a:ext>
            </a:extLst>
          </p:cNvPr>
          <p:cNvSpPr txBox="1"/>
          <p:nvPr/>
        </p:nvSpPr>
        <p:spPr>
          <a:xfrm>
            <a:off x="9278032" y="1515684"/>
            <a:ext cx="4070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while_stmt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的实现</a:t>
            </a:r>
            <a:endParaRPr lang="zh-CN" altLang="en-US" dirty="0"/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F4C51DBC-18FE-4DB7-9470-9B22EA6FAF89}"/>
              </a:ext>
            </a:extLst>
          </p:cNvPr>
          <p:cNvCxnSpPr>
            <a:cxnSpLocks/>
          </p:cNvCxnSpPr>
          <p:nvPr/>
        </p:nvCxnSpPr>
        <p:spPr>
          <a:xfrm>
            <a:off x="4560768" y="872847"/>
            <a:ext cx="0" cy="5697081"/>
          </a:xfrm>
          <a:prstGeom prst="line">
            <a:avLst/>
          </a:prstGeom>
          <a:ln w="28575">
            <a:solidFill>
              <a:srgbClr val="FF0000"/>
            </a:solidFill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F472AD6F-1939-446F-BC41-20419C0F3883}"/>
              </a:ext>
            </a:extLst>
          </p:cNvPr>
          <p:cNvCxnSpPr>
            <a:cxnSpLocks/>
          </p:cNvCxnSpPr>
          <p:nvPr/>
        </p:nvCxnSpPr>
        <p:spPr>
          <a:xfrm>
            <a:off x="8736826" y="872847"/>
            <a:ext cx="0" cy="5697081"/>
          </a:xfrm>
          <a:prstGeom prst="line">
            <a:avLst/>
          </a:prstGeom>
          <a:ln w="28575">
            <a:solidFill>
              <a:srgbClr val="FF0000"/>
            </a:solidFill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23223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5A14C51-E696-405D-BA9D-0D4BD9ECACA6}"/>
              </a:ext>
            </a:extLst>
          </p:cNvPr>
          <p:cNvSpPr txBox="1"/>
          <p:nvPr/>
        </p:nvSpPr>
        <p:spPr>
          <a:xfrm flipH="1">
            <a:off x="1161097" y="291822"/>
            <a:ext cx="33356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TINY+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语法测试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0C043C1-7CFF-4670-9C20-B8BD5F05DC7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47320" y="1092517"/>
            <a:ext cx="2391410" cy="17399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A2771BD-E346-4206-905F-CA4B0FD5369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828925" y="1092517"/>
            <a:ext cx="2147570" cy="30226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59B9064-526E-4812-9321-40CBEC258A8B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5621020" y="1092517"/>
            <a:ext cx="5961380" cy="351758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FA9D2C1-73D1-466E-BBEF-8A47BEA18309}"/>
              </a:ext>
            </a:extLst>
          </p:cNvPr>
          <p:cNvSpPr txBox="1"/>
          <p:nvPr/>
        </p:nvSpPr>
        <p:spPr>
          <a:xfrm>
            <a:off x="289485" y="4610101"/>
            <a:ext cx="21296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/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测试代码</a:t>
            </a:r>
            <a:endParaRPr lang="zh-CN" altLang="zh-CN" sz="2400" b="1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1B624CF-1F49-47D2-80F0-DF30FF3C914F}"/>
              </a:ext>
            </a:extLst>
          </p:cNvPr>
          <p:cNvSpPr txBox="1"/>
          <p:nvPr/>
        </p:nvSpPr>
        <p:spPr>
          <a:xfrm>
            <a:off x="3189118" y="4610099"/>
            <a:ext cx="21296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/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语法分析</a:t>
            </a:r>
            <a:endParaRPr lang="zh-CN" altLang="zh-CN" sz="2400" b="1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9C2B032-FE15-4991-9796-467E4B16766C}"/>
              </a:ext>
            </a:extLst>
          </p:cNvPr>
          <p:cNvSpPr txBox="1"/>
          <p:nvPr/>
        </p:nvSpPr>
        <p:spPr>
          <a:xfrm>
            <a:off x="8355201" y="4610100"/>
            <a:ext cx="21296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/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语法树结构</a:t>
            </a:r>
            <a:endParaRPr lang="zh-CN" altLang="zh-CN" sz="2400" b="1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814456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5A14C51-E696-405D-BA9D-0D4BD9ECACA6}"/>
              </a:ext>
            </a:extLst>
          </p:cNvPr>
          <p:cNvSpPr txBox="1"/>
          <p:nvPr/>
        </p:nvSpPr>
        <p:spPr>
          <a:xfrm flipH="1">
            <a:off x="1161097" y="291822"/>
            <a:ext cx="33356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TINY+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语法测试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7676986-CDD4-4D40-853F-DD22991C58F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99085" y="906257"/>
            <a:ext cx="2678430" cy="407225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88713A0-A1BB-441B-9882-27D0283866F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275013" y="906257"/>
            <a:ext cx="2443480" cy="518858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AAE55DC-441D-41DE-A1D9-DC08CA122790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096000" y="1519984"/>
            <a:ext cx="5580378" cy="345852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F713FA5-987D-4DDA-B639-D4E8FE36CF76}"/>
              </a:ext>
            </a:extLst>
          </p:cNvPr>
          <p:cNvSpPr txBox="1"/>
          <p:nvPr/>
        </p:nvSpPr>
        <p:spPr>
          <a:xfrm>
            <a:off x="405140" y="6124503"/>
            <a:ext cx="21296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/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测试代码</a:t>
            </a:r>
            <a:endParaRPr lang="zh-CN" altLang="zh-CN" sz="2400" b="1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44E01E5-51D7-4821-9BB7-F2DC3DC416A8}"/>
              </a:ext>
            </a:extLst>
          </p:cNvPr>
          <p:cNvSpPr txBox="1"/>
          <p:nvPr/>
        </p:nvSpPr>
        <p:spPr>
          <a:xfrm>
            <a:off x="3896928" y="6124503"/>
            <a:ext cx="21296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/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语法分析</a:t>
            </a:r>
            <a:endParaRPr lang="zh-CN" altLang="zh-CN" sz="2400" b="1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BC7E373-DB32-4FE0-BFB4-C3D208E3E344}"/>
              </a:ext>
            </a:extLst>
          </p:cNvPr>
          <p:cNvSpPr txBox="1"/>
          <p:nvPr/>
        </p:nvSpPr>
        <p:spPr>
          <a:xfrm>
            <a:off x="8470856" y="6124502"/>
            <a:ext cx="21296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/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语法树结构</a:t>
            </a:r>
            <a:endParaRPr lang="zh-CN" altLang="zh-CN" sz="2400" b="1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464234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5A14C51-E696-405D-BA9D-0D4BD9ECACA6}"/>
              </a:ext>
            </a:extLst>
          </p:cNvPr>
          <p:cNvSpPr txBox="1"/>
          <p:nvPr/>
        </p:nvSpPr>
        <p:spPr>
          <a:xfrm flipH="1">
            <a:off x="1161097" y="291822"/>
            <a:ext cx="33356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TINY+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语法测试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26B2262-BCC1-422A-8A48-F687C43770E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06373" y="881677"/>
            <a:ext cx="2691130" cy="399796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12A22EDA-69BD-4FF3-9F55-62100E2D2C6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196590" y="876597"/>
            <a:ext cx="2600325" cy="26797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17FB840-9CF3-4CAF-9394-46456FD2A758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196589" y="3537247"/>
            <a:ext cx="2600325" cy="268478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C7914EE-4775-4EE4-B8C7-230E4E34AD82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6096000" y="1501304"/>
            <a:ext cx="5801043" cy="366172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18E9AC7-B88A-4C8D-A7F9-BCBBBB87254A}"/>
              </a:ext>
            </a:extLst>
          </p:cNvPr>
          <p:cNvSpPr txBox="1"/>
          <p:nvPr/>
        </p:nvSpPr>
        <p:spPr>
          <a:xfrm>
            <a:off x="292458" y="6216947"/>
            <a:ext cx="21296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/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测试代码</a:t>
            </a:r>
            <a:endParaRPr lang="zh-CN" altLang="zh-CN" sz="2400" b="1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90E3007-03C7-472F-BC3C-99231EDBB19C}"/>
              </a:ext>
            </a:extLst>
          </p:cNvPr>
          <p:cNvSpPr txBox="1"/>
          <p:nvPr/>
        </p:nvSpPr>
        <p:spPr>
          <a:xfrm>
            <a:off x="3784246" y="6216947"/>
            <a:ext cx="21296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/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语法分析</a:t>
            </a:r>
            <a:endParaRPr lang="zh-CN" altLang="zh-CN" sz="2400" b="1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E3A8384-65E3-4144-8F05-B6A81CBFD835}"/>
              </a:ext>
            </a:extLst>
          </p:cNvPr>
          <p:cNvSpPr txBox="1"/>
          <p:nvPr/>
        </p:nvSpPr>
        <p:spPr>
          <a:xfrm>
            <a:off x="8358174" y="6216946"/>
            <a:ext cx="21296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/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语法树结构</a:t>
            </a:r>
            <a:endParaRPr lang="zh-CN" altLang="zh-CN" sz="2400" b="1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679964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A735A9A-FAA1-4CD8-AA3D-4176DC4E8690}"/>
              </a:ext>
            </a:extLst>
          </p:cNvPr>
          <p:cNvSpPr txBox="1"/>
          <p:nvPr/>
        </p:nvSpPr>
        <p:spPr>
          <a:xfrm flipH="1">
            <a:off x="4771548" y="3013501"/>
            <a:ext cx="26489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谢谢！！！</a:t>
            </a:r>
          </a:p>
        </p:txBody>
      </p:sp>
    </p:spTree>
    <p:extLst>
      <p:ext uri="{BB962C8B-B14F-4D97-AF65-F5344CB8AC3E}">
        <p14:creationId xmlns:p14="http://schemas.microsoft.com/office/powerpoint/2010/main" val="38950193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8AFC8E6-51A4-4C3F-9A5D-AA4A386B3396}"/>
              </a:ext>
            </a:extLst>
          </p:cNvPr>
          <p:cNvSpPr txBox="1"/>
          <p:nvPr/>
        </p:nvSpPr>
        <p:spPr>
          <a:xfrm>
            <a:off x="0" y="851187"/>
            <a:ext cx="855505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Read</a:t>
            </a:r>
            <a:br>
              <a:rPr lang="en-US" altLang="zh-CN" b="1" dirty="0"/>
            </a:br>
            <a:r>
              <a:rPr lang="en-US" altLang="zh-CN" b="1" dirty="0"/>
              <a:t>(a)</a:t>
            </a:r>
            <a:endParaRPr lang="zh-CN" altLang="en-US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D3AAE01-C1A1-4C1C-AAAD-B55651713522}"/>
              </a:ext>
            </a:extLst>
          </p:cNvPr>
          <p:cNvSpPr txBox="1"/>
          <p:nvPr/>
        </p:nvSpPr>
        <p:spPr>
          <a:xfrm>
            <a:off x="1130983" y="884940"/>
            <a:ext cx="809982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Read</a:t>
            </a:r>
            <a:br>
              <a:rPr lang="en-US" altLang="zh-CN" b="1" dirty="0"/>
            </a:br>
            <a:r>
              <a:rPr lang="en-US" altLang="zh-CN" b="1" dirty="0"/>
              <a:t>(b)</a:t>
            </a:r>
            <a:endParaRPr lang="zh-CN" altLang="en-US" b="1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DB50597-96DC-4049-9B9E-DBA5997ED97E}"/>
              </a:ext>
            </a:extLst>
          </p:cNvPr>
          <p:cNvSpPr txBox="1"/>
          <p:nvPr/>
        </p:nvSpPr>
        <p:spPr>
          <a:xfrm>
            <a:off x="2263588" y="999409"/>
            <a:ext cx="756907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If</a:t>
            </a:r>
            <a:endParaRPr lang="zh-CN" altLang="en-US" b="1" dirty="0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F03B63D-818F-48E1-9EA2-BD768285A6FC}"/>
              </a:ext>
            </a:extLst>
          </p:cNvPr>
          <p:cNvSpPr/>
          <p:nvPr/>
        </p:nvSpPr>
        <p:spPr>
          <a:xfrm>
            <a:off x="1544652" y="1738073"/>
            <a:ext cx="711200" cy="6463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Op</a:t>
            </a:r>
            <a:br>
              <a:rPr lang="en-US" altLang="zh-CN" sz="1400" b="1" dirty="0">
                <a:solidFill>
                  <a:schemeClr val="tx1"/>
                </a:solidFill>
              </a:rPr>
            </a:br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>
                <a:solidFill>
                  <a:schemeClr val="tx1"/>
                </a:solidFill>
              </a:rPr>
              <a:t>=</a:t>
            </a:r>
            <a:r>
              <a:rPr lang="zh-CN" altLang="en-US" sz="1400" b="1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A1B4C3FE-4A85-450F-9A72-BAA7AA7AE1C1}"/>
              </a:ext>
            </a:extLst>
          </p:cNvPr>
          <p:cNvSpPr/>
          <p:nvPr/>
        </p:nvSpPr>
        <p:spPr>
          <a:xfrm>
            <a:off x="726589" y="2490486"/>
            <a:ext cx="711200" cy="6463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Id</a:t>
            </a:r>
            <a:br>
              <a:rPr lang="en-US" altLang="zh-CN" sz="1400" b="1" dirty="0">
                <a:solidFill>
                  <a:schemeClr val="tx1"/>
                </a:solidFill>
              </a:rPr>
            </a:br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>
                <a:solidFill>
                  <a:schemeClr val="tx1"/>
                </a:solidFill>
              </a:rPr>
              <a:t>a</a:t>
            </a:r>
            <a:r>
              <a:rPr lang="zh-CN" altLang="en-US" sz="1400" b="1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1E8E4FA9-3199-40D8-8CEB-90EB33411DA0}"/>
              </a:ext>
            </a:extLst>
          </p:cNvPr>
          <p:cNvSpPr/>
          <p:nvPr/>
        </p:nvSpPr>
        <p:spPr>
          <a:xfrm>
            <a:off x="1678934" y="2490485"/>
            <a:ext cx="896044" cy="6463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>
                <a:solidFill>
                  <a:schemeClr val="tx1"/>
                </a:solidFill>
              </a:rPr>
              <a:t>Const</a:t>
            </a:r>
            <a:br>
              <a:rPr lang="en-US" altLang="zh-CN" sz="1100" b="1" dirty="0">
                <a:solidFill>
                  <a:schemeClr val="tx1"/>
                </a:solidFill>
              </a:rPr>
            </a:br>
            <a:r>
              <a:rPr lang="zh-CN" altLang="en-US" sz="1100" b="1" dirty="0">
                <a:solidFill>
                  <a:schemeClr val="tx1"/>
                </a:solidFill>
              </a:rPr>
              <a:t>（</a:t>
            </a:r>
            <a:r>
              <a:rPr lang="en-US" altLang="zh-CN" sz="1100" b="1" dirty="0">
                <a:solidFill>
                  <a:schemeClr val="tx1"/>
                </a:solidFill>
              </a:rPr>
              <a:t>0</a:t>
            </a:r>
            <a:r>
              <a:rPr lang="zh-CN" altLang="en-US" sz="1100" b="1" dirty="0">
                <a:solidFill>
                  <a:schemeClr val="tx1"/>
                </a:solidFill>
              </a:rPr>
              <a:t>）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692E1B2A-46AF-4BBE-97E6-6D11B8D076E8}"/>
              </a:ext>
            </a:extLst>
          </p:cNvPr>
          <p:cNvCxnSpPr>
            <a:cxnSpLocks/>
          </p:cNvCxnSpPr>
          <p:nvPr/>
        </p:nvCxnSpPr>
        <p:spPr>
          <a:xfrm>
            <a:off x="827836" y="1174200"/>
            <a:ext cx="304800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E0639B68-393C-451D-9678-E05AA591B6E9}"/>
              </a:ext>
            </a:extLst>
          </p:cNvPr>
          <p:cNvCxnSpPr>
            <a:cxnSpLocks/>
          </p:cNvCxnSpPr>
          <p:nvPr/>
        </p:nvCxnSpPr>
        <p:spPr>
          <a:xfrm>
            <a:off x="1942993" y="1180063"/>
            <a:ext cx="304800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E3CFB51F-1770-4DBA-B708-91193772808F}"/>
              </a:ext>
            </a:extLst>
          </p:cNvPr>
          <p:cNvCxnSpPr>
            <a:cxnSpLocks/>
            <a:stCxn id="5" idx="0"/>
            <a:endCxn id="4" idx="2"/>
          </p:cNvCxnSpPr>
          <p:nvPr/>
        </p:nvCxnSpPr>
        <p:spPr>
          <a:xfrm flipV="1">
            <a:off x="1900252" y="1368741"/>
            <a:ext cx="741790" cy="36933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DB2A6B37-CD1B-47F5-8D7D-8941889FBB41}"/>
              </a:ext>
            </a:extLst>
          </p:cNvPr>
          <p:cNvSpPr txBox="1"/>
          <p:nvPr/>
        </p:nvSpPr>
        <p:spPr>
          <a:xfrm>
            <a:off x="2906293" y="1643420"/>
            <a:ext cx="896044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Assign</a:t>
            </a:r>
            <a:br>
              <a:rPr lang="en-US" altLang="zh-CN" b="1" dirty="0"/>
            </a:br>
            <a:r>
              <a:rPr lang="en-US" altLang="zh-CN" b="1" dirty="0"/>
              <a:t>(result)</a:t>
            </a:r>
            <a:endParaRPr lang="zh-CN" altLang="en-US" b="1" dirty="0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93B5AA17-8C9D-445E-844C-117E39AD3968}"/>
              </a:ext>
            </a:extLst>
          </p:cNvPr>
          <p:cNvSpPr/>
          <p:nvPr/>
        </p:nvSpPr>
        <p:spPr>
          <a:xfrm>
            <a:off x="2806860" y="2490485"/>
            <a:ext cx="711200" cy="6463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Id</a:t>
            </a:r>
            <a:br>
              <a:rPr lang="en-US" altLang="zh-CN" sz="1400" b="1" dirty="0">
                <a:solidFill>
                  <a:schemeClr val="tx1"/>
                </a:solidFill>
              </a:rPr>
            </a:br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>
                <a:solidFill>
                  <a:schemeClr val="tx1"/>
                </a:solidFill>
              </a:rPr>
              <a:t>b</a:t>
            </a:r>
            <a:r>
              <a:rPr lang="zh-CN" altLang="en-US" sz="1400" b="1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01D6808-4FC1-4AB9-BD5A-869F0F29AE94}"/>
              </a:ext>
            </a:extLst>
          </p:cNvPr>
          <p:cNvSpPr txBox="1"/>
          <p:nvPr/>
        </p:nvSpPr>
        <p:spPr>
          <a:xfrm>
            <a:off x="4321010" y="1828086"/>
            <a:ext cx="896044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If</a:t>
            </a:r>
            <a:endParaRPr lang="zh-CN" altLang="en-US" b="1" dirty="0"/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64F20D9A-6E70-4EC5-AB00-474B5AE0B002}"/>
              </a:ext>
            </a:extLst>
          </p:cNvPr>
          <p:cNvCxnSpPr>
            <a:cxnSpLocks/>
            <a:stCxn id="6" idx="0"/>
            <a:endCxn id="5" idx="2"/>
          </p:cNvCxnSpPr>
          <p:nvPr/>
        </p:nvCxnSpPr>
        <p:spPr>
          <a:xfrm flipV="1">
            <a:off x="1082189" y="2061239"/>
            <a:ext cx="462463" cy="4292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E1CDF7F2-D33E-4C5D-81DA-245CA2121215}"/>
              </a:ext>
            </a:extLst>
          </p:cNvPr>
          <p:cNvCxnSpPr>
            <a:cxnSpLocks/>
            <a:stCxn id="7" idx="0"/>
            <a:endCxn id="5" idx="5"/>
          </p:cNvCxnSpPr>
          <p:nvPr/>
        </p:nvCxnSpPr>
        <p:spPr>
          <a:xfrm flipV="1">
            <a:off x="2126956" y="2289751"/>
            <a:ext cx="24743" cy="20073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9C4A574C-CF06-4659-8405-E86A942DC798}"/>
              </a:ext>
            </a:extLst>
          </p:cNvPr>
          <p:cNvSpPr/>
          <p:nvPr/>
        </p:nvSpPr>
        <p:spPr>
          <a:xfrm>
            <a:off x="4009476" y="2507654"/>
            <a:ext cx="711200" cy="6463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Op</a:t>
            </a:r>
            <a:br>
              <a:rPr lang="en-US" altLang="zh-CN" sz="1400" b="1" dirty="0">
                <a:solidFill>
                  <a:schemeClr val="tx1"/>
                </a:solidFill>
              </a:rPr>
            </a:br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>
                <a:solidFill>
                  <a:schemeClr val="tx1"/>
                </a:solidFill>
              </a:rPr>
              <a:t>=</a:t>
            </a:r>
            <a:r>
              <a:rPr lang="zh-CN" altLang="en-US" sz="1400" b="1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080528AD-AE3F-4026-A860-BDF67C3E962C}"/>
              </a:ext>
            </a:extLst>
          </p:cNvPr>
          <p:cNvSpPr/>
          <p:nvPr/>
        </p:nvSpPr>
        <p:spPr>
          <a:xfrm>
            <a:off x="3336903" y="3256629"/>
            <a:ext cx="711200" cy="6463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Id</a:t>
            </a:r>
            <a:br>
              <a:rPr lang="en-US" altLang="zh-CN" sz="1400" b="1" dirty="0">
                <a:solidFill>
                  <a:schemeClr val="tx1"/>
                </a:solidFill>
              </a:rPr>
            </a:br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>
                <a:solidFill>
                  <a:schemeClr val="tx1"/>
                </a:solidFill>
              </a:rPr>
              <a:t>b</a:t>
            </a:r>
            <a:r>
              <a:rPr lang="zh-CN" altLang="en-US" sz="1400" b="1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6E541B6E-FC9A-4215-80BA-75075FC56A96}"/>
              </a:ext>
            </a:extLst>
          </p:cNvPr>
          <p:cNvSpPr/>
          <p:nvPr/>
        </p:nvSpPr>
        <p:spPr>
          <a:xfrm>
            <a:off x="4403703" y="3246318"/>
            <a:ext cx="896044" cy="6463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>
                <a:solidFill>
                  <a:schemeClr val="tx1"/>
                </a:solidFill>
              </a:rPr>
              <a:t>Const</a:t>
            </a:r>
            <a:br>
              <a:rPr lang="en-US" altLang="zh-CN" sz="1100" b="1" dirty="0">
                <a:solidFill>
                  <a:schemeClr val="tx1"/>
                </a:solidFill>
              </a:rPr>
            </a:br>
            <a:r>
              <a:rPr lang="zh-CN" altLang="en-US" sz="1100" b="1" dirty="0">
                <a:solidFill>
                  <a:schemeClr val="tx1"/>
                </a:solidFill>
              </a:rPr>
              <a:t>（</a:t>
            </a:r>
            <a:r>
              <a:rPr lang="en-US" altLang="zh-CN" sz="1100" b="1" dirty="0">
                <a:solidFill>
                  <a:schemeClr val="tx1"/>
                </a:solidFill>
              </a:rPr>
              <a:t>0</a:t>
            </a:r>
            <a:r>
              <a:rPr lang="zh-CN" altLang="en-US" sz="1100" b="1" dirty="0">
                <a:solidFill>
                  <a:schemeClr val="tx1"/>
                </a:solidFill>
              </a:rPr>
              <a:t>）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9A1D0976-5809-46C9-AC19-EA375451D760}"/>
              </a:ext>
            </a:extLst>
          </p:cNvPr>
          <p:cNvCxnSpPr>
            <a:cxnSpLocks/>
            <a:endCxn id="27" idx="3"/>
          </p:cNvCxnSpPr>
          <p:nvPr/>
        </p:nvCxnSpPr>
        <p:spPr>
          <a:xfrm flipV="1">
            <a:off x="3826621" y="3059332"/>
            <a:ext cx="287008" cy="19729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423DC271-7A7C-4651-A667-D3A981DDC871}"/>
              </a:ext>
            </a:extLst>
          </p:cNvPr>
          <p:cNvCxnSpPr>
            <a:cxnSpLocks/>
            <a:stCxn id="29" idx="0"/>
            <a:endCxn id="27" idx="5"/>
          </p:cNvCxnSpPr>
          <p:nvPr/>
        </p:nvCxnSpPr>
        <p:spPr>
          <a:xfrm flipH="1" flipV="1">
            <a:off x="4616523" y="3059332"/>
            <a:ext cx="235202" cy="18698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28E2D5F1-1B66-4E91-A6E5-61C05DA6F673}"/>
              </a:ext>
            </a:extLst>
          </p:cNvPr>
          <p:cNvCxnSpPr>
            <a:cxnSpLocks/>
            <a:stCxn id="27" idx="0"/>
            <a:endCxn id="18" idx="2"/>
          </p:cNvCxnSpPr>
          <p:nvPr/>
        </p:nvCxnSpPr>
        <p:spPr>
          <a:xfrm flipV="1">
            <a:off x="4365076" y="2197418"/>
            <a:ext cx="403956" cy="3102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AFB1A67A-C94C-4CE3-8A1D-3AF96380936D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3828484" y="2012751"/>
            <a:ext cx="492526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52EA450F-9CB8-4F6C-B978-2F60DDEB42A0}"/>
              </a:ext>
            </a:extLst>
          </p:cNvPr>
          <p:cNvCxnSpPr>
            <a:cxnSpLocks/>
            <a:stCxn id="17" idx="0"/>
            <a:endCxn id="16" idx="2"/>
          </p:cNvCxnSpPr>
          <p:nvPr/>
        </p:nvCxnSpPr>
        <p:spPr>
          <a:xfrm flipV="1">
            <a:off x="3162460" y="2289751"/>
            <a:ext cx="191855" cy="20073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D12F05B3-B1D2-4B54-A587-C67A979F04E6}"/>
              </a:ext>
            </a:extLst>
          </p:cNvPr>
          <p:cNvCxnSpPr>
            <a:cxnSpLocks/>
            <a:stCxn id="16" idx="0"/>
            <a:endCxn id="4" idx="2"/>
          </p:cNvCxnSpPr>
          <p:nvPr/>
        </p:nvCxnSpPr>
        <p:spPr>
          <a:xfrm flipH="1" flipV="1">
            <a:off x="2642042" y="1368741"/>
            <a:ext cx="712273" cy="27467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69F2F448-34DE-4DBB-B8B7-2702A5D2021C}"/>
              </a:ext>
            </a:extLst>
          </p:cNvPr>
          <p:cNvSpPr txBox="1"/>
          <p:nvPr/>
        </p:nvSpPr>
        <p:spPr>
          <a:xfrm>
            <a:off x="5358742" y="2507654"/>
            <a:ext cx="896044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Assign</a:t>
            </a:r>
            <a:br>
              <a:rPr lang="en-US" altLang="zh-CN" b="1" dirty="0"/>
            </a:br>
            <a:r>
              <a:rPr lang="en-US" altLang="zh-CN" b="1" dirty="0"/>
              <a:t>(result)</a:t>
            </a:r>
            <a:endParaRPr lang="zh-CN" altLang="en-US" b="1" dirty="0"/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DA2F1A74-6DCA-4CB4-83AF-37D60C8848BB}"/>
              </a:ext>
            </a:extLst>
          </p:cNvPr>
          <p:cNvSpPr/>
          <p:nvPr/>
        </p:nvSpPr>
        <p:spPr>
          <a:xfrm>
            <a:off x="5451164" y="3354720"/>
            <a:ext cx="711200" cy="6463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Id</a:t>
            </a:r>
            <a:br>
              <a:rPr lang="en-US" altLang="zh-CN" sz="1400" b="1" dirty="0">
                <a:solidFill>
                  <a:schemeClr val="tx1"/>
                </a:solidFill>
              </a:rPr>
            </a:br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>
                <a:solidFill>
                  <a:schemeClr val="tx1"/>
                </a:solidFill>
              </a:rPr>
              <a:t>a</a:t>
            </a:r>
            <a:r>
              <a:rPr lang="zh-CN" altLang="en-US" sz="1400" b="1" dirty="0">
                <a:solidFill>
                  <a:schemeClr val="tx1"/>
                </a:solidFill>
              </a:rPr>
              <a:t>）</a:t>
            </a:r>
          </a:p>
        </p:txBody>
      </p: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1DD6AE78-BA16-4358-A38F-9F123C6D8BE5}"/>
              </a:ext>
            </a:extLst>
          </p:cNvPr>
          <p:cNvCxnSpPr>
            <a:cxnSpLocks/>
            <a:stCxn id="55" idx="0"/>
            <a:endCxn id="18" idx="2"/>
          </p:cNvCxnSpPr>
          <p:nvPr/>
        </p:nvCxnSpPr>
        <p:spPr>
          <a:xfrm flipH="1" flipV="1">
            <a:off x="4769032" y="2197418"/>
            <a:ext cx="1037732" cy="3102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EF17E744-F20C-4A0E-A684-EDECB7CD732B}"/>
              </a:ext>
            </a:extLst>
          </p:cNvPr>
          <p:cNvCxnSpPr>
            <a:cxnSpLocks/>
            <a:stCxn id="56" idx="0"/>
            <a:endCxn id="55" idx="2"/>
          </p:cNvCxnSpPr>
          <p:nvPr/>
        </p:nvCxnSpPr>
        <p:spPr>
          <a:xfrm flipV="1">
            <a:off x="5806764" y="3153985"/>
            <a:ext cx="0" cy="20073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F87E2C98-31DB-4F71-835A-F8C139F2771C}"/>
              </a:ext>
            </a:extLst>
          </p:cNvPr>
          <p:cNvSpPr txBox="1"/>
          <p:nvPr/>
        </p:nvSpPr>
        <p:spPr>
          <a:xfrm>
            <a:off x="6610386" y="2515346"/>
            <a:ext cx="896044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Assign</a:t>
            </a:r>
            <a:br>
              <a:rPr lang="en-US" altLang="zh-CN" b="1" dirty="0"/>
            </a:br>
            <a:r>
              <a:rPr lang="en-US" altLang="zh-CN" b="1" dirty="0"/>
              <a:t>(result)</a:t>
            </a:r>
            <a:endParaRPr lang="zh-CN" altLang="en-US" b="1" dirty="0"/>
          </a:p>
        </p:txBody>
      </p: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6376C5CC-8763-49EF-B41A-9561A1D8832B}"/>
              </a:ext>
            </a:extLst>
          </p:cNvPr>
          <p:cNvCxnSpPr>
            <a:cxnSpLocks/>
            <a:stCxn id="66" idx="0"/>
            <a:endCxn id="63" idx="2"/>
          </p:cNvCxnSpPr>
          <p:nvPr/>
        </p:nvCxnSpPr>
        <p:spPr>
          <a:xfrm flipV="1">
            <a:off x="7058408" y="3161677"/>
            <a:ext cx="0" cy="2693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椭圆 65">
            <a:extLst>
              <a:ext uri="{FF2B5EF4-FFF2-40B4-BE49-F238E27FC236}">
                <a16:creationId xmlns:a16="http://schemas.microsoft.com/office/drawing/2014/main" id="{19B9DE54-5E36-4550-9901-CBD87B25D476}"/>
              </a:ext>
            </a:extLst>
          </p:cNvPr>
          <p:cNvSpPr/>
          <p:nvPr/>
        </p:nvSpPr>
        <p:spPr>
          <a:xfrm>
            <a:off x="6610386" y="3431054"/>
            <a:ext cx="896044" cy="6463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>
                <a:solidFill>
                  <a:schemeClr val="tx1"/>
                </a:solidFill>
              </a:rPr>
              <a:t>Const</a:t>
            </a:r>
            <a:br>
              <a:rPr lang="en-US" altLang="zh-CN" sz="1100" b="1" dirty="0">
                <a:solidFill>
                  <a:schemeClr val="tx1"/>
                </a:solidFill>
              </a:rPr>
            </a:br>
            <a:r>
              <a:rPr lang="zh-CN" altLang="en-US" sz="1100" b="1" dirty="0">
                <a:solidFill>
                  <a:schemeClr val="tx1"/>
                </a:solidFill>
              </a:rPr>
              <a:t>（</a:t>
            </a:r>
            <a:r>
              <a:rPr lang="en-US" altLang="zh-CN" sz="1100" b="1" dirty="0">
                <a:solidFill>
                  <a:schemeClr val="tx1"/>
                </a:solidFill>
              </a:rPr>
              <a:t>0</a:t>
            </a:r>
            <a:r>
              <a:rPr lang="zh-CN" altLang="en-US" sz="1100" b="1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139BEADA-5A89-46FD-A1E7-D6FA3CFBB1CA}"/>
              </a:ext>
            </a:extLst>
          </p:cNvPr>
          <p:cNvSpPr txBox="1"/>
          <p:nvPr/>
        </p:nvSpPr>
        <p:spPr>
          <a:xfrm>
            <a:off x="7862030" y="2646153"/>
            <a:ext cx="1093693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Repeat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83B26F52-733F-469A-BB0B-07409C89356C}"/>
              </a:ext>
            </a:extLst>
          </p:cNvPr>
          <p:cNvSpPr txBox="1"/>
          <p:nvPr/>
        </p:nvSpPr>
        <p:spPr>
          <a:xfrm>
            <a:off x="7706108" y="3476740"/>
            <a:ext cx="896044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Assign</a:t>
            </a:r>
            <a:br>
              <a:rPr lang="en-US" altLang="zh-CN" b="1" dirty="0"/>
            </a:br>
            <a:r>
              <a:rPr lang="en-US" altLang="zh-CN" b="1" dirty="0"/>
              <a:t>(result)</a:t>
            </a:r>
            <a:endParaRPr lang="zh-CN" altLang="en-US" b="1" dirty="0"/>
          </a:p>
        </p:txBody>
      </p:sp>
      <p:sp>
        <p:nvSpPr>
          <p:cNvPr id="71" name="椭圆 70">
            <a:extLst>
              <a:ext uri="{FF2B5EF4-FFF2-40B4-BE49-F238E27FC236}">
                <a16:creationId xmlns:a16="http://schemas.microsoft.com/office/drawing/2014/main" id="{F3D5F9CF-904E-4BE0-9C31-B9EBB843BB8A}"/>
              </a:ext>
            </a:extLst>
          </p:cNvPr>
          <p:cNvSpPr/>
          <p:nvPr/>
        </p:nvSpPr>
        <p:spPr>
          <a:xfrm>
            <a:off x="7798530" y="4517481"/>
            <a:ext cx="711200" cy="6463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Op</a:t>
            </a:r>
            <a:br>
              <a:rPr lang="en-US" altLang="zh-CN" sz="1400" b="1" dirty="0">
                <a:solidFill>
                  <a:schemeClr val="tx1"/>
                </a:solidFill>
              </a:rPr>
            </a:br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>
                <a:solidFill>
                  <a:schemeClr val="tx1"/>
                </a:solidFill>
              </a:rPr>
              <a:t>+</a:t>
            </a:r>
            <a:r>
              <a:rPr lang="zh-CN" altLang="en-US" sz="1400" b="1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72" name="椭圆 71">
            <a:extLst>
              <a:ext uri="{FF2B5EF4-FFF2-40B4-BE49-F238E27FC236}">
                <a16:creationId xmlns:a16="http://schemas.microsoft.com/office/drawing/2014/main" id="{BB9264BD-5355-4D97-8FA1-DC78694A74AF}"/>
              </a:ext>
            </a:extLst>
          </p:cNvPr>
          <p:cNvSpPr/>
          <p:nvPr/>
        </p:nvSpPr>
        <p:spPr>
          <a:xfrm>
            <a:off x="6955217" y="5272214"/>
            <a:ext cx="1159571" cy="6463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Id</a:t>
            </a:r>
            <a:br>
              <a:rPr lang="en-US" altLang="zh-CN" sz="1400" b="1" dirty="0">
                <a:solidFill>
                  <a:schemeClr val="tx1"/>
                </a:solidFill>
              </a:rPr>
            </a:br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>
                <a:solidFill>
                  <a:schemeClr val="tx1"/>
                </a:solidFill>
              </a:rPr>
              <a:t>result</a:t>
            </a:r>
            <a:r>
              <a:rPr lang="zh-CN" altLang="en-US" sz="1400" b="1" dirty="0">
                <a:solidFill>
                  <a:schemeClr val="tx1"/>
                </a:solidFill>
              </a:rPr>
              <a:t>）</a:t>
            </a:r>
          </a:p>
        </p:txBody>
      </p: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0262F428-4857-4BB9-B8B2-E1EB967DFC4D}"/>
              </a:ext>
            </a:extLst>
          </p:cNvPr>
          <p:cNvCxnSpPr>
            <a:cxnSpLocks/>
            <a:stCxn id="72" idx="0"/>
            <a:endCxn id="71" idx="3"/>
          </p:cNvCxnSpPr>
          <p:nvPr/>
        </p:nvCxnSpPr>
        <p:spPr>
          <a:xfrm flipV="1">
            <a:off x="7535003" y="5069159"/>
            <a:ext cx="367680" cy="20305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C0B39032-FB93-4C5A-B2E3-4271B9227A84}"/>
              </a:ext>
            </a:extLst>
          </p:cNvPr>
          <p:cNvCxnSpPr>
            <a:cxnSpLocks/>
            <a:endCxn id="71" idx="5"/>
          </p:cNvCxnSpPr>
          <p:nvPr/>
        </p:nvCxnSpPr>
        <p:spPr>
          <a:xfrm flipH="1" flipV="1">
            <a:off x="8405577" y="5069159"/>
            <a:ext cx="209379" cy="20305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47A60FE8-0CA0-43B6-90BD-BE8262FCF9B2}"/>
              </a:ext>
            </a:extLst>
          </p:cNvPr>
          <p:cNvCxnSpPr>
            <a:cxnSpLocks/>
            <a:stCxn id="71" idx="0"/>
            <a:endCxn id="70" idx="2"/>
          </p:cNvCxnSpPr>
          <p:nvPr/>
        </p:nvCxnSpPr>
        <p:spPr>
          <a:xfrm flipV="1">
            <a:off x="8154130" y="4123071"/>
            <a:ext cx="0" cy="3944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椭圆 79">
            <a:extLst>
              <a:ext uri="{FF2B5EF4-FFF2-40B4-BE49-F238E27FC236}">
                <a16:creationId xmlns:a16="http://schemas.microsoft.com/office/drawing/2014/main" id="{C42826CA-45BD-49EB-A2A2-EC46B89A212B}"/>
              </a:ext>
            </a:extLst>
          </p:cNvPr>
          <p:cNvSpPr/>
          <p:nvPr/>
        </p:nvSpPr>
        <p:spPr>
          <a:xfrm>
            <a:off x="8246552" y="5272214"/>
            <a:ext cx="711200" cy="6463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Id</a:t>
            </a:r>
            <a:br>
              <a:rPr lang="en-US" altLang="zh-CN" sz="1400" b="1" dirty="0">
                <a:solidFill>
                  <a:schemeClr val="tx1"/>
                </a:solidFill>
              </a:rPr>
            </a:br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>
                <a:solidFill>
                  <a:schemeClr val="tx1"/>
                </a:solidFill>
              </a:rPr>
              <a:t>a</a:t>
            </a:r>
            <a:r>
              <a:rPr lang="zh-CN" altLang="en-US" sz="1400" b="1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92D13F5C-CF6C-45AC-9D64-1B15FF8E7D6C}"/>
              </a:ext>
            </a:extLst>
          </p:cNvPr>
          <p:cNvSpPr txBox="1"/>
          <p:nvPr/>
        </p:nvSpPr>
        <p:spPr>
          <a:xfrm>
            <a:off x="9374835" y="3476740"/>
            <a:ext cx="896044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Assign</a:t>
            </a:r>
            <a:br>
              <a:rPr lang="en-US" altLang="zh-CN" b="1" dirty="0"/>
            </a:br>
            <a:r>
              <a:rPr lang="en-US" altLang="zh-CN" b="1" dirty="0"/>
              <a:t>(result)</a:t>
            </a:r>
            <a:endParaRPr lang="zh-CN" altLang="en-US" b="1" dirty="0"/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31715E90-F16C-4C46-819F-96D1AEC3114F}"/>
              </a:ext>
            </a:extLst>
          </p:cNvPr>
          <p:cNvSpPr/>
          <p:nvPr/>
        </p:nvSpPr>
        <p:spPr>
          <a:xfrm>
            <a:off x="9467257" y="4517481"/>
            <a:ext cx="711200" cy="6463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Op</a:t>
            </a:r>
            <a:br>
              <a:rPr lang="en-US" altLang="zh-CN" sz="1400" b="1" dirty="0">
                <a:solidFill>
                  <a:schemeClr val="tx1"/>
                </a:solidFill>
              </a:rPr>
            </a:br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>
                <a:solidFill>
                  <a:schemeClr val="tx1"/>
                </a:solidFill>
              </a:rPr>
              <a:t>-</a:t>
            </a:r>
            <a:r>
              <a:rPr lang="zh-CN" altLang="en-US" sz="1400" b="1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87" name="椭圆 86">
            <a:extLst>
              <a:ext uri="{FF2B5EF4-FFF2-40B4-BE49-F238E27FC236}">
                <a16:creationId xmlns:a16="http://schemas.microsoft.com/office/drawing/2014/main" id="{94C59EF2-3425-404F-9457-98F38461C256}"/>
              </a:ext>
            </a:extLst>
          </p:cNvPr>
          <p:cNvSpPr/>
          <p:nvPr/>
        </p:nvSpPr>
        <p:spPr>
          <a:xfrm>
            <a:off x="9072315" y="5272214"/>
            <a:ext cx="711200" cy="6463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Id</a:t>
            </a:r>
            <a:br>
              <a:rPr lang="en-US" altLang="zh-CN" sz="1400" b="1" dirty="0">
                <a:solidFill>
                  <a:schemeClr val="tx1"/>
                </a:solidFill>
              </a:rPr>
            </a:br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>
                <a:solidFill>
                  <a:schemeClr val="tx1"/>
                </a:solidFill>
              </a:rPr>
              <a:t>b</a:t>
            </a:r>
            <a:r>
              <a:rPr lang="zh-CN" altLang="en-US" sz="1400" b="1" dirty="0">
                <a:solidFill>
                  <a:schemeClr val="tx1"/>
                </a:solidFill>
              </a:rPr>
              <a:t>）</a:t>
            </a:r>
          </a:p>
        </p:txBody>
      </p: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B60CBDD8-CAD6-4CC2-A470-F7ED71802DD3}"/>
              </a:ext>
            </a:extLst>
          </p:cNvPr>
          <p:cNvCxnSpPr>
            <a:cxnSpLocks/>
            <a:stCxn id="87" idx="0"/>
            <a:endCxn id="86" idx="3"/>
          </p:cNvCxnSpPr>
          <p:nvPr/>
        </p:nvCxnSpPr>
        <p:spPr>
          <a:xfrm flipV="1">
            <a:off x="9427915" y="5069159"/>
            <a:ext cx="143495" cy="20305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>
            <a:extLst>
              <a:ext uri="{FF2B5EF4-FFF2-40B4-BE49-F238E27FC236}">
                <a16:creationId xmlns:a16="http://schemas.microsoft.com/office/drawing/2014/main" id="{96E6CFC7-0CE4-4E06-B49E-2EB534F4F63B}"/>
              </a:ext>
            </a:extLst>
          </p:cNvPr>
          <p:cNvCxnSpPr>
            <a:cxnSpLocks/>
            <a:endCxn id="86" idx="5"/>
          </p:cNvCxnSpPr>
          <p:nvPr/>
        </p:nvCxnSpPr>
        <p:spPr>
          <a:xfrm flipH="1" flipV="1">
            <a:off x="10074304" y="5069159"/>
            <a:ext cx="209379" cy="20305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2CE447BE-6C4A-470C-B57E-07D9499F9929}"/>
              </a:ext>
            </a:extLst>
          </p:cNvPr>
          <p:cNvCxnSpPr>
            <a:cxnSpLocks/>
            <a:stCxn id="86" idx="0"/>
            <a:endCxn id="85" idx="2"/>
          </p:cNvCxnSpPr>
          <p:nvPr/>
        </p:nvCxnSpPr>
        <p:spPr>
          <a:xfrm flipV="1">
            <a:off x="9822857" y="4123071"/>
            <a:ext cx="0" cy="3944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椭圆 92">
            <a:extLst>
              <a:ext uri="{FF2B5EF4-FFF2-40B4-BE49-F238E27FC236}">
                <a16:creationId xmlns:a16="http://schemas.microsoft.com/office/drawing/2014/main" id="{8E732D9C-F68D-4CE1-BACA-1E26E3B8D15C}"/>
              </a:ext>
            </a:extLst>
          </p:cNvPr>
          <p:cNvSpPr/>
          <p:nvPr/>
        </p:nvSpPr>
        <p:spPr>
          <a:xfrm>
            <a:off x="9913435" y="5283971"/>
            <a:ext cx="896044" cy="6463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>
                <a:solidFill>
                  <a:schemeClr val="tx1"/>
                </a:solidFill>
              </a:rPr>
              <a:t>Const</a:t>
            </a:r>
            <a:br>
              <a:rPr lang="en-US" altLang="zh-CN" sz="1100" b="1" dirty="0">
                <a:solidFill>
                  <a:schemeClr val="tx1"/>
                </a:solidFill>
              </a:rPr>
            </a:br>
            <a:r>
              <a:rPr lang="zh-CN" altLang="en-US" sz="1100" b="1" dirty="0">
                <a:solidFill>
                  <a:schemeClr val="tx1"/>
                </a:solidFill>
              </a:rPr>
              <a:t>（</a:t>
            </a:r>
            <a:r>
              <a:rPr lang="en-US" altLang="zh-CN" sz="1100" b="1" dirty="0">
                <a:solidFill>
                  <a:schemeClr val="tx1"/>
                </a:solidFill>
              </a:rPr>
              <a:t>1</a:t>
            </a:r>
            <a:r>
              <a:rPr lang="zh-CN" altLang="en-US" sz="1100" b="1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DA52F306-9ED1-4A2F-809B-36E19B4A3809}"/>
              </a:ext>
            </a:extLst>
          </p:cNvPr>
          <p:cNvSpPr/>
          <p:nvPr/>
        </p:nvSpPr>
        <p:spPr>
          <a:xfrm>
            <a:off x="10675158" y="3502140"/>
            <a:ext cx="711200" cy="6463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Op</a:t>
            </a:r>
            <a:br>
              <a:rPr lang="en-US" altLang="zh-CN" sz="1400" b="1" dirty="0">
                <a:solidFill>
                  <a:schemeClr val="tx1"/>
                </a:solidFill>
              </a:rPr>
            </a:br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>
                <a:solidFill>
                  <a:schemeClr val="tx1"/>
                </a:solidFill>
              </a:rPr>
              <a:t>=</a:t>
            </a:r>
            <a:r>
              <a:rPr lang="zh-CN" altLang="en-US" sz="1400" b="1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95" name="椭圆 94">
            <a:extLst>
              <a:ext uri="{FF2B5EF4-FFF2-40B4-BE49-F238E27FC236}">
                <a16:creationId xmlns:a16="http://schemas.microsoft.com/office/drawing/2014/main" id="{D093C0D5-6E27-4BC8-BE25-0CA965096388}"/>
              </a:ext>
            </a:extLst>
          </p:cNvPr>
          <p:cNvSpPr/>
          <p:nvPr/>
        </p:nvSpPr>
        <p:spPr>
          <a:xfrm>
            <a:off x="10333134" y="4291377"/>
            <a:ext cx="711200" cy="6463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Id</a:t>
            </a:r>
            <a:br>
              <a:rPr lang="en-US" altLang="zh-CN" sz="1400" b="1" dirty="0">
                <a:solidFill>
                  <a:schemeClr val="tx1"/>
                </a:solidFill>
              </a:rPr>
            </a:br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>
                <a:solidFill>
                  <a:schemeClr val="tx1"/>
                </a:solidFill>
              </a:rPr>
              <a:t>b</a:t>
            </a:r>
            <a:r>
              <a:rPr lang="zh-CN" altLang="en-US" sz="1400" b="1" dirty="0">
                <a:solidFill>
                  <a:schemeClr val="tx1"/>
                </a:solidFill>
              </a:rPr>
              <a:t>）</a:t>
            </a:r>
          </a:p>
        </p:txBody>
      </p: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8A78E007-8293-4C3A-B9BD-0BB55B0D785B}"/>
              </a:ext>
            </a:extLst>
          </p:cNvPr>
          <p:cNvCxnSpPr>
            <a:cxnSpLocks/>
            <a:stCxn id="95" idx="0"/>
          </p:cNvCxnSpPr>
          <p:nvPr/>
        </p:nvCxnSpPr>
        <p:spPr>
          <a:xfrm flipV="1">
            <a:off x="10688734" y="4088322"/>
            <a:ext cx="143495" cy="20305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>
            <a:extLst>
              <a:ext uri="{FF2B5EF4-FFF2-40B4-BE49-F238E27FC236}">
                <a16:creationId xmlns:a16="http://schemas.microsoft.com/office/drawing/2014/main" id="{2440E30C-47EA-4C8E-B50B-67E466DE3FC6}"/>
              </a:ext>
            </a:extLst>
          </p:cNvPr>
          <p:cNvCxnSpPr>
            <a:cxnSpLocks/>
            <a:endCxn id="94" idx="5"/>
          </p:cNvCxnSpPr>
          <p:nvPr/>
        </p:nvCxnSpPr>
        <p:spPr>
          <a:xfrm flipH="1" flipV="1">
            <a:off x="11282205" y="4053818"/>
            <a:ext cx="209379" cy="20305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椭圆 97">
            <a:extLst>
              <a:ext uri="{FF2B5EF4-FFF2-40B4-BE49-F238E27FC236}">
                <a16:creationId xmlns:a16="http://schemas.microsoft.com/office/drawing/2014/main" id="{A272EA50-4111-435A-BA00-8602B94C05AA}"/>
              </a:ext>
            </a:extLst>
          </p:cNvPr>
          <p:cNvSpPr/>
          <p:nvPr/>
        </p:nvSpPr>
        <p:spPr>
          <a:xfrm>
            <a:off x="11121336" y="4268630"/>
            <a:ext cx="896044" cy="6463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>
                <a:solidFill>
                  <a:schemeClr val="tx1"/>
                </a:solidFill>
              </a:rPr>
              <a:t>Const</a:t>
            </a:r>
            <a:br>
              <a:rPr lang="en-US" altLang="zh-CN" sz="1100" b="1" dirty="0">
                <a:solidFill>
                  <a:schemeClr val="tx1"/>
                </a:solidFill>
              </a:rPr>
            </a:br>
            <a:r>
              <a:rPr lang="zh-CN" altLang="en-US" sz="1100" b="1" dirty="0">
                <a:solidFill>
                  <a:schemeClr val="tx1"/>
                </a:solidFill>
              </a:rPr>
              <a:t>（</a:t>
            </a:r>
            <a:r>
              <a:rPr lang="en-US" altLang="zh-CN" sz="1100" b="1" dirty="0">
                <a:solidFill>
                  <a:schemeClr val="tx1"/>
                </a:solidFill>
              </a:rPr>
              <a:t>0</a:t>
            </a:r>
            <a:r>
              <a:rPr lang="zh-CN" altLang="en-US" sz="1100" b="1" dirty="0">
                <a:solidFill>
                  <a:schemeClr val="tx1"/>
                </a:solidFill>
              </a:rPr>
              <a:t>）</a:t>
            </a:r>
          </a:p>
        </p:txBody>
      </p:sp>
      <p:cxnSp>
        <p:nvCxnSpPr>
          <p:cNvPr id="99" name="直接连接符 98">
            <a:extLst>
              <a:ext uri="{FF2B5EF4-FFF2-40B4-BE49-F238E27FC236}">
                <a16:creationId xmlns:a16="http://schemas.microsoft.com/office/drawing/2014/main" id="{D1BA7676-FFE6-4A08-A1DB-E2767B80F09F}"/>
              </a:ext>
            </a:extLst>
          </p:cNvPr>
          <p:cNvCxnSpPr>
            <a:cxnSpLocks/>
            <a:stCxn id="55" idx="3"/>
            <a:endCxn id="63" idx="1"/>
          </p:cNvCxnSpPr>
          <p:nvPr/>
        </p:nvCxnSpPr>
        <p:spPr>
          <a:xfrm>
            <a:off x="6254786" y="2830820"/>
            <a:ext cx="355600" cy="769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C582FC2E-26FB-4BA9-A791-00CE89824970}"/>
              </a:ext>
            </a:extLst>
          </p:cNvPr>
          <p:cNvCxnSpPr>
            <a:cxnSpLocks/>
            <a:stCxn id="63" idx="3"/>
            <a:endCxn id="69" idx="1"/>
          </p:cNvCxnSpPr>
          <p:nvPr/>
        </p:nvCxnSpPr>
        <p:spPr>
          <a:xfrm flipV="1">
            <a:off x="7506430" y="2830819"/>
            <a:ext cx="355600" cy="769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6A698141-F44F-4156-B55D-DB45AD22D53F}"/>
              </a:ext>
            </a:extLst>
          </p:cNvPr>
          <p:cNvCxnSpPr>
            <a:cxnSpLocks/>
            <a:stCxn id="70" idx="0"/>
            <a:endCxn id="69" idx="2"/>
          </p:cNvCxnSpPr>
          <p:nvPr/>
        </p:nvCxnSpPr>
        <p:spPr>
          <a:xfrm flipV="1">
            <a:off x="8154130" y="3015485"/>
            <a:ext cx="254747" cy="46125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连接符 108">
            <a:extLst>
              <a:ext uri="{FF2B5EF4-FFF2-40B4-BE49-F238E27FC236}">
                <a16:creationId xmlns:a16="http://schemas.microsoft.com/office/drawing/2014/main" id="{13080F2B-A119-45AD-A0E0-E2B6B1CA6727}"/>
              </a:ext>
            </a:extLst>
          </p:cNvPr>
          <p:cNvCxnSpPr>
            <a:cxnSpLocks/>
            <a:stCxn id="69" idx="2"/>
            <a:endCxn id="94" idx="0"/>
          </p:cNvCxnSpPr>
          <p:nvPr/>
        </p:nvCxnSpPr>
        <p:spPr>
          <a:xfrm>
            <a:off x="8408877" y="3015485"/>
            <a:ext cx="2621881" cy="48665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连接符 112">
            <a:extLst>
              <a:ext uri="{FF2B5EF4-FFF2-40B4-BE49-F238E27FC236}">
                <a16:creationId xmlns:a16="http://schemas.microsoft.com/office/drawing/2014/main" id="{FB176342-D1B2-43AB-A300-E7E387058392}"/>
              </a:ext>
            </a:extLst>
          </p:cNvPr>
          <p:cNvCxnSpPr>
            <a:cxnSpLocks/>
            <a:stCxn id="70" idx="3"/>
            <a:endCxn id="85" idx="1"/>
          </p:cNvCxnSpPr>
          <p:nvPr/>
        </p:nvCxnSpPr>
        <p:spPr>
          <a:xfrm>
            <a:off x="8602152" y="3799906"/>
            <a:ext cx="77268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文本框 115">
            <a:extLst>
              <a:ext uri="{FF2B5EF4-FFF2-40B4-BE49-F238E27FC236}">
                <a16:creationId xmlns:a16="http://schemas.microsoft.com/office/drawing/2014/main" id="{AC16E2C7-1B3D-4BB0-8C0A-1FDB8956E099}"/>
              </a:ext>
            </a:extLst>
          </p:cNvPr>
          <p:cNvSpPr txBox="1"/>
          <p:nvPr/>
        </p:nvSpPr>
        <p:spPr>
          <a:xfrm>
            <a:off x="3432430" y="1010017"/>
            <a:ext cx="1093694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Write</a:t>
            </a:r>
            <a:endParaRPr lang="zh-CN" altLang="en-US" b="1" dirty="0"/>
          </a:p>
        </p:txBody>
      </p:sp>
      <p:sp>
        <p:nvSpPr>
          <p:cNvPr id="117" name="椭圆 116">
            <a:extLst>
              <a:ext uri="{FF2B5EF4-FFF2-40B4-BE49-F238E27FC236}">
                <a16:creationId xmlns:a16="http://schemas.microsoft.com/office/drawing/2014/main" id="{32C4933A-98A0-4744-B4A7-0B3F40F85AA6}"/>
              </a:ext>
            </a:extLst>
          </p:cNvPr>
          <p:cNvSpPr/>
          <p:nvPr/>
        </p:nvSpPr>
        <p:spPr>
          <a:xfrm>
            <a:off x="3424654" y="101600"/>
            <a:ext cx="1219079" cy="55167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Id</a:t>
            </a:r>
            <a:br>
              <a:rPr lang="en-US" altLang="zh-CN" sz="1400" b="1" dirty="0">
                <a:solidFill>
                  <a:schemeClr val="tx1"/>
                </a:solidFill>
              </a:rPr>
            </a:br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>
                <a:solidFill>
                  <a:schemeClr val="tx1"/>
                </a:solidFill>
              </a:rPr>
              <a:t>result</a:t>
            </a:r>
            <a:r>
              <a:rPr lang="zh-CN" altLang="en-US" sz="1400" b="1" dirty="0">
                <a:solidFill>
                  <a:schemeClr val="tx1"/>
                </a:solidFill>
              </a:rPr>
              <a:t>）</a:t>
            </a:r>
          </a:p>
        </p:txBody>
      </p:sp>
      <p:cxnSp>
        <p:nvCxnSpPr>
          <p:cNvPr id="123" name="直接连接符 122">
            <a:extLst>
              <a:ext uri="{FF2B5EF4-FFF2-40B4-BE49-F238E27FC236}">
                <a16:creationId xmlns:a16="http://schemas.microsoft.com/office/drawing/2014/main" id="{D43096FB-0AAC-45F5-9874-C763CDFDE892}"/>
              </a:ext>
            </a:extLst>
          </p:cNvPr>
          <p:cNvCxnSpPr>
            <a:cxnSpLocks/>
            <a:stCxn id="116" idx="0"/>
          </p:cNvCxnSpPr>
          <p:nvPr/>
        </p:nvCxnSpPr>
        <p:spPr>
          <a:xfrm flipV="1">
            <a:off x="3979277" y="642121"/>
            <a:ext cx="3858" cy="3678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接连接符 127">
            <a:extLst>
              <a:ext uri="{FF2B5EF4-FFF2-40B4-BE49-F238E27FC236}">
                <a16:creationId xmlns:a16="http://schemas.microsoft.com/office/drawing/2014/main" id="{35421432-E3DA-495E-AB76-9FC4BE3DD9D0}"/>
              </a:ext>
            </a:extLst>
          </p:cNvPr>
          <p:cNvCxnSpPr>
            <a:cxnSpLocks/>
            <a:stCxn id="4" idx="3"/>
            <a:endCxn id="116" idx="1"/>
          </p:cNvCxnSpPr>
          <p:nvPr/>
        </p:nvCxnSpPr>
        <p:spPr>
          <a:xfrm>
            <a:off x="3020495" y="1184075"/>
            <a:ext cx="411935" cy="1060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86656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4FBCFC5-E468-4DBF-8B21-0F5F6DCAA239}"/>
              </a:ext>
            </a:extLst>
          </p:cNvPr>
          <p:cNvSpPr txBox="1"/>
          <p:nvPr/>
        </p:nvSpPr>
        <p:spPr>
          <a:xfrm>
            <a:off x="114983" y="1001700"/>
            <a:ext cx="809982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Read</a:t>
            </a:r>
            <a:br>
              <a:rPr lang="en-US" altLang="zh-CN" b="1" dirty="0"/>
            </a:br>
            <a:r>
              <a:rPr lang="en-US" altLang="zh-CN" b="1" dirty="0"/>
              <a:t>(n)</a:t>
            </a:r>
            <a:endParaRPr lang="zh-CN" altLang="en-US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A45786A-EE29-4E77-A163-C8D78D426C7C}"/>
              </a:ext>
            </a:extLst>
          </p:cNvPr>
          <p:cNvSpPr txBox="1"/>
          <p:nvPr/>
        </p:nvSpPr>
        <p:spPr>
          <a:xfrm>
            <a:off x="1200012" y="1018611"/>
            <a:ext cx="896044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Assign</a:t>
            </a:r>
            <a:br>
              <a:rPr lang="en-US" altLang="zh-CN" b="1" dirty="0"/>
            </a:br>
            <a:r>
              <a:rPr lang="en-US" altLang="zh-CN" b="1" dirty="0"/>
              <a:t>(sum)</a:t>
            </a:r>
            <a:endParaRPr lang="zh-CN" altLang="en-US" b="1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CEEADA66-F283-4697-B69C-441216C101CA}"/>
              </a:ext>
            </a:extLst>
          </p:cNvPr>
          <p:cNvCxnSpPr>
            <a:cxnSpLocks/>
            <a:stCxn id="5" idx="0"/>
            <a:endCxn id="3" idx="2"/>
          </p:cNvCxnSpPr>
          <p:nvPr/>
        </p:nvCxnSpPr>
        <p:spPr>
          <a:xfrm flipV="1">
            <a:off x="1648034" y="1664942"/>
            <a:ext cx="0" cy="2693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椭圆 4">
            <a:extLst>
              <a:ext uri="{FF2B5EF4-FFF2-40B4-BE49-F238E27FC236}">
                <a16:creationId xmlns:a16="http://schemas.microsoft.com/office/drawing/2014/main" id="{854E8390-8BDD-4BE7-B615-8BABA600A25A}"/>
              </a:ext>
            </a:extLst>
          </p:cNvPr>
          <p:cNvSpPr/>
          <p:nvPr/>
        </p:nvSpPr>
        <p:spPr>
          <a:xfrm>
            <a:off x="1200012" y="1934319"/>
            <a:ext cx="896044" cy="6463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>
                <a:solidFill>
                  <a:schemeClr val="tx1"/>
                </a:solidFill>
              </a:rPr>
              <a:t>Const</a:t>
            </a:r>
            <a:br>
              <a:rPr lang="en-US" altLang="zh-CN" sz="1100" b="1" dirty="0">
                <a:solidFill>
                  <a:schemeClr val="tx1"/>
                </a:solidFill>
              </a:rPr>
            </a:br>
            <a:r>
              <a:rPr lang="zh-CN" altLang="en-US" sz="1100" b="1" dirty="0">
                <a:solidFill>
                  <a:schemeClr val="tx1"/>
                </a:solidFill>
              </a:rPr>
              <a:t>（</a:t>
            </a:r>
            <a:r>
              <a:rPr lang="en-US" altLang="zh-CN" sz="1100" b="1" dirty="0">
                <a:solidFill>
                  <a:schemeClr val="tx1"/>
                </a:solidFill>
              </a:rPr>
              <a:t>0</a:t>
            </a:r>
            <a:r>
              <a:rPr lang="zh-CN" altLang="en-US" sz="1100" b="1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DB93B23-A48C-4A76-A88C-E829B5BE62C8}"/>
              </a:ext>
            </a:extLst>
          </p:cNvPr>
          <p:cNvSpPr txBox="1"/>
          <p:nvPr/>
        </p:nvSpPr>
        <p:spPr>
          <a:xfrm>
            <a:off x="2472877" y="1018611"/>
            <a:ext cx="896044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Assign</a:t>
            </a:r>
            <a:br>
              <a:rPr lang="en-US" altLang="zh-CN" b="1" dirty="0"/>
            </a:br>
            <a:r>
              <a:rPr lang="en-US" altLang="zh-CN" b="1" dirty="0"/>
              <a:t>(</a:t>
            </a:r>
            <a:r>
              <a:rPr lang="en-US" altLang="zh-CN" b="1" dirty="0" err="1"/>
              <a:t>i</a:t>
            </a:r>
            <a:r>
              <a:rPr lang="en-US" altLang="zh-CN" b="1" dirty="0"/>
              <a:t>)</a:t>
            </a:r>
            <a:endParaRPr lang="zh-CN" altLang="en-US" b="1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9E95449-AD50-4A3D-AA24-500B735B21F8}"/>
              </a:ext>
            </a:extLst>
          </p:cNvPr>
          <p:cNvCxnSpPr>
            <a:cxnSpLocks/>
            <a:stCxn id="8" idx="0"/>
            <a:endCxn id="6" idx="2"/>
          </p:cNvCxnSpPr>
          <p:nvPr/>
        </p:nvCxnSpPr>
        <p:spPr>
          <a:xfrm flipV="1">
            <a:off x="2920899" y="1664942"/>
            <a:ext cx="0" cy="2693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椭圆 7">
            <a:extLst>
              <a:ext uri="{FF2B5EF4-FFF2-40B4-BE49-F238E27FC236}">
                <a16:creationId xmlns:a16="http://schemas.microsoft.com/office/drawing/2014/main" id="{568EEABD-C6A9-4BB7-A73F-6315016315DB}"/>
              </a:ext>
            </a:extLst>
          </p:cNvPr>
          <p:cNvSpPr/>
          <p:nvPr/>
        </p:nvSpPr>
        <p:spPr>
          <a:xfrm>
            <a:off x="2472877" y="1934319"/>
            <a:ext cx="896044" cy="6463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>
                <a:solidFill>
                  <a:schemeClr val="tx1"/>
                </a:solidFill>
              </a:rPr>
              <a:t>Const</a:t>
            </a:r>
            <a:br>
              <a:rPr lang="en-US" altLang="zh-CN" sz="1100" b="1" dirty="0">
                <a:solidFill>
                  <a:schemeClr val="tx1"/>
                </a:solidFill>
              </a:rPr>
            </a:br>
            <a:r>
              <a:rPr lang="zh-CN" altLang="en-US" sz="1100" b="1" dirty="0">
                <a:solidFill>
                  <a:schemeClr val="tx1"/>
                </a:solidFill>
              </a:rPr>
              <a:t>（</a:t>
            </a:r>
            <a:r>
              <a:rPr lang="en-US" altLang="zh-CN" sz="1100" b="1" dirty="0">
                <a:solidFill>
                  <a:schemeClr val="tx1"/>
                </a:solidFill>
              </a:rPr>
              <a:t>10</a:t>
            </a:r>
            <a:r>
              <a:rPr lang="zh-CN" altLang="en-US" sz="1100" b="1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6A2774F-FB2F-40E5-83F8-1B0F39537902}"/>
              </a:ext>
            </a:extLst>
          </p:cNvPr>
          <p:cNvSpPr txBox="1"/>
          <p:nvPr/>
        </p:nvSpPr>
        <p:spPr>
          <a:xfrm>
            <a:off x="3657961" y="1157111"/>
            <a:ext cx="1093693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Repeat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AE747D-F3F3-4E55-9B01-2B92EACAAA60}"/>
              </a:ext>
            </a:extLst>
          </p:cNvPr>
          <p:cNvSpPr txBox="1"/>
          <p:nvPr/>
        </p:nvSpPr>
        <p:spPr>
          <a:xfrm>
            <a:off x="3518431" y="2126607"/>
            <a:ext cx="896044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If</a:t>
            </a:r>
            <a:endParaRPr lang="zh-CN" altLang="en-US" b="1" dirty="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4407CE75-6D98-438B-B881-935C76BB9F84}"/>
              </a:ext>
            </a:extLst>
          </p:cNvPr>
          <p:cNvSpPr/>
          <p:nvPr/>
        </p:nvSpPr>
        <p:spPr>
          <a:xfrm>
            <a:off x="860262" y="3573795"/>
            <a:ext cx="711200" cy="6463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Id</a:t>
            </a:r>
            <a:br>
              <a:rPr lang="en-US" altLang="zh-CN" sz="1400" b="1" dirty="0">
                <a:solidFill>
                  <a:schemeClr val="tx1"/>
                </a:solidFill>
              </a:rPr>
            </a:br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 err="1">
                <a:solidFill>
                  <a:schemeClr val="tx1"/>
                </a:solidFill>
              </a:rPr>
              <a:t>i</a:t>
            </a:r>
            <a:r>
              <a:rPr lang="zh-CN" altLang="en-US" sz="1400" b="1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B19A431-C13A-4F6D-973F-F9EEA7224610}"/>
              </a:ext>
            </a:extLst>
          </p:cNvPr>
          <p:cNvSpPr/>
          <p:nvPr/>
        </p:nvSpPr>
        <p:spPr>
          <a:xfrm>
            <a:off x="1927062" y="3563484"/>
            <a:ext cx="896044" cy="6463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>
                <a:solidFill>
                  <a:schemeClr val="tx1"/>
                </a:solidFill>
              </a:rPr>
              <a:t>Const</a:t>
            </a:r>
            <a:br>
              <a:rPr lang="en-US" altLang="zh-CN" sz="1100" b="1" dirty="0">
                <a:solidFill>
                  <a:schemeClr val="tx1"/>
                </a:solidFill>
              </a:rPr>
            </a:br>
            <a:r>
              <a:rPr lang="zh-CN" altLang="en-US" sz="1100" b="1" dirty="0">
                <a:solidFill>
                  <a:schemeClr val="tx1"/>
                </a:solidFill>
              </a:rPr>
              <a:t>（</a:t>
            </a:r>
            <a:r>
              <a:rPr lang="en-US" altLang="zh-CN" sz="1100" b="1" dirty="0">
                <a:solidFill>
                  <a:schemeClr val="tx1"/>
                </a:solidFill>
              </a:rPr>
              <a:t>5</a:t>
            </a:r>
            <a:r>
              <a:rPr lang="zh-CN" altLang="en-US" sz="1100" b="1" dirty="0">
                <a:solidFill>
                  <a:schemeClr val="tx1"/>
                </a:solidFill>
              </a:rPr>
              <a:t>）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C0E93261-94C0-41C0-887F-4232EF56D436}"/>
              </a:ext>
            </a:extLst>
          </p:cNvPr>
          <p:cNvCxnSpPr>
            <a:cxnSpLocks/>
          </p:cNvCxnSpPr>
          <p:nvPr/>
        </p:nvCxnSpPr>
        <p:spPr>
          <a:xfrm flipV="1">
            <a:off x="1349980" y="3376498"/>
            <a:ext cx="287008" cy="19729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A02B84C7-5D41-4BC6-8C79-F60E29B9ED92}"/>
              </a:ext>
            </a:extLst>
          </p:cNvPr>
          <p:cNvCxnSpPr>
            <a:cxnSpLocks/>
            <a:stCxn id="12" idx="0"/>
          </p:cNvCxnSpPr>
          <p:nvPr/>
        </p:nvCxnSpPr>
        <p:spPr>
          <a:xfrm flipH="1" flipV="1">
            <a:off x="2139882" y="3376498"/>
            <a:ext cx="235202" cy="18698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3FC8C2E0-24DC-414E-822F-C32CC0400CF5}"/>
              </a:ext>
            </a:extLst>
          </p:cNvPr>
          <p:cNvCxnSpPr>
            <a:cxnSpLocks/>
            <a:stCxn id="22" idx="7"/>
            <a:endCxn id="10" idx="2"/>
          </p:cNvCxnSpPr>
          <p:nvPr/>
        </p:nvCxnSpPr>
        <p:spPr>
          <a:xfrm flipV="1">
            <a:off x="2146760" y="2495939"/>
            <a:ext cx="1819693" cy="40557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79582090-C4A5-4BC5-BE5C-9E62C4202922}"/>
              </a:ext>
            </a:extLst>
          </p:cNvPr>
          <p:cNvSpPr txBox="1"/>
          <p:nvPr/>
        </p:nvSpPr>
        <p:spPr>
          <a:xfrm>
            <a:off x="2894945" y="2832229"/>
            <a:ext cx="896044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Assign</a:t>
            </a:r>
            <a:br>
              <a:rPr lang="en-US" altLang="zh-CN" b="1" dirty="0"/>
            </a:br>
            <a:r>
              <a:rPr lang="en-US" altLang="zh-CN" b="1" dirty="0"/>
              <a:t>(sum)</a:t>
            </a:r>
            <a:endParaRPr lang="zh-CN" altLang="en-US" b="1" dirty="0"/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330B32F2-5B07-44AF-90E1-447C2E3810CD}"/>
              </a:ext>
            </a:extLst>
          </p:cNvPr>
          <p:cNvCxnSpPr>
            <a:cxnSpLocks/>
            <a:stCxn id="16" idx="0"/>
            <a:endCxn id="10" idx="2"/>
          </p:cNvCxnSpPr>
          <p:nvPr/>
        </p:nvCxnSpPr>
        <p:spPr>
          <a:xfrm flipV="1">
            <a:off x="3342967" y="2495939"/>
            <a:ext cx="623486" cy="33629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9A854AC0-FCA9-49E2-9DC2-7D4C8676500D}"/>
              </a:ext>
            </a:extLst>
          </p:cNvPr>
          <p:cNvCxnSpPr>
            <a:cxnSpLocks/>
            <a:stCxn id="32" idx="0"/>
            <a:endCxn id="16" idx="2"/>
          </p:cNvCxnSpPr>
          <p:nvPr/>
        </p:nvCxnSpPr>
        <p:spPr>
          <a:xfrm flipV="1">
            <a:off x="3342967" y="3478560"/>
            <a:ext cx="0" cy="18698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椭圆 21">
            <a:extLst>
              <a:ext uri="{FF2B5EF4-FFF2-40B4-BE49-F238E27FC236}">
                <a16:creationId xmlns:a16="http://schemas.microsoft.com/office/drawing/2014/main" id="{B2A48C9B-1A4A-4840-A0A4-63707758CCC7}"/>
              </a:ext>
            </a:extLst>
          </p:cNvPr>
          <p:cNvSpPr/>
          <p:nvPr/>
        </p:nvSpPr>
        <p:spPr>
          <a:xfrm>
            <a:off x="1539713" y="2806857"/>
            <a:ext cx="711200" cy="6463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Op</a:t>
            </a:r>
            <a:br>
              <a:rPr lang="en-US" altLang="zh-CN" sz="1400" b="1" dirty="0">
                <a:solidFill>
                  <a:schemeClr val="tx1"/>
                </a:solidFill>
              </a:rPr>
            </a:br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>
                <a:solidFill>
                  <a:schemeClr val="tx1"/>
                </a:solidFill>
              </a:rPr>
              <a:t>&lt;</a:t>
            </a:r>
            <a:r>
              <a:rPr lang="zh-CN" altLang="en-US" sz="1400" b="1" dirty="0">
                <a:solidFill>
                  <a:schemeClr val="tx1"/>
                </a:solidFill>
              </a:rPr>
              <a:t>）</a:t>
            </a: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A638A4EF-24AF-415B-94D3-06AD66F63931}"/>
              </a:ext>
            </a:extLst>
          </p:cNvPr>
          <p:cNvCxnSpPr>
            <a:cxnSpLocks/>
            <a:stCxn id="10" idx="0"/>
            <a:endCxn id="9" idx="2"/>
          </p:cNvCxnSpPr>
          <p:nvPr/>
        </p:nvCxnSpPr>
        <p:spPr>
          <a:xfrm flipV="1">
            <a:off x="3966453" y="1526443"/>
            <a:ext cx="238355" cy="6001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椭圆 27">
            <a:extLst>
              <a:ext uri="{FF2B5EF4-FFF2-40B4-BE49-F238E27FC236}">
                <a16:creationId xmlns:a16="http://schemas.microsoft.com/office/drawing/2014/main" id="{6A12AAA3-B72A-45DD-824C-2183E424F1AE}"/>
              </a:ext>
            </a:extLst>
          </p:cNvPr>
          <p:cNvSpPr/>
          <p:nvPr/>
        </p:nvSpPr>
        <p:spPr>
          <a:xfrm>
            <a:off x="2154949" y="4432484"/>
            <a:ext cx="1047461" cy="6463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Id</a:t>
            </a:r>
            <a:br>
              <a:rPr lang="en-US" altLang="zh-CN" sz="1400" b="1" dirty="0">
                <a:solidFill>
                  <a:schemeClr val="tx1"/>
                </a:solidFill>
              </a:rPr>
            </a:br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>
                <a:solidFill>
                  <a:schemeClr val="tx1"/>
                </a:solidFill>
              </a:rPr>
              <a:t>sum</a:t>
            </a:r>
            <a:r>
              <a:rPr lang="zh-CN" altLang="en-US" sz="1400" b="1" dirty="0">
                <a:solidFill>
                  <a:schemeClr val="tx1"/>
                </a:solidFill>
              </a:rPr>
              <a:t>）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22F61C18-685D-4A95-9E31-EACE9F5A9BBA}"/>
              </a:ext>
            </a:extLst>
          </p:cNvPr>
          <p:cNvCxnSpPr>
            <a:cxnSpLocks/>
          </p:cNvCxnSpPr>
          <p:nvPr/>
        </p:nvCxnSpPr>
        <p:spPr>
          <a:xfrm flipV="1">
            <a:off x="2797634" y="4235187"/>
            <a:ext cx="287008" cy="19729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椭圆 31">
            <a:extLst>
              <a:ext uri="{FF2B5EF4-FFF2-40B4-BE49-F238E27FC236}">
                <a16:creationId xmlns:a16="http://schemas.microsoft.com/office/drawing/2014/main" id="{9A67FAC2-253C-4485-8720-185CD7BE38C4}"/>
              </a:ext>
            </a:extLst>
          </p:cNvPr>
          <p:cNvSpPr/>
          <p:nvPr/>
        </p:nvSpPr>
        <p:spPr>
          <a:xfrm>
            <a:off x="2987367" y="3665546"/>
            <a:ext cx="711200" cy="6463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Op</a:t>
            </a:r>
            <a:br>
              <a:rPr lang="en-US" altLang="zh-CN" sz="1400" b="1" dirty="0">
                <a:solidFill>
                  <a:schemeClr val="tx1"/>
                </a:solidFill>
              </a:rPr>
            </a:br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>
                <a:solidFill>
                  <a:schemeClr val="tx1"/>
                </a:solidFill>
              </a:rPr>
              <a:t>+</a:t>
            </a:r>
            <a:r>
              <a:rPr lang="zh-CN" altLang="en-US" sz="1400" b="1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34098CDB-B536-4FA4-8D72-2C9332638D74}"/>
              </a:ext>
            </a:extLst>
          </p:cNvPr>
          <p:cNvSpPr/>
          <p:nvPr/>
        </p:nvSpPr>
        <p:spPr>
          <a:xfrm>
            <a:off x="2755938" y="5230637"/>
            <a:ext cx="711200" cy="6463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Id</a:t>
            </a:r>
            <a:br>
              <a:rPr lang="en-US" altLang="zh-CN" sz="1400" b="1" dirty="0">
                <a:solidFill>
                  <a:schemeClr val="tx1"/>
                </a:solidFill>
              </a:rPr>
            </a:br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 err="1">
                <a:solidFill>
                  <a:schemeClr val="tx1"/>
                </a:solidFill>
              </a:rPr>
              <a:t>i</a:t>
            </a:r>
            <a:r>
              <a:rPr lang="zh-CN" altLang="en-US" sz="1400" b="1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975E66C8-2FE7-402E-88C9-AD8F347AF751}"/>
              </a:ext>
            </a:extLst>
          </p:cNvPr>
          <p:cNvSpPr/>
          <p:nvPr/>
        </p:nvSpPr>
        <p:spPr>
          <a:xfrm>
            <a:off x="3822738" y="5220326"/>
            <a:ext cx="896044" cy="6463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>
                <a:solidFill>
                  <a:schemeClr val="tx1"/>
                </a:solidFill>
              </a:rPr>
              <a:t>Const</a:t>
            </a:r>
            <a:br>
              <a:rPr lang="en-US" altLang="zh-CN" sz="1100" b="1" dirty="0">
                <a:solidFill>
                  <a:schemeClr val="tx1"/>
                </a:solidFill>
              </a:rPr>
            </a:br>
            <a:r>
              <a:rPr lang="zh-CN" altLang="en-US" sz="1100" b="1" dirty="0">
                <a:solidFill>
                  <a:schemeClr val="tx1"/>
                </a:solidFill>
              </a:rPr>
              <a:t>（</a:t>
            </a:r>
            <a:r>
              <a:rPr lang="en-US" altLang="zh-CN" sz="1100" b="1" dirty="0">
                <a:solidFill>
                  <a:schemeClr val="tx1"/>
                </a:solidFill>
              </a:rPr>
              <a:t>2</a:t>
            </a:r>
            <a:r>
              <a:rPr lang="zh-CN" altLang="en-US" sz="1100" b="1" dirty="0">
                <a:solidFill>
                  <a:schemeClr val="tx1"/>
                </a:solidFill>
              </a:rPr>
              <a:t>）</a:t>
            </a: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EE9E7E0-8C8C-4361-9685-6D0759541C2A}"/>
              </a:ext>
            </a:extLst>
          </p:cNvPr>
          <p:cNvCxnSpPr>
            <a:cxnSpLocks/>
          </p:cNvCxnSpPr>
          <p:nvPr/>
        </p:nvCxnSpPr>
        <p:spPr>
          <a:xfrm flipV="1">
            <a:off x="3245656" y="5033340"/>
            <a:ext cx="287008" cy="19729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74FBD150-EE52-4E2D-88E8-A6FEAAAE59D0}"/>
              </a:ext>
            </a:extLst>
          </p:cNvPr>
          <p:cNvCxnSpPr>
            <a:cxnSpLocks/>
            <a:stCxn id="34" idx="0"/>
          </p:cNvCxnSpPr>
          <p:nvPr/>
        </p:nvCxnSpPr>
        <p:spPr>
          <a:xfrm flipH="1" flipV="1">
            <a:off x="4035558" y="5033340"/>
            <a:ext cx="235202" cy="18698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椭圆 36">
            <a:extLst>
              <a:ext uri="{FF2B5EF4-FFF2-40B4-BE49-F238E27FC236}">
                <a16:creationId xmlns:a16="http://schemas.microsoft.com/office/drawing/2014/main" id="{031AE2DD-5EFE-4735-BB42-81FD11205208}"/>
              </a:ext>
            </a:extLst>
          </p:cNvPr>
          <p:cNvSpPr/>
          <p:nvPr/>
        </p:nvSpPr>
        <p:spPr>
          <a:xfrm>
            <a:off x="3435389" y="4463699"/>
            <a:ext cx="711200" cy="6463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Op</a:t>
            </a:r>
            <a:br>
              <a:rPr lang="en-US" altLang="zh-CN" sz="1400" b="1" dirty="0">
                <a:solidFill>
                  <a:schemeClr val="tx1"/>
                </a:solidFill>
              </a:rPr>
            </a:br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>
                <a:solidFill>
                  <a:schemeClr val="tx1"/>
                </a:solidFill>
              </a:rPr>
              <a:t>*</a:t>
            </a:r>
            <a:r>
              <a:rPr lang="zh-CN" altLang="en-US" sz="1400" b="1" dirty="0">
                <a:solidFill>
                  <a:schemeClr val="tx1"/>
                </a:solidFill>
              </a:rPr>
              <a:t>）</a:t>
            </a: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C0B8ADC3-A9C7-4C41-907A-5DEF02277867}"/>
              </a:ext>
            </a:extLst>
          </p:cNvPr>
          <p:cNvCxnSpPr>
            <a:cxnSpLocks/>
            <a:stCxn id="37" idx="0"/>
            <a:endCxn id="32" idx="5"/>
          </p:cNvCxnSpPr>
          <p:nvPr/>
        </p:nvCxnSpPr>
        <p:spPr>
          <a:xfrm flipH="1" flipV="1">
            <a:off x="3594414" y="4217224"/>
            <a:ext cx="196575" cy="2464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637CFF34-9882-4DBF-83DD-592E6F1BC19D}"/>
              </a:ext>
            </a:extLst>
          </p:cNvPr>
          <p:cNvSpPr txBox="1"/>
          <p:nvPr/>
        </p:nvSpPr>
        <p:spPr>
          <a:xfrm>
            <a:off x="5127671" y="2807255"/>
            <a:ext cx="896044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Assign</a:t>
            </a:r>
            <a:br>
              <a:rPr lang="en-US" altLang="zh-CN" b="1" dirty="0"/>
            </a:br>
            <a:r>
              <a:rPr lang="en-US" altLang="zh-CN" b="1" dirty="0"/>
              <a:t>(sum)</a:t>
            </a:r>
            <a:endParaRPr lang="zh-CN" altLang="en-US" b="1" dirty="0"/>
          </a:p>
        </p:txBody>
      </p: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91FB1B14-CD6F-4D85-B7B6-379545AC9454}"/>
              </a:ext>
            </a:extLst>
          </p:cNvPr>
          <p:cNvCxnSpPr>
            <a:cxnSpLocks/>
            <a:stCxn id="57" idx="0"/>
            <a:endCxn id="10" idx="2"/>
          </p:cNvCxnSpPr>
          <p:nvPr/>
        </p:nvCxnSpPr>
        <p:spPr>
          <a:xfrm flipH="1" flipV="1">
            <a:off x="3966453" y="2495939"/>
            <a:ext cx="1609240" cy="3113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22CCA559-E86E-4ACB-A731-EDF29E46F36A}"/>
              </a:ext>
            </a:extLst>
          </p:cNvPr>
          <p:cNvCxnSpPr>
            <a:cxnSpLocks/>
            <a:stCxn id="62" idx="0"/>
            <a:endCxn id="57" idx="2"/>
          </p:cNvCxnSpPr>
          <p:nvPr/>
        </p:nvCxnSpPr>
        <p:spPr>
          <a:xfrm flipV="1">
            <a:off x="5575693" y="3453586"/>
            <a:ext cx="0" cy="18698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椭圆 59">
            <a:extLst>
              <a:ext uri="{FF2B5EF4-FFF2-40B4-BE49-F238E27FC236}">
                <a16:creationId xmlns:a16="http://schemas.microsoft.com/office/drawing/2014/main" id="{672455C0-C613-4173-9D90-5DFB62441BB7}"/>
              </a:ext>
            </a:extLst>
          </p:cNvPr>
          <p:cNvSpPr/>
          <p:nvPr/>
        </p:nvSpPr>
        <p:spPr>
          <a:xfrm>
            <a:off x="4387675" y="4407510"/>
            <a:ext cx="1047461" cy="6463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Id</a:t>
            </a:r>
            <a:br>
              <a:rPr lang="en-US" altLang="zh-CN" sz="1400" b="1" dirty="0">
                <a:solidFill>
                  <a:schemeClr val="tx1"/>
                </a:solidFill>
              </a:rPr>
            </a:br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>
                <a:solidFill>
                  <a:schemeClr val="tx1"/>
                </a:solidFill>
              </a:rPr>
              <a:t>sum</a:t>
            </a:r>
            <a:r>
              <a:rPr lang="zh-CN" altLang="en-US" sz="1400" b="1" dirty="0">
                <a:solidFill>
                  <a:schemeClr val="tx1"/>
                </a:solidFill>
              </a:rPr>
              <a:t>）</a:t>
            </a:r>
          </a:p>
        </p:txBody>
      </p: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00399BF8-24F2-4004-857A-104760FDF2F2}"/>
              </a:ext>
            </a:extLst>
          </p:cNvPr>
          <p:cNvCxnSpPr>
            <a:cxnSpLocks/>
          </p:cNvCxnSpPr>
          <p:nvPr/>
        </p:nvCxnSpPr>
        <p:spPr>
          <a:xfrm flipV="1">
            <a:off x="5030360" y="4210213"/>
            <a:ext cx="287008" cy="19729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椭圆 61">
            <a:extLst>
              <a:ext uri="{FF2B5EF4-FFF2-40B4-BE49-F238E27FC236}">
                <a16:creationId xmlns:a16="http://schemas.microsoft.com/office/drawing/2014/main" id="{7DC95993-6AB4-4444-9ADA-232C613DE3B2}"/>
              </a:ext>
            </a:extLst>
          </p:cNvPr>
          <p:cNvSpPr/>
          <p:nvPr/>
        </p:nvSpPr>
        <p:spPr>
          <a:xfrm>
            <a:off x="5220093" y="3640572"/>
            <a:ext cx="711200" cy="6463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Op</a:t>
            </a:r>
            <a:br>
              <a:rPr lang="en-US" altLang="zh-CN" sz="1400" b="1" dirty="0">
                <a:solidFill>
                  <a:schemeClr val="tx1"/>
                </a:solidFill>
              </a:rPr>
            </a:br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>
                <a:solidFill>
                  <a:schemeClr val="tx1"/>
                </a:solidFill>
              </a:rPr>
              <a:t>-</a:t>
            </a:r>
            <a:r>
              <a:rPr lang="zh-CN" altLang="en-US" sz="1400" b="1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092EDBE0-F7E0-4429-96AC-DCD6F6DA0DD8}"/>
              </a:ext>
            </a:extLst>
          </p:cNvPr>
          <p:cNvSpPr/>
          <p:nvPr/>
        </p:nvSpPr>
        <p:spPr>
          <a:xfrm>
            <a:off x="4988664" y="5205663"/>
            <a:ext cx="711200" cy="6463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Id</a:t>
            </a:r>
            <a:br>
              <a:rPr lang="en-US" altLang="zh-CN" sz="1400" b="1" dirty="0">
                <a:solidFill>
                  <a:schemeClr val="tx1"/>
                </a:solidFill>
              </a:rPr>
            </a:br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 err="1">
                <a:solidFill>
                  <a:schemeClr val="tx1"/>
                </a:solidFill>
              </a:rPr>
              <a:t>i</a:t>
            </a:r>
            <a:r>
              <a:rPr lang="zh-CN" altLang="en-US" sz="1400" b="1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64" name="椭圆 63">
            <a:extLst>
              <a:ext uri="{FF2B5EF4-FFF2-40B4-BE49-F238E27FC236}">
                <a16:creationId xmlns:a16="http://schemas.microsoft.com/office/drawing/2014/main" id="{291B8A40-DBE8-41C8-8F10-B5043BC0F2CE}"/>
              </a:ext>
            </a:extLst>
          </p:cNvPr>
          <p:cNvSpPr/>
          <p:nvPr/>
        </p:nvSpPr>
        <p:spPr>
          <a:xfrm>
            <a:off x="6055464" y="5195352"/>
            <a:ext cx="896044" cy="6463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>
                <a:solidFill>
                  <a:schemeClr val="tx1"/>
                </a:solidFill>
              </a:rPr>
              <a:t>Const</a:t>
            </a:r>
            <a:br>
              <a:rPr lang="en-US" altLang="zh-CN" sz="1100" b="1" dirty="0">
                <a:solidFill>
                  <a:schemeClr val="tx1"/>
                </a:solidFill>
              </a:rPr>
            </a:br>
            <a:r>
              <a:rPr lang="zh-CN" altLang="en-US" sz="1100" b="1" dirty="0">
                <a:solidFill>
                  <a:schemeClr val="tx1"/>
                </a:solidFill>
              </a:rPr>
              <a:t>（</a:t>
            </a:r>
            <a:r>
              <a:rPr lang="en-US" altLang="zh-CN" sz="1100" b="1" dirty="0">
                <a:solidFill>
                  <a:schemeClr val="tx1"/>
                </a:solidFill>
              </a:rPr>
              <a:t>2</a:t>
            </a:r>
            <a:r>
              <a:rPr lang="zh-CN" altLang="en-US" sz="1100" b="1" dirty="0">
                <a:solidFill>
                  <a:schemeClr val="tx1"/>
                </a:solidFill>
              </a:rPr>
              <a:t>）</a:t>
            </a:r>
          </a:p>
        </p:txBody>
      </p: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2492CE52-669F-4B69-BA49-796B06E162D2}"/>
              </a:ext>
            </a:extLst>
          </p:cNvPr>
          <p:cNvCxnSpPr>
            <a:cxnSpLocks/>
          </p:cNvCxnSpPr>
          <p:nvPr/>
        </p:nvCxnSpPr>
        <p:spPr>
          <a:xfrm flipV="1">
            <a:off x="5478382" y="5008366"/>
            <a:ext cx="287008" cy="19729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6F0B0B86-7C45-40D2-B489-977920ABA2F9}"/>
              </a:ext>
            </a:extLst>
          </p:cNvPr>
          <p:cNvCxnSpPr>
            <a:cxnSpLocks/>
            <a:stCxn id="64" idx="0"/>
          </p:cNvCxnSpPr>
          <p:nvPr/>
        </p:nvCxnSpPr>
        <p:spPr>
          <a:xfrm flipH="1" flipV="1">
            <a:off x="6268284" y="5008366"/>
            <a:ext cx="235202" cy="18698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椭圆 66">
            <a:extLst>
              <a:ext uri="{FF2B5EF4-FFF2-40B4-BE49-F238E27FC236}">
                <a16:creationId xmlns:a16="http://schemas.microsoft.com/office/drawing/2014/main" id="{53041574-194E-4F8A-A597-43001CF3AA8D}"/>
              </a:ext>
            </a:extLst>
          </p:cNvPr>
          <p:cNvSpPr/>
          <p:nvPr/>
        </p:nvSpPr>
        <p:spPr>
          <a:xfrm>
            <a:off x="5668115" y="4438725"/>
            <a:ext cx="711200" cy="6463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Op</a:t>
            </a:r>
            <a:br>
              <a:rPr lang="en-US" altLang="zh-CN" sz="1400" b="1" dirty="0">
                <a:solidFill>
                  <a:schemeClr val="tx1"/>
                </a:solidFill>
              </a:rPr>
            </a:br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>
                <a:solidFill>
                  <a:schemeClr val="tx1"/>
                </a:solidFill>
              </a:rPr>
              <a:t>/</a:t>
            </a:r>
            <a:r>
              <a:rPr lang="zh-CN" altLang="en-US" sz="1400" b="1" dirty="0">
                <a:solidFill>
                  <a:schemeClr val="tx1"/>
                </a:solidFill>
              </a:rPr>
              <a:t>）</a:t>
            </a:r>
          </a:p>
        </p:txBody>
      </p: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D38D6392-F542-4075-914A-100F0EE9DD07}"/>
              </a:ext>
            </a:extLst>
          </p:cNvPr>
          <p:cNvCxnSpPr>
            <a:cxnSpLocks/>
            <a:stCxn id="67" idx="0"/>
            <a:endCxn id="62" idx="5"/>
          </p:cNvCxnSpPr>
          <p:nvPr/>
        </p:nvCxnSpPr>
        <p:spPr>
          <a:xfrm flipH="1" flipV="1">
            <a:off x="5827140" y="4192250"/>
            <a:ext cx="196575" cy="2464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EB3F5C07-B400-48DB-AE1B-402D5B81EF98}"/>
              </a:ext>
            </a:extLst>
          </p:cNvPr>
          <p:cNvSpPr txBox="1"/>
          <p:nvPr/>
        </p:nvSpPr>
        <p:spPr>
          <a:xfrm>
            <a:off x="7097219" y="2045174"/>
            <a:ext cx="896044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Assign</a:t>
            </a:r>
            <a:br>
              <a:rPr lang="en-US" altLang="zh-CN" b="1" dirty="0"/>
            </a:br>
            <a:r>
              <a:rPr lang="en-US" altLang="zh-CN" b="1" dirty="0"/>
              <a:t>(</a:t>
            </a:r>
            <a:r>
              <a:rPr lang="en-US" altLang="zh-CN" b="1" dirty="0" err="1"/>
              <a:t>i</a:t>
            </a:r>
            <a:r>
              <a:rPr lang="en-US" altLang="zh-CN" b="1" dirty="0"/>
              <a:t>)</a:t>
            </a:r>
            <a:endParaRPr lang="zh-CN" altLang="en-US" b="1" dirty="0"/>
          </a:p>
        </p:txBody>
      </p:sp>
      <p:sp>
        <p:nvSpPr>
          <p:cNvPr id="75" name="椭圆 74">
            <a:extLst>
              <a:ext uri="{FF2B5EF4-FFF2-40B4-BE49-F238E27FC236}">
                <a16:creationId xmlns:a16="http://schemas.microsoft.com/office/drawing/2014/main" id="{4F80A1D2-DDEC-4455-9431-04EF026C5BBE}"/>
              </a:ext>
            </a:extLst>
          </p:cNvPr>
          <p:cNvSpPr/>
          <p:nvPr/>
        </p:nvSpPr>
        <p:spPr>
          <a:xfrm>
            <a:off x="6411944" y="3621548"/>
            <a:ext cx="711200" cy="6463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Id</a:t>
            </a:r>
            <a:br>
              <a:rPr lang="en-US" altLang="zh-CN" sz="1400" b="1" dirty="0">
                <a:solidFill>
                  <a:schemeClr val="tx1"/>
                </a:solidFill>
              </a:rPr>
            </a:br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 err="1">
                <a:solidFill>
                  <a:schemeClr val="tx1"/>
                </a:solidFill>
              </a:rPr>
              <a:t>i</a:t>
            </a:r>
            <a:r>
              <a:rPr lang="zh-CN" altLang="en-US" sz="1400" b="1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76" name="椭圆 75">
            <a:extLst>
              <a:ext uri="{FF2B5EF4-FFF2-40B4-BE49-F238E27FC236}">
                <a16:creationId xmlns:a16="http://schemas.microsoft.com/office/drawing/2014/main" id="{14E4E0D4-1F15-467E-AE2A-F5E2429BE54E}"/>
              </a:ext>
            </a:extLst>
          </p:cNvPr>
          <p:cNvSpPr/>
          <p:nvPr/>
        </p:nvSpPr>
        <p:spPr>
          <a:xfrm>
            <a:off x="7528381" y="3652653"/>
            <a:ext cx="896044" cy="6463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>
                <a:solidFill>
                  <a:schemeClr val="tx1"/>
                </a:solidFill>
              </a:rPr>
              <a:t>Const</a:t>
            </a:r>
            <a:br>
              <a:rPr lang="en-US" altLang="zh-CN" sz="1100" b="1" dirty="0">
                <a:solidFill>
                  <a:schemeClr val="tx1"/>
                </a:solidFill>
              </a:rPr>
            </a:br>
            <a:r>
              <a:rPr lang="zh-CN" altLang="en-US" sz="1100" b="1" dirty="0">
                <a:solidFill>
                  <a:schemeClr val="tx1"/>
                </a:solidFill>
              </a:rPr>
              <a:t>（</a:t>
            </a:r>
            <a:r>
              <a:rPr lang="en-US" altLang="zh-CN" sz="1100" b="1" dirty="0">
                <a:solidFill>
                  <a:schemeClr val="tx1"/>
                </a:solidFill>
              </a:rPr>
              <a:t>1</a:t>
            </a:r>
            <a:r>
              <a:rPr lang="zh-CN" altLang="en-US" sz="1100" b="1" dirty="0">
                <a:solidFill>
                  <a:schemeClr val="tx1"/>
                </a:solidFill>
              </a:rPr>
              <a:t>）</a:t>
            </a:r>
          </a:p>
        </p:txBody>
      </p: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BDC81DB1-3A4B-4FA6-A120-0CA85C534DFF}"/>
              </a:ext>
            </a:extLst>
          </p:cNvPr>
          <p:cNvCxnSpPr>
            <a:cxnSpLocks/>
          </p:cNvCxnSpPr>
          <p:nvPr/>
        </p:nvCxnSpPr>
        <p:spPr>
          <a:xfrm flipV="1">
            <a:off x="6901662" y="3424251"/>
            <a:ext cx="287008" cy="19729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A7EC82B3-A14D-439D-8E58-925C304770FF}"/>
              </a:ext>
            </a:extLst>
          </p:cNvPr>
          <p:cNvCxnSpPr>
            <a:cxnSpLocks/>
            <a:stCxn id="76" idx="0"/>
          </p:cNvCxnSpPr>
          <p:nvPr/>
        </p:nvCxnSpPr>
        <p:spPr>
          <a:xfrm flipH="1" flipV="1">
            <a:off x="7741201" y="3465667"/>
            <a:ext cx="235202" cy="18698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椭圆 78">
            <a:extLst>
              <a:ext uri="{FF2B5EF4-FFF2-40B4-BE49-F238E27FC236}">
                <a16:creationId xmlns:a16="http://schemas.microsoft.com/office/drawing/2014/main" id="{97AA1BCD-EA9F-483F-B045-ACF56DC3CD7F}"/>
              </a:ext>
            </a:extLst>
          </p:cNvPr>
          <p:cNvSpPr/>
          <p:nvPr/>
        </p:nvSpPr>
        <p:spPr>
          <a:xfrm>
            <a:off x="7141032" y="2896026"/>
            <a:ext cx="711200" cy="6463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Op</a:t>
            </a:r>
            <a:br>
              <a:rPr lang="en-US" altLang="zh-CN" sz="1400" b="1" dirty="0">
                <a:solidFill>
                  <a:schemeClr val="tx1"/>
                </a:solidFill>
              </a:rPr>
            </a:br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>
                <a:solidFill>
                  <a:schemeClr val="tx1"/>
                </a:solidFill>
              </a:rPr>
              <a:t>-</a:t>
            </a:r>
            <a:r>
              <a:rPr lang="zh-CN" altLang="en-US" sz="1400" b="1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35173F6C-01CA-44A1-A990-D8EB6C1BD506}"/>
              </a:ext>
            </a:extLst>
          </p:cNvPr>
          <p:cNvSpPr/>
          <p:nvPr/>
        </p:nvSpPr>
        <p:spPr>
          <a:xfrm>
            <a:off x="8709436" y="2030702"/>
            <a:ext cx="711200" cy="6463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Op</a:t>
            </a:r>
            <a:br>
              <a:rPr lang="en-US" altLang="zh-CN" sz="1400" b="1" dirty="0">
                <a:solidFill>
                  <a:schemeClr val="tx1"/>
                </a:solidFill>
              </a:rPr>
            </a:br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>
                <a:solidFill>
                  <a:schemeClr val="tx1"/>
                </a:solidFill>
              </a:rPr>
              <a:t>=</a:t>
            </a:r>
            <a:r>
              <a:rPr lang="zh-CN" altLang="en-US" sz="1400" b="1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81" name="椭圆 80">
            <a:extLst>
              <a:ext uri="{FF2B5EF4-FFF2-40B4-BE49-F238E27FC236}">
                <a16:creationId xmlns:a16="http://schemas.microsoft.com/office/drawing/2014/main" id="{F2A4D6F7-536F-4C67-9E83-A6144F4BE84F}"/>
              </a:ext>
            </a:extLst>
          </p:cNvPr>
          <p:cNvSpPr/>
          <p:nvPr/>
        </p:nvSpPr>
        <p:spPr>
          <a:xfrm>
            <a:off x="8367412" y="2819939"/>
            <a:ext cx="711200" cy="6463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Id</a:t>
            </a:r>
            <a:br>
              <a:rPr lang="en-US" altLang="zh-CN" sz="1400" b="1" dirty="0">
                <a:solidFill>
                  <a:schemeClr val="tx1"/>
                </a:solidFill>
              </a:rPr>
            </a:br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>
                <a:solidFill>
                  <a:schemeClr val="tx1"/>
                </a:solidFill>
              </a:rPr>
              <a:t>b</a:t>
            </a:r>
            <a:r>
              <a:rPr lang="zh-CN" altLang="en-US" sz="1400" b="1" dirty="0">
                <a:solidFill>
                  <a:schemeClr val="tx1"/>
                </a:solidFill>
              </a:rPr>
              <a:t>）</a:t>
            </a:r>
          </a:p>
        </p:txBody>
      </p: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50C3DBDD-4727-4232-9B07-8545BDD7CD53}"/>
              </a:ext>
            </a:extLst>
          </p:cNvPr>
          <p:cNvCxnSpPr>
            <a:cxnSpLocks/>
            <a:stCxn id="81" idx="0"/>
          </p:cNvCxnSpPr>
          <p:nvPr/>
        </p:nvCxnSpPr>
        <p:spPr>
          <a:xfrm flipV="1">
            <a:off x="8723012" y="2616884"/>
            <a:ext cx="143495" cy="20305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4E979A3C-26AD-49F0-89CC-CFAB78B4AD87}"/>
              </a:ext>
            </a:extLst>
          </p:cNvPr>
          <p:cNvCxnSpPr>
            <a:cxnSpLocks/>
            <a:endCxn id="80" idx="5"/>
          </p:cNvCxnSpPr>
          <p:nvPr/>
        </p:nvCxnSpPr>
        <p:spPr>
          <a:xfrm flipH="1" flipV="1">
            <a:off x="9316483" y="2582380"/>
            <a:ext cx="209379" cy="20305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椭圆 83">
            <a:extLst>
              <a:ext uri="{FF2B5EF4-FFF2-40B4-BE49-F238E27FC236}">
                <a16:creationId xmlns:a16="http://schemas.microsoft.com/office/drawing/2014/main" id="{57FC88F9-BBA2-427B-AC0B-84F9DC28363F}"/>
              </a:ext>
            </a:extLst>
          </p:cNvPr>
          <p:cNvSpPr/>
          <p:nvPr/>
        </p:nvSpPr>
        <p:spPr>
          <a:xfrm>
            <a:off x="9155614" y="2797192"/>
            <a:ext cx="896044" cy="6463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>
                <a:solidFill>
                  <a:schemeClr val="tx1"/>
                </a:solidFill>
              </a:rPr>
              <a:t>Const</a:t>
            </a:r>
            <a:br>
              <a:rPr lang="en-US" altLang="zh-CN" sz="1100" b="1" dirty="0">
                <a:solidFill>
                  <a:schemeClr val="tx1"/>
                </a:solidFill>
              </a:rPr>
            </a:br>
            <a:r>
              <a:rPr lang="zh-CN" altLang="en-US" sz="1100" b="1" dirty="0">
                <a:solidFill>
                  <a:schemeClr val="tx1"/>
                </a:solidFill>
              </a:rPr>
              <a:t>（</a:t>
            </a:r>
            <a:r>
              <a:rPr lang="en-US" altLang="zh-CN" sz="1100" b="1" dirty="0">
                <a:solidFill>
                  <a:schemeClr val="tx1"/>
                </a:solidFill>
              </a:rPr>
              <a:t>0</a:t>
            </a:r>
            <a:r>
              <a:rPr lang="zh-CN" altLang="en-US" sz="1100" b="1" dirty="0">
                <a:solidFill>
                  <a:schemeClr val="tx1"/>
                </a:solidFill>
              </a:rPr>
              <a:t>）</a:t>
            </a:r>
          </a:p>
        </p:txBody>
      </p: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1E7D6932-4065-4FA8-88AB-D818B79F9FB4}"/>
              </a:ext>
            </a:extLst>
          </p:cNvPr>
          <p:cNvCxnSpPr>
            <a:cxnSpLocks/>
            <a:stCxn id="79" idx="0"/>
            <a:endCxn id="74" idx="2"/>
          </p:cNvCxnSpPr>
          <p:nvPr/>
        </p:nvCxnSpPr>
        <p:spPr>
          <a:xfrm flipV="1">
            <a:off x="7496632" y="2691505"/>
            <a:ext cx="48609" cy="20452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6E60B728-B048-4FBE-8D38-BE15346FA72C}"/>
              </a:ext>
            </a:extLst>
          </p:cNvPr>
          <p:cNvCxnSpPr>
            <a:cxnSpLocks/>
            <a:stCxn id="10" idx="3"/>
            <a:endCxn id="74" idx="1"/>
          </p:cNvCxnSpPr>
          <p:nvPr/>
        </p:nvCxnSpPr>
        <p:spPr>
          <a:xfrm>
            <a:off x="4414475" y="2311273"/>
            <a:ext cx="2682744" cy="5706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连接符 90">
            <a:extLst>
              <a:ext uri="{FF2B5EF4-FFF2-40B4-BE49-F238E27FC236}">
                <a16:creationId xmlns:a16="http://schemas.microsoft.com/office/drawing/2014/main" id="{E169320D-9AF7-4D49-8614-C42E4F6E2967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3368921" y="1341777"/>
            <a:ext cx="2890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0A9D316E-A289-47B7-8505-24EA3ED92368}"/>
              </a:ext>
            </a:extLst>
          </p:cNvPr>
          <p:cNvCxnSpPr>
            <a:cxnSpLocks/>
            <a:stCxn id="9" idx="2"/>
            <a:endCxn id="80" idx="0"/>
          </p:cNvCxnSpPr>
          <p:nvPr/>
        </p:nvCxnSpPr>
        <p:spPr>
          <a:xfrm>
            <a:off x="4204808" y="1526443"/>
            <a:ext cx="4860228" cy="5042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154A89F2-D4A3-4455-A2BA-8BC172748EC7}"/>
              </a:ext>
            </a:extLst>
          </p:cNvPr>
          <p:cNvCxnSpPr>
            <a:cxnSpLocks/>
          </p:cNvCxnSpPr>
          <p:nvPr/>
        </p:nvCxnSpPr>
        <p:spPr>
          <a:xfrm flipV="1">
            <a:off x="924965" y="1324866"/>
            <a:ext cx="270222" cy="1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>
            <a:extLst>
              <a:ext uri="{FF2B5EF4-FFF2-40B4-BE49-F238E27FC236}">
                <a16:creationId xmlns:a16="http://schemas.microsoft.com/office/drawing/2014/main" id="{523A7001-8593-4D52-B668-72CCBD62908C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>
            <a:off x="2096056" y="1341777"/>
            <a:ext cx="37682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文本框 101">
            <a:extLst>
              <a:ext uri="{FF2B5EF4-FFF2-40B4-BE49-F238E27FC236}">
                <a16:creationId xmlns:a16="http://schemas.microsoft.com/office/drawing/2014/main" id="{42288C47-DB51-471B-9284-B332762C22F3}"/>
              </a:ext>
            </a:extLst>
          </p:cNvPr>
          <p:cNvSpPr txBox="1"/>
          <p:nvPr/>
        </p:nvSpPr>
        <p:spPr>
          <a:xfrm>
            <a:off x="6429167" y="1142639"/>
            <a:ext cx="1093694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Write</a:t>
            </a:r>
            <a:endParaRPr lang="zh-CN" altLang="en-US" b="1" dirty="0"/>
          </a:p>
        </p:txBody>
      </p:sp>
      <p:sp>
        <p:nvSpPr>
          <p:cNvPr id="103" name="椭圆 102">
            <a:extLst>
              <a:ext uri="{FF2B5EF4-FFF2-40B4-BE49-F238E27FC236}">
                <a16:creationId xmlns:a16="http://schemas.microsoft.com/office/drawing/2014/main" id="{E4ABE062-EEA3-4661-91AE-440515721098}"/>
              </a:ext>
            </a:extLst>
          </p:cNvPr>
          <p:cNvSpPr/>
          <p:nvPr/>
        </p:nvSpPr>
        <p:spPr>
          <a:xfrm>
            <a:off x="6421391" y="234222"/>
            <a:ext cx="1219079" cy="55167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Id</a:t>
            </a:r>
            <a:br>
              <a:rPr lang="en-US" altLang="zh-CN" sz="1400" b="1" dirty="0">
                <a:solidFill>
                  <a:schemeClr val="tx1"/>
                </a:solidFill>
              </a:rPr>
            </a:br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>
                <a:solidFill>
                  <a:schemeClr val="tx1"/>
                </a:solidFill>
              </a:rPr>
              <a:t>sum</a:t>
            </a:r>
            <a:r>
              <a:rPr lang="zh-CN" altLang="en-US" sz="1400" b="1" dirty="0">
                <a:solidFill>
                  <a:schemeClr val="tx1"/>
                </a:solidFill>
              </a:rPr>
              <a:t>）</a:t>
            </a:r>
          </a:p>
        </p:txBody>
      </p: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A56E5BE1-4499-48FC-A217-1A75BE7DB79D}"/>
              </a:ext>
            </a:extLst>
          </p:cNvPr>
          <p:cNvCxnSpPr>
            <a:cxnSpLocks/>
            <a:stCxn id="102" idx="0"/>
          </p:cNvCxnSpPr>
          <p:nvPr/>
        </p:nvCxnSpPr>
        <p:spPr>
          <a:xfrm flipV="1">
            <a:off x="6976014" y="774743"/>
            <a:ext cx="3858" cy="3678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2C9D7AD6-7E4A-4781-BD35-79B42BDD34A4}"/>
              </a:ext>
            </a:extLst>
          </p:cNvPr>
          <p:cNvCxnSpPr>
            <a:cxnSpLocks/>
            <a:endCxn id="102" idx="1"/>
          </p:cNvCxnSpPr>
          <p:nvPr/>
        </p:nvCxnSpPr>
        <p:spPr>
          <a:xfrm>
            <a:off x="4722218" y="1327305"/>
            <a:ext cx="170694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08637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文本框 68">
            <a:extLst>
              <a:ext uri="{FF2B5EF4-FFF2-40B4-BE49-F238E27FC236}">
                <a16:creationId xmlns:a16="http://schemas.microsoft.com/office/drawing/2014/main" id="{31AD7C87-2B9F-43A6-B132-A71419BBF6A8}"/>
              </a:ext>
            </a:extLst>
          </p:cNvPr>
          <p:cNvSpPr txBox="1"/>
          <p:nvPr/>
        </p:nvSpPr>
        <p:spPr>
          <a:xfrm>
            <a:off x="2081284" y="1196428"/>
            <a:ext cx="1093694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Program</a:t>
            </a:r>
            <a:endParaRPr lang="zh-CN" altLang="en-US" b="1" dirty="0"/>
          </a:p>
        </p:txBody>
      </p:sp>
      <p:sp>
        <p:nvSpPr>
          <p:cNvPr id="17" name="等腰三角形 16">
            <a:extLst>
              <a:ext uri="{FF2B5EF4-FFF2-40B4-BE49-F238E27FC236}">
                <a16:creationId xmlns:a16="http://schemas.microsoft.com/office/drawing/2014/main" id="{49449359-642B-4D3A-AB58-600DC48EF836}"/>
              </a:ext>
            </a:extLst>
          </p:cNvPr>
          <p:cNvSpPr/>
          <p:nvPr/>
        </p:nvSpPr>
        <p:spPr>
          <a:xfrm>
            <a:off x="1152701" y="1932005"/>
            <a:ext cx="1366382" cy="71411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</a:rPr>
              <a:t>declarations</a:t>
            </a:r>
            <a:endParaRPr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70" name="等腰三角形 69">
            <a:extLst>
              <a:ext uri="{FF2B5EF4-FFF2-40B4-BE49-F238E27FC236}">
                <a16:creationId xmlns:a16="http://schemas.microsoft.com/office/drawing/2014/main" id="{4C0ECA3D-A3F3-46E5-B036-46B7D14F0269}"/>
              </a:ext>
            </a:extLst>
          </p:cNvPr>
          <p:cNvSpPr/>
          <p:nvPr/>
        </p:nvSpPr>
        <p:spPr>
          <a:xfrm>
            <a:off x="2864959" y="1932005"/>
            <a:ext cx="1716006" cy="71411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 err="1">
                <a:solidFill>
                  <a:schemeClr val="tx1"/>
                </a:solidFill>
              </a:rPr>
              <a:t>stmt</a:t>
            </a:r>
            <a:r>
              <a:rPr lang="en-US" altLang="zh-CN" sz="1200" b="1" dirty="0">
                <a:solidFill>
                  <a:schemeClr val="tx1"/>
                </a:solidFill>
              </a:rPr>
              <a:t>-sequence</a:t>
            </a:r>
            <a:endParaRPr lang="zh-CN" altLang="en-US" sz="1200" b="1" dirty="0">
              <a:solidFill>
                <a:schemeClr val="tx1"/>
              </a:solidFill>
            </a:endParaRPr>
          </a:p>
        </p:txBody>
      </p: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85D149B0-6B19-46E5-81FF-D43987131A6B}"/>
              </a:ext>
            </a:extLst>
          </p:cNvPr>
          <p:cNvCxnSpPr>
            <a:cxnSpLocks/>
            <a:stCxn id="17" idx="0"/>
            <a:endCxn id="69" idx="2"/>
          </p:cNvCxnSpPr>
          <p:nvPr/>
        </p:nvCxnSpPr>
        <p:spPr>
          <a:xfrm flipV="1">
            <a:off x="1835892" y="1565760"/>
            <a:ext cx="792239" cy="366245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346C627C-B267-402B-9029-62A6DA326C38}"/>
              </a:ext>
            </a:extLst>
          </p:cNvPr>
          <p:cNvCxnSpPr>
            <a:cxnSpLocks/>
            <a:stCxn id="70" idx="0"/>
            <a:endCxn id="69" idx="2"/>
          </p:cNvCxnSpPr>
          <p:nvPr/>
        </p:nvCxnSpPr>
        <p:spPr>
          <a:xfrm flipH="1" flipV="1">
            <a:off x="2628131" y="1565760"/>
            <a:ext cx="1094831" cy="36624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文本框 91">
            <a:extLst>
              <a:ext uri="{FF2B5EF4-FFF2-40B4-BE49-F238E27FC236}">
                <a16:creationId xmlns:a16="http://schemas.microsoft.com/office/drawing/2014/main" id="{E292432C-4392-417A-BEC6-4F844A498B1B}"/>
              </a:ext>
            </a:extLst>
          </p:cNvPr>
          <p:cNvSpPr txBox="1"/>
          <p:nvPr/>
        </p:nvSpPr>
        <p:spPr>
          <a:xfrm>
            <a:off x="6258837" y="1196428"/>
            <a:ext cx="1093694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while</a:t>
            </a:r>
            <a:endParaRPr lang="zh-CN" altLang="en-US" b="1" dirty="0"/>
          </a:p>
        </p:txBody>
      </p:sp>
      <p:sp>
        <p:nvSpPr>
          <p:cNvPr id="93" name="等腰三角形 92">
            <a:extLst>
              <a:ext uri="{FF2B5EF4-FFF2-40B4-BE49-F238E27FC236}">
                <a16:creationId xmlns:a16="http://schemas.microsoft.com/office/drawing/2014/main" id="{2D55E83C-D3A4-4701-9561-E57963ACDA9D}"/>
              </a:ext>
            </a:extLst>
          </p:cNvPr>
          <p:cNvSpPr/>
          <p:nvPr/>
        </p:nvSpPr>
        <p:spPr>
          <a:xfrm>
            <a:off x="5330254" y="1932005"/>
            <a:ext cx="1366382" cy="71411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</a:rPr>
              <a:t>body</a:t>
            </a:r>
            <a:endParaRPr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95" name="等腰三角形 94">
            <a:extLst>
              <a:ext uri="{FF2B5EF4-FFF2-40B4-BE49-F238E27FC236}">
                <a16:creationId xmlns:a16="http://schemas.microsoft.com/office/drawing/2014/main" id="{6FB1067E-FA11-45ED-9983-40BDB4C9F320}"/>
              </a:ext>
            </a:extLst>
          </p:cNvPr>
          <p:cNvSpPr/>
          <p:nvPr/>
        </p:nvSpPr>
        <p:spPr>
          <a:xfrm>
            <a:off x="7042512" y="1932005"/>
            <a:ext cx="1716006" cy="71411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</a:rPr>
              <a:t>test</a:t>
            </a:r>
            <a:endParaRPr lang="zh-CN" altLang="en-US" sz="1200" b="1" dirty="0">
              <a:solidFill>
                <a:schemeClr val="tx1"/>
              </a:solidFill>
            </a:endParaRPr>
          </a:p>
        </p:txBody>
      </p: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5E253EE6-ADEE-46AB-BB67-9DBC366F3805}"/>
              </a:ext>
            </a:extLst>
          </p:cNvPr>
          <p:cNvCxnSpPr>
            <a:cxnSpLocks/>
            <a:stCxn id="93" idx="0"/>
            <a:endCxn id="92" idx="2"/>
          </p:cNvCxnSpPr>
          <p:nvPr/>
        </p:nvCxnSpPr>
        <p:spPr>
          <a:xfrm flipV="1">
            <a:off x="6013445" y="1565760"/>
            <a:ext cx="792239" cy="366245"/>
          </a:xfrm>
          <a:prstGeom prst="line">
            <a:avLst/>
          </a:prstGeom>
          <a:ln w="381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>
            <a:extLst>
              <a:ext uri="{FF2B5EF4-FFF2-40B4-BE49-F238E27FC236}">
                <a16:creationId xmlns:a16="http://schemas.microsoft.com/office/drawing/2014/main" id="{4B26FB5F-D2E6-4640-994A-78999E244EB6}"/>
              </a:ext>
            </a:extLst>
          </p:cNvPr>
          <p:cNvCxnSpPr>
            <a:cxnSpLocks/>
            <a:stCxn id="95" idx="0"/>
            <a:endCxn id="92" idx="2"/>
          </p:cNvCxnSpPr>
          <p:nvPr/>
        </p:nvCxnSpPr>
        <p:spPr>
          <a:xfrm flipH="1" flipV="1">
            <a:off x="6805684" y="1565760"/>
            <a:ext cx="1094831" cy="36624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等腰三角形 100">
            <a:extLst>
              <a:ext uri="{FF2B5EF4-FFF2-40B4-BE49-F238E27FC236}">
                <a16:creationId xmlns:a16="http://schemas.microsoft.com/office/drawing/2014/main" id="{822AA892-0CED-47B4-9967-A9D1004DFFF2}"/>
              </a:ext>
            </a:extLst>
          </p:cNvPr>
          <p:cNvSpPr/>
          <p:nvPr/>
        </p:nvSpPr>
        <p:spPr>
          <a:xfrm>
            <a:off x="1711578" y="5842177"/>
            <a:ext cx="1366382" cy="550911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 err="1">
                <a:solidFill>
                  <a:schemeClr val="tx1"/>
                </a:solidFill>
              </a:rPr>
              <a:t>varlist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cxnSp>
        <p:nvCxnSpPr>
          <p:cNvPr id="107" name="直接连接符 106">
            <a:extLst>
              <a:ext uri="{FF2B5EF4-FFF2-40B4-BE49-F238E27FC236}">
                <a16:creationId xmlns:a16="http://schemas.microsoft.com/office/drawing/2014/main" id="{F14819C1-DD32-4491-B020-0087F3F5FC5C}"/>
              </a:ext>
            </a:extLst>
          </p:cNvPr>
          <p:cNvCxnSpPr>
            <a:cxnSpLocks/>
            <a:stCxn id="101" idx="0"/>
            <a:endCxn id="109" idx="4"/>
          </p:cNvCxnSpPr>
          <p:nvPr/>
        </p:nvCxnSpPr>
        <p:spPr>
          <a:xfrm flipV="1">
            <a:off x="2394769" y="5518994"/>
            <a:ext cx="6252" cy="323183"/>
          </a:xfrm>
          <a:prstGeom prst="line">
            <a:avLst/>
          </a:prstGeom>
          <a:ln w="381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椭圆 108">
            <a:extLst>
              <a:ext uri="{FF2B5EF4-FFF2-40B4-BE49-F238E27FC236}">
                <a16:creationId xmlns:a16="http://schemas.microsoft.com/office/drawing/2014/main" id="{6EE0F9AA-0405-4AB0-9A2D-C7F07397D996}"/>
              </a:ext>
            </a:extLst>
          </p:cNvPr>
          <p:cNvSpPr/>
          <p:nvPr/>
        </p:nvSpPr>
        <p:spPr>
          <a:xfrm>
            <a:off x="1937083" y="4968083"/>
            <a:ext cx="927876" cy="55091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Type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29122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文本框 62">
            <a:extLst>
              <a:ext uri="{FF2B5EF4-FFF2-40B4-BE49-F238E27FC236}">
                <a16:creationId xmlns:a16="http://schemas.microsoft.com/office/drawing/2014/main" id="{B5B73F8D-246F-45ED-A3A9-B9442A266CF7}"/>
              </a:ext>
            </a:extLst>
          </p:cNvPr>
          <p:cNvSpPr txBox="1"/>
          <p:nvPr/>
        </p:nvSpPr>
        <p:spPr>
          <a:xfrm>
            <a:off x="2408061" y="456268"/>
            <a:ext cx="1200470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Program</a:t>
            </a:r>
            <a:endParaRPr lang="zh-CN" altLang="en-US" b="1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6CB3CA0A-6290-40CC-8632-1B4F58199211}"/>
              </a:ext>
            </a:extLst>
          </p:cNvPr>
          <p:cNvSpPr txBox="1"/>
          <p:nvPr/>
        </p:nvSpPr>
        <p:spPr>
          <a:xfrm>
            <a:off x="525301" y="1644252"/>
            <a:ext cx="896044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Type</a:t>
            </a:r>
            <a:br>
              <a:rPr lang="en-US" altLang="zh-CN" b="1" dirty="0"/>
            </a:br>
            <a:r>
              <a:rPr lang="en-US" altLang="zh-CN" b="1" dirty="0"/>
              <a:t>(int)</a:t>
            </a:r>
            <a:endParaRPr lang="zh-CN" altLang="en-US" b="1" dirty="0"/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D56E3724-3258-446D-840D-4ED05D12A66C}"/>
              </a:ext>
            </a:extLst>
          </p:cNvPr>
          <p:cNvSpPr/>
          <p:nvPr/>
        </p:nvSpPr>
        <p:spPr>
          <a:xfrm>
            <a:off x="621553" y="2792237"/>
            <a:ext cx="711200" cy="6463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Id</a:t>
            </a:r>
            <a:br>
              <a:rPr lang="en-US" altLang="zh-CN" sz="1400" b="1" dirty="0">
                <a:solidFill>
                  <a:schemeClr val="tx1"/>
                </a:solidFill>
              </a:rPr>
            </a:br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>
                <a:solidFill>
                  <a:schemeClr val="tx1"/>
                </a:solidFill>
              </a:rPr>
              <a:t>A</a:t>
            </a:r>
            <a:r>
              <a:rPr lang="zh-CN" altLang="en-US" sz="1400" b="1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66" name="椭圆 65">
            <a:extLst>
              <a:ext uri="{FF2B5EF4-FFF2-40B4-BE49-F238E27FC236}">
                <a16:creationId xmlns:a16="http://schemas.microsoft.com/office/drawing/2014/main" id="{39353482-C95C-45AE-9829-CC33507529A5}"/>
              </a:ext>
            </a:extLst>
          </p:cNvPr>
          <p:cNvSpPr/>
          <p:nvPr/>
        </p:nvSpPr>
        <p:spPr>
          <a:xfrm>
            <a:off x="621553" y="3747717"/>
            <a:ext cx="711200" cy="6463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Id</a:t>
            </a:r>
            <a:br>
              <a:rPr lang="en-US" altLang="zh-CN" sz="1400" b="1" dirty="0">
                <a:solidFill>
                  <a:schemeClr val="tx1"/>
                </a:solidFill>
              </a:rPr>
            </a:br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>
                <a:solidFill>
                  <a:schemeClr val="tx1"/>
                </a:solidFill>
              </a:rPr>
              <a:t>B</a:t>
            </a:r>
            <a:r>
              <a:rPr lang="zh-CN" altLang="en-US" sz="1400" b="1" dirty="0">
                <a:solidFill>
                  <a:schemeClr val="tx1"/>
                </a:solidFill>
              </a:rPr>
              <a:t>）</a:t>
            </a:r>
          </a:p>
        </p:txBody>
      </p: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77F731C1-422C-4732-B280-12752461A194}"/>
              </a:ext>
            </a:extLst>
          </p:cNvPr>
          <p:cNvCxnSpPr>
            <a:cxnSpLocks/>
            <a:stCxn id="65" idx="0"/>
            <a:endCxn id="64" idx="2"/>
          </p:cNvCxnSpPr>
          <p:nvPr/>
        </p:nvCxnSpPr>
        <p:spPr>
          <a:xfrm flipH="1" flipV="1">
            <a:off x="973323" y="2290583"/>
            <a:ext cx="3830" cy="50165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6F1E6112-C097-462D-9712-D859FABA3B82}"/>
              </a:ext>
            </a:extLst>
          </p:cNvPr>
          <p:cNvCxnSpPr>
            <a:cxnSpLocks/>
            <a:stCxn id="66" idx="0"/>
            <a:endCxn id="65" idx="4"/>
          </p:cNvCxnSpPr>
          <p:nvPr/>
        </p:nvCxnSpPr>
        <p:spPr>
          <a:xfrm flipV="1">
            <a:off x="977153" y="3438568"/>
            <a:ext cx="0" cy="30914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0888FF27-EC64-4AAD-A8D2-C468F070F9D6}"/>
              </a:ext>
            </a:extLst>
          </p:cNvPr>
          <p:cNvSpPr txBox="1"/>
          <p:nvPr/>
        </p:nvSpPr>
        <p:spPr>
          <a:xfrm>
            <a:off x="1638089" y="1644252"/>
            <a:ext cx="896044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Type</a:t>
            </a:r>
            <a:br>
              <a:rPr lang="en-US" altLang="zh-CN" b="1" dirty="0"/>
            </a:br>
            <a:r>
              <a:rPr lang="en-US" altLang="zh-CN" b="1" dirty="0"/>
              <a:t>(bool)</a:t>
            </a:r>
            <a:endParaRPr lang="zh-CN" altLang="en-US" b="1" dirty="0"/>
          </a:p>
        </p:txBody>
      </p:sp>
      <p:sp>
        <p:nvSpPr>
          <p:cNvPr id="77" name="椭圆 76">
            <a:extLst>
              <a:ext uri="{FF2B5EF4-FFF2-40B4-BE49-F238E27FC236}">
                <a16:creationId xmlns:a16="http://schemas.microsoft.com/office/drawing/2014/main" id="{16984346-966D-404B-A141-1FD191CF4202}"/>
              </a:ext>
            </a:extLst>
          </p:cNvPr>
          <p:cNvSpPr/>
          <p:nvPr/>
        </p:nvSpPr>
        <p:spPr>
          <a:xfrm>
            <a:off x="1734341" y="2792237"/>
            <a:ext cx="711200" cy="6463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Id</a:t>
            </a:r>
            <a:br>
              <a:rPr lang="en-US" altLang="zh-CN" sz="1400" b="1" dirty="0">
                <a:solidFill>
                  <a:schemeClr val="tx1"/>
                </a:solidFill>
              </a:rPr>
            </a:br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>
                <a:solidFill>
                  <a:schemeClr val="tx1"/>
                </a:solidFill>
              </a:rPr>
              <a:t>C</a:t>
            </a:r>
            <a:r>
              <a:rPr lang="zh-CN" altLang="en-US" sz="1400" b="1" dirty="0">
                <a:solidFill>
                  <a:schemeClr val="tx1"/>
                </a:solidFill>
              </a:rPr>
              <a:t>）</a:t>
            </a:r>
          </a:p>
        </p:txBody>
      </p: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58AE3241-03BB-4D3A-A327-9A5153EC89CA}"/>
              </a:ext>
            </a:extLst>
          </p:cNvPr>
          <p:cNvCxnSpPr>
            <a:cxnSpLocks/>
            <a:stCxn id="77" idx="0"/>
            <a:endCxn id="76" idx="2"/>
          </p:cNvCxnSpPr>
          <p:nvPr/>
        </p:nvCxnSpPr>
        <p:spPr>
          <a:xfrm flipH="1" flipV="1">
            <a:off x="2086111" y="2290583"/>
            <a:ext cx="3830" cy="50165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文本框 78">
            <a:extLst>
              <a:ext uri="{FF2B5EF4-FFF2-40B4-BE49-F238E27FC236}">
                <a16:creationId xmlns:a16="http://schemas.microsoft.com/office/drawing/2014/main" id="{5D476EFC-D111-450E-80DB-6B6EE3BA368A}"/>
              </a:ext>
            </a:extLst>
          </p:cNvPr>
          <p:cNvSpPr txBox="1"/>
          <p:nvPr/>
        </p:nvSpPr>
        <p:spPr>
          <a:xfrm>
            <a:off x="2848576" y="1644252"/>
            <a:ext cx="896044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Type</a:t>
            </a:r>
            <a:br>
              <a:rPr lang="en-US" altLang="zh-CN" b="1" dirty="0"/>
            </a:br>
            <a:r>
              <a:rPr lang="en-US" altLang="zh-CN" b="1" dirty="0"/>
              <a:t>(string)</a:t>
            </a:r>
            <a:endParaRPr lang="zh-CN" altLang="en-US" b="1" dirty="0"/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09D4B863-5789-472B-8754-C51B66516218}"/>
              </a:ext>
            </a:extLst>
          </p:cNvPr>
          <p:cNvSpPr/>
          <p:nvPr/>
        </p:nvSpPr>
        <p:spPr>
          <a:xfrm>
            <a:off x="2944828" y="2792237"/>
            <a:ext cx="711200" cy="6463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Id</a:t>
            </a:r>
            <a:br>
              <a:rPr lang="en-US" altLang="zh-CN" sz="1400" b="1" dirty="0">
                <a:solidFill>
                  <a:schemeClr val="tx1"/>
                </a:solidFill>
              </a:rPr>
            </a:br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>
                <a:solidFill>
                  <a:schemeClr val="tx1"/>
                </a:solidFill>
              </a:rPr>
              <a:t>D</a:t>
            </a:r>
            <a:r>
              <a:rPr lang="zh-CN" altLang="en-US" sz="1400" b="1" dirty="0">
                <a:solidFill>
                  <a:schemeClr val="tx1"/>
                </a:solidFill>
              </a:rPr>
              <a:t>）</a:t>
            </a:r>
          </a:p>
        </p:txBody>
      </p: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06D9491D-C1B4-412F-A975-5978451428DC}"/>
              </a:ext>
            </a:extLst>
          </p:cNvPr>
          <p:cNvCxnSpPr>
            <a:cxnSpLocks/>
            <a:stCxn id="79" idx="2"/>
            <a:endCxn id="80" idx="0"/>
          </p:cNvCxnSpPr>
          <p:nvPr/>
        </p:nvCxnSpPr>
        <p:spPr>
          <a:xfrm>
            <a:off x="3296598" y="2290583"/>
            <a:ext cx="3830" cy="50165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连接符 90">
            <a:extLst>
              <a:ext uri="{FF2B5EF4-FFF2-40B4-BE49-F238E27FC236}">
                <a16:creationId xmlns:a16="http://schemas.microsoft.com/office/drawing/2014/main" id="{2933DF6C-8238-492B-8072-E2BBEFD5C641}"/>
              </a:ext>
            </a:extLst>
          </p:cNvPr>
          <p:cNvCxnSpPr>
            <a:cxnSpLocks/>
            <a:stCxn id="76" idx="1"/>
            <a:endCxn id="64" idx="3"/>
          </p:cNvCxnSpPr>
          <p:nvPr/>
        </p:nvCxnSpPr>
        <p:spPr>
          <a:xfrm flipH="1">
            <a:off x="1421345" y="1967418"/>
            <a:ext cx="21674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717ADF86-9829-4CF1-B141-4274AF050CF8}"/>
              </a:ext>
            </a:extLst>
          </p:cNvPr>
          <p:cNvCxnSpPr>
            <a:cxnSpLocks/>
            <a:stCxn id="79" idx="1"/>
            <a:endCxn id="76" idx="3"/>
          </p:cNvCxnSpPr>
          <p:nvPr/>
        </p:nvCxnSpPr>
        <p:spPr>
          <a:xfrm flipH="1">
            <a:off x="2534133" y="1967418"/>
            <a:ext cx="31444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CD88B924-5A47-479D-90BB-F01B5813789E}"/>
              </a:ext>
            </a:extLst>
          </p:cNvPr>
          <p:cNvCxnSpPr>
            <a:cxnSpLocks/>
            <a:stCxn id="64" idx="0"/>
            <a:endCxn id="63" idx="2"/>
          </p:cNvCxnSpPr>
          <p:nvPr/>
        </p:nvCxnSpPr>
        <p:spPr>
          <a:xfrm flipV="1">
            <a:off x="973323" y="825600"/>
            <a:ext cx="2034973" cy="81865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文本框 98">
            <a:extLst>
              <a:ext uri="{FF2B5EF4-FFF2-40B4-BE49-F238E27FC236}">
                <a16:creationId xmlns:a16="http://schemas.microsoft.com/office/drawing/2014/main" id="{A783A99F-29C2-4A6E-BD50-AC818ACCEB91}"/>
              </a:ext>
            </a:extLst>
          </p:cNvPr>
          <p:cNvSpPr txBox="1"/>
          <p:nvPr/>
        </p:nvSpPr>
        <p:spPr>
          <a:xfrm>
            <a:off x="4236250" y="1644252"/>
            <a:ext cx="896044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Assign</a:t>
            </a:r>
            <a:br>
              <a:rPr lang="en-US" altLang="zh-CN" b="1" dirty="0"/>
            </a:br>
            <a:r>
              <a:rPr lang="en-US" altLang="zh-CN" b="1" dirty="0"/>
              <a:t>(D)</a:t>
            </a:r>
            <a:endParaRPr lang="zh-CN" altLang="en-US" b="1" dirty="0"/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10AFFF00-B896-4EB8-852C-3B7C66F4F75D}"/>
              </a:ext>
            </a:extLst>
          </p:cNvPr>
          <p:cNvSpPr/>
          <p:nvPr/>
        </p:nvSpPr>
        <p:spPr>
          <a:xfrm>
            <a:off x="4044284" y="2600435"/>
            <a:ext cx="1286994" cy="878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>
                <a:solidFill>
                  <a:schemeClr val="tx1"/>
                </a:solidFill>
              </a:rPr>
              <a:t>Const</a:t>
            </a:r>
            <a:br>
              <a:rPr lang="en-US" altLang="zh-CN" sz="1100" b="1" dirty="0">
                <a:solidFill>
                  <a:schemeClr val="tx1"/>
                </a:solidFill>
              </a:rPr>
            </a:br>
            <a:r>
              <a:rPr lang="zh-CN" altLang="en-US" sz="1100" b="1" dirty="0">
                <a:solidFill>
                  <a:schemeClr val="tx1"/>
                </a:solidFill>
              </a:rPr>
              <a:t>（</a:t>
            </a:r>
            <a:r>
              <a:rPr lang="en-US" altLang="zh-CN" sz="1100" b="1" dirty="0">
                <a:solidFill>
                  <a:schemeClr val="tx1"/>
                </a:solidFill>
              </a:rPr>
              <a:t>’scanner’</a:t>
            </a:r>
            <a:r>
              <a:rPr lang="zh-CN" altLang="en-US" sz="1100" b="1" dirty="0">
                <a:solidFill>
                  <a:schemeClr val="tx1"/>
                </a:solidFill>
              </a:rPr>
              <a:t>）</a:t>
            </a:r>
          </a:p>
        </p:txBody>
      </p:sp>
      <p:cxnSp>
        <p:nvCxnSpPr>
          <p:cNvPr id="101" name="直接连接符 100">
            <a:extLst>
              <a:ext uri="{FF2B5EF4-FFF2-40B4-BE49-F238E27FC236}">
                <a16:creationId xmlns:a16="http://schemas.microsoft.com/office/drawing/2014/main" id="{EB12F1AF-996C-44B6-B8B1-6E23F8091C77}"/>
              </a:ext>
            </a:extLst>
          </p:cNvPr>
          <p:cNvCxnSpPr>
            <a:cxnSpLocks/>
            <a:stCxn id="99" idx="2"/>
            <a:endCxn id="100" idx="0"/>
          </p:cNvCxnSpPr>
          <p:nvPr/>
        </p:nvCxnSpPr>
        <p:spPr>
          <a:xfrm>
            <a:off x="4684272" y="2290583"/>
            <a:ext cx="3509" cy="30985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文本框 106">
            <a:extLst>
              <a:ext uri="{FF2B5EF4-FFF2-40B4-BE49-F238E27FC236}">
                <a16:creationId xmlns:a16="http://schemas.microsoft.com/office/drawing/2014/main" id="{F0EF9BBC-F8C1-40DC-92C4-291EA3F4A968}"/>
              </a:ext>
            </a:extLst>
          </p:cNvPr>
          <p:cNvSpPr txBox="1"/>
          <p:nvPr/>
        </p:nvSpPr>
        <p:spPr>
          <a:xfrm>
            <a:off x="5808522" y="1644252"/>
            <a:ext cx="896044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Assign</a:t>
            </a:r>
            <a:br>
              <a:rPr lang="en-US" altLang="zh-CN" b="1" dirty="0"/>
            </a:br>
            <a:r>
              <a:rPr lang="en-US" altLang="zh-CN" b="1" dirty="0"/>
              <a:t>(</a:t>
            </a:r>
            <a:r>
              <a:rPr lang="en-US" altLang="zh-CN" b="1" dirty="0" err="1"/>
              <a:t>i</a:t>
            </a:r>
            <a:r>
              <a:rPr lang="en-US" altLang="zh-CN" b="1" dirty="0"/>
              <a:t>)</a:t>
            </a:r>
            <a:endParaRPr lang="zh-CN" altLang="en-US" b="1" dirty="0"/>
          </a:p>
        </p:txBody>
      </p:sp>
      <p:sp>
        <p:nvSpPr>
          <p:cNvPr id="108" name="椭圆 107">
            <a:extLst>
              <a:ext uri="{FF2B5EF4-FFF2-40B4-BE49-F238E27FC236}">
                <a16:creationId xmlns:a16="http://schemas.microsoft.com/office/drawing/2014/main" id="{0408BAF8-DC76-43A5-9ED6-79703FC8ADA0}"/>
              </a:ext>
            </a:extLst>
          </p:cNvPr>
          <p:cNvSpPr/>
          <p:nvPr/>
        </p:nvSpPr>
        <p:spPr>
          <a:xfrm>
            <a:off x="5425134" y="3359729"/>
            <a:ext cx="711200" cy="6463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Id</a:t>
            </a:r>
            <a:br>
              <a:rPr lang="en-US" altLang="zh-CN" sz="1400" b="1" dirty="0">
                <a:solidFill>
                  <a:schemeClr val="tx1"/>
                </a:solidFill>
              </a:rPr>
            </a:br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>
                <a:solidFill>
                  <a:schemeClr val="tx1"/>
                </a:solidFill>
              </a:rPr>
              <a:t>A</a:t>
            </a:r>
            <a:r>
              <a:rPr lang="zh-CN" altLang="en-US" sz="1400" b="1" dirty="0">
                <a:solidFill>
                  <a:schemeClr val="tx1"/>
                </a:solidFill>
              </a:rPr>
              <a:t>）</a:t>
            </a:r>
          </a:p>
        </p:txBody>
      </p:sp>
      <p:cxnSp>
        <p:nvCxnSpPr>
          <p:cNvPr id="110" name="直接连接符 109">
            <a:extLst>
              <a:ext uri="{FF2B5EF4-FFF2-40B4-BE49-F238E27FC236}">
                <a16:creationId xmlns:a16="http://schemas.microsoft.com/office/drawing/2014/main" id="{8AA95290-AA82-48D2-A0E5-B23C67B1DA3E}"/>
              </a:ext>
            </a:extLst>
          </p:cNvPr>
          <p:cNvCxnSpPr>
            <a:cxnSpLocks/>
            <a:stCxn id="108" idx="0"/>
            <a:endCxn id="113" idx="3"/>
          </p:cNvCxnSpPr>
          <p:nvPr/>
        </p:nvCxnSpPr>
        <p:spPr>
          <a:xfrm flipV="1">
            <a:off x="5780734" y="3173988"/>
            <a:ext cx="224363" cy="18574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连接符 110">
            <a:extLst>
              <a:ext uri="{FF2B5EF4-FFF2-40B4-BE49-F238E27FC236}">
                <a16:creationId xmlns:a16="http://schemas.microsoft.com/office/drawing/2014/main" id="{04BD7DDB-A078-4987-8C64-E313323F5D32}"/>
              </a:ext>
            </a:extLst>
          </p:cNvPr>
          <p:cNvCxnSpPr>
            <a:cxnSpLocks/>
            <a:stCxn id="119" idx="0"/>
            <a:endCxn id="113" idx="5"/>
          </p:cNvCxnSpPr>
          <p:nvPr/>
        </p:nvCxnSpPr>
        <p:spPr>
          <a:xfrm flipH="1" flipV="1">
            <a:off x="6507991" y="3173988"/>
            <a:ext cx="215167" cy="19083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>
            <a:extLst>
              <a:ext uri="{FF2B5EF4-FFF2-40B4-BE49-F238E27FC236}">
                <a16:creationId xmlns:a16="http://schemas.microsoft.com/office/drawing/2014/main" id="{4FC51BD0-521E-4278-9632-6C889B9562F0}"/>
              </a:ext>
            </a:extLst>
          </p:cNvPr>
          <p:cNvCxnSpPr>
            <a:cxnSpLocks/>
            <a:stCxn id="99" idx="3"/>
            <a:endCxn id="107" idx="1"/>
          </p:cNvCxnSpPr>
          <p:nvPr/>
        </p:nvCxnSpPr>
        <p:spPr>
          <a:xfrm>
            <a:off x="5132294" y="1967418"/>
            <a:ext cx="67622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椭圆 112">
            <a:extLst>
              <a:ext uri="{FF2B5EF4-FFF2-40B4-BE49-F238E27FC236}">
                <a16:creationId xmlns:a16="http://schemas.microsoft.com/office/drawing/2014/main" id="{91BCA4BB-85CF-4E6E-9B33-6D8AF340B420}"/>
              </a:ext>
            </a:extLst>
          </p:cNvPr>
          <p:cNvSpPr/>
          <p:nvPr/>
        </p:nvSpPr>
        <p:spPr>
          <a:xfrm>
            <a:off x="5900944" y="2622310"/>
            <a:ext cx="711200" cy="6463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Op</a:t>
            </a:r>
            <a:br>
              <a:rPr lang="en-US" altLang="zh-CN" sz="1400" b="1" dirty="0">
                <a:solidFill>
                  <a:schemeClr val="tx1"/>
                </a:solidFill>
              </a:rPr>
            </a:br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>
                <a:solidFill>
                  <a:schemeClr val="tx1"/>
                </a:solidFill>
              </a:rPr>
              <a:t>+</a:t>
            </a:r>
            <a:r>
              <a:rPr lang="zh-CN" altLang="en-US" sz="1400" b="1" dirty="0">
                <a:solidFill>
                  <a:schemeClr val="tx1"/>
                </a:solidFill>
              </a:rPr>
              <a:t>）</a:t>
            </a:r>
          </a:p>
        </p:txBody>
      </p:sp>
      <p:cxnSp>
        <p:nvCxnSpPr>
          <p:cNvPr id="114" name="直接连接符 113">
            <a:extLst>
              <a:ext uri="{FF2B5EF4-FFF2-40B4-BE49-F238E27FC236}">
                <a16:creationId xmlns:a16="http://schemas.microsoft.com/office/drawing/2014/main" id="{8A3EA265-AA87-4A18-8102-456EC958B938}"/>
              </a:ext>
            </a:extLst>
          </p:cNvPr>
          <p:cNvCxnSpPr>
            <a:cxnSpLocks/>
            <a:stCxn id="113" idx="0"/>
            <a:endCxn id="107" idx="2"/>
          </p:cNvCxnSpPr>
          <p:nvPr/>
        </p:nvCxnSpPr>
        <p:spPr>
          <a:xfrm flipV="1">
            <a:off x="6256544" y="2290583"/>
            <a:ext cx="0" cy="33172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椭圆 118">
            <a:extLst>
              <a:ext uri="{FF2B5EF4-FFF2-40B4-BE49-F238E27FC236}">
                <a16:creationId xmlns:a16="http://schemas.microsoft.com/office/drawing/2014/main" id="{190C6910-0E32-4B8D-B20B-644852810941}"/>
              </a:ext>
            </a:extLst>
          </p:cNvPr>
          <p:cNvSpPr/>
          <p:nvPr/>
        </p:nvSpPr>
        <p:spPr>
          <a:xfrm>
            <a:off x="6367558" y="3364819"/>
            <a:ext cx="711200" cy="6463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Id</a:t>
            </a:r>
            <a:br>
              <a:rPr lang="en-US" altLang="zh-CN" sz="1400" b="1" dirty="0">
                <a:solidFill>
                  <a:schemeClr val="tx1"/>
                </a:solidFill>
              </a:rPr>
            </a:br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>
                <a:solidFill>
                  <a:schemeClr val="tx1"/>
                </a:solidFill>
              </a:rPr>
              <a:t>B</a:t>
            </a:r>
            <a:r>
              <a:rPr lang="zh-CN" altLang="en-US" sz="1400" b="1" dirty="0">
                <a:solidFill>
                  <a:schemeClr val="tx1"/>
                </a:solidFill>
              </a:rPr>
              <a:t>）</a:t>
            </a:r>
          </a:p>
        </p:txBody>
      </p:sp>
      <p:cxnSp>
        <p:nvCxnSpPr>
          <p:cNvPr id="120" name="直接连接符 119">
            <a:extLst>
              <a:ext uri="{FF2B5EF4-FFF2-40B4-BE49-F238E27FC236}">
                <a16:creationId xmlns:a16="http://schemas.microsoft.com/office/drawing/2014/main" id="{096B0920-9E33-43AC-A059-6F955462749D}"/>
              </a:ext>
            </a:extLst>
          </p:cNvPr>
          <p:cNvCxnSpPr>
            <a:cxnSpLocks/>
            <a:stCxn id="99" idx="0"/>
            <a:endCxn id="63" idx="2"/>
          </p:cNvCxnSpPr>
          <p:nvPr/>
        </p:nvCxnSpPr>
        <p:spPr>
          <a:xfrm flipH="1" flipV="1">
            <a:off x="3008296" y="825600"/>
            <a:ext cx="1675976" cy="81865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接连接符 122">
            <a:extLst>
              <a:ext uri="{FF2B5EF4-FFF2-40B4-BE49-F238E27FC236}">
                <a16:creationId xmlns:a16="http://schemas.microsoft.com/office/drawing/2014/main" id="{E9E1503B-D645-44D8-90EB-A213D0D6F605}"/>
              </a:ext>
            </a:extLst>
          </p:cNvPr>
          <p:cNvCxnSpPr>
            <a:cxnSpLocks/>
            <a:stCxn id="107" idx="3"/>
            <a:endCxn id="126" idx="1"/>
          </p:cNvCxnSpPr>
          <p:nvPr/>
        </p:nvCxnSpPr>
        <p:spPr>
          <a:xfrm flipV="1">
            <a:off x="6704566" y="1967417"/>
            <a:ext cx="512610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文本框 125">
            <a:extLst>
              <a:ext uri="{FF2B5EF4-FFF2-40B4-BE49-F238E27FC236}">
                <a16:creationId xmlns:a16="http://schemas.microsoft.com/office/drawing/2014/main" id="{27A79325-3E40-4DEF-8706-735D47F47C71}"/>
              </a:ext>
            </a:extLst>
          </p:cNvPr>
          <p:cNvSpPr txBox="1"/>
          <p:nvPr/>
        </p:nvSpPr>
        <p:spPr>
          <a:xfrm>
            <a:off x="7217176" y="1782751"/>
            <a:ext cx="1093693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While</a:t>
            </a: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D5CBD697-81F2-43D7-838A-A9EDBFEA4701}"/>
              </a:ext>
            </a:extLst>
          </p:cNvPr>
          <p:cNvSpPr txBox="1"/>
          <p:nvPr/>
        </p:nvSpPr>
        <p:spPr>
          <a:xfrm>
            <a:off x="7309982" y="2841452"/>
            <a:ext cx="896044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Assign</a:t>
            </a:r>
            <a:br>
              <a:rPr lang="en-US" altLang="zh-CN" b="1" dirty="0"/>
            </a:br>
            <a:r>
              <a:rPr lang="en-US" altLang="zh-CN" b="1" dirty="0"/>
              <a:t>(A)</a:t>
            </a:r>
            <a:endParaRPr lang="zh-CN" altLang="en-US" b="1" dirty="0"/>
          </a:p>
        </p:txBody>
      </p:sp>
      <p:sp>
        <p:nvSpPr>
          <p:cNvPr id="128" name="椭圆 127">
            <a:extLst>
              <a:ext uri="{FF2B5EF4-FFF2-40B4-BE49-F238E27FC236}">
                <a16:creationId xmlns:a16="http://schemas.microsoft.com/office/drawing/2014/main" id="{4AE5EBD4-5A74-4F3A-911D-FB1376752950}"/>
              </a:ext>
            </a:extLst>
          </p:cNvPr>
          <p:cNvSpPr/>
          <p:nvPr/>
        </p:nvSpPr>
        <p:spPr>
          <a:xfrm>
            <a:off x="6851329" y="4562018"/>
            <a:ext cx="711200" cy="6463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Id</a:t>
            </a:r>
            <a:br>
              <a:rPr lang="en-US" altLang="zh-CN" sz="1400" b="1" dirty="0">
                <a:solidFill>
                  <a:schemeClr val="tx1"/>
                </a:solidFill>
              </a:rPr>
            </a:br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>
                <a:solidFill>
                  <a:schemeClr val="tx1"/>
                </a:solidFill>
              </a:rPr>
              <a:t>A</a:t>
            </a:r>
            <a:r>
              <a:rPr lang="zh-CN" altLang="en-US" sz="1400" b="1" dirty="0">
                <a:solidFill>
                  <a:schemeClr val="tx1"/>
                </a:solidFill>
              </a:rPr>
              <a:t>）</a:t>
            </a:r>
          </a:p>
        </p:txBody>
      </p:sp>
      <p:cxnSp>
        <p:nvCxnSpPr>
          <p:cNvPr id="129" name="直接连接符 128">
            <a:extLst>
              <a:ext uri="{FF2B5EF4-FFF2-40B4-BE49-F238E27FC236}">
                <a16:creationId xmlns:a16="http://schemas.microsoft.com/office/drawing/2014/main" id="{E51DFDC8-7A1A-4E61-B9AA-DA0EDD2CAE7F}"/>
              </a:ext>
            </a:extLst>
          </p:cNvPr>
          <p:cNvCxnSpPr>
            <a:cxnSpLocks/>
            <a:stCxn id="128" idx="0"/>
            <a:endCxn id="131" idx="3"/>
          </p:cNvCxnSpPr>
          <p:nvPr/>
        </p:nvCxnSpPr>
        <p:spPr>
          <a:xfrm flipV="1">
            <a:off x="7206929" y="4371188"/>
            <a:ext cx="300619" cy="19083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接连接符 129">
            <a:extLst>
              <a:ext uri="{FF2B5EF4-FFF2-40B4-BE49-F238E27FC236}">
                <a16:creationId xmlns:a16="http://schemas.microsoft.com/office/drawing/2014/main" id="{F3D186FE-FC50-41C6-BEC5-1560077BCF8B}"/>
              </a:ext>
            </a:extLst>
          </p:cNvPr>
          <p:cNvCxnSpPr>
            <a:cxnSpLocks/>
            <a:stCxn id="137" idx="0"/>
            <a:endCxn id="131" idx="5"/>
          </p:cNvCxnSpPr>
          <p:nvPr/>
        </p:nvCxnSpPr>
        <p:spPr>
          <a:xfrm flipH="1" flipV="1">
            <a:off x="8010442" y="4371188"/>
            <a:ext cx="267717" cy="17395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椭圆 130">
            <a:extLst>
              <a:ext uri="{FF2B5EF4-FFF2-40B4-BE49-F238E27FC236}">
                <a16:creationId xmlns:a16="http://schemas.microsoft.com/office/drawing/2014/main" id="{7484D82A-DAF0-415C-B2E7-96D20A450984}"/>
              </a:ext>
            </a:extLst>
          </p:cNvPr>
          <p:cNvSpPr/>
          <p:nvPr/>
        </p:nvSpPr>
        <p:spPr>
          <a:xfrm>
            <a:off x="7403395" y="3819510"/>
            <a:ext cx="711200" cy="6463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Op</a:t>
            </a:r>
            <a:br>
              <a:rPr lang="en-US" altLang="zh-CN" sz="1400" b="1" dirty="0">
                <a:solidFill>
                  <a:schemeClr val="tx1"/>
                </a:solidFill>
              </a:rPr>
            </a:br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>
                <a:solidFill>
                  <a:schemeClr val="tx1"/>
                </a:solidFill>
              </a:rPr>
              <a:t>*</a:t>
            </a:r>
            <a:r>
              <a:rPr lang="zh-CN" altLang="en-US" sz="1400" b="1" dirty="0">
                <a:solidFill>
                  <a:schemeClr val="tx1"/>
                </a:solidFill>
              </a:rPr>
              <a:t>）</a:t>
            </a:r>
          </a:p>
        </p:txBody>
      </p:sp>
      <p:cxnSp>
        <p:nvCxnSpPr>
          <p:cNvPr id="132" name="直接连接符 131">
            <a:extLst>
              <a:ext uri="{FF2B5EF4-FFF2-40B4-BE49-F238E27FC236}">
                <a16:creationId xmlns:a16="http://schemas.microsoft.com/office/drawing/2014/main" id="{7922FE77-E446-4527-885E-11FA7978077D}"/>
              </a:ext>
            </a:extLst>
          </p:cNvPr>
          <p:cNvCxnSpPr>
            <a:cxnSpLocks/>
            <a:stCxn id="131" idx="0"/>
            <a:endCxn id="127" idx="2"/>
          </p:cNvCxnSpPr>
          <p:nvPr/>
        </p:nvCxnSpPr>
        <p:spPr>
          <a:xfrm flipH="1" flipV="1">
            <a:off x="7758004" y="3487783"/>
            <a:ext cx="991" cy="33172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接连接符 133">
            <a:extLst>
              <a:ext uri="{FF2B5EF4-FFF2-40B4-BE49-F238E27FC236}">
                <a16:creationId xmlns:a16="http://schemas.microsoft.com/office/drawing/2014/main" id="{5AFC6024-9EC4-486D-9783-C2EEF3C09235}"/>
              </a:ext>
            </a:extLst>
          </p:cNvPr>
          <p:cNvCxnSpPr>
            <a:cxnSpLocks/>
            <a:stCxn id="127" idx="0"/>
            <a:endCxn id="126" idx="2"/>
          </p:cNvCxnSpPr>
          <p:nvPr/>
        </p:nvCxnSpPr>
        <p:spPr>
          <a:xfrm flipV="1">
            <a:off x="7758004" y="2152083"/>
            <a:ext cx="6019" cy="6893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椭圆 136">
            <a:extLst>
              <a:ext uri="{FF2B5EF4-FFF2-40B4-BE49-F238E27FC236}">
                <a16:creationId xmlns:a16="http://schemas.microsoft.com/office/drawing/2014/main" id="{9635164C-9D3D-47F0-A6B5-DB31BFAF8F06}"/>
              </a:ext>
            </a:extLst>
          </p:cNvPr>
          <p:cNvSpPr/>
          <p:nvPr/>
        </p:nvSpPr>
        <p:spPr>
          <a:xfrm>
            <a:off x="7716023" y="4545141"/>
            <a:ext cx="1124271" cy="878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>
                <a:solidFill>
                  <a:schemeClr val="tx1"/>
                </a:solidFill>
              </a:rPr>
              <a:t>Const</a:t>
            </a:r>
          </a:p>
          <a:p>
            <a:pPr algn="ctr"/>
            <a:r>
              <a:rPr lang="en-US" altLang="zh-CN" sz="1100" b="1" dirty="0">
                <a:solidFill>
                  <a:schemeClr val="tx1"/>
                </a:solidFill>
              </a:rPr>
              <a:t>(2)</a:t>
            </a:r>
            <a:endParaRPr lang="zh-CN" altLang="en-US" sz="1100" b="1" dirty="0">
              <a:solidFill>
                <a:schemeClr val="tx1"/>
              </a:solidFill>
            </a:endParaRPr>
          </a:p>
        </p:txBody>
      </p:sp>
      <p:sp>
        <p:nvSpPr>
          <p:cNvPr id="138" name="椭圆 137">
            <a:extLst>
              <a:ext uri="{FF2B5EF4-FFF2-40B4-BE49-F238E27FC236}">
                <a16:creationId xmlns:a16="http://schemas.microsoft.com/office/drawing/2014/main" id="{1B1632C7-8227-46FD-BEDF-85A967070CD1}"/>
              </a:ext>
            </a:extLst>
          </p:cNvPr>
          <p:cNvSpPr/>
          <p:nvPr/>
        </p:nvSpPr>
        <p:spPr>
          <a:xfrm>
            <a:off x="8509171" y="3754171"/>
            <a:ext cx="711200" cy="6463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Id</a:t>
            </a:r>
            <a:br>
              <a:rPr lang="en-US" altLang="zh-CN" sz="1400" b="1" dirty="0">
                <a:solidFill>
                  <a:schemeClr val="tx1"/>
                </a:solidFill>
              </a:rPr>
            </a:br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>
                <a:solidFill>
                  <a:schemeClr val="tx1"/>
                </a:solidFill>
              </a:rPr>
              <a:t>A</a:t>
            </a:r>
            <a:r>
              <a:rPr lang="zh-CN" altLang="en-US" sz="1400" b="1" dirty="0">
                <a:solidFill>
                  <a:schemeClr val="tx1"/>
                </a:solidFill>
              </a:rPr>
              <a:t>）</a:t>
            </a:r>
          </a:p>
        </p:txBody>
      </p:sp>
      <p:cxnSp>
        <p:nvCxnSpPr>
          <p:cNvPr id="139" name="直接连接符 138">
            <a:extLst>
              <a:ext uri="{FF2B5EF4-FFF2-40B4-BE49-F238E27FC236}">
                <a16:creationId xmlns:a16="http://schemas.microsoft.com/office/drawing/2014/main" id="{394C4BC8-A1E3-45CD-9B38-4C810DEED75E}"/>
              </a:ext>
            </a:extLst>
          </p:cNvPr>
          <p:cNvCxnSpPr>
            <a:cxnSpLocks/>
            <a:stCxn id="138" idx="0"/>
            <a:endCxn id="141" idx="3"/>
          </p:cNvCxnSpPr>
          <p:nvPr/>
        </p:nvCxnSpPr>
        <p:spPr>
          <a:xfrm flipV="1">
            <a:off x="8864771" y="3379092"/>
            <a:ext cx="90534" cy="37507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接连接符 139">
            <a:extLst>
              <a:ext uri="{FF2B5EF4-FFF2-40B4-BE49-F238E27FC236}">
                <a16:creationId xmlns:a16="http://schemas.microsoft.com/office/drawing/2014/main" id="{F1715BA0-B053-4571-9AFB-7D3EA7EA3D03}"/>
              </a:ext>
            </a:extLst>
          </p:cNvPr>
          <p:cNvCxnSpPr>
            <a:cxnSpLocks/>
            <a:stCxn id="142" idx="0"/>
            <a:endCxn id="141" idx="5"/>
          </p:cNvCxnSpPr>
          <p:nvPr/>
        </p:nvCxnSpPr>
        <p:spPr>
          <a:xfrm flipH="1" flipV="1">
            <a:off x="9588900" y="3379092"/>
            <a:ext cx="148356" cy="38905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椭圆 140">
            <a:extLst>
              <a:ext uri="{FF2B5EF4-FFF2-40B4-BE49-F238E27FC236}">
                <a16:creationId xmlns:a16="http://schemas.microsoft.com/office/drawing/2014/main" id="{6F475672-B763-4D75-A2DC-A8C0F905FE62}"/>
              </a:ext>
            </a:extLst>
          </p:cNvPr>
          <p:cNvSpPr/>
          <p:nvPr/>
        </p:nvSpPr>
        <p:spPr>
          <a:xfrm>
            <a:off x="8824083" y="2827414"/>
            <a:ext cx="896039" cy="6463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Op</a:t>
            </a:r>
            <a:br>
              <a:rPr lang="en-US" altLang="zh-CN" sz="1400" b="1" dirty="0">
                <a:solidFill>
                  <a:schemeClr val="tx1"/>
                </a:solidFill>
              </a:rPr>
            </a:br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>
                <a:solidFill>
                  <a:schemeClr val="tx1"/>
                </a:solidFill>
              </a:rPr>
              <a:t>&lt;=</a:t>
            </a:r>
            <a:r>
              <a:rPr lang="zh-CN" altLang="en-US" sz="1400" b="1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142" name="椭圆 141">
            <a:extLst>
              <a:ext uri="{FF2B5EF4-FFF2-40B4-BE49-F238E27FC236}">
                <a16:creationId xmlns:a16="http://schemas.microsoft.com/office/drawing/2014/main" id="{21985321-8864-4B1D-AE73-23C46AF00FBA}"/>
              </a:ext>
            </a:extLst>
          </p:cNvPr>
          <p:cNvSpPr/>
          <p:nvPr/>
        </p:nvSpPr>
        <p:spPr>
          <a:xfrm>
            <a:off x="9381656" y="3768146"/>
            <a:ext cx="711200" cy="6463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Id</a:t>
            </a:r>
            <a:br>
              <a:rPr lang="en-US" altLang="zh-CN" sz="1400" b="1" dirty="0">
                <a:solidFill>
                  <a:schemeClr val="tx1"/>
                </a:solidFill>
              </a:rPr>
            </a:br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>
                <a:solidFill>
                  <a:schemeClr val="tx1"/>
                </a:solidFill>
              </a:rPr>
              <a:t>D</a:t>
            </a:r>
            <a:r>
              <a:rPr lang="zh-CN" altLang="en-US" sz="1400" b="1" dirty="0">
                <a:solidFill>
                  <a:schemeClr val="tx1"/>
                </a:solidFill>
              </a:rPr>
              <a:t>）</a:t>
            </a:r>
          </a:p>
        </p:txBody>
      </p:sp>
      <p:cxnSp>
        <p:nvCxnSpPr>
          <p:cNvPr id="143" name="直接连接符 142">
            <a:extLst>
              <a:ext uri="{FF2B5EF4-FFF2-40B4-BE49-F238E27FC236}">
                <a16:creationId xmlns:a16="http://schemas.microsoft.com/office/drawing/2014/main" id="{E4AC6698-160A-4D11-B72D-7C5CE0C47970}"/>
              </a:ext>
            </a:extLst>
          </p:cNvPr>
          <p:cNvCxnSpPr>
            <a:cxnSpLocks/>
            <a:stCxn id="141" idx="0"/>
            <a:endCxn id="126" idx="2"/>
          </p:cNvCxnSpPr>
          <p:nvPr/>
        </p:nvCxnSpPr>
        <p:spPr>
          <a:xfrm flipH="1" flipV="1">
            <a:off x="7764023" y="2152083"/>
            <a:ext cx="1508080" cy="67533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54549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3" name="组合 442">
            <a:extLst>
              <a:ext uri="{FF2B5EF4-FFF2-40B4-BE49-F238E27FC236}">
                <a16:creationId xmlns:a16="http://schemas.microsoft.com/office/drawing/2014/main" id="{3059A340-A442-4687-9C59-BFC399D578E8}"/>
              </a:ext>
            </a:extLst>
          </p:cNvPr>
          <p:cNvGrpSpPr/>
          <p:nvPr/>
        </p:nvGrpSpPr>
        <p:grpSpPr>
          <a:xfrm>
            <a:off x="0" y="-1216008"/>
            <a:ext cx="13714927" cy="7866978"/>
            <a:chOff x="0" y="-1216008"/>
            <a:chExt cx="13714927" cy="7866978"/>
          </a:xfrm>
        </p:grpSpPr>
        <p:grpSp>
          <p:nvGrpSpPr>
            <p:cNvPr id="341" name="组合 340">
              <a:extLst>
                <a:ext uri="{FF2B5EF4-FFF2-40B4-BE49-F238E27FC236}">
                  <a16:creationId xmlns:a16="http://schemas.microsoft.com/office/drawing/2014/main" id="{8F7453AF-2191-49EE-890B-80D047BCD438}"/>
                </a:ext>
              </a:extLst>
            </p:cNvPr>
            <p:cNvGrpSpPr/>
            <p:nvPr/>
          </p:nvGrpSpPr>
          <p:grpSpPr>
            <a:xfrm>
              <a:off x="0" y="-1216008"/>
              <a:ext cx="13714927" cy="7866978"/>
              <a:chOff x="0" y="-1216008"/>
              <a:chExt cx="13714927" cy="7866978"/>
            </a:xfrm>
          </p:grpSpPr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E9E706BC-BD25-4A59-A03E-1B47F8043B4D}"/>
                  </a:ext>
                </a:extLst>
              </p:cNvPr>
              <p:cNvSpPr txBox="1"/>
              <p:nvPr/>
            </p:nvSpPr>
            <p:spPr>
              <a:xfrm>
                <a:off x="3190010" y="1519344"/>
                <a:ext cx="1200470" cy="36933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/>
                  <a:t>Program</a:t>
                </a:r>
                <a:endParaRPr lang="zh-CN" altLang="en-US" b="1" dirty="0"/>
              </a:p>
            </p:txBody>
          </p:sp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91CF14C-EB92-47B8-B9F5-3CFCBFFFEBD7}"/>
                  </a:ext>
                </a:extLst>
              </p:cNvPr>
              <p:cNvSpPr txBox="1"/>
              <p:nvPr/>
            </p:nvSpPr>
            <p:spPr>
              <a:xfrm>
                <a:off x="0" y="2750619"/>
                <a:ext cx="896044" cy="646331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/>
                  <a:t>Type</a:t>
                </a:r>
                <a:br>
                  <a:rPr lang="en-US" altLang="zh-CN" b="1" dirty="0"/>
                </a:br>
                <a:r>
                  <a:rPr lang="en-US" altLang="zh-CN" b="1" dirty="0"/>
                  <a:t>(int)</a:t>
                </a:r>
                <a:endParaRPr lang="zh-CN" altLang="en-US" b="1" dirty="0"/>
              </a:p>
            </p:txBody>
          </p:sp>
          <p:sp>
            <p:nvSpPr>
              <p:cNvPr id="4" name="椭圆 3">
                <a:extLst>
                  <a:ext uri="{FF2B5EF4-FFF2-40B4-BE49-F238E27FC236}">
                    <a16:creationId xmlns:a16="http://schemas.microsoft.com/office/drawing/2014/main" id="{0478BE57-F250-43C2-AF9E-D2F8609C382F}"/>
                  </a:ext>
                </a:extLst>
              </p:cNvPr>
              <p:cNvSpPr/>
              <p:nvPr/>
            </p:nvSpPr>
            <p:spPr>
              <a:xfrm>
                <a:off x="83963" y="3764435"/>
                <a:ext cx="711200" cy="64633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b="1" dirty="0">
                    <a:solidFill>
                      <a:schemeClr val="tx1"/>
                    </a:solidFill>
                  </a:rPr>
                  <a:t>Id</a:t>
                </a:r>
                <a:br>
                  <a:rPr lang="en-US" altLang="zh-CN" sz="1400" b="1" dirty="0">
                    <a:solidFill>
                      <a:schemeClr val="tx1"/>
                    </a:solidFill>
                  </a:rPr>
                </a:br>
                <a:r>
                  <a:rPr lang="zh-CN" altLang="en-US" sz="1400" b="1" dirty="0">
                    <a:solidFill>
                      <a:schemeClr val="tx1"/>
                    </a:solidFill>
                  </a:rPr>
                  <a:t>（</a:t>
                </a:r>
                <a:r>
                  <a:rPr lang="en-US" altLang="zh-CN" sz="1400" b="1" dirty="0">
                    <a:solidFill>
                      <a:schemeClr val="tx1"/>
                    </a:solidFill>
                  </a:rPr>
                  <a:t>x</a:t>
                </a:r>
                <a:r>
                  <a:rPr lang="zh-CN" altLang="en-US" sz="1400" b="1" dirty="0">
                    <a:solidFill>
                      <a:schemeClr val="tx1"/>
                    </a:solidFill>
                  </a:rPr>
                  <a:t>）</a:t>
                </a:r>
              </a:p>
            </p:txBody>
          </p:sp>
          <p:sp>
            <p:nvSpPr>
              <p:cNvPr id="5" name="椭圆 4">
                <a:extLst>
                  <a:ext uri="{FF2B5EF4-FFF2-40B4-BE49-F238E27FC236}">
                    <a16:creationId xmlns:a16="http://schemas.microsoft.com/office/drawing/2014/main" id="{F4C573B8-42BF-4789-9A17-CDD3E289E440}"/>
                  </a:ext>
                </a:extLst>
              </p:cNvPr>
              <p:cNvSpPr/>
              <p:nvPr/>
            </p:nvSpPr>
            <p:spPr>
              <a:xfrm>
                <a:off x="83963" y="4781836"/>
                <a:ext cx="711200" cy="64633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b="1" dirty="0">
                    <a:solidFill>
                      <a:schemeClr val="tx1"/>
                    </a:solidFill>
                  </a:rPr>
                  <a:t>Id</a:t>
                </a:r>
                <a:br>
                  <a:rPr lang="en-US" altLang="zh-CN" sz="1400" b="1" dirty="0">
                    <a:solidFill>
                      <a:schemeClr val="tx1"/>
                    </a:solidFill>
                  </a:rPr>
                </a:br>
                <a:r>
                  <a:rPr lang="zh-CN" altLang="en-US" sz="1400" b="1" dirty="0">
                    <a:solidFill>
                      <a:schemeClr val="tx1"/>
                    </a:solidFill>
                  </a:rPr>
                  <a:t>（</a:t>
                </a:r>
                <a:r>
                  <a:rPr lang="en-US" altLang="zh-CN" sz="1400" b="1" dirty="0">
                    <a:solidFill>
                      <a:schemeClr val="tx1"/>
                    </a:solidFill>
                  </a:rPr>
                  <a:t>y</a:t>
                </a:r>
                <a:r>
                  <a:rPr lang="zh-CN" altLang="en-US" sz="1400" b="1" dirty="0">
                    <a:solidFill>
                      <a:schemeClr val="tx1"/>
                    </a:solidFill>
                  </a:rPr>
                  <a:t>）</a:t>
                </a:r>
              </a:p>
            </p:txBody>
          </p:sp>
          <p:cxnSp>
            <p:nvCxnSpPr>
              <p:cNvPr id="6" name="直接连接符 5">
                <a:extLst>
                  <a:ext uri="{FF2B5EF4-FFF2-40B4-BE49-F238E27FC236}">
                    <a16:creationId xmlns:a16="http://schemas.microsoft.com/office/drawing/2014/main" id="{815A81DD-2A1A-444E-89AA-C1439CA97C2E}"/>
                  </a:ext>
                </a:extLst>
              </p:cNvPr>
              <p:cNvCxnSpPr>
                <a:cxnSpLocks/>
                <a:stCxn id="4" idx="0"/>
                <a:endCxn id="3" idx="2"/>
              </p:cNvCxnSpPr>
              <p:nvPr/>
            </p:nvCxnSpPr>
            <p:spPr>
              <a:xfrm flipV="1">
                <a:off x="439563" y="3396950"/>
                <a:ext cx="8459" cy="36748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>
                <a:extLst>
                  <a:ext uri="{FF2B5EF4-FFF2-40B4-BE49-F238E27FC236}">
                    <a16:creationId xmlns:a16="http://schemas.microsoft.com/office/drawing/2014/main" id="{D8B0199A-FC6E-4C60-8562-1D1718E3F8F2}"/>
                  </a:ext>
                </a:extLst>
              </p:cNvPr>
              <p:cNvCxnSpPr>
                <a:cxnSpLocks/>
                <a:stCxn id="5" idx="0"/>
                <a:endCxn id="4" idx="4"/>
              </p:cNvCxnSpPr>
              <p:nvPr/>
            </p:nvCxnSpPr>
            <p:spPr>
              <a:xfrm flipV="1">
                <a:off x="439563" y="4410766"/>
                <a:ext cx="0" cy="37107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C3FC89B-7DD5-4399-BE02-B92E19C2D322}"/>
                  </a:ext>
                </a:extLst>
              </p:cNvPr>
              <p:cNvSpPr txBox="1"/>
              <p:nvPr/>
            </p:nvSpPr>
            <p:spPr>
              <a:xfrm>
                <a:off x="1112788" y="2750619"/>
                <a:ext cx="896044" cy="646331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/>
                  <a:t>Type</a:t>
                </a:r>
                <a:br>
                  <a:rPr lang="en-US" altLang="zh-CN" b="1" dirty="0"/>
                </a:br>
                <a:r>
                  <a:rPr lang="en-US" altLang="zh-CN" b="1" dirty="0"/>
                  <a:t>(bool)</a:t>
                </a:r>
                <a:endParaRPr lang="zh-CN" altLang="en-US" b="1" dirty="0"/>
              </a:p>
            </p:txBody>
          </p:sp>
          <p:sp>
            <p:nvSpPr>
              <p:cNvPr id="9" name="椭圆 8">
                <a:extLst>
                  <a:ext uri="{FF2B5EF4-FFF2-40B4-BE49-F238E27FC236}">
                    <a16:creationId xmlns:a16="http://schemas.microsoft.com/office/drawing/2014/main" id="{4F078932-0614-487F-B2C8-9B8EC740CD30}"/>
                  </a:ext>
                </a:extLst>
              </p:cNvPr>
              <p:cNvSpPr/>
              <p:nvPr/>
            </p:nvSpPr>
            <p:spPr>
              <a:xfrm>
                <a:off x="1085528" y="3766811"/>
                <a:ext cx="944200" cy="64633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b="1" dirty="0">
                    <a:solidFill>
                      <a:schemeClr val="tx1"/>
                    </a:solidFill>
                  </a:rPr>
                  <a:t>Id</a:t>
                </a:r>
                <a:br>
                  <a:rPr lang="en-US" altLang="zh-CN" sz="1400" b="1" dirty="0">
                    <a:solidFill>
                      <a:schemeClr val="tx1"/>
                    </a:solidFill>
                  </a:rPr>
                </a:br>
                <a:r>
                  <a:rPr lang="zh-CN" altLang="en-US" sz="1400" b="1" dirty="0">
                    <a:solidFill>
                      <a:schemeClr val="tx1"/>
                    </a:solidFill>
                  </a:rPr>
                  <a:t>（</a:t>
                </a:r>
                <a:r>
                  <a:rPr lang="en-US" altLang="zh-CN" sz="1400" b="1" dirty="0">
                    <a:solidFill>
                      <a:schemeClr val="tx1"/>
                    </a:solidFill>
                  </a:rPr>
                  <a:t>flag</a:t>
                </a:r>
                <a:r>
                  <a:rPr lang="zh-CN" altLang="en-US" sz="1400" b="1" dirty="0">
                    <a:solidFill>
                      <a:schemeClr val="tx1"/>
                    </a:solidFill>
                  </a:rPr>
                  <a:t>）</a:t>
                </a:r>
              </a:p>
            </p:txBody>
          </p:sp>
          <p:cxnSp>
            <p:nvCxnSpPr>
              <p:cNvPr id="10" name="直接连接符 9">
                <a:extLst>
                  <a:ext uri="{FF2B5EF4-FFF2-40B4-BE49-F238E27FC236}">
                    <a16:creationId xmlns:a16="http://schemas.microsoft.com/office/drawing/2014/main" id="{1A1A9112-9132-43F9-93BA-A75328247F4E}"/>
                  </a:ext>
                </a:extLst>
              </p:cNvPr>
              <p:cNvCxnSpPr>
                <a:cxnSpLocks/>
                <a:stCxn id="9" idx="0"/>
                <a:endCxn id="8" idx="2"/>
              </p:cNvCxnSpPr>
              <p:nvPr/>
            </p:nvCxnSpPr>
            <p:spPr>
              <a:xfrm flipV="1">
                <a:off x="1557628" y="3396950"/>
                <a:ext cx="3182" cy="36986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3FADA5DE-DBB0-4E11-AAE0-6FA87AEB7C05}"/>
                  </a:ext>
                </a:extLst>
              </p:cNvPr>
              <p:cNvSpPr txBox="1"/>
              <p:nvPr/>
            </p:nvSpPr>
            <p:spPr>
              <a:xfrm>
                <a:off x="2410620" y="2750619"/>
                <a:ext cx="896044" cy="646331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/>
                  <a:t>Type</a:t>
                </a:r>
                <a:br>
                  <a:rPr lang="en-US" altLang="zh-CN" b="1" dirty="0"/>
                </a:br>
                <a:r>
                  <a:rPr lang="en-US" altLang="zh-CN" b="1" dirty="0"/>
                  <a:t>(string)</a:t>
                </a:r>
                <a:endParaRPr lang="zh-CN" altLang="en-US" b="1" dirty="0"/>
              </a:p>
            </p:txBody>
          </p:sp>
          <p:sp>
            <p:nvSpPr>
              <p:cNvPr id="12" name="椭圆 11">
                <a:extLst>
                  <a:ext uri="{FF2B5EF4-FFF2-40B4-BE49-F238E27FC236}">
                    <a16:creationId xmlns:a16="http://schemas.microsoft.com/office/drawing/2014/main" id="{5A2D9D4A-FF20-43D0-A809-A8FB19647D78}"/>
                  </a:ext>
                </a:extLst>
              </p:cNvPr>
              <p:cNvSpPr/>
              <p:nvPr/>
            </p:nvSpPr>
            <p:spPr>
              <a:xfrm>
                <a:off x="2070416" y="3810697"/>
                <a:ext cx="1568374" cy="64633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b="1" dirty="0">
                    <a:solidFill>
                      <a:schemeClr val="tx1"/>
                    </a:solidFill>
                  </a:rPr>
                  <a:t>Id</a:t>
                </a:r>
                <a:br>
                  <a:rPr lang="en-US" altLang="zh-CN" sz="1400" b="1" dirty="0">
                    <a:solidFill>
                      <a:schemeClr val="tx1"/>
                    </a:solidFill>
                  </a:rPr>
                </a:br>
                <a:r>
                  <a:rPr lang="zh-CN" altLang="en-US" sz="1400" b="1" dirty="0">
                    <a:solidFill>
                      <a:schemeClr val="tx1"/>
                    </a:solidFill>
                  </a:rPr>
                  <a:t>（</a:t>
                </a:r>
                <a:r>
                  <a:rPr lang="en-US" altLang="zh-CN" sz="1400" b="1" dirty="0">
                    <a:solidFill>
                      <a:schemeClr val="tx1"/>
                    </a:solidFill>
                  </a:rPr>
                  <a:t>message</a:t>
                </a:r>
                <a:r>
                  <a:rPr lang="zh-CN" altLang="en-US" sz="1400" b="1" dirty="0">
                    <a:solidFill>
                      <a:schemeClr val="tx1"/>
                    </a:solidFill>
                  </a:rPr>
                  <a:t>）</a:t>
                </a:r>
              </a:p>
            </p:txBody>
          </p: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0351D9A2-41C4-4356-9FA5-933B71E72B81}"/>
                  </a:ext>
                </a:extLst>
              </p:cNvPr>
              <p:cNvCxnSpPr>
                <a:cxnSpLocks/>
                <a:stCxn id="11" idx="2"/>
                <a:endCxn id="12" idx="0"/>
              </p:cNvCxnSpPr>
              <p:nvPr/>
            </p:nvCxnSpPr>
            <p:spPr>
              <a:xfrm flipH="1">
                <a:off x="2854603" y="3396950"/>
                <a:ext cx="4039" cy="41374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1E31CE95-4228-4CA9-8A95-1E2529022602}"/>
                  </a:ext>
                </a:extLst>
              </p:cNvPr>
              <p:cNvCxnSpPr>
                <a:cxnSpLocks/>
                <a:stCxn id="8" idx="1"/>
                <a:endCxn id="3" idx="3"/>
              </p:cNvCxnSpPr>
              <p:nvPr/>
            </p:nvCxnSpPr>
            <p:spPr>
              <a:xfrm flipH="1">
                <a:off x="896044" y="3073785"/>
                <a:ext cx="216744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D8C3E147-E0BB-46E6-A0DF-9B4CDFB05DC0}"/>
                  </a:ext>
                </a:extLst>
              </p:cNvPr>
              <p:cNvCxnSpPr>
                <a:cxnSpLocks/>
                <a:stCxn id="11" idx="1"/>
                <a:endCxn id="8" idx="3"/>
              </p:cNvCxnSpPr>
              <p:nvPr/>
            </p:nvCxnSpPr>
            <p:spPr>
              <a:xfrm flipH="1">
                <a:off x="2008832" y="3073785"/>
                <a:ext cx="40178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E5DF9B3A-79EB-4AED-AF96-9C18F5CC1751}"/>
                  </a:ext>
                </a:extLst>
              </p:cNvPr>
              <p:cNvCxnSpPr>
                <a:cxnSpLocks/>
                <a:stCxn id="3" idx="0"/>
                <a:endCxn id="2" idx="2"/>
              </p:cNvCxnSpPr>
              <p:nvPr/>
            </p:nvCxnSpPr>
            <p:spPr>
              <a:xfrm flipV="1">
                <a:off x="448022" y="1888676"/>
                <a:ext cx="3342223" cy="86194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76481EB2-81D8-4827-8D92-CBCDDEDD8E3F}"/>
                  </a:ext>
                </a:extLst>
              </p:cNvPr>
              <p:cNvSpPr txBox="1"/>
              <p:nvPr/>
            </p:nvSpPr>
            <p:spPr>
              <a:xfrm>
                <a:off x="4001775" y="2778783"/>
                <a:ext cx="1199006" cy="646331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/>
                  <a:t>Assign</a:t>
                </a:r>
                <a:br>
                  <a:rPr lang="en-US" altLang="zh-CN" b="1" dirty="0"/>
                </a:br>
                <a:r>
                  <a:rPr lang="en-US" altLang="zh-CN" b="1" dirty="0"/>
                  <a:t>(</a:t>
                </a:r>
                <a:r>
                  <a:rPr lang="en-US" altLang="zh-CN" sz="1800" b="1" dirty="0">
                    <a:solidFill>
                      <a:schemeClr val="tx1"/>
                    </a:solidFill>
                  </a:rPr>
                  <a:t>message</a:t>
                </a:r>
                <a:r>
                  <a:rPr lang="en-US" altLang="zh-CN" b="1" dirty="0"/>
                  <a:t>)</a:t>
                </a:r>
                <a:endParaRPr lang="zh-CN" altLang="en-US" b="1" dirty="0"/>
              </a:p>
            </p:txBody>
          </p:sp>
          <p:sp>
            <p:nvSpPr>
              <p:cNvPr id="18" name="椭圆 17">
                <a:extLst>
                  <a:ext uri="{FF2B5EF4-FFF2-40B4-BE49-F238E27FC236}">
                    <a16:creationId xmlns:a16="http://schemas.microsoft.com/office/drawing/2014/main" id="{66E4137B-A7E6-46A0-9B5C-54817183C5B1}"/>
                  </a:ext>
                </a:extLst>
              </p:cNvPr>
              <p:cNvSpPr/>
              <p:nvPr/>
            </p:nvSpPr>
            <p:spPr>
              <a:xfrm>
                <a:off x="4041914" y="3715658"/>
                <a:ext cx="1116416" cy="106617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100" b="1" dirty="0">
                    <a:solidFill>
                      <a:schemeClr val="tx1"/>
                    </a:solidFill>
                  </a:rPr>
                  <a:t>Const</a:t>
                </a:r>
                <a:br>
                  <a:rPr lang="en-US" altLang="zh-CN" sz="1100" b="1" dirty="0">
                    <a:solidFill>
                      <a:schemeClr val="tx1"/>
                    </a:solidFill>
                  </a:rPr>
                </a:br>
                <a:r>
                  <a:rPr lang="zh-CN" altLang="en-US" sz="1100" b="1" dirty="0">
                    <a:solidFill>
                      <a:schemeClr val="tx1"/>
                    </a:solidFill>
                  </a:rPr>
                  <a:t>（</a:t>
                </a:r>
                <a:r>
                  <a:rPr lang="en-US" altLang="zh-CN" sz="1100" b="1" dirty="0">
                    <a:solidFill>
                      <a:schemeClr val="tx1"/>
                    </a:solidFill>
                  </a:rPr>
                  <a:t>’Hello, world!’</a:t>
                </a:r>
                <a:r>
                  <a:rPr lang="zh-CN" altLang="en-US" sz="1100" b="1" dirty="0">
                    <a:solidFill>
                      <a:schemeClr val="tx1"/>
                    </a:solidFill>
                  </a:rPr>
                  <a:t>）</a:t>
                </a:r>
              </a:p>
            </p:txBody>
          </p:sp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54E7EBED-5234-457D-A05A-44C8070FC788}"/>
                  </a:ext>
                </a:extLst>
              </p:cNvPr>
              <p:cNvCxnSpPr>
                <a:cxnSpLocks/>
                <a:stCxn id="17" idx="2"/>
                <a:endCxn id="18" idx="0"/>
              </p:cNvCxnSpPr>
              <p:nvPr/>
            </p:nvCxnSpPr>
            <p:spPr>
              <a:xfrm flipH="1">
                <a:off x="4600122" y="3425114"/>
                <a:ext cx="1156" cy="29054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2DB02281-BF1F-4E40-9AFD-5BE7BBC4A846}"/>
                  </a:ext>
                </a:extLst>
              </p:cNvPr>
              <p:cNvCxnSpPr>
                <a:cxnSpLocks/>
                <a:stCxn id="17" idx="0"/>
                <a:endCxn id="2" idx="2"/>
              </p:cNvCxnSpPr>
              <p:nvPr/>
            </p:nvCxnSpPr>
            <p:spPr>
              <a:xfrm flipH="1" flipV="1">
                <a:off x="3790245" y="1888676"/>
                <a:ext cx="811033" cy="89010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5BFC4766-D787-4B56-857B-BABE507293F1}"/>
                  </a:ext>
                </a:extLst>
              </p:cNvPr>
              <p:cNvSpPr txBox="1"/>
              <p:nvPr/>
            </p:nvSpPr>
            <p:spPr>
              <a:xfrm>
                <a:off x="9169667" y="2915756"/>
                <a:ext cx="1093693" cy="36933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/>
                  <a:t>While</a:t>
                </a:r>
              </a:p>
            </p:txBody>
          </p: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F0688A9F-3884-4E3A-A93D-40E9A51E73C7}"/>
                  </a:ext>
                </a:extLst>
              </p:cNvPr>
              <p:cNvCxnSpPr>
                <a:cxnSpLocks/>
                <a:stCxn id="79" idx="0"/>
                <a:endCxn id="30" idx="2"/>
              </p:cNvCxnSpPr>
              <p:nvPr/>
            </p:nvCxnSpPr>
            <p:spPr>
              <a:xfrm flipH="1" flipV="1">
                <a:off x="9716514" y="3285088"/>
                <a:ext cx="44755" cy="90938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椭圆 38">
                <a:extLst>
                  <a:ext uri="{FF2B5EF4-FFF2-40B4-BE49-F238E27FC236}">
                    <a16:creationId xmlns:a16="http://schemas.microsoft.com/office/drawing/2014/main" id="{CF1D7EBD-9E7C-4149-B7BE-34FEB2C080AC}"/>
                  </a:ext>
                </a:extLst>
              </p:cNvPr>
              <p:cNvSpPr/>
              <p:nvPr/>
            </p:nvSpPr>
            <p:spPr>
              <a:xfrm>
                <a:off x="11743254" y="4976926"/>
                <a:ext cx="711200" cy="64633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b="1" dirty="0">
                    <a:solidFill>
                      <a:schemeClr val="tx1"/>
                    </a:solidFill>
                  </a:rPr>
                  <a:t>Id</a:t>
                </a:r>
                <a:br>
                  <a:rPr lang="en-US" altLang="zh-CN" sz="1400" b="1" dirty="0">
                    <a:solidFill>
                      <a:schemeClr val="tx1"/>
                    </a:solidFill>
                  </a:rPr>
                </a:br>
                <a:r>
                  <a:rPr lang="zh-CN" altLang="en-US" sz="1400" b="1" dirty="0">
                    <a:solidFill>
                      <a:schemeClr val="tx1"/>
                    </a:solidFill>
                  </a:rPr>
                  <a:t>（</a:t>
                </a:r>
                <a:r>
                  <a:rPr lang="en-US" altLang="zh-CN" sz="1400" b="1" dirty="0">
                    <a:solidFill>
                      <a:schemeClr val="tx1"/>
                    </a:solidFill>
                  </a:rPr>
                  <a:t>x</a:t>
                </a:r>
                <a:r>
                  <a:rPr lang="zh-CN" altLang="en-US" sz="1400" b="1" dirty="0">
                    <a:solidFill>
                      <a:schemeClr val="tx1"/>
                    </a:solidFill>
                  </a:rPr>
                  <a:t>）</a:t>
                </a:r>
              </a:p>
            </p:txBody>
          </p: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E407CBDE-F9D2-4CBF-9988-C6290A5F7FCA}"/>
                  </a:ext>
                </a:extLst>
              </p:cNvPr>
              <p:cNvCxnSpPr>
                <a:cxnSpLocks/>
                <a:stCxn id="39" idx="0"/>
                <a:endCxn id="42" idx="3"/>
              </p:cNvCxnSpPr>
              <p:nvPr/>
            </p:nvCxnSpPr>
            <p:spPr>
              <a:xfrm flipV="1">
                <a:off x="12098854" y="4601847"/>
                <a:ext cx="90534" cy="37507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96B6BE67-0642-4F94-9F37-BA54D5622AEB}"/>
                  </a:ext>
                </a:extLst>
              </p:cNvPr>
              <p:cNvCxnSpPr>
                <a:cxnSpLocks/>
                <a:stCxn id="93" idx="0"/>
                <a:endCxn id="42" idx="5"/>
              </p:cNvCxnSpPr>
              <p:nvPr/>
            </p:nvCxnSpPr>
            <p:spPr>
              <a:xfrm flipH="1" flipV="1">
                <a:off x="12822983" y="4601847"/>
                <a:ext cx="329809" cy="30127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椭圆 41">
                <a:extLst>
                  <a:ext uri="{FF2B5EF4-FFF2-40B4-BE49-F238E27FC236}">
                    <a16:creationId xmlns:a16="http://schemas.microsoft.com/office/drawing/2014/main" id="{5EF7790B-D671-49D8-923E-27C02CB6F7C3}"/>
                  </a:ext>
                </a:extLst>
              </p:cNvPr>
              <p:cNvSpPr/>
              <p:nvPr/>
            </p:nvSpPr>
            <p:spPr>
              <a:xfrm>
                <a:off x="12058166" y="4050169"/>
                <a:ext cx="896039" cy="64633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b="1" dirty="0">
                    <a:solidFill>
                      <a:schemeClr val="tx1"/>
                    </a:solidFill>
                  </a:rPr>
                  <a:t>Op</a:t>
                </a:r>
                <a:br>
                  <a:rPr lang="en-US" altLang="zh-CN" sz="1400" b="1" dirty="0">
                    <a:solidFill>
                      <a:schemeClr val="tx1"/>
                    </a:solidFill>
                  </a:rPr>
                </a:br>
                <a:r>
                  <a:rPr lang="zh-CN" altLang="en-US" sz="1400" b="1" dirty="0">
                    <a:solidFill>
                      <a:schemeClr val="tx1"/>
                    </a:solidFill>
                  </a:rPr>
                  <a:t>（</a:t>
                </a:r>
                <a:r>
                  <a:rPr lang="en-US" altLang="zh-CN" sz="1400" b="1" dirty="0">
                    <a:solidFill>
                      <a:schemeClr val="tx1"/>
                    </a:solidFill>
                  </a:rPr>
                  <a:t>&gt;</a:t>
                </a:r>
                <a:r>
                  <a:rPr lang="zh-CN" altLang="en-US" sz="1400" b="1" dirty="0">
                    <a:solidFill>
                      <a:schemeClr val="tx1"/>
                    </a:solidFill>
                  </a:rPr>
                  <a:t>）</a:t>
                </a:r>
              </a:p>
            </p:txBody>
          </p: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C2F35212-FD2F-4B7C-9680-FEA90B745596}"/>
                  </a:ext>
                </a:extLst>
              </p:cNvPr>
              <p:cNvCxnSpPr>
                <a:cxnSpLocks/>
                <a:stCxn id="42" idx="0"/>
                <a:endCxn id="30" idx="2"/>
              </p:cNvCxnSpPr>
              <p:nvPr/>
            </p:nvCxnSpPr>
            <p:spPr>
              <a:xfrm flipH="1" flipV="1">
                <a:off x="9716514" y="3285088"/>
                <a:ext cx="2789672" cy="76508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77E58D50-CBB5-47A5-A997-CCECAA5F7E3A}"/>
                  </a:ext>
                </a:extLst>
              </p:cNvPr>
              <p:cNvSpPr txBox="1"/>
              <p:nvPr/>
            </p:nvSpPr>
            <p:spPr>
              <a:xfrm>
                <a:off x="5461859" y="2778784"/>
                <a:ext cx="896044" cy="646331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/>
                  <a:t>Assign</a:t>
                </a:r>
                <a:br>
                  <a:rPr lang="en-US" altLang="zh-CN" b="1" dirty="0"/>
                </a:br>
                <a:r>
                  <a:rPr lang="en-US" altLang="zh-CN" b="1" dirty="0"/>
                  <a:t>(x)</a:t>
                </a:r>
                <a:endParaRPr lang="zh-CN" altLang="en-US" b="1" dirty="0"/>
              </a:p>
            </p:txBody>
          </p:sp>
          <p:sp>
            <p:nvSpPr>
              <p:cNvPr id="54" name="椭圆 53">
                <a:extLst>
                  <a:ext uri="{FF2B5EF4-FFF2-40B4-BE49-F238E27FC236}">
                    <a16:creationId xmlns:a16="http://schemas.microsoft.com/office/drawing/2014/main" id="{8CAFBB7E-5E2B-4776-8016-F82253708F50}"/>
                  </a:ext>
                </a:extLst>
              </p:cNvPr>
              <p:cNvSpPr/>
              <p:nvPr/>
            </p:nvSpPr>
            <p:spPr>
              <a:xfrm>
                <a:off x="5451613" y="3828658"/>
                <a:ext cx="896042" cy="87860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100" b="1" dirty="0">
                    <a:solidFill>
                      <a:schemeClr val="tx1"/>
                    </a:solidFill>
                  </a:rPr>
                  <a:t>Const</a:t>
                </a:r>
                <a:br>
                  <a:rPr lang="en-US" altLang="zh-CN" sz="1100" b="1" dirty="0">
                    <a:solidFill>
                      <a:schemeClr val="tx1"/>
                    </a:solidFill>
                  </a:rPr>
                </a:br>
                <a:r>
                  <a:rPr lang="zh-CN" altLang="en-US" sz="1100" b="1" dirty="0">
                    <a:solidFill>
                      <a:schemeClr val="tx1"/>
                    </a:solidFill>
                  </a:rPr>
                  <a:t>（</a:t>
                </a:r>
                <a:r>
                  <a:rPr lang="en-US" altLang="zh-CN" sz="1100" b="1" dirty="0">
                    <a:solidFill>
                      <a:schemeClr val="tx1"/>
                    </a:solidFill>
                  </a:rPr>
                  <a:t>10</a:t>
                </a:r>
                <a:r>
                  <a:rPr lang="zh-CN" altLang="en-US" sz="1100" b="1" dirty="0">
                    <a:solidFill>
                      <a:schemeClr val="tx1"/>
                    </a:solidFill>
                  </a:rPr>
                  <a:t>）</a:t>
                </a:r>
              </a:p>
            </p:txBody>
          </p: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2E12A7A4-1FE9-4C77-BB7C-E94729D80F8B}"/>
                  </a:ext>
                </a:extLst>
              </p:cNvPr>
              <p:cNvCxnSpPr>
                <a:cxnSpLocks/>
                <a:stCxn id="53" idx="2"/>
                <a:endCxn id="54" idx="0"/>
              </p:cNvCxnSpPr>
              <p:nvPr/>
            </p:nvCxnSpPr>
            <p:spPr>
              <a:xfrm flipH="1">
                <a:off x="5899634" y="3425115"/>
                <a:ext cx="10247" cy="40354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510D5AE7-C985-431D-985E-704BC2C589E5}"/>
                  </a:ext>
                </a:extLst>
              </p:cNvPr>
              <p:cNvSpPr txBox="1"/>
              <p:nvPr/>
            </p:nvSpPr>
            <p:spPr>
              <a:xfrm>
                <a:off x="6647976" y="2781262"/>
                <a:ext cx="896044" cy="646331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/>
                  <a:t>Assign</a:t>
                </a:r>
                <a:br>
                  <a:rPr lang="en-US" altLang="zh-CN" b="1" dirty="0"/>
                </a:br>
                <a:r>
                  <a:rPr lang="en-US" altLang="zh-CN" b="1" dirty="0"/>
                  <a:t>(y)</a:t>
                </a:r>
                <a:endParaRPr lang="zh-CN" altLang="en-US" b="1" dirty="0"/>
              </a:p>
            </p:txBody>
          </p:sp>
          <p:sp>
            <p:nvSpPr>
              <p:cNvPr id="59" name="椭圆 58">
                <a:extLst>
                  <a:ext uri="{FF2B5EF4-FFF2-40B4-BE49-F238E27FC236}">
                    <a16:creationId xmlns:a16="http://schemas.microsoft.com/office/drawing/2014/main" id="{338844AE-33E5-4E09-8FDC-C269216426E3}"/>
                  </a:ext>
                </a:extLst>
              </p:cNvPr>
              <p:cNvSpPr/>
              <p:nvPr/>
            </p:nvSpPr>
            <p:spPr>
              <a:xfrm>
                <a:off x="6637730" y="3759320"/>
                <a:ext cx="896042" cy="87860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100" b="1" dirty="0">
                    <a:solidFill>
                      <a:schemeClr val="tx1"/>
                    </a:solidFill>
                  </a:rPr>
                  <a:t>Const</a:t>
                </a:r>
                <a:br>
                  <a:rPr lang="en-US" altLang="zh-CN" sz="1100" b="1" dirty="0">
                    <a:solidFill>
                      <a:schemeClr val="tx1"/>
                    </a:solidFill>
                  </a:rPr>
                </a:br>
                <a:r>
                  <a:rPr lang="zh-CN" altLang="en-US" sz="1100" b="1" dirty="0">
                    <a:solidFill>
                      <a:schemeClr val="tx1"/>
                    </a:solidFill>
                  </a:rPr>
                  <a:t>（</a:t>
                </a:r>
                <a:r>
                  <a:rPr lang="en-US" altLang="zh-CN" sz="1100" b="1" dirty="0">
                    <a:solidFill>
                      <a:schemeClr val="tx1"/>
                    </a:solidFill>
                  </a:rPr>
                  <a:t>5</a:t>
                </a:r>
                <a:r>
                  <a:rPr lang="zh-CN" altLang="en-US" sz="1100" b="1" dirty="0">
                    <a:solidFill>
                      <a:schemeClr val="tx1"/>
                    </a:solidFill>
                  </a:rPr>
                  <a:t>）</a:t>
                </a:r>
              </a:p>
            </p:txBody>
          </p: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973963CC-B544-4A75-A8EA-C6FACDAD98B7}"/>
                  </a:ext>
                </a:extLst>
              </p:cNvPr>
              <p:cNvCxnSpPr>
                <a:cxnSpLocks/>
                <a:stCxn id="58" idx="2"/>
                <a:endCxn id="59" idx="0"/>
              </p:cNvCxnSpPr>
              <p:nvPr/>
            </p:nvCxnSpPr>
            <p:spPr>
              <a:xfrm flipH="1">
                <a:off x="7085751" y="3427593"/>
                <a:ext cx="10247" cy="33172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C5228E9E-1490-4F29-BE54-EB3D7B21FB4A}"/>
                  </a:ext>
                </a:extLst>
              </p:cNvPr>
              <p:cNvSpPr txBox="1"/>
              <p:nvPr/>
            </p:nvSpPr>
            <p:spPr>
              <a:xfrm>
                <a:off x="7827127" y="2778783"/>
                <a:ext cx="896044" cy="646331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/>
                  <a:t>Assign</a:t>
                </a:r>
                <a:br>
                  <a:rPr lang="en-US" altLang="zh-CN" b="1" dirty="0"/>
                </a:br>
                <a:r>
                  <a:rPr lang="en-US" altLang="zh-CN" b="1" dirty="0"/>
                  <a:t>(flag)</a:t>
                </a:r>
                <a:endParaRPr lang="zh-CN" altLang="en-US" b="1" dirty="0"/>
              </a:p>
            </p:txBody>
          </p:sp>
          <p:sp>
            <p:nvSpPr>
              <p:cNvPr id="66" name="椭圆 65">
                <a:extLst>
                  <a:ext uri="{FF2B5EF4-FFF2-40B4-BE49-F238E27FC236}">
                    <a16:creationId xmlns:a16="http://schemas.microsoft.com/office/drawing/2014/main" id="{5A42C9D7-11FA-4EA3-AFCB-D761D28F6920}"/>
                  </a:ext>
                </a:extLst>
              </p:cNvPr>
              <p:cNvSpPr/>
              <p:nvPr/>
            </p:nvSpPr>
            <p:spPr>
              <a:xfrm>
                <a:off x="7445386" y="4498681"/>
                <a:ext cx="711200" cy="64633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b="1" dirty="0">
                    <a:solidFill>
                      <a:schemeClr val="tx1"/>
                    </a:solidFill>
                  </a:rPr>
                  <a:t>Id</a:t>
                </a:r>
                <a:br>
                  <a:rPr lang="en-US" altLang="zh-CN" sz="1400" b="1" dirty="0">
                    <a:solidFill>
                      <a:schemeClr val="tx1"/>
                    </a:solidFill>
                  </a:rPr>
                </a:br>
                <a:r>
                  <a:rPr lang="zh-CN" altLang="en-US" sz="1400" b="1" dirty="0">
                    <a:solidFill>
                      <a:schemeClr val="tx1"/>
                    </a:solidFill>
                  </a:rPr>
                  <a:t>（</a:t>
                </a:r>
                <a:r>
                  <a:rPr lang="en-US" altLang="zh-CN" sz="1400" b="1" dirty="0">
                    <a:solidFill>
                      <a:schemeClr val="tx1"/>
                    </a:solidFill>
                  </a:rPr>
                  <a:t>x</a:t>
                </a:r>
                <a:r>
                  <a:rPr lang="zh-CN" altLang="en-US" sz="1400" b="1" dirty="0">
                    <a:solidFill>
                      <a:schemeClr val="tx1"/>
                    </a:solidFill>
                  </a:rPr>
                  <a:t>）</a:t>
                </a:r>
              </a:p>
            </p:txBody>
          </p:sp>
          <p:cxnSp>
            <p:nvCxnSpPr>
              <p:cNvPr id="67" name="直接连接符 66">
                <a:extLst>
                  <a:ext uri="{FF2B5EF4-FFF2-40B4-BE49-F238E27FC236}">
                    <a16:creationId xmlns:a16="http://schemas.microsoft.com/office/drawing/2014/main" id="{658D7C3E-7C25-431B-AF51-149B706AA4EB}"/>
                  </a:ext>
                </a:extLst>
              </p:cNvPr>
              <p:cNvCxnSpPr>
                <a:cxnSpLocks/>
                <a:stCxn id="66" idx="0"/>
                <a:endCxn id="69" idx="3"/>
              </p:cNvCxnSpPr>
              <p:nvPr/>
            </p:nvCxnSpPr>
            <p:spPr>
              <a:xfrm flipV="1">
                <a:off x="7800986" y="4312940"/>
                <a:ext cx="224363" cy="18574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接连接符 67">
                <a:extLst>
                  <a:ext uri="{FF2B5EF4-FFF2-40B4-BE49-F238E27FC236}">
                    <a16:creationId xmlns:a16="http://schemas.microsoft.com/office/drawing/2014/main" id="{64EB2693-F379-479B-8688-2CE230591446}"/>
                  </a:ext>
                </a:extLst>
              </p:cNvPr>
              <p:cNvCxnSpPr>
                <a:cxnSpLocks/>
                <a:stCxn id="70" idx="0"/>
                <a:endCxn id="69" idx="5"/>
              </p:cNvCxnSpPr>
              <p:nvPr/>
            </p:nvCxnSpPr>
            <p:spPr>
              <a:xfrm flipH="1" flipV="1">
                <a:off x="8528243" y="4312940"/>
                <a:ext cx="215167" cy="19083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椭圆 68">
                <a:extLst>
                  <a:ext uri="{FF2B5EF4-FFF2-40B4-BE49-F238E27FC236}">
                    <a16:creationId xmlns:a16="http://schemas.microsoft.com/office/drawing/2014/main" id="{DD248314-1BCB-4141-9392-2701B7C5DADB}"/>
                  </a:ext>
                </a:extLst>
              </p:cNvPr>
              <p:cNvSpPr/>
              <p:nvPr/>
            </p:nvSpPr>
            <p:spPr>
              <a:xfrm>
                <a:off x="7921196" y="3761262"/>
                <a:ext cx="711200" cy="64633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b="1" dirty="0">
                    <a:solidFill>
                      <a:schemeClr val="tx1"/>
                    </a:solidFill>
                  </a:rPr>
                  <a:t>Op</a:t>
                </a:r>
                <a:br>
                  <a:rPr lang="en-US" altLang="zh-CN" sz="1400" b="1" dirty="0">
                    <a:solidFill>
                      <a:schemeClr val="tx1"/>
                    </a:solidFill>
                  </a:rPr>
                </a:br>
                <a:r>
                  <a:rPr lang="zh-CN" altLang="en-US" sz="1400" b="1" dirty="0">
                    <a:solidFill>
                      <a:schemeClr val="tx1"/>
                    </a:solidFill>
                  </a:rPr>
                  <a:t>（</a:t>
                </a:r>
                <a:r>
                  <a:rPr lang="en-US" altLang="zh-CN" sz="1400" b="1" dirty="0">
                    <a:solidFill>
                      <a:schemeClr val="tx1"/>
                    </a:solidFill>
                  </a:rPr>
                  <a:t>&gt;</a:t>
                </a:r>
                <a:r>
                  <a:rPr lang="zh-CN" altLang="en-US" sz="1400" b="1" dirty="0">
                    <a:solidFill>
                      <a:schemeClr val="tx1"/>
                    </a:solidFill>
                  </a:rPr>
                  <a:t>）</a:t>
                </a:r>
              </a:p>
            </p:txBody>
          </p:sp>
          <p:sp>
            <p:nvSpPr>
              <p:cNvPr id="70" name="椭圆 69">
                <a:extLst>
                  <a:ext uri="{FF2B5EF4-FFF2-40B4-BE49-F238E27FC236}">
                    <a16:creationId xmlns:a16="http://schemas.microsoft.com/office/drawing/2014/main" id="{6983A3D3-3B1B-45E9-9419-2F756ADC3BA4}"/>
                  </a:ext>
                </a:extLst>
              </p:cNvPr>
              <p:cNvSpPr/>
              <p:nvPr/>
            </p:nvSpPr>
            <p:spPr>
              <a:xfrm>
                <a:off x="8387810" y="4503771"/>
                <a:ext cx="711200" cy="64633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b="1" dirty="0">
                    <a:solidFill>
                      <a:schemeClr val="tx1"/>
                    </a:solidFill>
                  </a:rPr>
                  <a:t>Id</a:t>
                </a:r>
                <a:br>
                  <a:rPr lang="en-US" altLang="zh-CN" sz="1400" b="1" dirty="0">
                    <a:solidFill>
                      <a:schemeClr val="tx1"/>
                    </a:solidFill>
                  </a:rPr>
                </a:br>
                <a:r>
                  <a:rPr lang="zh-CN" altLang="en-US" sz="1400" b="1" dirty="0">
                    <a:solidFill>
                      <a:schemeClr val="tx1"/>
                    </a:solidFill>
                  </a:rPr>
                  <a:t>（</a:t>
                </a:r>
                <a:r>
                  <a:rPr lang="en-US" altLang="zh-CN" sz="1400" b="1" dirty="0">
                    <a:solidFill>
                      <a:schemeClr val="tx1"/>
                    </a:solidFill>
                  </a:rPr>
                  <a:t>y</a:t>
                </a:r>
                <a:r>
                  <a:rPr lang="zh-CN" altLang="en-US" sz="1400" b="1" dirty="0">
                    <a:solidFill>
                      <a:schemeClr val="tx1"/>
                    </a:solidFill>
                  </a:rPr>
                  <a:t>）</a:t>
                </a:r>
              </a:p>
            </p:txBody>
          </p:sp>
          <p:cxnSp>
            <p:nvCxnSpPr>
              <p:cNvPr id="71" name="直接连接符 70">
                <a:extLst>
                  <a:ext uri="{FF2B5EF4-FFF2-40B4-BE49-F238E27FC236}">
                    <a16:creationId xmlns:a16="http://schemas.microsoft.com/office/drawing/2014/main" id="{D9470119-EF0E-4FCC-937D-BB2DCE6652F1}"/>
                  </a:ext>
                </a:extLst>
              </p:cNvPr>
              <p:cNvCxnSpPr>
                <a:cxnSpLocks/>
                <a:stCxn id="69" idx="0"/>
                <a:endCxn id="61" idx="2"/>
              </p:cNvCxnSpPr>
              <p:nvPr/>
            </p:nvCxnSpPr>
            <p:spPr>
              <a:xfrm flipH="1" flipV="1">
                <a:off x="8275149" y="3425114"/>
                <a:ext cx="1647" cy="33614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文本框 78">
                <a:extLst>
                  <a:ext uri="{FF2B5EF4-FFF2-40B4-BE49-F238E27FC236}">
                    <a16:creationId xmlns:a16="http://schemas.microsoft.com/office/drawing/2014/main" id="{8AB53D43-3EA3-4E52-853B-74DFA04B2C69}"/>
                  </a:ext>
                </a:extLst>
              </p:cNvPr>
              <p:cNvSpPr txBox="1"/>
              <p:nvPr/>
            </p:nvSpPr>
            <p:spPr>
              <a:xfrm>
                <a:off x="9214422" y="4194471"/>
                <a:ext cx="1093694" cy="36933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/>
                  <a:t>Write</a:t>
                </a:r>
                <a:endParaRPr lang="zh-CN" altLang="en-US" b="1" dirty="0"/>
              </a:p>
            </p:txBody>
          </p:sp>
          <p:sp>
            <p:nvSpPr>
              <p:cNvPr id="80" name="椭圆 79">
                <a:extLst>
                  <a:ext uri="{FF2B5EF4-FFF2-40B4-BE49-F238E27FC236}">
                    <a16:creationId xmlns:a16="http://schemas.microsoft.com/office/drawing/2014/main" id="{20616CDE-6F26-41A6-9075-1E6FC5F71C99}"/>
                  </a:ext>
                </a:extLst>
              </p:cNvPr>
              <p:cNvSpPr/>
              <p:nvPr/>
            </p:nvSpPr>
            <p:spPr>
              <a:xfrm>
                <a:off x="9153658" y="4772187"/>
                <a:ext cx="1219079" cy="55167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b="1" dirty="0">
                    <a:solidFill>
                      <a:schemeClr val="tx1"/>
                    </a:solidFill>
                  </a:rPr>
                  <a:t>Id</a:t>
                </a:r>
                <a:br>
                  <a:rPr lang="en-US" altLang="zh-CN" sz="1400" b="1" dirty="0">
                    <a:solidFill>
                      <a:schemeClr val="tx1"/>
                    </a:solidFill>
                  </a:rPr>
                </a:br>
                <a:r>
                  <a:rPr lang="zh-CN" altLang="en-US" sz="1400" b="1" dirty="0">
                    <a:solidFill>
                      <a:schemeClr val="tx1"/>
                    </a:solidFill>
                  </a:rPr>
                  <a:t>（</a:t>
                </a:r>
                <a:r>
                  <a:rPr lang="en-US" altLang="zh-CN" sz="1400" b="1" dirty="0">
                    <a:solidFill>
                      <a:schemeClr val="tx1"/>
                    </a:solidFill>
                  </a:rPr>
                  <a:t>x</a:t>
                </a:r>
                <a:r>
                  <a:rPr lang="zh-CN" altLang="en-US" sz="1400" b="1" dirty="0">
                    <a:solidFill>
                      <a:schemeClr val="tx1"/>
                    </a:solidFill>
                  </a:rPr>
                  <a:t>）</a:t>
                </a:r>
              </a:p>
            </p:txBody>
          </p:sp>
          <p:cxnSp>
            <p:nvCxnSpPr>
              <p:cNvPr id="81" name="直接连接符 80">
                <a:extLst>
                  <a:ext uri="{FF2B5EF4-FFF2-40B4-BE49-F238E27FC236}">
                    <a16:creationId xmlns:a16="http://schemas.microsoft.com/office/drawing/2014/main" id="{A4017B9F-81FC-4CF4-9E14-856BA312F696}"/>
                  </a:ext>
                </a:extLst>
              </p:cNvPr>
              <p:cNvCxnSpPr>
                <a:cxnSpLocks/>
                <a:stCxn id="80" idx="0"/>
                <a:endCxn id="79" idx="2"/>
              </p:cNvCxnSpPr>
              <p:nvPr/>
            </p:nvCxnSpPr>
            <p:spPr>
              <a:xfrm flipH="1" flipV="1">
                <a:off x="9761269" y="4563803"/>
                <a:ext cx="1929" cy="20838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5E783BE1-E900-4FA4-A80B-B43B837ACD99}"/>
                  </a:ext>
                </a:extLst>
              </p:cNvPr>
              <p:cNvSpPr txBox="1"/>
              <p:nvPr/>
            </p:nvSpPr>
            <p:spPr>
              <a:xfrm>
                <a:off x="10551214" y="4051640"/>
                <a:ext cx="896044" cy="646331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/>
                  <a:t>Assign</a:t>
                </a:r>
                <a:br>
                  <a:rPr lang="en-US" altLang="zh-CN" b="1" dirty="0"/>
                </a:br>
                <a:r>
                  <a:rPr lang="en-US" altLang="zh-CN" b="1" dirty="0"/>
                  <a:t>(x)</a:t>
                </a:r>
                <a:endParaRPr lang="zh-CN" altLang="en-US" b="1" dirty="0"/>
              </a:p>
            </p:txBody>
          </p:sp>
          <p:sp>
            <p:nvSpPr>
              <p:cNvPr id="85" name="椭圆 84">
                <a:extLst>
                  <a:ext uri="{FF2B5EF4-FFF2-40B4-BE49-F238E27FC236}">
                    <a16:creationId xmlns:a16="http://schemas.microsoft.com/office/drawing/2014/main" id="{4A05D97B-7A3C-4AC0-AF20-C272209DC921}"/>
                  </a:ext>
                </a:extLst>
              </p:cNvPr>
              <p:cNvSpPr/>
              <p:nvPr/>
            </p:nvSpPr>
            <p:spPr>
              <a:xfrm>
                <a:off x="10106679" y="5798609"/>
                <a:ext cx="711200" cy="64633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b="1" dirty="0">
                    <a:solidFill>
                      <a:schemeClr val="tx1"/>
                    </a:solidFill>
                  </a:rPr>
                  <a:t>Id</a:t>
                </a:r>
                <a:br>
                  <a:rPr lang="en-US" altLang="zh-CN" sz="1400" b="1" dirty="0">
                    <a:solidFill>
                      <a:schemeClr val="tx1"/>
                    </a:solidFill>
                  </a:rPr>
                </a:br>
                <a:r>
                  <a:rPr lang="zh-CN" altLang="en-US" sz="1400" b="1" dirty="0">
                    <a:solidFill>
                      <a:schemeClr val="tx1"/>
                    </a:solidFill>
                  </a:rPr>
                  <a:t>（</a:t>
                </a:r>
                <a:r>
                  <a:rPr lang="en-US" altLang="zh-CN" sz="1400" b="1" dirty="0">
                    <a:solidFill>
                      <a:schemeClr val="tx1"/>
                    </a:solidFill>
                  </a:rPr>
                  <a:t>x</a:t>
                </a:r>
                <a:r>
                  <a:rPr lang="zh-CN" altLang="en-US" sz="1400" b="1" dirty="0">
                    <a:solidFill>
                      <a:schemeClr val="tx1"/>
                    </a:solidFill>
                  </a:rPr>
                  <a:t>）</a:t>
                </a:r>
              </a:p>
            </p:txBody>
          </p:sp>
          <p:cxnSp>
            <p:nvCxnSpPr>
              <p:cNvPr id="86" name="直接连接符 85">
                <a:extLst>
                  <a:ext uri="{FF2B5EF4-FFF2-40B4-BE49-F238E27FC236}">
                    <a16:creationId xmlns:a16="http://schemas.microsoft.com/office/drawing/2014/main" id="{972BDE76-E5ED-43AD-853E-FCEEAD8DB57C}"/>
                  </a:ext>
                </a:extLst>
              </p:cNvPr>
              <p:cNvCxnSpPr>
                <a:cxnSpLocks/>
                <a:stCxn id="85" idx="0"/>
                <a:endCxn id="88" idx="3"/>
              </p:cNvCxnSpPr>
              <p:nvPr/>
            </p:nvCxnSpPr>
            <p:spPr>
              <a:xfrm flipV="1">
                <a:off x="10462279" y="5607779"/>
                <a:ext cx="300619" cy="19083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86">
                <a:extLst>
                  <a:ext uri="{FF2B5EF4-FFF2-40B4-BE49-F238E27FC236}">
                    <a16:creationId xmlns:a16="http://schemas.microsoft.com/office/drawing/2014/main" id="{202A9A5D-8473-482E-A308-29DA15F871E8}"/>
                  </a:ext>
                </a:extLst>
              </p:cNvPr>
              <p:cNvCxnSpPr>
                <a:cxnSpLocks/>
                <a:endCxn id="88" idx="5"/>
              </p:cNvCxnSpPr>
              <p:nvPr/>
            </p:nvCxnSpPr>
            <p:spPr>
              <a:xfrm flipH="1" flipV="1">
                <a:off x="11265792" y="5607779"/>
                <a:ext cx="267717" cy="17395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椭圆 87">
                <a:extLst>
                  <a:ext uri="{FF2B5EF4-FFF2-40B4-BE49-F238E27FC236}">
                    <a16:creationId xmlns:a16="http://schemas.microsoft.com/office/drawing/2014/main" id="{6CFCA5C8-28DE-4948-8C2F-A507D6B88E3E}"/>
                  </a:ext>
                </a:extLst>
              </p:cNvPr>
              <p:cNvSpPr/>
              <p:nvPr/>
            </p:nvSpPr>
            <p:spPr>
              <a:xfrm>
                <a:off x="10658745" y="5056101"/>
                <a:ext cx="711200" cy="64633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b="1" dirty="0">
                    <a:solidFill>
                      <a:schemeClr val="tx1"/>
                    </a:solidFill>
                  </a:rPr>
                  <a:t>Op</a:t>
                </a:r>
                <a:br>
                  <a:rPr lang="en-US" altLang="zh-CN" sz="1400" b="1" dirty="0">
                    <a:solidFill>
                      <a:schemeClr val="tx1"/>
                    </a:solidFill>
                  </a:rPr>
                </a:br>
                <a:r>
                  <a:rPr lang="zh-CN" altLang="en-US" sz="1400" b="1" dirty="0">
                    <a:solidFill>
                      <a:schemeClr val="tx1"/>
                    </a:solidFill>
                  </a:rPr>
                  <a:t>（</a:t>
                </a:r>
                <a:r>
                  <a:rPr lang="en-US" altLang="zh-CN" sz="1400" b="1" dirty="0">
                    <a:solidFill>
                      <a:schemeClr val="tx1"/>
                    </a:solidFill>
                  </a:rPr>
                  <a:t>-</a:t>
                </a:r>
                <a:r>
                  <a:rPr lang="zh-CN" altLang="en-US" sz="1400" b="1" dirty="0">
                    <a:solidFill>
                      <a:schemeClr val="tx1"/>
                    </a:solidFill>
                  </a:rPr>
                  <a:t>）</a:t>
                </a:r>
              </a:p>
            </p:txBody>
          </p:sp>
          <p:cxnSp>
            <p:nvCxnSpPr>
              <p:cNvPr id="89" name="直接连接符 88">
                <a:extLst>
                  <a:ext uri="{FF2B5EF4-FFF2-40B4-BE49-F238E27FC236}">
                    <a16:creationId xmlns:a16="http://schemas.microsoft.com/office/drawing/2014/main" id="{1B9412C3-8BAF-4134-95EE-B7B41C48F861}"/>
                  </a:ext>
                </a:extLst>
              </p:cNvPr>
              <p:cNvCxnSpPr>
                <a:cxnSpLocks/>
                <a:stCxn id="88" idx="0"/>
                <a:endCxn id="84" idx="2"/>
              </p:cNvCxnSpPr>
              <p:nvPr/>
            </p:nvCxnSpPr>
            <p:spPr>
              <a:xfrm flipH="1" flipV="1">
                <a:off x="10999236" y="4697971"/>
                <a:ext cx="15109" cy="35813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椭圆 89">
                <a:extLst>
                  <a:ext uri="{FF2B5EF4-FFF2-40B4-BE49-F238E27FC236}">
                    <a16:creationId xmlns:a16="http://schemas.microsoft.com/office/drawing/2014/main" id="{B40146C8-BC99-44C2-80DD-612F4F1A9D25}"/>
                  </a:ext>
                </a:extLst>
              </p:cNvPr>
              <p:cNvSpPr/>
              <p:nvPr/>
            </p:nvSpPr>
            <p:spPr>
              <a:xfrm>
                <a:off x="10958201" y="5772362"/>
                <a:ext cx="1124271" cy="87860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100" b="1" dirty="0">
                    <a:solidFill>
                      <a:schemeClr val="tx1"/>
                    </a:solidFill>
                  </a:rPr>
                  <a:t>Const</a:t>
                </a:r>
              </a:p>
              <a:p>
                <a:pPr algn="ctr"/>
                <a:r>
                  <a:rPr lang="en-US" altLang="zh-CN" sz="1100" b="1" dirty="0">
                    <a:solidFill>
                      <a:schemeClr val="tx1"/>
                    </a:solidFill>
                  </a:rPr>
                  <a:t>(1)</a:t>
                </a:r>
                <a:endParaRPr lang="zh-CN" altLang="en-US" sz="11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3" name="椭圆 92">
                <a:extLst>
                  <a:ext uri="{FF2B5EF4-FFF2-40B4-BE49-F238E27FC236}">
                    <a16:creationId xmlns:a16="http://schemas.microsoft.com/office/drawing/2014/main" id="{5B449F1E-B284-47B4-9C18-91001002F2CC}"/>
                  </a:ext>
                </a:extLst>
              </p:cNvPr>
              <p:cNvSpPr/>
              <p:nvPr/>
            </p:nvSpPr>
            <p:spPr>
              <a:xfrm>
                <a:off x="12590656" y="4903124"/>
                <a:ext cx="1124271" cy="87860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100" b="1" dirty="0">
                    <a:solidFill>
                      <a:schemeClr val="tx1"/>
                    </a:solidFill>
                  </a:rPr>
                  <a:t>Const</a:t>
                </a:r>
              </a:p>
              <a:p>
                <a:pPr algn="ctr"/>
                <a:r>
                  <a:rPr lang="en-US" altLang="zh-CN" sz="1100" b="1" dirty="0">
                    <a:solidFill>
                      <a:schemeClr val="tx1"/>
                    </a:solidFill>
                  </a:rPr>
                  <a:t>(1)</a:t>
                </a:r>
                <a:endParaRPr lang="zh-CN" altLang="en-US" sz="11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18ED07F5-AB19-449D-966C-8B436A8BFB93}"/>
                  </a:ext>
                </a:extLst>
              </p:cNvPr>
              <p:cNvSpPr txBox="1"/>
              <p:nvPr/>
            </p:nvSpPr>
            <p:spPr>
              <a:xfrm>
                <a:off x="10766961" y="2782669"/>
                <a:ext cx="809982" cy="646331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/>
                  <a:t>Read</a:t>
                </a:r>
                <a:br>
                  <a:rPr lang="en-US" altLang="zh-CN" b="1" dirty="0"/>
                </a:br>
                <a:r>
                  <a:rPr lang="en-US" altLang="zh-CN" b="1" dirty="0"/>
                  <a:t>(y)</a:t>
                </a:r>
                <a:endParaRPr lang="zh-CN" altLang="en-US" b="1" dirty="0"/>
              </a:p>
            </p:txBody>
          </p:sp>
          <p:grpSp>
            <p:nvGrpSpPr>
              <p:cNvPr id="283" name="组合 282">
                <a:extLst>
                  <a:ext uri="{FF2B5EF4-FFF2-40B4-BE49-F238E27FC236}">
                    <a16:creationId xmlns:a16="http://schemas.microsoft.com/office/drawing/2014/main" id="{57D26625-9EB5-4264-9615-3ED3E367D0FA}"/>
                  </a:ext>
                </a:extLst>
              </p:cNvPr>
              <p:cNvGrpSpPr/>
              <p:nvPr/>
            </p:nvGrpSpPr>
            <p:grpSpPr>
              <a:xfrm rot="10800000">
                <a:off x="8409257" y="-354589"/>
                <a:ext cx="1962844" cy="1441245"/>
                <a:chOff x="5554694" y="-1523779"/>
                <a:chExt cx="1962844" cy="1441245"/>
              </a:xfrm>
            </p:grpSpPr>
            <p:sp>
              <p:nvSpPr>
                <p:cNvPr id="97" name="椭圆 96">
                  <a:extLst>
                    <a:ext uri="{FF2B5EF4-FFF2-40B4-BE49-F238E27FC236}">
                      <a16:creationId xmlns:a16="http://schemas.microsoft.com/office/drawing/2014/main" id="{CE2F385C-68ED-48CA-B57D-0BF239EA7AAA}"/>
                    </a:ext>
                  </a:extLst>
                </p:cNvPr>
                <p:cNvSpPr/>
                <p:nvPr/>
              </p:nvSpPr>
              <p:spPr>
                <a:xfrm rot="10800000">
                  <a:off x="6131030" y="-1523779"/>
                  <a:ext cx="711200" cy="64633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b="1" dirty="0">
                      <a:solidFill>
                        <a:schemeClr val="tx1"/>
                      </a:solidFill>
                    </a:rPr>
                    <a:t>Op</a:t>
                  </a:r>
                  <a:br>
                    <a:rPr lang="en-US" altLang="zh-CN" sz="1400" b="1" dirty="0">
                      <a:solidFill>
                        <a:schemeClr val="tx1"/>
                      </a:solidFill>
                    </a:rPr>
                  </a:br>
                  <a:r>
                    <a:rPr lang="zh-CN" altLang="en-US" sz="1400" b="1" dirty="0">
                      <a:solidFill>
                        <a:schemeClr val="tx1"/>
                      </a:solidFill>
                    </a:rPr>
                    <a:t>（</a:t>
                  </a:r>
                  <a:r>
                    <a:rPr lang="en-US" altLang="zh-CN" sz="1400" b="1" dirty="0">
                      <a:solidFill>
                        <a:schemeClr val="tx1"/>
                      </a:solidFill>
                    </a:rPr>
                    <a:t>=</a:t>
                  </a:r>
                  <a:r>
                    <a:rPr lang="zh-CN" altLang="en-US" sz="1400" b="1" dirty="0">
                      <a:solidFill>
                        <a:schemeClr val="tx1"/>
                      </a:solidFill>
                    </a:rPr>
                    <a:t>）</a:t>
                  </a:r>
                </a:p>
              </p:txBody>
            </p:sp>
            <p:sp>
              <p:nvSpPr>
                <p:cNvPr id="98" name="椭圆 97">
                  <a:extLst>
                    <a:ext uri="{FF2B5EF4-FFF2-40B4-BE49-F238E27FC236}">
                      <a16:creationId xmlns:a16="http://schemas.microsoft.com/office/drawing/2014/main" id="{A57E38D9-DE2E-479B-85BA-040E4C3554B0}"/>
                    </a:ext>
                  </a:extLst>
                </p:cNvPr>
                <p:cNvSpPr/>
                <p:nvPr/>
              </p:nvSpPr>
              <p:spPr>
                <a:xfrm rot="10800000">
                  <a:off x="5554694" y="-728865"/>
                  <a:ext cx="711200" cy="64633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b="1" dirty="0">
                      <a:solidFill>
                        <a:schemeClr val="tx1"/>
                      </a:solidFill>
                    </a:rPr>
                    <a:t>Id</a:t>
                  </a:r>
                  <a:br>
                    <a:rPr lang="en-US" altLang="zh-CN" sz="1400" b="1" dirty="0">
                      <a:solidFill>
                        <a:schemeClr val="tx1"/>
                      </a:solidFill>
                    </a:rPr>
                  </a:br>
                  <a:r>
                    <a:rPr lang="zh-CN" altLang="en-US" sz="1400" b="1" dirty="0">
                      <a:solidFill>
                        <a:schemeClr val="tx1"/>
                      </a:solidFill>
                    </a:rPr>
                    <a:t>（</a:t>
                  </a:r>
                  <a:r>
                    <a:rPr lang="en-US" altLang="zh-CN" sz="1400" b="1" dirty="0">
                      <a:solidFill>
                        <a:schemeClr val="tx1"/>
                      </a:solidFill>
                    </a:rPr>
                    <a:t>y</a:t>
                  </a:r>
                  <a:r>
                    <a:rPr lang="zh-CN" altLang="en-US" sz="1400" b="1" dirty="0">
                      <a:solidFill>
                        <a:schemeClr val="tx1"/>
                      </a:solidFill>
                    </a:rPr>
                    <a:t>）</a:t>
                  </a:r>
                </a:p>
              </p:txBody>
            </p:sp>
            <p:sp>
              <p:nvSpPr>
                <p:cNvPr id="99" name="椭圆 98">
                  <a:extLst>
                    <a:ext uri="{FF2B5EF4-FFF2-40B4-BE49-F238E27FC236}">
                      <a16:creationId xmlns:a16="http://schemas.microsoft.com/office/drawing/2014/main" id="{13F3B0A7-193C-4A81-9436-9377669AA0BF}"/>
                    </a:ext>
                  </a:extLst>
                </p:cNvPr>
                <p:cNvSpPr/>
                <p:nvPr/>
              </p:nvSpPr>
              <p:spPr>
                <a:xfrm rot="10800000">
                  <a:off x="6621494" y="-739176"/>
                  <a:ext cx="896044" cy="64633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100" b="1" dirty="0">
                      <a:solidFill>
                        <a:schemeClr val="tx1"/>
                      </a:solidFill>
                    </a:rPr>
                    <a:t>Const</a:t>
                  </a:r>
                  <a:br>
                    <a:rPr lang="en-US" altLang="zh-CN" sz="1100" b="1" dirty="0">
                      <a:solidFill>
                        <a:schemeClr val="tx1"/>
                      </a:solidFill>
                    </a:rPr>
                  </a:br>
                  <a:r>
                    <a:rPr lang="zh-CN" altLang="en-US" sz="1100" b="1" dirty="0">
                      <a:solidFill>
                        <a:schemeClr val="tx1"/>
                      </a:solidFill>
                    </a:rPr>
                    <a:t>（</a:t>
                  </a:r>
                  <a:r>
                    <a:rPr lang="en-US" altLang="zh-CN" sz="1100" b="1" dirty="0">
                      <a:solidFill>
                        <a:schemeClr val="tx1"/>
                      </a:solidFill>
                    </a:rPr>
                    <a:t>0</a:t>
                  </a:r>
                  <a:r>
                    <a:rPr lang="zh-CN" altLang="en-US" sz="1100" b="1" dirty="0">
                      <a:solidFill>
                        <a:schemeClr val="tx1"/>
                      </a:solidFill>
                    </a:rPr>
                    <a:t>）</a:t>
                  </a:r>
                </a:p>
              </p:txBody>
            </p:sp>
            <p:cxnSp>
              <p:nvCxnSpPr>
                <p:cNvPr id="100" name="直接连接符 99">
                  <a:extLst>
                    <a:ext uri="{FF2B5EF4-FFF2-40B4-BE49-F238E27FC236}">
                      <a16:creationId xmlns:a16="http://schemas.microsoft.com/office/drawing/2014/main" id="{7A959949-CF38-465A-922F-D3E1B76869BA}"/>
                    </a:ext>
                  </a:extLst>
                </p:cNvPr>
                <p:cNvCxnSpPr>
                  <a:cxnSpLocks/>
                  <a:endCxn id="97" idx="3"/>
                </p:cNvCxnSpPr>
                <p:nvPr/>
              </p:nvCxnSpPr>
              <p:spPr>
                <a:xfrm>
                  <a:off x="6738077" y="-1429126"/>
                  <a:ext cx="16862" cy="20056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直接连接符 100">
                  <a:extLst>
                    <a:ext uri="{FF2B5EF4-FFF2-40B4-BE49-F238E27FC236}">
                      <a16:creationId xmlns:a16="http://schemas.microsoft.com/office/drawing/2014/main" id="{6E2A2093-63B0-497E-9B8B-61B3CA60F021}"/>
                    </a:ext>
                  </a:extLst>
                </p:cNvPr>
                <p:cNvCxnSpPr>
                  <a:cxnSpLocks/>
                  <a:stCxn id="99" idx="4"/>
                  <a:endCxn id="97" idx="1"/>
                </p:cNvCxnSpPr>
                <p:nvPr/>
              </p:nvCxnSpPr>
              <p:spPr>
                <a:xfrm rot="10800000">
                  <a:off x="6738077" y="-972101"/>
                  <a:ext cx="331439" cy="232925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6" name="椭圆 105">
                <a:extLst>
                  <a:ext uri="{FF2B5EF4-FFF2-40B4-BE49-F238E27FC236}">
                    <a16:creationId xmlns:a16="http://schemas.microsoft.com/office/drawing/2014/main" id="{48E6321F-B352-4ACC-B8E6-333C462FC169}"/>
                  </a:ext>
                </a:extLst>
              </p:cNvPr>
              <p:cNvSpPr/>
              <p:nvPr/>
            </p:nvSpPr>
            <p:spPr>
              <a:xfrm>
                <a:off x="10299998" y="-1082568"/>
                <a:ext cx="1286994" cy="87860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100" b="1" dirty="0">
                    <a:solidFill>
                      <a:schemeClr val="tx1"/>
                    </a:solidFill>
                  </a:rPr>
                  <a:t>Const</a:t>
                </a:r>
                <a:br>
                  <a:rPr lang="en-US" altLang="zh-CN" sz="1100" b="1" dirty="0">
                    <a:solidFill>
                      <a:schemeClr val="tx1"/>
                    </a:solidFill>
                  </a:rPr>
                </a:br>
                <a:r>
                  <a:rPr lang="zh-CN" altLang="en-US" sz="1100" b="1" dirty="0">
                    <a:solidFill>
                      <a:schemeClr val="tx1"/>
                    </a:solidFill>
                  </a:rPr>
                  <a:t>（</a:t>
                </a:r>
                <a:r>
                  <a:rPr lang="en-US" altLang="zh-CN" sz="1100" b="1" dirty="0">
                    <a:solidFill>
                      <a:schemeClr val="tx1"/>
                    </a:solidFill>
                  </a:rPr>
                  <a:t> 'Division by zero!' </a:t>
                </a:r>
                <a:r>
                  <a:rPr lang="zh-CN" altLang="en-US" sz="1100" b="1" dirty="0">
                    <a:solidFill>
                      <a:schemeClr val="tx1"/>
                    </a:solidFill>
                  </a:rPr>
                  <a:t>）</a:t>
                </a:r>
              </a:p>
            </p:txBody>
          </p:sp>
          <p:cxnSp>
            <p:nvCxnSpPr>
              <p:cNvPr id="116" name="直接连接符 115">
                <a:extLst>
                  <a:ext uri="{FF2B5EF4-FFF2-40B4-BE49-F238E27FC236}">
                    <a16:creationId xmlns:a16="http://schemas.microsoft.com/office/drawing/2014/main" id="{606D9BD5-730D-4956-9B80-64A7C225BFBA}"/>
                  </a:ext>
                </a:extLst>
              </p:cNvPr>
              <p:cNvCxnSpPr>
                <a:cxnSpLocks/>
                <a:stCxn id="243" idx="0"/>
              </p:cNvCxnSpPr>
              <p:nvPr/>
            </p:nvCxnSpPr>
            <p:spPr>
              <a:xfrm flipH="1" flipV="1">
                <a:off x="9509258" y="1054591"/>
                <a:ext cx="1619663" cy="64901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958E2851-FF23-4532-B4A2-72E8D98B92A3}"/>
                  </a:ext>
                </a:extLst>
              </p:cNvPr>
              <p:cNvSpPr txBox="1"/>
              <p:nvPr/>
            </p:nvSpPr>
            <p:spPr>
              <a:xfrm>
                <a:off x="12038109" y="504558"/>
                <a:ext cx="896044" cy="646331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/>
                  <a:t>Assign</a:t>
                </a:r>
                <a:br>
                  <a:rPr lang="en-US" altLang="zh-CN" b="1" dirty="0"/>
                </a:br>
                <a:r>
                  <a:rPr lang="en-US" altLang="zh-CN" b="1" dirty="0"/>
                  <a:t>(x)</a:t>
                </a:r>
                <a:endParaRPr lang="zh-CN" altLang="en-US" b="1" dirty="0"/>
              </a:p>
            </p:txBody>
          </p:sp>
          <p:sp>
            <p:nvSpPr>
              <p:cNvPr id="108" name="椭圆 107">
                <a:extLst>
                  <a:ext uri="{FF2B5EF4-FFF2-40B4-BE49-F238E27FC236}">
                    <a16:creationId xmlns:a16="http://schemas.microsoft.com/office/drawing/2014/main" id="{77ADB8B6-F804-43CD-8B8A-DABA44DB04FE}"/>
                  </a:ext>
                </a:extLst>
              </p:cNvPr>
              <p:cNvSpPr/>
              <p:nvPr/>
            </p:nvSpPr>
            <p:spPr>
              <a:xfrm>
                <a:off x="12681606" y="-1216008"/>
                <a:ext cx="711200" cy="64633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b="1" dirty="0">
                    <a:solidFill>
                      <a:schemeClr val="tx1"/>
                    </a:solidFill>
                  </a:rPr>
                  <a:t>Id</a:t>
                </a:r>
                <a:br>
                  <a:rPr lang="en-US" altLang="zh-CN" sz="1400" b="1" dirty="0">
                    <a:solidFill>
                      <a:schemeClr val="tx1"/>
                    </a:solidFill>
                  </a:rPr>
                </a:br>
                <a:r>
                  <a:rPr lang="zh-CN" altLang="en-US" sz="1400" b="1" dirty="0">
                    <a:solidFill>
                      <a:schemeClr val="tx1"/>
                    </a:solidFill>
                  </a:rPr>
                  <a:t>（</a:t>
                </a:r>
                <a:r>
                  <a:rPr lang="en-US" altLang="zh-CN" sz="1400" b="1" dirty="0">
                    <a:solidFill>
                      <a:schemeClr val="tx1"/>
                    </a:solidFill>
                  </a:rPr>
                  <a:t>x</a:t>
                </a:r>
                <a:r>
                  <a:rPr lang="zh-CN" altLang="en-US" sz="1400" b="1" dirty="0">
                    <a:solidFill>
                      <a:schemeClr val="tx1"/>
                    </a:solidFill>
                  </a:rPr>
                  <a:t>）</a:t>
                </a:r>
              </a:p>
            </p:txBody>
          </p:sp>
          <p:cxnSp>
            <p:nvCxnSpPr>
              <p:cNvPr id="109" name="直接连接符 108">
                <a:extLst>
                  <a:ext uri="{FF2B5EF4-FFF2-40B4-BE49-F238E27FC236}">
                    <a16:creationId xmlns:a16="http://schemas.microsoft.com/office/drawing/2014/main" id="{E754C88C-C932-4875-AF5B-D10E75F97D9D}"/>
                  </a:ext>
                </a:extLst>
              </p:cNvPr>
              <p:cNvCxnSpPr>
                <a:cxnSpLocks/>
                <a:stCxn id="111" idx="7"/>
                <a:endCxn id="108" idx="4"/>
              </p:cNvCxnSpPr>
              <p:nvPr/>
            </p:nvCxnSpPr>
            <p:spPr>
              <a:xfrm flipV="1">
                <a:off x="12737578" y="-569677"/>
                <a:ext cx="299628" cy="14818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直接连接符 109">
                <a:extLst>
                  <a:ext uri="{FF2B5EF4-FFF2-40B4-BE49-F238E27FC236}">
                    <a16:creationId xmlns:a16="http://schemas.microsoft.com/office/drawing/2014/main" id="{9990274B-2FCB-4F08-A453-635CD2510CA3}"/>
                  </a:ext>
                </a:extLst>
              </p:cNvPr>
              <p:cNvCxnSpPr>
                <a:cxnSpLocks/>
                <a:stCxn id="111" idx="1"/>
                <a:endCxn id="119" idx="4"/>
              </p:cNvCxnSpPr>
              <p:nvPr/>
            </p:nvCxnSpPr>
            <p:spPr>
              <a:xfrm flipH="1" flipV="1">
                <a:off x="11975163" y="-569677"/>
                <a:ext cx="259521" cy="14818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1" name="椭圆 110">
                <a:extLst>
                  <a:ext uri="{FF2B5EF4-FFF2-40B4-BE49-F238E27FC236}">
                    <a16:creationId xmlns:a16="http://schemas.microsoft.com/office/drawing/2014/main" id="{D16B34C3-F135-426E-86E5-6F88463299A9}"/>
                  </a:ext>
                </a:extLst>
              </p:cNvPr>
              <p:cNvSpPr/>
              <p:nvPr/>
            </p:nvSpPr>
            <p:spPr>
              <a:xfrm>
                <a:off x="12130531" y="-516144"/>
                <a:ext cx="711200" cy="64633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b="1" dirty="0">
                    <a:solidFill>
                      <a:schemeClr val="tx1"/>
                    </a:solidFill>
                  </a:rPr>
                  <a:t>Op</a:t>
                </a:r>
                <a:br>
                  <a:rPr lang="en-US" altLang="zh-CN" sz="1400" b="1" dirty="0">
                    <a:solidFill>
                      <a:schemeClr val="tx1"/>
                    </a:solidFill>
                  </a:rPr>
                </a:br>
                <a:r>
                  <a:rPr lang="zh-CN" altLang="en-US" sz="1400" b="1" dirty="0">
                    <a:solidFill>
                      <a:schemeClr val="tx1"/>
                    </a:solidFill>
                  </a:rPr>
                  <a:t>（</a:t>
                </a:r>
                <a:r>
                  <a:rPr lang="en-US" altLang="zh-CN" sz="1400" b="1" dirty="0">
                    <a:solidFill>
                      <a:schemeClr val="tx1"/>
                    </a:solidFill>
                  </a:rPr>
                  <a:t>/</a:t>
                </a:r>
                <a:r>
                  <a:rPr lang="zh-CN" altLang="en-US" sz="1400" b="1" dirty="0">
                    <a:solidFill>
                      <a:schemeClr val="tx1"/>
                    </a:solidFill>
                  </a:rPr>
                  <a:t>）</a:t>
                </a:r>
              </a:p>
            </p:txBody>
          </p:sp>
          <p:cxnSp>
            <p:nvCxnSpPr>
              <p:cNvPr id="112" name="直接连接符 111">
                <a:extLst>
                  <a:ext uri="{FF2B5EF4-FFF2-40B4-BE49-F238E27FC236}">
                    <a16:creationId xmlns:a16="http://schemas.microsoft.com/office/drawing/2014/main" id="{3307928C-36FF-42ED-9104-E87FE262F67B}"/>
                  </a:ext>
                </a:extLst>
              </p:cNvPr>
              <p:cNvCxnSpPr>
                <a:cxnSpLocks/>
                <a:stCxn id="111" idx="4"/>
                <a:endCxn id="107" idx="0"/>
              </p:cNvCxnSpPr>
              <p:nvPr/>
            </p:nvCxnSpPr>
            <p:spPr>
              <a:xfrm>
                <a:off x="12486131" y="130187"/>
                <a:ext cx="0" cy="37437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9" name="椭圆 118">
                <a:extLst>
                  <a:ext uri="{FF2B5EF4-FFF2-40B4-BE49-F238E27FC236}">
                    <a16:creationId xmlns:a16="http://schemas.microsoft.com/office/drawing/2014/main" id="{FB92F213-8CA0-4D16-A1E6-1D463C179074}"/>
                  </a:ext>
                </a:extLst>
              </p:cNvPr>
              <p:cNvSpPr/>
              <p:nvPr/>
            </p:nvSpPr>
            <p:spPr>
              <a:xfrm>
                <a:off x="11619563" y="-1216008"/>
                <a:ext cx="711200" cy="64633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b="1" dirty="0">
                    <a:solidFill>
                      <a:schemeClr val="tx1"/>
                    </a:solidFill>
                  </a:rPr>
                  <a:t>Id</a:t>
                </a:r>
                <a:br>
                  <a:rPr lang="en-US" altLang="zh-CN" sz="1400" b="1" dirty="0">
                    <a:solidFill>
                      <a:schemeClr val="tx1"/>
                    </a:solidFill>
                  </a:rPr>
                </a:br>
                <a:r>
                  <a:rPr lang="zh-CN" altLang="en-US" sz="1400" b="1" dirty="0">
                    <a:solidFill>
                      <a:schemeClr val="tx1"/>
                    </a:solidFill>
                  </a:rPr>
                  <a:t>（</a:t>
                </a:r>
                <a:r>
                  <a:rPr lang="en-US" altLang="zh-CN" sz="1400" b="1" dirty="0">
                    <a:solidFill>
                      <a:schemeClr val="tx1"/>
                    </a:solidFill>
                  </a:rPr>
                  <a:t>y</a:t>
                </a:r>
                <a:r>
                  <a:rPr lang="zh-CN" altLang="en-US" sz="1400" b="1" dirty="0">
                    <a:solidFill>
                      <a:schemeClr val="tx1"/>
                    </a:solidFill>
                  </a:rPr>
                  <a:t>）</a:t>
                </a:r>
              </a:p>
            </p:txBody>
          </p:sp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908B5D98-1955-400B-B9A7-214ADB0A01B9}"/>
                  </a:ext>
                </a:extLst>
              </p:cNvPr>
              <p:cNvSpPr txBox="1"/>
              <p:nvPr/>
            </p:nvSpPr>
            <p:spPr>
              <a:xfrm>
                <a:off x="6212068" y="1679635"/>
                <a:ext cx="1093693" cy="36933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/>
                  <a:t>Repeat</a:t>
                </a:r>
              </a:p>
            </p:txBody>
          </p:sp>
          <p:sp>
            <p:nvSpPr>
              <p:cNvPr id="123" name="椭圆 122">
                <a:extLst>
                  <a:ext uri="{FF2B5EF4-FFF2-40B4-BE49-F238E27FC236}">
                    <a16:creationId xmlns:a16="http://schemas.microsoft.com/office/drawing/2014/main" id="{5A4383E5-FD10-447E-BC0C-00CDD9483100}"/>
                  </a:ext>
                </a:extLst>
              </p:cNvPr>
              <p:cNvSpPr/>
              <p:nvPr/>
            </p:nvSpPr>
            <p:spPr>
              <a:xfrm>
                <a:off x="5085054" y="510037"/>
                <a:ext cx="711200" cy="64633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b="1" dirty="0">
                    <a:solidFill>
                      <a:schemeClr val="tx1"/>
                    </a:solidFill>
                  </a:rPr>
                  <a:t>Op</a:t>
                </a:r>
                <a:br>
                  <a:rPr lang="en-US" altLang="zh-CN" sz="1400" b="1" dirty="0">
                    <a:solidFill>
                      <a:schemeClr val="tx1"/>
                    </a:solidFill>
                  </a:rPr>
                </a:br>
                <a:r>
                  <a:rPr lang="zh-CN" altLang="en-US" sz="1400" b="1" dirty="0">
                    <a:solidFill>
                      <a:schemeClr val="tx1"/>
                    </a:solidFill>
                  </a:rPr>
                  <a:t>（</a:t>
                </a:r>
                <a:r>
                  <a:rPr lang="en-US" altLang="zh-CN" sz="1400" b="1" dirty="0">
                    <a:solidFill>
                      <a:schemeClr val="tx1"/>
                    </a:solidFill>
                  </a:rPr>
                  <a:t>=</a:t>
                </a:r>
                <a:r>
                  <a:rPr lang="zh-CN" altLang="en-US" sz="1400" b="1" dirty="0">
                    <a:solidFill>
                      <a:schemeClr val="tx1"/>
                    </a:solidFill>
                  </a:rPr>
                  <a:t>）</a:t>
                </a:r>
              </a:p>
            </p:txBody>
          </p:sp>
          <p:sp>
            <p:nvSpPr>
              <p:cNvPr id="124" name="椭圆 123">
                <a:extLst>
                  <a:ext uri="{FF2B5EF4-FFF2-40B4-BE49-F238E27FC236}">
                    <a16:creationId xmlns:a16="http://schemas.microsoft.com/office/drawing/2014/main" id="{13F4122D-50D3-464A-8F35-1D81CF3BD07C}"/>
                  </a:ext>
                </a:extLst>
              </p:cNvPr>
              <p:cNvSpPr/>
              <p:nvPr/>
            </p:nvSpPr>
            <p:spPr>
              <a:xfrm>
                <a:off x="5459215" y="-334028"/>
                <a:ext cx="977541" cy="64633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b="1" dirty="0">
                    <a:solidFill>
                      <a:schemeClr val="tx1"/>
                    </a:solidFill>
                  </a:rPr>
                  <a:t>Id</a:t>
                </a:r>
                <a:br>
                  <a:rPr lang="en-US" altLang="zh-CN" sz="1400" b="1" dirty="0">
                    <a:solidFill>
                      <a:schemeClr val="tx1"/>
                    </a:solidFill>
                  </a:rPr>
                </a:br>
                <a:r>
                  <a:rPr lang="zh-CN" altLang="en-US" sz="1400" b="1" dirty="0">
                    <a:solidFill>
                      <a:schemeClr val="tx1"/>
                    </a:solidFill>
                  </a:rPr>
                  <a:t>（</a:t>
                </a:r>
                <a:r>
                  <a:rPr lang="en-US" altLang="zh-CN" sz="1400" b="1" dirty="0">
                    <a:solidFill>
                      <a:schemeClr val="tx1"/>
                    </a:solidFill>
                  </a:rPr>
                  <a:t>flag</a:t>
                </a:r>
                <a:r>
                  <a:rPr lang="zh-CN" altLang="en-US" sz="1400" b="1" dirty="0">
                    <a:solidFill>
                      <a:schemeClr val="tx1"/>
                    </a:solidFill>
                  </a:rPr>
                  <a:t>）</a:t>
                </a:r>
              </a:p>
            </p:txBody>
          </p:sp>
          <p:cxnSp>
            <p:nvCxnSpPr>
              <p:cNvPr id="125" name="直接连接符 124">
                <a:extLst>
                  <a:ext uri="{FF2B5EF4-FFF2-40B4-BE49-F238E27FC236}">
                    <a16:creationId xmlns:a16="http://schemas.microsoft.com/office/drawing/2014/main" id="{0FF6A596-A03B-4105-BAE3-12F03F0EA943}"/>
                  </a:ext>
                </a:extLst>
              </p:cNvPr>
              <p:cNvCxnSpPr>
                <a:cxnSpLocks/>
                <a:stCxn id="124" idx="4"/>
                <a:endCxn id="123" idx="7"/>
              </p:cNvCxnSpPr>
              <p:nvPr/>
            </p:nvCxnSpPr>
            <p:spPr>
              <a:xfrm flipH="1">
                <a:off x="5692101" y="312303"/>
                <a:ext cx="255885" cy="29238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直接连接符 125">
                <a:extLst>
                  <a:ext uri="{FF2B5EF4-FFF2-40B4-BE49-F238E27FC236}">
                    <a16:creationId xmlns:a16="http://schemas.microsoft.com/office/drawing/2014/main" id="{2B6C54AA-70BB-44EA-BFDE-1B43E31426DD}"/>
                  </a:ext>
                </a:extLst>
              </p:cNvPr>
              <p:cNvCxnSpPr>
                <a:cxnSpLocks/>
                <a:stCxn id="135" idx="4"/>
                <a:endCxn id="123" idx="1"/>
              </p:cNvCxnSpPr>
              <p:nvPr/>
            </p:nvCxnSpPr>
            <p:spPr>
              <a:xfrm>
                <a:off x="4906312" y="308630"/>
                <a:ext cx="282895" cy="29606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036A5D4E-F7B3-4954-BD45-A619E1B03C5F}"/>
                  </a:ext>
                </a:extLst>
              </p:cNvPr>
              <p:cNvSpPr txBox="1"/>
              <p:nvPr/>
            </p:nvSpPr>
            <p:spPr>
              <a:xfrm>
                <a:off x="6824840" y="668948"/>
                <a:ext cx="1093694" cy="36933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/>
                  <a:t>Write</a:t>
                </a:r>
                <a:endParaRPr lang="zh-CN" altLang="en-US" b="1" dirty="0"/>
              </a:p>
            </p:txBody>
          </p:sp>
          <p:sp>
            <p:nvSpPr>
              <p:cNvPr id="129" name="椭圆 128">
                <a:extLst>
                  <a:ext uri="{FF2B5EF4-FFF2-40B4-BE49-F238E27FC236}">
                    <a16:creationId xmlns:a16="http://schemas.microsoft.com/office/drawing/2014/main" id="{65A7EA60-9974-40DD-8121-CA6CE6BED89E}"/>
                  </a:ext>
                </a:extLst>
              </p:cNvPr>
              <p:cNvSpPr/>
              <p:nvPr/>
            </p:nvSpPr>
            <p:spPr>
              <a:xfrm>
                <a:off x="6611295" y="-119393"/>
                <a:ext cx="1511831" cy="55167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b="1" dirty="0">
                    <a:solidFill>
                      <a:schemeClr val="tx1"/>
                    </a:solidFill>
                  </a:rPr>
                  <a:t>Id</a:t>
                </a:r>
                <a:br>
                  <a:rPr lang="en-US" altLang="zh-CN" sz="1400" b="1" dirty="0">
                    <a:solidFill>
                      <a:schemeClr val="tx1"/>
                    </a:solidFill>
                  </a:rPr>
                </a:br>
                <a:r>
                  <a:rPr lang="zh-CN" altLang="en-US" sz="1400" b="1" dirty="0">
                    <a:solidFill>
                      <a:schemeClr val="tx1"/>
                    </a:solidFill>
                  </a:rPr>
                  <a:t>（</a:t>
                </a:r>
                <a:r>
                  <a:rPr lang="en-US" altLang="zh-CN" sz="1400" b="1" dirty="0">
                    <a:solidFill>
                      <a:schemeClr val="tx1"/>
                    </a:solidFill>
                  </a:rPr>
                  <a:t>message</a:t>
                </a:r>
                <a:r>
                  <a:rPr lang="zh-CN" altLang="en-US" sz="1400" b="1" dirty="0">
                    <a:solidFill>
                      <a:schemeClr val="tx1"/>
                    </a:solidFill>
                  </a:rPr>
                  <a:t>）</a:t>
                </a:r>
              </a:p>
            </p:txBody>
          </p:sp>
          <p:cxnSp>
            <p:nvCxnSpPr>
              <p:cNvPr id="130" name="直接连接符 129">
                <a:extLst>
                  <a:ext uri="{FF2B5EF4-FFF2-40B4-BE49-F238E27FC236}">
                    <a16:creationId xmlns:a16="http://schemas.microsoft.com/office/drawing/2014/main" id="{DE61D4D5-3E01-4D0C-8F41-40DEC555CF2F}"/>
                  </a:ext>
                </a:extLst>
              </p:cNvPr>
              <p:cNvCxnSpPr>
                <a:cxnSpLocks/>
                <a:stCxn id="129" idx="4"/>
                <a:endCxn id="128" idx="0"/>
              </p:cNvCxnSpPr>
              <p:nvPr/>
            </p:nvCxnSpPr>
            <p:spPr>
              <a:xfrm>
                <a:off x="7367211" y="432285"/>
                <a:ext cx="4476" cy="23666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2" name="椭圆 131">
                <a:extLst>
                  <a:ext uri="{FF2B5EF4-FFF2-40B4-BE49-F238E27FC236}">
                    <a16:creationId xmlns:a16="http://schemas.microsoft.com/office/drawing/2014/main" id="{CAE41871-0ACF-4EEF-9606-ECB3E0D69F09}"/>
                  </a:ext>
                </a:extLst>
              </p:cNvPr>
              <p:cNvSpPr/>
              <p:nvPr/>
            </p:nvSpPr>
            <p:spPr>
              <a:xfrm>
                <a:off x="5106115" y="-1080192"/>
                <a:ext cx="711200" cy="64633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b="1" dirty="0">
                    <a:solidFill>
                      <a:schemeClr val="tx1"/>
                    </a:solidFill>
                  </a:rPr>
                  <a:t>Id</a:t>
                </a:r>
                <a:br>
                  <a:rPr lang="en-US" altLang="zh-CN" sz="1400" b="1" dirty="0">
                    <a:solidFill>
                      <a:schemeClr val="tx1"/>
                    </a:solidFill>
                  </a:rPr>
                </a:br>
                <a:r>
                  <a:rPr lang="zh-CN" altLang="en-US" sz="1400" b="1" dirty="0">
                    <a:solidFill>
                      <a:schemeClr val="tx1"/>
                    </a:solidFill>
                  </a:rPr>
                  <a:t>（</a:t>
                </a:r>
                <a:r>
                  <a:rPr lang="en-US" altLang="zh-CN" sz="1400" b="1" dirty="0">
                    <a:solidFill>
                      <a:schemeClr val="tx1"/>
                    </a:solidFill>
                  </a:rPr>
                  <a:t>1</a:t>
                </a:r>
                <a:r>
                  <a:rPr lang="zh-CN" altLang="en-US" sz="1400" b="1" dirty="0">
                    <a:solidFill>
                      <a:schemeClr val="tx1"/>
                    </a:solidFill>
                  </a:rPr>
                  <a:t>）</a:t>
                </a:r>
              </a:p>
            </p:txBody>
          </p:sp>
          <p:cxnSp>
            <p:nvCxnSpPr>
              <p:cNvPr id="133" name="直接连接符 132">
                <a:extLst>
                  <a:ext uri="{FF2B5EF4-FFF2-40B4-BE49-F238E27FC236}">
                    <a16:creationId xmlns:a16="http://schemas.microsoft.com/office/drawing/2014/main" id="{C3B69E69-995E-4CC6-8F71-D32B18A81C36}"/>
                  </a:ext>
                </a:extLst>
              </p:cNvPr>
              <p:cNvCxnSpPr>
                <a:cxnSpLocks/>
                <a:stCxn id="132" idx="4"/>
                <a:endCxn id="135" idx="7"/>
              </p:cNvCxnSpPr>
              <p:nvPr/>
            </p:nvCxnSpPr>
            <p:spPr>
              <a:xfrm flipH="1">
                <a:off x="5163443" y="-433861"/>
                <a:ext cx="298272" cy="19343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直接连接符 133">
                <a:extLst>
                  <a:ext uri="{FF2B5EF4-FFF2-40B4-BE49-F238E27FC236}">
                    <a16:creationId xmlns:a16="http://schemas.microsoft.com/office/drawing/2014/main" id="{CB49E421-5C01-446B-A669-736DF779A5BA}"/>
                  </a:ext>
                </a:extLst>
              </p:cNvPr>
              <p:cNvCxnSpPr>
                <a:cxnSpLocks/>
                <a:stCxn id="136" idx="4"/>
                <a:endCxn id="135" idx="1"/>
              </p:cNvCxnSpPr>
              <p:nvPr/>
            </p:nvCxnSpPr>
            <p:spPr>
              <a:xfrm>
                <a:off x="4405156" y="-433908"/>
                <a:ext cx="255419" cy="18829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5" name="椭圆 134">
                <a:extLst>
                  <a:ext uri="{FF2B5EF4-FFF2-40B4-BE49-F238E27FC236}">
                    <a16:creationId xmlns:a16="http://schemas.microsoft.com/office/drawing/2014/main" id="{78E36C4A-3C18-45C7-9A04-A23D0CEA5B2A}"/>
                  </a:ext>
                </a:extLst>
              </p:cNvPr>
              <p:cNvSpPr/>
              <p:nvPr/>
            </p:nvSpPr>
            <p:spPr>
              <a:xfrm rot="35504">
                <a:off x="4554049" y="-337684"/>
                <a:ext cx="711200" cy="64633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b="1" dirty="0">
                    <a:solidFill>
                      <a:schemeClr val="tx1"/>
                    </a:solidFill>
                  </a:rPr>
                  <a:t>Op</a:t>
                </a:r>
                <a:br>
                  <a:rPr lang="en-US" altLang="zh-CN" sz="1400" b="1" dirty="0">
                    <a:solidFill>
                      <a:schemeClr val="tx1"/>
                    </a:solidFill>
                  </a:rPr>
                </a:br>
                <a:r>
                  <a:rPr lang="zh-CN" altLang="en-US" sz="1400" b="1" dirty="0">
                    <a:solidFill>
                      <a:schemeClr val="tx1"/>
                    </a:solidFill>
                  </a:rPr>
                  <a:t>（</a:t>
                </a:r>
                <a:r>
                  <a:rPr lang="en-US" altLang="zh-CN" sz="1400" b="1" dirty="0">
                    <a:solidFill>
                      <a:schemeClr val="tx1"/>
                    </a:solidFill>
                  </a:rPr>
                  <a:t>=</a:t>
                </a:r>
                <a:r>
                  <a:rPr lang="zh-CN" altLang="en-US" sz="1400" b="1" dirty="0">
                    <a:solidFill>
                      <a:schemeClr val="tx1"/>
                    </a:solidFill>
                  </a:rPr>
                  <a:t>）</a:t>
                </a:r>
              </a:p>
            </p:txBody>
          </p:sp>
          <p:sp>
            <p:nvSpPr>
              <p:cNvPr id="136" name="椭圆 135">
                <a:extLst>
                  <a:ext uri="{FF2B5EF4-FFF2-40B4-BE49-F238E27FC236}">
                    <a16:creationId xmlns:a16="http://schemas.microsoft.com/office/drawing/2014/main" id="{B23A00A3-D7D5-43DF-A09E-BD8BF6420A44}"/>
                  </a:ext>
                </a:extLst>
              </p:cNvPr>
              <p:cNvSpPr/>
              <p:nvPr/>
            </p:nvSpPr>
            <p:spPr>
              <a:xfrm rot="21541660">
                <a:off x="4044072" y="-1080192"/>
                <a:ext cx="711200" cy="64633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b="1" dirty="0">
                    <a:solidFill>
                      <a:schemeClr val="tx1"/>
                    </a:solidFill>
                  </a:rPr>
                  <a:t>Id</a:t>
                </a:r>
                <a:br>
                  <a:rPr lang="en-US" altLang="zh-CN" sz="1400" b="1" dirty="0">
                    <a:solidFill>
                      <a:schemeClr val="tx1"/>
                    </a:solidFill>
                  </a:rPr>
                </a:br>
                <a:r>
                  <a:rPr lang="zh-CN" altLang="en-US" sz="1400" b="1" dirty="0">
                    <a:solidFill>
                      <a:schemeClr val="tx1"/>
                    </a:solidFill>
                  </a:rPr>
                  <a:t>（</a:t>
                </a:r>
                <a:r>
                  <a:rPr lang="en-US" altLang="zh-CN" sz="1400" b="1" dirty="0">
                    <a:solidFill>
                      <a:schemeClr val="tx1"/>
                    </a:solidFill>
                  </a:rPr>
                  <a:t>0</a:t>
                </a:r>
                <a:r>
                  <a:rPr lang="zh-CN" altLang="en-US" sz="1400" b="1" dirty="0">
                    <a:solidFill>
                      <a:schemeClr val="tx1"/>
                    </a:solidFill>
                  </a:rPr>
                  <a:t>）</a:t>
                </a:r>
              </a:p>
            </p:txBody>
          </p:sp>
          <p:cxnSp>
            <p:nvCxnSpPr>
              <p:cNvPr id="147" name="直接连接符 146">
                <a:extLst>
                  <a:ext uri="{FF2B5EF4-FFF2-40B4-BE49-F238E27FC236}">
                    <a16:creationId xmlns:a16="http://schemas.microsoft.com/office/drawing/2014/main" id="{55332504-CACF-4978-BD44-DDD872F36193}"/>
                  </a:ext>
                </a:extLst>
              </p:cNvPr>
              <p:cNvCxnSpPr>
                <a:cxnSpLocks/>
                <a:stCxn id="128" idx="2"/>
                <a:endCxn id="122" idx="0"/>
              </p:cNvCxnSpPr>
              <p:nvPr/>
            </p:nvCxnSpPr>
            <p:spPr>
              <a:xfrm flipH="1">
                <a:off x="6758915" y="1038280"/>
                <a:ext cx="612772" cy="64135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直接连接符 149">
                <a:extLst>
                  <a:ext uri="{FF2B5EF4-FFF2-40B4-BE49-F238E27FC236}">
                    <a16:creationId xmlns:a16="http://schemas.microsoft.com/office/drawing/2014/main" id="{725A2288-C1A8-41E9-AA77-CFE33AC05467}"/>
                  </a:ext>
                </a:extLst>
              </p:cNvPr>
              <p:cNvCxnSpPr>
                <a:cxnSpLocks/>
                <a:stCxn id="123" idx="4"/>
                <a:endCxn id="122" idx="0"/>
              </p:cNvCxnSpPr>
              <p:nvPr/>
            </p:nvCxnSpPr>
            <p:spPr>
              <a:xfrm>
                <a:off x="5440654" y="1156368"/>
                <a:ext cx="1318261" cy="52326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直接连接符 160">
                <a:extLst>
                  <a:ext uri="{FF2B5EF4-FFF2-40B4-BE49-F238E27FC236}">
                    <a16:creationId xmlns:a16="http://schemas.microsoft.com/office/drawing/2014/main" id="{0BD13ADC-FC4A-4158-8475-C50AD4A9E46B}"/>
                  </a:ext>
                </a:extLst>
              </p:cNvPr>
              <p:cNvCxnSpPr>
                <a:cxnSpLocks/>
                <a:stCxn id="53" idx="1"/>
                <a:endCxn id="17" idx="3"/>
              </p:cNvCxnSpPr>
              <p:nvPr/>
            </p:nvCxnSpPr>
            <p:spPr>
              <a:xfrm flipH="1" flipV="1">
                <a:off x="5200781" y="3101949"/>
                <a:ext cx="261078" cy="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直接连接符 163">
                <a:extLst>
                  <a:ext uri="{FF2B5EF4-FFF2-40B4-BE49-F238E27FC236}">
                    <a16:creationId xmlns:a16="http://schemas.microsoft.com/office/drawing/2014/main" id="{54BB55DB-7FAC-4BA7-9A6C-09AFEED1A213}"/>
                  </a:ext>
                </a:extLst>
              </p:cNvPr>
              <p:cNvCxnSpPr>
                <a:cxnSpLocks/>
                <a:stCxn id="58" idx="1"/>
                <a:endCxn id="53" idx="3"/>
              </p:cNvCxnSpPr>
              <p:nvPr/>
            </p:nvCxnSpPr>
            <p:spPr>
              <a:xfrm flipH="1" flipV="1">
                <a:off x="6357903" y="3101950"/>
                <a:ext cx="290073" cy="247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直接连接符 166">
                <a:extLst>
                  <a:ext uri="{FF2B5EF4-FFF2-40B4-BE49-F238E27FC236}">
                    <a16:creationId xmlns:a16="http://schemas.microsoft.com/office/drawing/2014/main" id="{831EC10A-232D-4880-9F1F-2E2CE5619EFD}"/>
                  </a:ext>
                </a:extLst>
              </p:cNvPr>
              <p:cNvCxnSpPr>
                <a:cxnSpLocks/>
                <a:stCxn id="61" idx="1"/>
                <a:endCxn id="58" idx="3"/>
              </p:cNvCxnSpPr>
              <p:nvPr/>
            </p:nvCxnSpPr>
            <p:spPr>
              <a:xfrm flipH="1">
                <a:off x="7544020" y="3101949"/>
                <a:ext cx="283107" cy="247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直接连接符 171">
                <a:extLst>
                  <a:ext uri="{FF2B5EF4-FFF2-40B4-BE49-F238E27FC236}">
                    <a16:creationId xmlns:a16="http://schemas.microsoft.com/office/drawing/2014/main" id="{72B7B7F7-ACE0-4725-AB06-6649398290D4}"/>
                  </a:ext>
                </a:extLst>
              </p:cNvPr>
              <p:cNvCxnSpPr>
                <a:cxnSpLocks/>
                <a:stCxn id="30" idx="1"/>
                <a:endCxn id="61" idx="3"/>
              </p:cNvCxnSpPr>
              <p:nvPr/>
            </p:nvCxnSpPr>
            <p:spPr>
              <a:xfrm flipH="1">
                <a:off x="8723171" y="3100422"/>
                <a:ext cx="446496" cy="152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直接连接符 184">
                <a:extLst>
                  <a:ext uri="{FF2B5EF4-FFF2-40B4-BE49-F238E27FC236}">
                    <a16:creationId xmlns:a16="http://schemas.microsoft.com/office/drawing/2014/main" id="{5C934606-8DBC-4A2E-BAF0-D9F21F2EA966}"/>
                  </a:ext>
                </a:extLst>
              </p:cNvPr>
              <p:cNvCxnSpPr>
                <a:cxnSpLocks/>
                <a:stCxn id="84" idx="1"/>
                <a:endCxn id="79" idx="3"/>
              </p:cNvCxnSpPr>
              <p:nvPr/>
            </p:nvCxnSpPr>
            <p:spPr>
              <a:xfrm flipH="1">
                <a:off x="10308116" y="4374806"/>
                <a:ext cx="243098" cy="433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直接连接符 191">
                <a:extLst>
                  <a:ext uri="{FF2B5EF4-FFF2-40B4-BE49-F238E27FC236}">
                    <a16:creationId xmlns:a16="http://schemas.microsoft.com/office/drawing/2014/main" id="{014F4ABA-432D-4472-ADA7-AF37D0FB0A4B}"/>
                  </a:ext>
                </a:extLst>
              </p:cNvPr>
              <p:cNvCxnSpPr>
                <a:cxnSpLocks/>
                <a:stCxn id="95" idx="1"/>
                <a:endCxn id="30" idx="3"/>
              </p:cNvCxnSpPr>
              <p:nvPr/>
            </p:nvCxnSpPr>
            <p:spPr>
              <a:xfrm flipH="1" flipV="1">
                <a:off x="10263360" y="3100422"/>
                <a:ext cx="503601" cy="541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3" name="文本框 242">
                <a:extLst>
                  <a:ext uri="{FF2B5EF4-FFF2-40B4-BE49-F238E27FC236}">
                    <a16:creationId xmlns:a16="http://schemas.microsoft.com/office/drawing/2014/main" id="{B360AA8B-FFF3-4E03-8DF3-432B0B54EAEF}"/>
                  </a:ext>
                </a:extLst>
              </p:cNvPr>
              <p:cNvSpPr txBox="1"/>
              <p:nvPr/>
            </p:nvSpPr>
            <p:spPr>
              <a:xfrm>
                <a:off x="10680899" y="1703601"/>
                <a:ext cx="896044" cy="36933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/>
                  <a:t>If</a:t>
                </a:r>
                <a:endParaRPr lang="zh-CN" altLang="en-US" b="1" dirty="0"/>
              </a:p>
            </p:txBody>
          </p:sp>
          <p:sp>
            <p:nvSpPr>
              <p:cNvPr id="248" name="文本框 247">
                <a:extLst>
                  <a:ext uri="{FF2B5EF4-FFF2-40B4-BE49-F238E27FC236}">
                    <a16:creationId xmlns:a16="http://schemas.microsoft.com/office/drawing/2014/main" id="{26A54124-87D5-418B-A118-AC752FB62227}"/>
                  </a:ext>
                </a:extLst>
              </p:cNvPr>
              <p:cNvSpPr txBox="1"/>
              <p:nvPr/>
            </p:nvSpPr>
            <p:spPr>
              <a:xfrm>
                <a:off x="10514321" y="283493"/>
                <a:ext cx="896044" cy="92333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/>
                  <a:t>Assign</a:t>
                </a:r>
                <a:br>
                  <a:rPr lang="en-US" altLang="zh-CN" b="1" dirty="0"/>
                </a:br>
                <a:r>
                  <a:rPr lang="en-US" altLang="zh-CN" b="1" dirty="0"/>
                  <a:t>(message)</a:t>
                </a:r>
                <a:endParaRPr lang="zh-CN" altLang="en-US" b="1" dirty="0"/>
              </a:p>
            </p:txBody>
          </p:sp>
          <p:cxnSp>
            <p:nvCxnSpPr>
              <p:cNvPr id="255" name="直接连接符 254">
                <a:extLst>
                  <a:ext uri="{FF2B5EF4-FFF2-40B4-BE49-F238E27FC236}">
                    <a16:creationId xmlns:a16="http://schemas.microsoft.com/office/drawing/2014/main" id="{F45C66D9-CE0F-442C-9F3B-2B68D37AE489}"/>
                  </a:ext>
                </a:extLst>
              </p:cNvPr>
              <p:cNvCxnSpPr>
                <a:cxnSpLocks/>
                <a:stCxn id="243" idx="0"/>
                <a:endCxn id="248" idx="2"/>
              </p:cNvCxnSpPr>
              <p:nvPr/>
            </p:nvCxnSpPr>
            <p:spPr>
              <a:xfrm flipH="1" flipV="1">
                <a:off x="10962343" y="1206823"/>
                <a:ext cx="166578" cy="49677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8" name="直接连接符 257">
                <a:extLst>
                  <a:ext uri="{FF2B5EF4-FFF2-40B4-BE49-F238E27FC236}">
                    <a16:creationId xmlns:a16="http://schemas.microsoft.com/office/drawing/2014/main" id="{15251681-4D88-4105-B4B7-89073321AA99}"/>
                  </a:ext>
                </a:extLst>
              </p:cNvPr>
              <p:cNvCxnSpPr>
                <a:cxnSpLocks/>
                <a:endCxn id="243" idx="0"/>
              </p:cNvCxnSpPr>
              <p:nvPr/>
            </p:nvCxnSpPr>
            <p:spPr>
              <a:xfrm flipH="1">
                <a:off x="11128921" y="1130560"/>
                <a:ext cx="1417955" cy="57304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9" name="直接连接符 278">
                <a:extLst>
                  <a:ext uri="{FF2B5EF4-FFF2-40B4-BE49-F238E27FC236}">
                    <a16:creationId xmlns:a16="http://schemas.microsoft.com/office/drawing/2014/main" id="{8FB396EC-3204-4F0C-83D1-66DB56B6DCB3}"/>
                  </a:ext>
                </a:extLst>
              </p:cNvPr>
              <p:cNvCxnSpPr>
                <a:cxnSpLocks/>
                <a:stCxn id="248" idx="0"/>
                <a:endCxn id="106" idx="4"/>
              </p:cNvCxnSpPr>
              <p:nvPr/>
            </p:nvCxnSpPr>
            <p:spPr>
              <a:xfrm flipH="1" flipV="1">
                <a:off x="10943495" y="-203960"/>
                <a:ext cx="18848" cy="48745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3" name="直接连接符 292">
                <a:extLst>
                  <a:ext uri="{FF2B5EF4-FFF2-40B4-BE49-F238E27FC236}">
                    <a16:creationId xmlns:a16="http://schemas.microsoft.com/office/drawing/2014/main" id="{B2220FE6-BF71-4A22-82AD-43AE7A3A72AD}"/>
                  </a:ext>
                </a:extLst>
              </p:cNvPr>
              <p:cNvCxnSpPr>
                <a:cxnSpLocks/>
                <a:endCxn id="97" idx="7"/>
              </p:cNvCxnSpPr>
              <p:nvPr/>
            </p:nvCxnSpPr>
            <p:spPr>
              <a:xfrm flipH="1">
                <a:off x="9691612" y="275601"/>
                <a:ext cx="215662" cy="25937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7" name="直接连接符 336">
                <a:extLst>
                  <a:ext uri="{FF2B5EF4-FFF2-40B4-BE49-F238E27FC236}">
                    <a16:creationId xmlns:a16="http://schemas.microsoft.com/office/drawing/2014/main" id="{D632A57E-F04B-4D0E-BE77-2AF3232F7D00}"/>
                  </a:ext>
                </a:extLst>
              </p:cNvPr>
              <p:cNvCxnSpPr>
                <a:cxnSpLocks/>
                <a:stCxn id="243" idx="1"/>
                <a:endCxn id="122" idx="3"/>
              </p:cNvCxnSpPr>
              <p:nvPr/>
            </p:nvCxnSpPr>
            <p:spPr>
              <a:xfrm flipH="1" flipV="1">
                <a:off x="7305761" y="1864301"/>
                <a:ext cx="3375138" cy="2396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3" name="直接连接符 342">
              <a:extLst>
                <a:ext uri="{FF2B5EF4-FFF2-40B4-BE49-F238E27FC236}">
                  <a16:creationId xmlns:a16="http://schemas.microsoft.com/office/drawing/2014/main" id="{D0B1E7BC-B7FB-4550-B9C1-DE1700FC519C}"/>
                </a:ext>
              </a:extLst>
            </p:cNvPr>
            <p:cNvCxnSpPr>
              <a:cxnSpLocks/>
              <a:stCxn id="95" idx="0"/>
              <a:endCxn id="243" idx="2"/>
            </p:cNvCxnSpPr>
            <p:nvPr/>
          </p:nvCxnSpPr>
          <p:spPr>
            <a:xfrm flipH="1" flipV="1">
              <a:off x="11128921" y="2072933"/>
              <a:ext cx="43031" cy="70973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27981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图片 194">
            <a:extLst>
              <a:ext uri="{FF2B5EF4-FFF2-40B4-BE49-F238E27FC236}">
                <a16:creationId xmlns:a16="http://schemas.microsoft.com/office/drawing/2014/main" id="{CAAE55DC-441D-41DE-A1D9-DC08CA122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93" y="321024"/>
            <a:ext cx="10834613" cy="6215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9357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文本框 98">
            <a:extLst>
              <a:ext uri="{FF2B5EF4-FFF2-40B4-BE49-F238E27FC236}">
                <a16:creationId xmlns:a16="http://schemas.microsoft.com/office/drawing/2014/main" id="{A5088FFF-1DC7-46CB-8BF5-74ED726CF7C4}"/>
              </a:ext>
            </a:extLst>
          </p:cNvPr>
          <p:cNvSpPr txBox="1"/>
          <p:nvPr/>
        </p:nvSpPr>
        <p:spPr>
          <a:xfrm>
            <a:off x="3135389" y="1841728"/>
            <a:ext cx="1200470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Program</a:t>
            </a:r>
            <a:endParaRPr lang="zh-CN" altLang="en-US" b="1" dirty="0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E5CCFB34-2B73-4EF2-B186-7F132491ABC5}"/>
              </a:ext>
            </a:extLst>
          </p:cNvPr>
          <p:cNvSpPr txBox="1"/>
          <p:nvPr/>
        </p:nvSpPr>
        <p:spPr>
          <a:xfrm>
            <a:off x="0" y="2750619"/>
            <a:ext cx="896044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Type</a:t>
            </a:r>
            <a:br>
              <a:rPr lang="en-US" altLang="zh-CN" b="1" dirty="0"/>
            </a:br>
            <a:r>
              <a:rPr lang="en-US" altLang="zh-CN" b="1" dirty="0"/>
              <a:t>(int)</a:t>
            </a:r>
            <a:endParaRPr lang="zh-CN" altLang="en-US" b="1" dirty="0"/>
          </a:p>
        </p:txBody>
      </p:sp>
      <p:sp>
        <p:nvSpPr>
          <p:cNvPr id="101" name="椭圆 100">
            <a:extLst>
              <a:ext uri="{FF2B5EF4-FFF2-40B4-BE49-F238E27FC236}">
                <a16:creationId xmlns:a16="http://schemas.microsoft.com/office/drawing/2014/main" id="{9E3C25B4-A063-4B93-BEBF-C62F7162E959}"/>
              </a:ext>
            </a:extLst>
          </p:cNvPr>
          <p:cNvSpPr/>
          <p:nvPr/>
        </p:nvSpPr>
        <p:spPr>
          <a:xfrm>
            <a:off x="-149067" y="3764435"/>
            <a:ext cx="1170834" cy="6463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Id</a:t>
            </a:r>
            <a:br>
              <a:rPr lang="en-US" altLang="zh-CN" sz="1400" b="1" dirty="0">
                <a:solidFill>
                  <a:schemeClr val="tx1"/>
                </a:solidFill>
              </a:rPr>
            </a:br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>
                <a:solidFill>
                  <a:schemeClr val="tx1"/>
                </a:solidFill>
              </a:rPr>
              <a:t>num1</a:t>
            </a:r>
            <a:r>
              <a:rPr lang="zh-CN" altLang="en-US" sz="1400" b="1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20F56DE4-6273-48CF-B84A-BBB54FB3DF45}"/>
              </a:ext>
            </a:extLst>
          </p:cNvPr>
          <p:cNvSpPr/>
          <p:nvPr/>
        </p:nvSpPr>
        <p:spPr>
          <a:xfrm>
            <a:off x="-156680" y="4763991"/>
            <a:ext cx="1170834" cy="6463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Id</a:t>
            </a:r>
            <a:br>
              <a:rPr lang="en-US" altLang="zh-CN" sz="1400" b="1" dirty="0">
                <a:solidFill>
                  <a:schemeClr val="tx1"/>
                </a:solidFill>
              </a:rPr>
            </a:br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>
                <a:solidFill>
                  <a:schemeClr val="tx1"/>
                </a:solidFill>
              </a:rPr>
              <a:t>num2</a:t>
            </a:r>
            <a:r>
              <a:rPr lang="zh-CN" altLang="en-US" sz="1400" b="1" dirty="0">
                <a:solidFill>
                  <a:schemeClr val="tx1"/>
                </a:solidFill>
              </a:rPr>
              <a:t>）</a:t>
            </a:r>
          </a:p>
        </p:txBody>
      </p:sp>
      <p:cxnSp>
        <p:nvCxnSpPr>
          <p:cNvPr id="103" name="直接连接符 102">
            <a:extLst>
              <a:ext uri="{FF2B5EF4-FFF2-40B4-BE49-F238E27FC236}">
                <a16:creationId xmlns:a16="http://schemas.microsoft.com/office/drawing/2014/main" id="{42B7F0ED-5399-4687-A5F0-D6D5A237695A}"/>
              </a:ext>
            </a:extLst>
          </p:cNvPr>
          <p:cNvCxnSpPr>
            <a:cxnSpLocks/>
            <a:stCxn id="101" idx="0"/>
            <a:endCxn id="100" idx="2"/>
          </p:cNvCxnSpPr>
          <p:nvPr/>
        </p:nvCxnSpPr>
        <p:spPr>
          <a:xfrm flipV="1">
            <a:off x="436350" y="3396950"/>
            <a:ext cx="11672" cy="36748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D130E1AC-D2C7-49BC-8D70-5E9FD6438F9A}"/>
              </a:ext>
            </a:extLst>
          </p:cNvPr>
          <p:cNvCxnSpPr>
            <a:cxnSpLocks/>
            <a:stCxn id="102" idx="0"/>
            <a:endCxn id="101" idx="4"/>
          </p:cNvCxnSpPr>
          <p:nvPr/>
        </p:nvCxnSpPr>
        <p:spPr>
          <a:xfrm flipV="1">
            <a:off x="428737" y="4410766"/>
            <a:ext cx="7613" cy="3532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文本框 104">
            <a:extLst>
              <a:ext uri="{FF2B5EF4-FFF2-40B4-BE49-F238E27FC236}">
                <a16:creationId xmlns:a16="http://schemas.microsoft.com/office/drawing/2014/main" id="{B718C2BD-D0E5-42B9-A217-007079B1883C}"/>
              </a:ext>
            </a:extLst>
          </p:cNvPr>
          <p:cNvSpPr txBox="1"/>
          <p:nvPr/>
        </p:nvSpPr>
        <p:spPr>
          <a:xfrm>
            <a:off x="1112788" y="2750619"/>
            <a:ext cx="896044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Type</a:t>
            </a:r>
            <a:br>
              <a:rPr lang="en-US" altLang="zh-CN" b="1" dirty="0"/>
            </a:br>
            <a:r>
              <a:rPr lang="en-US" altLang="zh-CN" b="1" dirty="0"/>
              <a:t>(bool)</a:t>
            </a:r>
            <a:endParaRPr lang="zh-CN" altLang="en-US" b="1" dirty="0"/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E849CDF0-473F-40CF-A1E7-C1A48011F1E3}"/>
              </a:ext>
            </a:extLst>
          </p:cNvPr>
          <p:cNvSpPr/>
          <p:nvPr/>
        </p:nvSpPr>
        <p:spPr>
          <a:xfrm>
            <a:off x="1085528" y="3766811"/>
            <a:ext cx="944200" cy="6463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Id</a:t>
            </a:r>
            <a:br>
              <a:rPr lang="en-US" altLang="zh-CN" sz="1400" b="1" dirty="0">
                <a:solidFill>
                  <a:schemeClr val="tx1"/>
                </a:solidFill>
              </a:rPr>
            </a:br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>
                <a:solidFill>
                  <a:schemeClr val="tx1"/>
                </a:solidFill>
              </a:rPr>
              <a:t>flag</a:t>
            </a:r>
            <a:r>
              <a:rPr lang="zh-CN" altLang="en-US" sz="1400" b="1" dirty="0">
                <a:solidFill>
                  <a:schemeClr val="tx1"/>
                </a:solidFill>
              </a:rPr>
              <a:t>）</a:t>
            </a:r>
          </a:p>
        </p:txBody>
      </p:sp>
      <p:cxnSp>
        <p:nvCxnSpPr>
          <p:cNvPr id="107" name="直接连接符 106">
            <a:extLst>
              <a:ext uri="{FF2B5EF4-FFF2-40B4-BE49-F238E27FC236}">
                <a16:creationId xmlns:a16="http://schemas.microsoft.com/office/drawing/2014/main" id="{842706FC-5960-4AF9-B06A-32261C809F1E}"/>
              </a:ext>
            </a:extLst>
          </p:cNvPr>
          <p:cNvCxnSpPr>
            <a:cxnSpLocks/>
            <a:stCxn id="106" idx="0"/>
            <a:endCxn id="105" idx="2"/>
          </p:cNvCxnSpPr>
          <p:nvPr/>
        </p:nvCxnSpPr>
        <p:spPr>
          <a:xfrm flipV="1">
            <a:off x="1557628" y="3396950"/>
            <a:ext cx="3182" cy="36986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文本框 107">
            <a:extLst>
              <a:ext uri="{FF2B5EF4-FFF2-40B4-BE49-F238E27FC236}">
                <a16:creationId xmlns:a16="http://schemas.microsoft.com/office/drawing/2014/main" id="{0D52BA09-DA28-4C7F-8177-F631E9841E37}"/>
              </a:ext>
            </a:extLst>
          </p:cNvPr>
          <p:cNvSpPr txBox="1"/>
          <p:nvPr/>
        </p:nvSpPr>
        <p:spPr>
          <a:xfrm>
            <a:off x="2213240" y="2749508"/>
            <a:ext cx="896044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Type</a:t>
            </a:r>
            <a:br>
              <a:rPr lang="en-US" altLang="zh-CN" b="1" dirty="0"/>
            </a:br>
            <a:r>
              <a:rPr lang="en-US" altLang="zh-CN" b="1" dirty="0"/>
              <a:t>(string)</a:t>
            </a:r>
            <a:endParaRPr lang="zh-CN" altLang="en-US" b="1" dirty="0"/>
          </a:p>
        </p:txBody>
      </p:sp>
      <p:sp>
        <p:nvSpPr>
          <p:cNvPr id="109" name="椭圆 108">
            <a:extLst>
              <a:ext uri="{FF2B5EF4-FFF2-40B4-BE49-F238E27FC236}">
                <a16:creationId xmlns:a16="http://schemas.microsoft.com/office/drawing/2014/main" id="{B22C24F3-0AC8-41FF-9432-345952E94F08}"/>
              </a:ext>
            </a:extLst>
          </p:cNvPr>
          <p:cNvSpPr/>
          <p:nvPr/>
        </p:nvSpPr>
        <p:spPr>
          <a:xfrm>
            <a:off x="2233843" y="3799382"/>
            <a:ext cx="847038" cy="6463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Id</a:t>
            </a:r>
            <a:br>
              <a:rPr lang="en-US" altLang="zh-CN" sz="1400" b="1" dirty="0">
                <a:solidFill>
                  <a:schemeClr val="tx1"/>
                </a:solidFill>
              </a:rPr>
            </a:br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>
                <a:solidFill>
                  <a:schemeClr val="tx1"/>
                </a:solidFill>
              </a:rPr>
              <a:t>str</a:t>
            </a:r>
            <a:r>
              <a:rPr lang="zh-CN" altLang="en-US" sz="1400" b="1" dirty="0">
                <a:solidFill>
                  <a:schemeClr val="tx1"/>
                </a:solidFill>
              </a:rPr>
              <a:t>）</a:t>
            </a:r>
          </a:p>
        </p:txBody>
      </p:sp>
      <p:cxnSp>
        <p:nvCxnSpPr>
          <p:cNvPr id="110" name="直接连接符 109">
            <a:extLst>
              <a:ext uri="{FF2B5EF4-FFF2-40B4-BE49-F238E27FC236}">
                <a16:creationId xmlns:a16="http://schemas.microsoft.com/office/drawing/2014/main" id="{A65A4B64-780C-4F47-8CFC-0B5B314A0912}"/>
              </a:ext>
            </a:extLst>
          </p:cNvPr>
          <p:cNvCxnSpPr>
            <a:cxnSpLocks/>
            <a:stCxn id="108" idx="2"/>
            <a:endCxn id="109" idx="0"/>
          </p:cNvCxnSpPr>
          <p:nvPr/>
        </p:nvCxnSpPr>
        <p:spPr>
          <a:xfrm flipH="1">
            <a:off x="2657362" y="3395839"/>
            <a:ext cx="3900" cy="40354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连接符 110">
            <a:extLst>
              <a:ext uri="{FF2B5EF4-FFF2-40B4-BE49-F238E27FC236}">
                <a16:creationId xmlns:a16="http://schemas.microsoft.com/office/drawing/2014/main" id="{EB5AD900-2589-486B-8B5D-124C0FF4126A}"/>
              </a:ext>
            </a:extLst>
          </p:cNvPr>
          <p:cNvCxnSpPr>
            <a:cxnSpLocks/>
            <a:stCxn id="105" idx="1"/>
            <a:endCxn id="100" idx="3"/>
          </p:cNvCxnSpPr>
          <p:nvPr/>
        </p:nvCxnSpPr>
        <p:spPr>
          <a:xfrm flipH="1">
            <a:off x="896044" y="3073785"/>
            <a:ext cx="21674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>
            <a:extLst>
              <a:ext uri="{FF2B5EF4-FFF2-40B4-BE49-F238E27FC236}">
                <a16:creationId xmlns:a16="http://schemas.microsoft.com/office/drawing/2014/main" id="{737208C9-7DEF-4366-B285-818E815B8BCD}"/>
              </a:ext>
            </a:extLst>
          </p:cNvPr>
          <p:cNvCxnSpPr>
            <a:cxnSpLocks/>
            <a:stCxn id="108" idx="1"/>
            <a:endCxn id="105" idx="3"/>
          </p:cNvCxnSpPr>
          <p:nvPr/>
        </p:nvCxnSpPr>
        <p:spPr>
          <a:xfrm flipH="1">
            <a:off x="2008832" y="3072674"/>
            <a:ext cx="204408" cy="1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连接符 112">
            <a:extLst>
              <a:ext uri="{FF2B5EF4-FFF2-40B4-BE49-F238E27FC236}">
                <a16:creationId xmlns:a16="http://schemas.microsoft.com/office/drawing/2014/main" id="{9FD983F8-E8C9-47D8-83D9-89862D70FA32}"/>
              </a:ext>
            </a:extLst>
          </p:cNvPr>
          <p:cNvCxnSpPr>
            <a:cxnSpLocks/>
            <a:stCxn id="100" idx="0"/>
            <a:endCxn id="99" idx="2"/>
          </p:cNvCxnSpPr>
          <p:nvPr/>
        </p:nvCxnSpPr>
        <p:spPr>
          <a:xfrm flipV="1">
            <a:off x="448022" y="2211060"/>
            <a:ext cx="3287602" cy="5395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文本框 113">
            <a:extLst>
              <a:ext uri="{FF2B5EF4-FFF2-40B4-BE49-F238E27FC236}">
                <a16:creationId xmlns:a16="http://schemas.microsoft.com/office/drawing/2014/main" id="{8116D31D-DAC0-4B38-8591-CB70809F927A}"/>
              </a:ext>
            </a:extLst>
          </p:cNvPr>
          <p:cNvSpPr txBox="1"/>
          <p:nvPr/>
        </p:nvSpPr>
        <p:spPr>
          <a:xfrm>
            <a:off x="3528642" y="2751076"/>
            <a:ext cx="1199006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Assign</a:t>
            </a:r>
            <a:br>
              <a:rPr lang="en-US" altLang="zh-CN" b="1" dirty="0"/>
            </a:br>
            <a:r>
              <a:rPr lang="en-US" altLang="zh-CN" b="1" dirty="0"/>
              <a:t>(num1)</a:t>
            </a:r>
            <a:endParaRPr lang="zh-CN" altLang="en-US" b="1" dirty="0"/>
          </a:p>
        </p:txBody>
      </p:sp>
      <p:sp>
        <p:nvSpPr>
          <p:cNvPr id="115" name="椭圆 114">
            <a:extLst>
              <a:ext uri="{FF2B5EF4-FFF2-40B4-BE49-F238E27FC236}">
                <a16:creationId xmlns:a16="http://schemas.microsoft.com/office/drawing/2014/main" id="{03695EE7-6A21-4F8D-A8AA-A35F54AC3A24}"/>
              </a:ext>
            </a:extLst>
          </p:cNvPr>
          <p:cNvSpPr/>
          <p:nvPr/>
        </p:nvSpPr>
        <p:spPr>
          <a:xfrm>
            <a:off x="3684504" y="3733554"/>
            <a:ext cx="874357" cy="6463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>
                <a:solidFill>
                  <a:schemeClr val="tx1"/>
                </a:solidFill>
              </a:rPr>
              <a:t>Const</a:t>
            </a:r>
            <a:br>
              <a:rPr lang="en-US" altLang="zh-CN" sz="1100" b="1" dirty="0">
                <a:solidFill>
                  <a:schemeClr val="tx1"/>
                </a:solidFill>
              </a:rPr>
            </a:br>
            <a:r>
              <a:rPr lang="zh-CN" altLang="en-US" sz="1100" b="1" dirty="0">
                <a:solidFill>
                  <a:schemeClr val="tx1"/>
                </a:solidFill>
              </a:rPr>
              <a:t>（</a:t>
            </a:r>
            <a:r>
              <a:rPr lang="en-US" altLang="zh-CN" sz="1100" b="1" dirty="0">
                <a:solidFill>
                  <a:schemeClr val="tx1"/>
                </a:solidFill>
              </a:rPr>
              <a:t>10</a:t>
            </a:r>
            <a:r>
              <a:rPr lang="zh-CN" altLang="en-US" sz="1100" b="1" dirty="0">
                <a:solidFill>
                  <a:schemeClr val="tx1"/>
                </a:solidFill>
              </a:rPr>
              <a:t>）</a:t>
            </a:r>
          </a:p>
        </p:txBody>
      </p:sp>
      <p:cxnSp>
        <p:nvCxnSpPr>
          <p:cNvPr id="116" name="直接连接符 115">
            <a:extLst>
              <a:ext uri="{FF2B5EF4-FFF2-40B4-BE49-F238E27FC236}">
                <a16:creationId xmlns:a16="http://schemas.microsoft.com/office/drawing/2014/main" id="{F87CB71A-AF9B-4068-8B84-C0D17242B8C0}"/>
              </a:ext>
            </a:extLst>
          </p:cNvPr>
          <p:cNvCxnSpPr>
            <a:cxnSpLocks/>
            <a:stCxn id="114" idx="2"/>
            <a:endCxn id="115" idx="0"/>
          </p:cNvCxnSpPr>
          <p:nvPr/>
        </p:nvCxnSpPr>
        <p:spPr>
          <a:xfrm flipH="1">
            <a:off x="4121683" y="3397407"/>
            <a:ext cx="6462" cy="3361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连接符 116">
            <a:extLst>
              <a:ext uri="{FF2B5EF4-FFF2-40B4-BE49-F238E27FC236}">
                <a16:creationId xmlns:a16="http://schemas.microsoft.com/office/drawing/2014/main" id="{DDA26FD7-F8C7-42FC-BD25-27FCE810C1FF}"/>
              </a:ext>
            </a:extLst>
          </p:cNvPr>
          <p:cNvCxnSpPr>
            <a:cxnSpLocks/>
            <a:stCxn id="114" idx="0"/>
            <a:endCxn id="99" idx="2"/>
          </p:cNvCxnSpPr>
          <p:nvPr/>
        </p:nvCxnSpPr>
        <p:spPr>
          <a:xfrm flipH="1" flipV="1">
            <a:off x="3735624" y="2211060"/>
            <a:ext cx="392521" cy="5400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文本框 124">
            <a:extLst>
              <a:ext uri="{FF2B5EF4-FFF2-40B4-BE49-F238E27FC236}">
                <a16:creationId xmlns:a16="http://schemas.microsoft.com/office/drawing/2014/main" id="{746563BF-CE8F-454F-AA5B-2BAA3677B696}"/>
              </a:ext>
            </a:extLst>
          </p:cNvPr>
          <p:cNvSpPr txBox="1"/>
          <p:nvPr/>
        </p:nvSpPr>
        <p:spPr>
          <a:xfrm>
            <a:off x="4988726" y="2751077"/>
            <a:ext cx="896044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Assign</a:t>
            </a:r>
            <a:br>
              <a:rPr lang="en-US" altLang="zh-CN" b="1" dirty="0"/>
            </a:br>
            <a:r>
              <a:rPr lang="en-US" altLang="zh-CN" b="1" dirty="0"/>
              <a:t>(num2)</a:t>
            </a:r>
            <a:endParaRPr lang="zh-CN" altLang="en-US" b="1" dirty="0"/>
          </a:p>
        </p:txBody>
      </p:sp>
      <p:sp>
        <p:nvSpPr>
          <p:cNvPr id="126" name="椭圆 125">
            <a:extLst>
              <a:ext uri="{FF2B5EF4-FFF2-40B4-BE49-F238E27FC236}">
                <a16:creationId xmlns:a16="http://schemas.microsoft.com/office/drawing/2014/main" id="{85CCA73A-234B-475A-A789-7E382B307E71}"/>
              </a:ext>
            </a:extLst>
          </p:cNvPr>
          <p:cNvSpPr/>
          <p:nvPr/>
        </p:nvSpPr>
        <p:spPr>
          <a:xfrm>
            <a:off x="4978949" y="3735885"/>
            <a:ext cx="896042" cy="64221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>
                <a:solidFill>
                  <a:schemeClr val="tx1"/>
                </a:solidFill>
              </a:rPr>
              <a:t>Const</a:t>
            </a:r>
            <a:br>
              <a:rPr lang="en-US" altLang="zh-CN" sz="1100" b="1" dirty="0">
                <a:solidFill>
                  <a:schemeClr val="tx1"/>
                </a:solidFill>
              </a:rPr>
            </a:br>
            <a:r>
              <a:rPr lang="zh-CN" altLang="en-US" sz="1100" b="1" dirty="0">
                <a:solidFill>
                  <a:schemeClr val="tx1"/>
                </a:solidFill>
              </a:rPr>
              <a:t>（</a:t>
            </a:r>
            <a:r>
              <a:rPr lang="en-US" altLang="zh-CN" sz="1100" b="1" dirty="0">
                <a:solidFill>
                  <a:schemeClr val="tx1"/>
                </a:solidFill>
              </a:rPr>
              <a:t>20</a:t>
            </a:r>
            <a:r>
              <a:rPr lang="zh-CN" altLang="en-US" sz="1100" b="1" dirty="0">
                <a:solidFill>
                  <a:schemeClr val="tx1"/>
                </a:solidFill>
              </a:rPr>
              <a:t>）</a:t>
            </a:r>
          </a:p>
        </p:txBody>
      </p:sp>
      <p:cxnSp>
        <p:nvCxnSpPr>
          <p:cNvPr id="127" name="直接连接符 126">
            <a:extLst>
              <a:ext uri="{FF2B5EF4-FFF2-40B4-BE49-F238E27FC236}">
                <a16:creationId xmlns:a16="http://schemas.microsoft.com/office/drawing/2014/main" id="{6592AE76-A8C6-4725-8B96-9722B985F1BB}"/>
              </a:ext>
            </a:extLst>
          </p:cNvPr>
          <p:cNvCxnSpPr>
            <a:cxnSpLocks/>
            <a:stCxn id="125" idx="2"/>
            <a:endCxn id="126" idx="0"/>
          </p:cNvCxnSpPr>
          <p:nvPr/>
        </p:nvCxnSpPr>
        <p:spPr>
          <a:xfrm flipH="1">
            <a:off x="5426970" y="3397408"/>
            <a:ext cx="9778" cy="3384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文本框 130">
            <a:extLst>
              <a:ext uri="{FF2B5EF4-FFF2-40B4-BE49-F238E27FC236}">
                <a16:creationId xmlns:a16="http://schemas.microsoft.com/office/drawing/2014/main" id="{599FF31B-54A0-4754-BE63-F17AEF51E3AE}"/>
              </a:ext>
            </a:extLst>
          </p:cNvPr>
          <p:cNvSpPr txBox="1"/>
          <p:nvPr/>
        </p:nvSpPr>
        <p:spPr>
          <a:xfrm>
            <a:off x="6273686" y="2749508"/>
            <a:ext cx="896044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Assign</a:t>
            </a:r>
            <a:br>
              <a:rPr lang="en-US" altLang="zh-CN" b="1" dirty="0"/>
            </a:br>
            <a:r>
              <a:rPr lang="en-US" altLang="zh-CN" b="1" dirty="0"/>
              <a:t>(flag)</a:t>
            </a:r>
            <a:endParaRPr lang="zh-CN" altLang="en-US" b="1" dirty="0"/>
          </a:p>
        </p:txBody>
      </p:sp>
      <p:sp>
        <p:nvSpPr>
          <p:cNvPr id="132" name="椭圆 131">
            <a:extLst>
              <a:ext uri="{FF2B5EF4-FFF2-40B4-BE49-F238E27FC236}">
                <a16:creationId xmlns:a16="http://schemas.microsoft.com/office/drawing/2014/main" id="{AB2FC382-9A82-4422-85BC-352CC81A17DF}"/>
              </a:ext>
            </a:extLst>
          </p:cNvPr>
          <p:cNvSpPr/>
          <p:nvPr/>
        </p:nvSpPr>
        <p:spPr>
          <a:xfrm>
            <a:off x="5404466" y="4488414"/>
            <a:ext cx="1187010" cy="6463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Id</a:t>
            </a:r>
            <a:br>
              <a:rPr lang="en-US" altLang="zh-CN" sz="1400" b="1" dirty="0">
                <a:solidFill>
                  <a:schemeClr val="tx1"/>
                </a:solidFill>
              </a:rPr>
            </a:br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>
                <a:solidFill>
                  <a:schemeClr val="tx1"/>
                </a:solidFill>
              </a:rPr>
              <a:t>num1</a:t>
            </a:r>
            <a:r>
              <a:rPr lang="zh-CN" altLang="en-US" sz="1400" b="1" dirty="0">
                <a:solidFill>
                  <a:schemeClr val="tx1"/>
                </a:solidFill>
              </a:rPr>
              <a:t>）</a:t>
            </a:r>
          </a:p>
        </p:txBody>
      </p:sp>
      <p:cxnSp>
        <p:nvCxnSpPr>
          <p:cNvPr id="133" name="直接连接符 132">
            <a:extLst>
              <a:ext uri="{FF2B5EF4-FFF2-40B4-BE49-F238E27FC236}">
                <a16:creationId xmlns:a16="http://schemas.microsoft.com/office/drawing/2014/main" id="{0F423038-BA89-45DA-9266-C7924A97ED99}"/>
              </a:ext>
            </a:extLst>
          </p:cNvPr>
          <p:cNvCxnSpPr>
            <a:cxnSpLocks/>
            <a:stCxn id="132" idx="0"/>
            <a:endCxn id="135" idx="3"/>
          </p:cNvCxnSpPr>
          <p:nvPr/>
        </p:nvCxnSpPr>
        <p:spPr>
          <a:xfrm flipV="1">
            <a:off x="5997971" y="4283665"/>
            <a:ext cx="473937" cy="20474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接连接符 133">
            <a:extLst>
              <a:ext uri="{FF2B5EF4-FFF2-40B4-BE49-F238E27FC236}">
                <a16:creationId xmlns:a16="http://schemas.microsoft.com/office/drawing/2014/main" id="{EB5AC1CA-24D1-4F22-B957-B5A37C0ED3A9}"/>
              </a:ext>
            </a:extLst>
          </p:cNvPr>
          <p:cNvCxnSpPr>
            <a:cxnSpLocks/>
            <a:stCxn id="136" idx="0"/>
            <a:endCxn id="135" idx="5"/>
          </p:cNvCxnSpPr>
          <p:nvPr/>
        </p:nvCxnSpPr>
        <p:spPr>
          <a:xfrm flipH="1" flipV="1">
            <a:off x="6974802" y="4283665"/>
            <a:ext cx="306421" cy="1924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椭圆 134">
            <a:extLst>
              <a:ext uri="{FF2B5EF4-FFF2-40B4-BE49-F238E27FC236}">
                <a16:creationId xmlns:a16="http://schemas.microsoft.com/office/drawing/2014/main" id="{A47AF4FB-B882-4381-84FC-BBC1DD00C2BB}"/>
              </a:ext>
            </a:extLst>
          </p:cNvPr>
          <p:cNvSpPr/>
          <p:nvPr/>
        </p:nvSpPr>
        <p:spPr>
          <a:xfrm>
            <a:off x="6367755" y="3731987"/>
            <a:ext cx="711200" cy="6463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Op</a:t>
            </a:r>
            <a:br>
              <a:rPr lang="en-US" altLang="zh-CN" sz="1400" b="1" dirty="0">
                <a:solidFill>
                  <a:schemeClr val="tx1"/>
                </a:solidFill>
              </a:rPr>
            </a:br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>
                <a:solidFill>
                  <a:schemeClr val="tx1"/>
                </a:solidFill>
              </a:rPr>
              <a:t>&lt;</a:t>
            </a:r>
            <a:r>
              <a:rPr lang="zh-CN" altLang="en-US" sz="1400" b="1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B72B3897-EA61-44A2-99D0-19CE0E8F18E0}"/>
              </a:ext>
            </a:extLst>
          </p:cNvPr>
          <p:cNvSpPr/>
          <p:nvPr/>
        </p:nvSpPr>
        <p:spPr>
          <a:xfrm>
            <a:off x="6696763" y="4476124"/>
            <a:ext cx="1168920" cy="6463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Id</a:t>
            </a:r>
            <a:br>
              <a:rPr lang="en-US" altLang="zh-CN" sz="1400" b="1" dirty="0">
                <a:solidFill>
                  <a:schemeClr val="tx1"/>
                </a:solidFill>
              </a:rPr>
            </a:br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>
                <a:solidFill>
                  <a:schemeClr val="tx1"/>
                </a:solidFill>
              </a:rPr>
              <a:t>num2</a:t>
            </a:r>
            <a:r>
              <a:rPr lang="zh-CN" altLang="en-US" sz="1400" b="1" dirty="0">
                <a:solidFill>
                  <a:schemeClr val="tx1"/>
                </a:solidFill>
              </a:rPr>
              <a:t>）</a:t>
            </a:r>
          </a:p>
        </p:txBody>
      </p:sp>
      <p:cxnSp>
        <p:nvCxnSpPr>
          <p:cNvPr id="137" name="直接连接符 136">
            <a:extLst>
              <a:ext uri="{FF2B5EF4-FFF2-40B4-BE49-F238E27FC236}">
                <a16:creationId xmlns:a16="http://schemas.microsoft.com/office/drawing/2014/main" id="{1182B68E-99B5-4210-B1B6-832EA358A9FE}"/>
              </a:ext>
            </a:extLst>
          </p:cNvPr>
          <p:cNvCxnSpPr>
            <a:cxnSpLocks/>
            <a:stCxn id="135" idx="0"/>
            <a:endCxn id="131" idx="2"/>
          </p:cNvCxnSpPr>
          <p:nvPr/>
        </p:nvCxnSpPr>
        <p:spPr>
          <a:xfrm flipH="1" flipV="1">
            <a:off x="6721708" y="3395839"/>
            <a:ext cx="1647" cy="33614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椭圆 147">
            <a:extLst>
              <a:ext uri="{FF2B5EF4-FFF2-40B4-BE49-F238E27FC236}">
                <a16:creationId xmlns:a16="http://schemas.microsoft.com/office/drawing/2014/main" id="{93371A16-E99D-4C68-85F1-51C900BBF5A4}"/>
              </a:ext>
            </a:extLst>
          </p:cNvPr>
          <p:cNvSpPr/>
          <p:nvPr/>
        </p:nvSpPr>
        <p:spPr>
          <a:xfrm>
            <a:off x="7948189" y="-394436"/>
            <a:ext cx="914174" cy="50201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>
                <a:solidFill>
                  <a:schemeClr val="tx1"/>
                </a:solidFill>
              </a:rPr>
              <a:t>Const</a:t>
            </a:r>
          </a:p>
          <a:p>
            <a:pPr algn="ctr"/>
            <a:r>
              <a:rPr lang="en-US" altLang="zh-CN" sz="1100" b="1" dirty="0">
                <a:solidFill>
                  <a:schemeClr val="tx1"/>
                </a:solidFill>
              </a:rPr>
              <a:t>(20)</a:t>
            </a:r>
            <a:endParaRPr lang="zh-CN" altLang="en-US" sz="1100" b="1" dirty="0">
              <a:solidFill>
                <a:schemeClr val="tx1"/>
              </a:solidFill>
            </a:endParaRPr>
          </a:p>
        </p:txBody>
      </p:sp>
      <p:sp>
        <p:nvSpPr>
          <p:cNvPr id="160" name="文本框 159">
            <a:extLst>
              <a:ext uri="{FF2B5EF4-FFF2-40B4-BE49-F238E27FC236}">
                <a16:creationId xmlns:a16="http://schemas.microsoft.com/office/drawing/2014/main" id="{22DAC7A9-C203-4146-9C92-2F0FDE84CF75}"/>
              </a:ext>
            </a:extLst>
          </p:cNvPr>
          <p:cNvSpPr txBox="1"/>
          <p:nvPr/>
        </p:nvSpPr>
        <p:spPr>
          <a:xfrm>
            <a:off x="9673377" y="1045528"/>
            <a:ext cx="1093693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Repeat</a:t>
            </a:r>
          </a:p>
        </p:txBody>
      </p:sp>
      <p:sp>
        <p:nvSpPr>
          <p:cNvPr id="161" name="椭圆 160">
            <a:extLst>
              <a:ext uri="{FF2B5EF4-FFF2-40B4-BE49-F238E27FC236}">
                <a16:creationId xmlns:a16="http://schemas.microsoft.com/office/drawing/2014/main" id="{4B27355B-EB69-402D-866C-38A234BBABA2}"/>
              </a:ext>
            </a:extLst>
          </p:cNvPr>
          <p:cNvSpPr/>
          <p:nvPr/>
        </p:nvSpPr>
        <p:spPr>
          <a:xfrm>
            <a:off x="9123889" y="-94763"/>
            <a:ext cx="865718" cy="5700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Op</a:t>
            </a:r>
            <a:br>
              <a:rPr lang="en-US" altLang="zh-CN" sz="1400" b="1" dirty="0">
                <a:solidFill>
                  <a:schemeClr val="tx1"/>
                </a:solidFill>
              </a:rPr>
            </a:br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>
                <a:solidFill>
                  <a:schemeClr val="tx1"/>
                </a:solidFill>
              </a:rPr>
              <a:t>&gt;=</a:t>
            </a:r>
            <a:r>
              <a:rPr lang="zh-CN" altLang="en-US" sz="1400" b="1" dirty="0">
                <a:solidFill>
                  <a:schemeClr val="tx1"/>
                </a:solidFill>
              </a:rPr>
              <a:t>）</a:t>
            </a:r>
          </a:p>
        </p:txBody>
      </p:sp>
      <p:cxnSp>
        <p:nvCxnSpPr>
          <p:cNvPr id="163" name="直接连接符 162">
            <a:extLst>
              <a:ext uri="{FF2B5EF4-FFF2-40B4-BE49-F238E27FC236}">
                <a16:creationId xmlns:a16="http://schemas.microsoft.com/office/drawing/2014/main" id="{5F2CFA4F-011D-4EB9-9858-88BE553C2DD3}"/>
              </a:ext>
            </a:extLst>
          </p:cNvPr>
          <p:cNvCxnSpPr>
            <a:cxnSpLocks/>
            <a:stCxn id="248" idx="4"/>
            <a:endCxn id="161" idx="0"/>
          </p:cNvCxnSpPr>
          <p:nvPr/>
        </p:nvCxnSpPr>
        <p:spPr>
          <a:xfrm flipH="1">
            <a:off x="9556748" y="-568429"/>
            <a:ext cx="324895" cy="47366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接连接符 163">
            <a:extLst>
              <a:ext uri="{FF2B5EF4-FFF2-40B4-BE49-F238E27FC236}">
                <a16:creationId xmlns:a16="http://schemas.microsoft.com/office/drawing/2014/main" id="{A173FC8D-D6BF-4D70-AD4D-309500A0BCBC}"/>
              </a:ext>
            </a:extLst>
          </p:cNvPr>
          <p:cNvCxnSpPr>
            <a:cxnSpLocks/>
            <a:stCxn id="172" idx="4"/>
            <a:endCxn id="161" idx="0"/>
          </p:cNvCxnSpPr>
          <p:nvPr/>
        </p:nvCxnSpPr>
        <p:spPr>
          <a:xfrm>
            <a:off x="8737270" y="-626054"/>
            <a:ext cx="819478" cy="53129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椭圆 171">
            <a:extLst>
              <a:ext uri="{FF2B5EF4-FFF2-40B4-BE49-F238E27FC236}">
                <a16:creationId xmlns:a16="http://schemas.microsoft.com/office/drawing/2014/main" id="{5E8079AE-6F2C-46F2-90A9-322893D79B28}"/>
              </a:ext>
            </a:extLst>
          </p:cNvPr>
          <p:cNvSpPr/>
          <p:nvPr/>
        </p:nvSpPr>
        <p:spPr>
          <a:xfrm rot="21541660">
            <a:off x="8127160" y="-1081238"/>
            <a:ext cx="1212495" cy="45521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Id</a:t>
            </a:r>
            <a:br>
              <a:rPr lang="en-US" altLang="zh-CN" sz="1400" b="1" dirty="0">
                <a:solidFill>
                  <a:schemeClr val="tx1"/>
                </a:solidFill>
              </a:rPr>
            </a:br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>
                <a:solidFill>
                  <a:schemeClr val="tx1"/>
                </a:solidFill>
              </a:rPr>
              <a:t>num1</a:t>
            </a:r>
            <a:r>
              <a:rPr lang="zh-CN" altLang="en-US" sz="1400" b="1" dirty="0">
                <a:solidFill>
                  <a:schemeClr val="tx1"/>
                </a:solidFill>
              </a:rPr>
              <a:t>）</a:t>
            </a:r>
          </a:p>
        </p:txBody>
      </p:sp>
      <p:cxnSp>
        <p:nvCxnSpPr>
          <p:cNvPr id="173" name="直接连接符 172">
            <a:extLst>
              <a:ext uri="{FF2B5EF4-FFF2-40B4-BE49-F238E27FC236}">
                <a16:creationId xmlns:a16="http://schemas.microsoft.com/office/drawing/2014/main" id="{CFB85211-1A31-412A-AD32-3574839C4237}"/>
              </a:ext>
            </a:extLst>
          </p:cNvPr>
          <p:cNvCxnSpPr>
            <a:cxnSpLocks/>
            <a:stCxn id="239" idx="2"/>
            <a:endCxn id="160" idx="0"/>
          </p:cNvCxnSpPr>
          <p:nvPr/>
        </p:nvCxnSpPr>
        <p:spPr>
          <a:xfrm flipH="1">
            <a:off x="10220224" y="434061"/>
            <a:ext cx="666127" cy="61146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接连接符 173">
            <a:extLst>
              <a:ext uri="{FF2B5EF4-FFF2-40B4-BE49-F238E27FC236}">
                <a16:creationId xmlns:a16="http://schemas.microsoft.com/office/drawing/2014/main" id="{C173EA66-5DF5-4EB6-B468-3EC37D57F922}"/>
              </a:ext>
            </a:extLst>
          </p:cNvPr>
          <p:cNvCxnSpPr>
            <a:cxnSpLocks/>
            <a:stCxn id="161" idx="4"/>
            <a:endCxn id="160" idx="0"/>
          </p:cNvCxnSpPr>
          <p:nvPr/>
        </p:nvCxnSpPr>
        <p:spPr>
          <a:xfrm>
            <a:off x="9556748" y="475281"/>
            <a:ext cx="663476" cy="5702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接连接符 174">
            <a:extLst>
              <a:ext uri="{FF2B5EF4-FFF2-40B4-BE49-F238E27FC236}">
                <a16:creationId xmlns:a16="http://schemas.microsoft.com/office/drawing/2014/main" id="{F8A48661-CE16-4232-9151-CAFEDD1BEBC0}"/>
              </a:ext>
            </a:extLst>
          </p:cNvPr>
          <p:cNvCxnSpPr>
            <a:cxnSpLocks/>
            <a:stCxn id="125" idx="1"/>
            <a:endCxn id="114" idx="3"/>
          </p:cNvCxnSpPr>
          <p:nvPr/>
        </p:nvCxnSpPr>
        <p:spPr>
          <a:xfrm flipH="1" flipV="1">
            <a:off x="4727648" y="3074242"/>
            <a:ext cx="261078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接连接符 176">
            <a:extLst>
              <a:ext uri="{FF2B5EF4-FFF2-40B4-BE49-F238E27FC236}">
                <a16:creationId xmlns:a16="http://schemas.microsoft.com/office/drawing/2014/main" id="{1F0F634A-A643-4D6F-884D-1EA1DEC6C16F}"/>
              </a:ext>
            </a:extLst>
          </p:cNvPr>
          <p:cNvCxnSpPr>
            <a:cxnSpLocks/>
            <a:stCxn id="131" idx="1"/>
            <a:endCxn id="125" idx="3"/>
          </p:cNvCxnSpPr>
          <p:nvPr/>
        </p:nvCxnSpPr>
        <p:spPr>
          <a:xfrm flipH="1">
            <a:off x="5884770" y="3072674"/>
            <a:ext cx="388916" cy="15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直接连接符 177">
            <a:extLst>
              <a:ext uri="{FF2B5EF4-FFF2-40B4-BE49-F238E27FC236}">
                <a16:creationId xmlns:a16="http://schemas.microsoft.com/office/drawing/2014/main" id="{1CF2E18D-E33A-409E-8730-4D03CDE42AC3}"/>
              </a:ext>
            </a:extLst>
          </p:cNvPr>
          <p:cNvCxnSpPr>
            <a:cxnSpLocks/>
            <a:stCxn id="219" idx="1"/>
            <a:endCxn id="131" idx="3"/>
          </p:cNvCxnSpPr>
          <p:nvPr/>
        </p:nvCxnSpPr>
        <p:spPr>
          <a:xfrm flipH="1">
            <a:off x="7169730" y="3072673"/>
            <a:ext cx="697792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椭圆 199">
            <a:extLst>
              <a:ext uri="{FF2B5EF4-FFF2-40B4-BE49-F238E27FC236}">
                <a16:creationId xmlns:a16="http://schemas.microsoft.com/office/drawing/2014/main" id="{6A1E9A77-8381-4181-857F-8C0C6A2727D5}"/>
              </a:ext>
            </a:extLst>
          </p:cNvPr>
          <p:cNvSpPr/>
          <p:nvPr/>
        </p:nvSpPr>
        <p:spPr>
          <a:xfrm>
            <a:off x="6635187" y="-372505"/>
            <a:ext cx="1176958" cy="47572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Id</a:t>
            </a:r>
            <a:br>
              <a:rPr lang="en-US" altLang="zh-CN" sz="1400" b="1" dirty="0">
                <a:solidFill>
                  <a:schemeClr val="tx1"/>
                </a:solidFill>
              </a:rPr>
            </a:br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>
                <a:solidFill>
                  <a:schemeClr val="tx1"/>
                </a:solidFill>
              </a:rPr>
              <a:t>num1</a:t>
            </a:r>
            <a:r>
              <a:rPr lang="zh-CN" altLang="en-US" sz="1400" b="1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203" name="椭圆 202">
            <a:extLst>
              <a:ext uri="{FF2B5EF4-FFF2-40B4-BE49-F238E27FC236}">
                <a16:creationId xmlns:a16="http://schemas.microsoft.com/office/drawing/2014/main" id="{3A21784D-6949-4037-BA41-5D18D93B601E}"/>
              </a:ext>
            </a:extLst>
          </p:cNvPr>
          <p:cNvSpPr/>
          <p:nvPr/>
        </p:nvSpPr>
        <p:spPr>
          <a:xfrm>
            <a:off x="7117863" y="260159"/>
            <a:ext cx="896039" cy="6463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Op</a:t>
            </a:r>
            <a:br>
              <a:rPr lang="en-US" altLang="zh-CN" sz="1400" b="1" dirty="0">
                <a:solidFill>
                  <a:schemeClr val="tx1"/>
                </a:solidFill>
              </a:rPr>
            </a:br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>
                <a:solidFill>
                  <a:schemeClr val="tx1"/>
                </a:solidFill>
              </a:rPr>
              <a:t>&lt;</a:t>
            </a:r>
            <a:r>
              <a:rPr lang="zh-CN" altLang="en-US" sz="1400" b="1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205" name="文本框 204">
            <a:extLst>
              <a:ext uri="{FF2B5EF4-FFF2-40B4-BE49-F238E27FC236}">
                <a16:creationId xmlns:a16="http://schemas.microsoft.com/office/drawing/2014/main" id="{429A9627-FD3F-4BEB-A7FE-031D04EF9F53}"/>
              </a:ext>
            </a:extLst>
          </p:cNvPr>
          <p:cNvSpPr txBox="1"/>
          <p:nvPr/>
        </p:nvSpPr>
        <p:spPr>
          <a:xfrm>
            <a:off x="4147580" y="347349"/>
            <a:ext cx="1093694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Write</a:t>
            </a:r>
            <a:endParaRPr lang="zh-CN" altLang="en-US" b="1" dirty="0"/>
          </a:p>
        </p:txBody>
      </p:sp>
      <p:sp>
        <p:nvSpPr>
          <p:cNvPr id="206" name="椭圆 205">
            <a:extLst>
              <a:ext uri="{FF2B5EF4-FFF2-40B4-BE49-F238E27FC236}">
                <a16:creationId xmlns:a16="http://schemas.microsoft.com/office/drawing/2014/main" id="{AFCF38FA-87E2-4ABE-A1BF-06AC9D2D1FB5}"/>
              </a:ext>
            </a:extLst>
          </p:cNvPr>
          <p:cNvSpPr/>
          <p:nvPr/>
        </p:nvSpPr>
        <p:spPr>
          <a:xfrm>
            <a:off x="4155190" y="-348969"/>
            <a:ext cx="1078924" cy="36017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Id</a:t>
            </a:r>
            <a:br>
              <a:rPr lang="en-US" altLang="zh-CN" sz="1400" b="1" dirty="0">
                <a:solidFill>
                  <a:schemeClr val="tx1"/>
                </a:solidFill>
              </a:rPr>
            </a:br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>
                <a:solidFill>
                  <a:schemeClr val="tx1"/>
                </a:solidFill>
              </a:rPr>
              <a:t>str</a:t>
            </a:r>
            <a:r>
              <a:rPr lang="zh-CN" altLang="en-US" sz="1400" b="1" dirty="0">
                <a:solidFill>
                  <a:schemeClr val="tx1"/>
                </a:solidFill>
              </a:rPr>
              <a:t>）</a:t>
            </a:r>
          </a:p>
        </p:txBody>
      </p:sp>
      <p:cxnSp>
        <p:nvCxnSpPr>
          <p:cNvPr id="207" name="直接连接符 206">
            <a:extLst>
              <a:ext uri="{FF2B5EF4-FFF2-40B4-BE49-F238E27FC236}">
                <a16:creationId xmlns:a16="http://schemas.microsoft.com/office/drawing/2014/main" id="{589FA51B-981F-4B92-8BAE-716F9469E3CF}"/>
              </a:ext>
            </a:extLst>
          </p:cNvPr>
          <p:cNvCxnSpPr>
            <a:cxnSpLocks/>
            <a:stCxn id="206" idx="4"/>
            <a:endCxn id="205" idx="0"/>
          </p:cNvCxnSpPr>
          <p:nvPr/>
        </p:nvCxnSpPr>
        <p:spPr>
          <a:xfrm flipH="1">
            <a:off x="4694427" y="11202"/>
            <a:ext cx="225" cy="3361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文本框 214">
            <a:extLst>
              <a:ext uri="{FF2B5EF4-FFF2-40B4-BE49-F238E27FC236}">
                <a16:creationId xmlns:a16="http://schemas.microsoft.com/office/drawing/2014/main" id="{D149E3D6-F26F-4326-9CB2-E6F143A5DAA3}"/>
              </a:ext>
            </a:extLst>
          </p:cNvPr>
          <p:cNvSpPr txBox="1"/>
          <p:nvPr/>
        </p:nvSpPr>
        <p:spPr>
          <a:xfrm>
            <a:off x="3232063" y="907028"/>
            <a:ext cx="998327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Read</a:t>
            </a:r>
            <a:br>
              <a:rPr lang="en-US" altLang="zh-CN" b="1" dirty="0"/>
            </a:br>
            <a:r>
              <a:rPr lang="en-US" altLang="zh-CN" b="1" dirty="0"/>
              <a:t>(num2)</a:t>
            </a:r>
            <a:endParaRPr lang="zh-CN" altLang="en-US" b="1" dirty="0"/>
          </a:p>
        </p:txBody>
      </p:sp>
      <p:cxnSp>
        <p:nvCxnSpPr>
          <p:cNvPr id="217" name="直接连接符 216">
            <a:extLst>
              <a:ext uri="{FF2B5EF4-FFF2-40B4-BE49-F238E27FC236}">
                <a16:creationId xmlns:a16="http://schemas.microsoft.com/office/drawing/2014/main" id="{F75EB56F-ECCE-49A0-8F3F-7299E12CB6A1}"/>
              </a:ext>
            </a:extLst>
          </p:cNvPr>
          <p:cNvCxnSpPr>
            <a:cxnSpLocks/>
            <a:stCxn id="215" idx="1"/>
          </p:cNvCxnSpPr>
          <p:nvPr/>
        </p:nvCxnSpPr>
        <p:spPr>
          <a:xfrm flipH="1" flipV="1">
            <a:off x="2728465" y="1224784"/>
            <a:ext cx="503598" cy="54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文本框 218">
            <a:extLst>
              <a:ext uri="{FF2B5EF4-FFF2-40B4-BE49-F238E27FC236}">
                <a16:creationId xmlns:a16="http://schemas.microsoft.com/office/drawing/2014/main" id="{7C1A6697-549C-48ED-9E83-522CBEAFECEB}"/>
              </a:ext>
            </a:extLst>
          </p:cNvPr>
          <p:cNvSpPr txBox="1"/>
          <p:nvPr/>
        </p:nvSpPr>
        <p:spPr>
          <a:xfrm>
            <a:off x="7867522" y="2749507"/>
            <a:ext cx="896044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Assign</a:t>
            </a:r>
            <a:br>
              <a:rPr lang="en-US" altLang="zh-CN" b="1" dirty="0"/>
            </a:br>
            <a:r>
              <a:rPr lang="en-US" altLang="zh-CN" b="1" dirty="0"/>
              <a:t>(str)</a:t>
            </a:r>
            <a:endParaRPr lang="zh-CN" altLang="en-US" b="1" dirty="0"/>
          </a:p>
        </p:txBody>
      </p:sp>
      <p:sp>
        <p:nvSpPr>
          <p:cNvPr id="220" name="椭圆 219">
            <a:extLst>
              <a:ext uri="{FF2B5EF4-FFF2-40B4-BE49-F238E27FC236}">
                <a16:creationId xmlns:a16="http://schemas.microsoft.com/office/drawing/2014/main" id="{D160D594-4338-46AD-A802-CDD488A7BEAF}"/>
              </a:ext>
            </a:extLst>
          </p:cNvPr>
          <p:cNvSpPr/>
          <p:nvPr/>
        </p:nvSpPr>
        <p:spPr>
          <a:xfrm>
            <a:off x="7857276" y="3799381"/>
            <a:ext cx="896042" cy="878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>
                <a:solidFill>
                  <a:schemeClr val="tx1"/>
                </a:solidFill>
              </a:rPr>
              <a:t>Const</a:t>
            </a:r>
            <a:br>
              <a:rPr lang="en-US" altLang="zh-CN" sz="1100" b="1" dirty="0">
                <a:solidFill>
                  <a:schemeClr val="tx1"/>
                </a:solidFill>
              </a:rPr>
            </a:br>
            <a:r>
              <a:rPr lang="zh-CN" altLang="en-US" sz="1100" b="1" dirty="0">
                <a:solidFill>
                  <a:schemeClr val="tx1"/>
                </a:solidFill>
              </a:rPr>
              <a:t>（</a:t>
            </a:r>
            <a:r>
              <a:rPr lang="en-US" altLang="zh-CN" sz="1100" b="1" dirty="0">
                <a:solidFill>
                  <a:schemeClr val="tx1"/>
                </a:solidFill>
              </a:rPr>
              <a:t>’</a:t>
            </a:r>
            <a:r>
              <a:rPr lang="zh-CN" altLang="en-US" sz="1100" b="1" dirty="0">
                <a:solidFill>
                  <a:schemeClr val="tx1"/>
                </a:solidFill>
              </a:rPr>
              <a:t>测试字符串</a:t>
            </a:r>
            <a:r>
              <a:rPr lang="en-US" altLang="zh-CN" sz="1100" b="1" dirty="0">
                <a:solidFill>
                  <a:schemeClr val="tx1"/>
                </a:solidFill>
              </a:rPr>
              <a:t>’</a:t>
            </a:r>
            <a:r>
              <a:rPr lang="zh-CN" altLang="en-US" sz="1100" b="1" dirty="0">
                <a:solidFill>
                  <a:schemeClr val="tx1"/>
                </a:solidFill>
              </a:rPr>
              <a:t>）</a:t>
            </a:r>
          </a:p>
        </p:txBody>
      </p:sp>
      <p:cxnSp>
        <p:nvCxnSpPr>
          <p:cNvPr id="221" name="直接连接符 220">
            <a:extLst>
              <a:ext uri="{FF2B5EF4-FFF2-40B4-BE49-F238E27FC236}">
                <a16:creationId xmlns:a16="http://schemas.microsoft.com/office/drawing/2014/main" id="{193E2774-ACF1-479F-B37E-4EC614F0E0F9}"/>
              </a:ext>
            </a:extLst>
          </p:cNvPr>
          <p:cNvCxnSpPr>
            <a:cxnSpLocks/>
            <a:stCxn id="219" idx="2"/>
            <a:endCxn id="220" idx="0"/>
          </p:cNvCxnSpPr>
          <p:nvPr/>
        </p:nvCxnSpPr>
        <p:spPr>
          <a:xfrm flipH="1">
            <a:off x="8305297" y="3395838"/>
            <a:ext cx="10247" cy="40354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" name="文本框 222">
            <a:extLst>
              <a:ext uri="{FF2B5EF4-FFF2-40B4-BE49-F238E27FC236}">
                <a16:creationId xmlns:a16="http://schemas.microsoft.com/office/drawing/2014/main" id="{CF054FAC-7D35-4C5D-9BAC-53394FB74594}"/>
              </a:ext>
            </a:extLst>
          </p:cNvPr>
          <p:cNvSpPr txBox="1"/>
          <p:nvPr/>
        </p:nvSpPr>
        <p:spPr>
          <a:xfrm>
            <a:off x="9060544" y="2888007"/>
            <a:ext cx="896044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If</a:t>
            </a:r>
            <a:endParaRPr lang="zh-CN" altLang="en-US" b="1" dirty="0"/>
          </a:p>
        </p:txBody>
      </p:sp>
      <p:sp>
        <p:nvSpPr>
          <p:cNvPr id="225" name="椭圆 224">
            <a:extLst>
              <a:ext uri="{FF2B5EF4-FFF2-40B4-BE49-F238E27FC236}">
                <a16:creationId xmlns:a16="http://schemas.microsoft.com/office/drawing/2014/main" id="{EEAD31DD-DA11-4166-9A62-09ADE0A44E7B}"/>
              </a:ext>
            </a:extLst>
          </p:cNvPr>
          <p:cNvSpPr/>
          <p:nvPr/>
        </p:nvSpPr>
        <p:spPr>
          <a:xfrm>
            <a:off x="8872047" y="3795270"/>
            <a:ext cx="1006589" cy="6463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Id</a:t>
            </a:r>
            <a:br>
              <a:rPr lang="en-US" altLang="zh-CN" sz="1400" b="1" dirty="0">
                <a:solidFill>
                  <a:schemeClr val="tx1"/>
                </a:solidFill>
              </a:rPr>
            </a:br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>
                <a:solidFill>
                  <a:schemeClr val="tx1"/>
                </a:solidFill>
              </a:rPr>
              <a:t>flag</a:t>
            </a:r>
            <a:r>
              <a:rPr lang="zh-CN" altLang="en-US" sz="1400" b="1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226" name="文本框 225">
            <a:extLst>
              <a:ext uri="{FF2B5EF4-FFF2-40B4-BE49-F238E27FC236}">
                <a16:creationId xmlns:a16="http://schemas.microsoft.com/office/drawing/2014/main" id="{01061982-1204-4A16-8EF3-335AA4735BFA}"/>
              </a:ext>
            </a:extLst>
          </p:cNvPr>
          <p:cNvSpPr txBox="1"/>
          <p:nvPr/>
        </p:nvSpPr>
        <p:spPr>
          <a:xfrm>
            <a:off x="10050849" y="3914333"/>
            <a:ext cx="1093694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Write</a:t>
            </a:r>
            <a:endParaRPr lang="zh-CN" altLang="en-US" b="1" dirty="0"/>
          </a:p>
        </p:txBody>
      </p:sp>
      <p:sp>
        <p:nvSpPr>
          <p:cNvPr id="227" name="椭圆 226">
            <a:extLst>
              <a:ext uri="{FF2B5EF4-FFF2-40B4-BE49-F238E27FC236}">
                <a16:creationId xmlns:a16="http://schemas.microsoft.com/office/drawing/2014/main" id="{20C245F1-83E0-4EFA-8BA9-28F4E780563B}"/>
              </a:ext>
            </a:extLst>
          </p:cNvPr>
          <p:cNvSpPr/>
          <p:nvPr/>
        </p:nvSpPr>
        <p:spPr>
          <a:xfrm>
            <a:off x="10022069" y="4484377"/>
            <a:ext cx="1168921" cy="55167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Id</a:t>
            </a:r>
            <a:br>
              <a:rPr lang="en-US" altLang="zh-CN" sz="1400" b="1" dirty="0">
                <a:solidFill>
                  <a:schemeClr val="tx1"/>
                </a:solidFill>
              </a:rPr>
            </a:br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>
                <a:solidFill>
                  <a:schemeClr val="tx1"/>
                </a:solidFill>
              </a:rPr>
              <a:t>num1</a:t>
            </a:r>
            <a:r>
              <a:rPr lang="zh-CN" altLang="en-US" sz="1400" b="1" dirty="0">
                <a:solidFill>
                  <a:schemeClr val="tx1"/>
                </a:solidFill>
              </a:rPr>
              <a:t>）</a:t>
            </a:r>
          </a:p>
        </p:txBody>
      </p:sp>
      <p:cxnSp>
        <p:nvCxnSpPr>
          <p:cNvPr id="228" name="直接连接符 227">
            <a:extLst>
              <a:ext uri="{FF2B5EF4-FFF2-40B4-BE49-F238E27FC236}">
                <a16:creationId xmlns:a16="http://schemas.microsoft.com/office/drawing/2014/main" id="{FFA33355-5E54-4F11-94FD-142EA1F10D64}"/>
              </a:ext>
            </a:extLst>
          </p:cNvPr>
          <p:cNvCxnSpPr>
            <a:cxnSpLocks/>
            <a:stCxn id="227" idx="0"/>
            <a:endCxn id="226" idx="2"/>
          </p:cNvCxnSpPr>
          <p:nvPr/>
        </p:nvCxnSpPr>
        <p:spPr>
          <a:xfrm flipH="1" flipV="1">
            <a:off x="10597696" y="4283665"/>
            <a:ext cx="8834" cy="2007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直接连接符 228">
            <a:extLst>
              <a:ext uri="{FF2B5EF4-FFF2-40B4-BE49-F238E27FC236}">
                <a16:creationId xmlns:a16="http://schemas.microsoft.com/office/drawing/2014/main" id="{EF309709-54D8-4AB9-A9C8-2BA2A8880D2A}"/>
              </a:ext>
            </a:extLst>
          </p:cNvPr>
          <p:cNvCxnSpPr>
            <a:cxnSpLocks/>
            <a:stCxn id="223" idx="2"/>
            <a:endCxn id="225" idx="0"/>
          </p:cNvCxnSpPr>
          <p:nvPr/>
        </p:nvCxnSpPr>
        <p:spPr>
          <a:xfrm flipH="1">
            <a:off x="9375342" y="3257339"/>
            <a:ext cx="133224" cy="53793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接连接符 231">
            <a:extLst>
              <a:ext uri="{FF2B5EF4-FFF2-40B4-BE49-F238E27FC236}">
                <a16:creationId xmlns:a16="http://schemas.microsoft.com/office/drawing/2014/main" id="{9E1620E6-E284-42AF-9A28-EECC4DB97166}"/>
              </a:ext>
            </a:extLst>
          </p:cNvPr>
          <p:cNvCxnSpPr>
            <a:cxnSpLocks/>
            <a:stCxn id="223" idx="2"/>
            <a:endCxn id="226" idx="0"/>
          </p:cNvCxnSpPr>
          <p:nvPr/>
        </p:nvCxnSpPr>
        <p:spPr>
          <a:xfrm>
            <a:off x="9508566" y="3257339"/>
            <a:ext cx="1089130" cy="6569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文本框 238">
            <a:extLst>
              <a:ext uri="{FF2B5EF4-FFF2-40B4-BE49-F238E27FC236}">
                <a16:creationId xmlns:a16="http://schemas.microsoft.com/office/drawing/2014/main" id="{EB17F07D-4598-474C-A9B6-834F2D689B96}"/>
              </a:ext>
            </a:extLst>
          </p:cNvPr>
          <p:cNvSpPr txBox="1"/>
          <p:nvPr/>
        </p:nvSpPr>
        <p:spPr>
          <a:xfrm>
            <a:off x="10438329" y="-212270"/>
            <a:ext cx="896044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Assign</a:t>
            </a:r>
            <a:br>
              <a:rPr lang="en-US" altLang="zh-CN" b="1" dirty="0"/>
            </a:br>
            <a:r>
              <a:rPr lang="en-US" altLang="zh-CN" b="1" dirty="0"/>
              <a:t>(num1)</a:t>
            </a:r>
            <a:endParaRPr lang="zh-CN" altLang="en-US" b="1" dirty="0"/>
          </a:p>
        </p:txBody>
      </p:sp>
      <p:sp>
        <p:nvSpPr>
          <p:cNvPr id="240" name="椭圆 239">
            <a:extLst>
              <a:ext uri="{FF2B5EF4-FFF2-40B4-BE49-F238E27FC236}">
                <a16:creationId xmlns:a16="http://schemas.microsoft.com/office/drawing/2014/main" id="{122A021D-F293-4876-A988-301C93B9287A}"/>
              </a:ext>
            </a:extLst>
          </p:cNvPr>
          <p:cNvSpPr/>
          <p:nvPr/>
        </p:nvSpPr>
        <p:spPr>
          <a:xfrm>
            <a:off x="9669275" y="-1722879"/>
            <a:ext cx="1237894" cy="4562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Id</a:t>
            </a:r>
            <a:br>
              <a:rPr lang="en-US" altLang="zh-CN" sz="1400" b="1" dirty="0">
                <a:solidFill>
                  <a:schemeClr val="tx1"/>
                </a:solidFill>
              </a:rPr>
            </a:br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>
                <a:solidFill>
                  <a:schemeClr val="tx1"/>
                </a:solidFill>
              </a:rPr>
              <a:t>num1</a:t>
            </a:r>
            <a:r>
              <a:rPr lang="zh-CN" altLang="en-US" sz="1400" b="1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241" name="椭圆 240">
            <a:extLst>
              <a:ext uri="{FF2B5EF4-FFF2-40B4-BE49-F238E27FC236}">
                <a16:creationId xmlns:a16="http://schemas.microsoft.com/office/drawing/2014/main" id="{3AB740E2-1A93-4E25-A66C-DB35F32F7FB2}"/>
              </a:ext>
            </a:extLst>
          </p:cNvPr>
          <p:cNvSpPr/>
          <p:nvPr/>
        </p:nvSpPr>
        <p:spPr>
          <a:xfrm>
            <a:off x="10530751" y="-1065885"/>
            <a:ext cx="711200" cy="6463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Op</a:t>
            </a:r>
            <a:br>
              <a:rPr lang="en-US" altLang="zh-CN" sz="1400" b="1" dirty="0">
                <a:solidFill>
                  <a:schemeClr val="tx1"/>
                </a:solidFill>
              </a:rPr>
            </a:br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>
                <a:solidFill>
                  <a:schemeClr val="tx1"/>
                </a:solidFill>
              </a:rPr>
              <a:t>+</a:t>
            </a:r>
            <a:r>
              <a:rPr lang="zh-CN" altLang="en-US" sz="1400" b="1" dirty="0">
                <a:solidFill>
                  <a:schemeClr val="tx1"/>
                </a:solidFill>
              </a:rPr>
              <a:t>）</a:t>
            </a:r>
          </a:p>
        </p:txBody>
      </p:sp>
      <p:cxnSp>
        <p:nvCxnSpPr>
          <p:cNvPr id="243" name="直接连接符 242">
            <a:extLst>
              <a:ext uri="{FF2B5EF4-FFF2-40B4-BE49-F238E27FC236}">
                <a16:creationId xmlns:a16="http://schemas.microsoft.com/office/drawing/2014/main" id="{8DE630C3-70F4-4E40-854D-924F53639E2E}"/>
              </a:ext>
            </a:extLst>
          </p:cNvPr>
          <p:cNvCxnSpPr>
            <a:cxnSpLocks/>
            <a:stCxn id="241" idx="4"/>
            <a:endCxn id="239" idx="0"/>
          </p:cNvCxnSpPr>
          <p:nvPr/>
        </p:nvCxnSpPr>
        <p:spPr>
          <a:xfrm>
            <a:off x="10886351" y="-419554"/>
            <a:ext cx="0" cy="2072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椭圆 247">
            <a:extLst>
              <a:ext uri="{FF2B5EF4-FFF2-40B4-BE49-F238E27FC236}">
                <a16:creationId xmlns:a16="http://schemas.microsoft.com/office/drawing/2014/main" id="{E4085A66-2354-4506-BD22-416747639342}"/>
              </a:ext>
            </a:extLst>
          </p:cNvPr>
          <p:cNvSpPr/>
          <p:nvPr/>
        </p:nvSpPr>
        <p:spPr>
          <a:xfrm>
            <a:off x="9448783" y="-1138473"/>
            <a:ext cx="865719" cy="5700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>
                <a:solidFill>
                  <a:schemeClr val="tx1"/>
                </a:solidFill>
              </a:rPr>
              <a:t>Const</a:t>
            </a:r>
            <a:br>
              <a:rPr lang="en-US" altLang="zh-CN" sz="1100" b="1" dirty="0">
                <a:solidFill>
                  <a:schemeClr val="tx1"/>
                </a:solidFill>
              </a:rPr>
            </a:br>
            <a:r>
              <a:rPr lang="zh-CN" altLang="en-US" sz="1100" b="1" dirty="0">
                <a:solidFill>
                  <a:schemeClr val="tx1"/>
                </a:solidFill>
              </a:rPr>
              <a:t>（</a:t>
            </a:r>
            <a:r>
              <a:rPr lang="en-US" altLang="zh-CN" sz="1100" b="1" dirty="0">
                <a:solidFill>
                  <a:schemeClr val="tx1"/>
                </a:solidFill>
              </a:rPr>
              <a:t>15</a:t>
            </a:r>
            <a:r>
              <a:rPr lang="zh-CN" altLang="en-US" sz="1100" b="1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249" name="椭圆 248">
            <a:extLst>
              <a:ext uri="{FF2B5EF4-FFF2-40B4-BE49-F238E27FC236}">
                <a16:creationId xmlns:a16="http://schemas.microsoft.com/office/drawing/2014/main" id="{51E69955-A704-426D-8FF9-B7C77070888B}"/>
              </a:ext>
            </a:extLst>
          </p:cNvPr>
          <p:cNvSpPr/>
          <p:nvPr/>
        </p:nvSpPr>
        <p:spPr>
          <a:xfrm>
            <a:off x="11039308" y="-1891586"/>
            <a:ext cx="896044" cy="6463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>
                <a:solidFill>
                  <a:schemeClr val="tx1"/>
                </a:solidFill>
              </a:rPr>
              <a:t>Const</a:t>
            </a:r>
            <a:br>
              <a:rPr lang="en-US" altLang="zh-CN" sz="1100" b="1" dirty="0">
                <a:solidFill>
                  <a:schemeClr val="tx1"/>
                </a:solidFill>
              </a:rPr>
            </a:br>
            <a:r>
              <a:rPr lang="zh-CN" altLang="en-US" sz="1100" b="1" dirty="0">
                <a:solidFill>
                  <a:schemeClr val="tx1"/>
                </a:solidFill>
              </a:rPr>
              <a:t>（</a:t>
            </a:r>
            <a:r>
              <a:rPr lang="en-US" altLang="zh-CN" sz="1100" b="1" dirty="0">
                <a:solidFill>
                  <a:schemeClr val="tx1"/>
                </a:solidFill>
              </a:rPr>
              <a:t>1</a:t>
            </a:r>
            <a:r>
              <a:rPr lang="zh-CN" altLang="en-US" sz="1100" b="1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250" name="文本框 249">
            <a:extLst>
              <a:ext uri="{FF2B5EF4-FFF2-40B4-BE49-F238E27FC236}">
                <a16:creationId xmlns:a16="http://schemas.microsoft.com/office/drawing/2014/main" id="{2A5D893B-F3E5-4DB0-B976-552C30DCC519}"/>
              </a:ext>
            </a:extLst>
          </p:cNvPr>
          <p:cNvSpPr txBox="1"/>
          <p:nvPr/>
        </p:nvSpPr>
        <p:spPr>
          <a:xfrm>
            <a:off x="5696725" y="1045528"/>
            <a:ext cx="1093693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While</a:t>
            </a:r>
          </a:p>
        </p:txBody>
      </p:sp>
      <p:cxnSp>
        <p:nvCxnSpPr>
          <p:cNvPr id="252" name="直接连接符 251">
            <a:extLst>
              <a:ext uri="{FF2B5EF4-FFF2-40B4-BE49-F238E27FC236}">
                <a16:creationId xmlns:a16="http://schemas.microsoft.com/office/drawing/2014/main" id="{1BB24CCE-9AD8-4598-BDE5-3AE52705783F}"/>
              </a:ext>
            </a:extLst>
          </p:cNvPr>
          <p:cNvCxnSpPr>
            <a:cxnSpLocks/>
            <a:endCxn id="241" idx="0"/>
          </p:cNvCxnSpPr>
          <p:nvPr/>
        </p:nvCxnSpPr>
        <p:spPr>
          <a:xfrm>
            <a:off x="10420361" y="-1269919"/>
            <a:ext cx="465990" cy="20403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直接连接符 254">
            <a:extLst>
              <a:ext uri="{FF2B5EF4-FFF2-40B4-BE49-F238E27FC236}">
                <a16:creationId xmlns:a16="http://schemas.microsoft.com/office/drawing/2014/main" id="{83F9F902-361D-43BD-8604-A3AC992258F6}"/>
              </a:ext>
            </a:extLst>
          </p:cNvPr>
          <p:cNvCxnSpPr>
            <a:cxnSpLocks/>
            <a:stCxn id="249" idx="4"/>
            <a:endCxn id="241" idx="0"/>
          </p:cNvCxnSpPr>
          <p:nvPr/>
        </p:nvCxnSpPr>
        <p:spPr>
          <a:xfrm flipH="1">
            <a:off x="10886351" y="-1245254"/>
            <a:ext cx="600979" cy="1793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8" name="文本框 257">
            <a:extLst>
              <a:ext uri="{FF2B5EF4-FFF2-40B4-BE49-F238E27FC236}">
                <a16:creationId xmlns:a16="http://schemas.microsoft.com/office/drawing/2014/main" id="{42F6E1B9-5CA7-4992-B626-3035C92BE0BE}"/>
              </a:ext>
            </a:extLst>
          </p:cNvPr>
          <p:cNvSpPr txBox="1"/>
          <p:nvPr/>
        </p:nvSpPr>
        <p:spPr>
          <a:xfrm>
            <a:off x="5519617" y="200843"/>
            <a:ext cx="896044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Assign</a:t>
            </a:r>
            <a:br>
              <a:rPr lang="en-US" altLang="zh-CN" b="1" dirty="0"/>
            </a:br>
            <a:r>
              <a:rPr lang="en-US" altLang="zh-CN" b="1" dirty="0"/>
              <a:t>(str)</a:t>
            </a:r>
            <a:endParaRPr lang="zh-CN" altLang="en-US" b="1" dirty="0"/>
          </a:p>
        </p:txBody>
      </p:sp>
      <p:sp>
        <p:nvSpPr>
          <p:cNvPr id="259" name="椭圆 258">
            <a:extLst>
              <a:ext uri="{FF2B5EF4-FFF2-40B4-BE49-F238E27FC236}">
                <a16:creationId xmlns:a16="http://schemas.microsoft.com/office/drawing/2014/main" id="{9C4A779B-61F7-4DAB-92B9-0F82BB57367B}"/>
              </a:ext>
            </a:extLst>
          </p:cNvPr>
          <p:cNvSpPr/>
          <p:nvPr/>
        </p:nvSpPr>
        <p:spPr>
          <a:xfrm>
            <a:off x="5068739" y="-1141567"/>
            <a:ext cx="981182" cy="42718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Id</a:t>
            </a:r>
            <a:br>
              <a:rPr lang="en-US" altLang="zh-CN" sz="1400" b="1" dirty="0">
                <a:solidFill>
                  <a:schemeClr val="tx1"/>
                </a:solidFill>
              </a:rPr>
            </a:br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>
                <a:solidFill>
                  <a:schemeClr val="tx1"/>
                </a:solidFill>
              </a:rPr>
              <a:t>str</a:t>
            </a:r>
            <a:r>
              <a:rPr lang="zh-CN" altLang="en-US" sz="1400" b="1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260" name="椭圆 259">
            <a:extLst>
              <a:ext uri="{FF2B5EF4-FFF2-40B4-BE49-F238E27FC236}">
                <a16:creationId xmlns:a16="http://schemas.microsoft.com/office/drawing/2014/main" id="{5C30D0B5-7C68-4F8C-9163-CD89A34D02CE}"/>
              </a:ext>
            </a:extLst>
          </p:cNvPr>
          <p:cNvSpPr/>
          <p:nvPr/>
        </p:nvSpPr>
        <p:spPr>
          <a:xfrm>
            <a:off x="5589713" y="-538383"/>
            <a:ext cx="767458" cy="57730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Op</a:t>
            </a:r>
            <a:br>
              <a:rPr lang="en-US" altLang="zh-CN" sz="1400" b="1" dirty="0">
                <a:solidFill>
                  <a:schemeClr val="tx1"/>
                </a:solidFill>
              </a:rPr>
            </a:br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>
                <a:solidFill>
                  <a:schemeClr val="tx1"/>
                </a:solidFill>
              </a:rPr>
              <a:t>+</a:t>
            </a:r>
            <a:r>
              <a:rPr lang="zh-CN" altLang="en-US" sz="1400" b="1" dirty="0">
                <a:solidFill>
                  <a:schemeClr val="tx1"/>
                </a:solidFill>
              </a:rPr>
              <a:t>）</a:t>
            </a:r>
          </a:p>
        </p:txBody>
      </p:sp>
      <p:cxnSp>
        <p:nvCxnSpPr>
          <p:cNvPr id="261" name="直接连接符 260">
            <a:extLst>
              <a:ext uri="{FF2B5EF4-FFF2-40B4-BE49-F238E27FC236}">
                <a16:creationId xmlns:a16="http://schemas.microsoft.com/office/drawing/2014/main" id="{9F3E1BAA-C5F0-413A-90CA-D9BBCE37F660}"/>
              </a:ext>
            </a:extLst>
          </p:cNvPr>
          <p:cNvCxnSpPr>
            <a:cxnSpLocks/>
            <a:stCxn id="260" idx="4"/>
            <a:endCxn id="258" idx="0"/>
          </p:cNvCxnSpPr>
          <p:nvPr/>
        </p:nvCxnSpPr>
        <p:spPr>
          <a:xfrm flipH="1">
            <a:off x="5967639" y="38919"/>
            <a:ext cx="5803" cy="16192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2" name="椭圆 261">
            <a:extLst>
              <a:ext uri="{FF2B5EF4-FFF2-40B4-BE49-F238E27FC236}">
                <a16:creationId xmlns:a16="http://schemas.microsoft.com/office/drawing/2014/main" id="{413E8FB5-D4B1-42BF-8A5E-0AEAE94C3687}"/>
              </a:ext>
            </a:extLst>
          </p:cNvPr>
          <p:cNvSpPr/>
          <p:nvPr/>
        </p:nvSpPr>
        <p:spPr>
          <a:xfrm>
            <a:off x="6126399" y="-1253707"/>
            <a:ext cx="865719" cy="5700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>
                <a:solidFill>
                  <a:schemeClr val="tx1"/>
                </a:solidFill>
              </a:rPr>
              <a:t>Const</a:t>
            </a:r>
            <a:br>
              <a:rPr lang="en-US" altLang="zh-CN" sz="1100" b="1" dirty="0">
                <a:solidFill>
                  <a:schemeClr val="tx1"/>
                </a:solidFill>
              </a:rPr>
            </a:br>
            <a:r>
              <a:rPr lang="zh-CN" altLang="en-US" sz="1100" b="1" dirty="0">
                <a:solidFill>
                  <a:schemeClr val="tx1"/>
                </a:solidFill>
              </a:rPr>
              <a:t>（</a:t>
            </a:r>
            <a:r>
              <a:rPr lang="en-US" altLang="zh-CN" sz="1100" b="1" dirty="0">
                <a:solidFill>
                  <a:schemeClr val="tx1"/>
                </a:solidFill>
              </a:rPr>
              <a:t>’’</a:t>
            </a:r>
            <a:r>
              <a:rPr lang="zh-CN" altLang="en-US" sz="1100" b="1" dirty="0">
                <a:solidFill>
                  <a:schemeClr val="tx1"/>
                </a:solidFill>
              </a:rPr>
              <a:t>追加内容）</a:t>
            </a:r>
          </a:p>
        </p:txBody>
      </p:sp>
      <p:cxnSp>
        <p:nvCxnSpPr>
          <p:cNvPr id="263" name="直接连接符 262">
            <a:extLst>
              <a:ext uri="{FF2B5EF4-FFF2-40B4-BE49-F238E27FC236}">
                <a16:creationId xmlns:a16="http://schemas.microsoft.com/office/drawing/2014/main" id="{2983DF6E-78EB-48C1-9CFA-84290F2E85E4}"/>
              </a:ext>
            </a:extLst>
          </p:cNvPr>
          <p:cNvCxnSpPr>
            <a:cxnSpLocks/>
            <a:stCxn id="259" idx="4"/>
            <a:endCxn id="260" idx="0"/>
          </p:cNvCxnSpPr>
          <p:nvPr/>
        </p:nvCxnSpPr>
        <p:spPr>
          <a:xfrm>
            <a:off x="5559330" y="-714386"/>
            <a:ext cx="414112" cy="1760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直接连接符 263">
            <a:extLst>
              <a:ext uri="{FF2B5EF4-FFF2-40B4-BE49-F238E27FC236}">
                <a16:creationId xmlns:a16="http://schemas.microsoft.com/office/drawing/2014/main" id="{3BD79BFF-E60D-4C17-BFF3-6051E661DA51}"/>
              </a:ext>
            </a:extLst>
          </p:cNvPr>
          <p:cNvCxnSpPr>
            <a:cxnSpLocks/>
            <a:stCxn id="262" idx="4"/>
            <a:endCxn id="260" idx="0"/>
          </p:cNvCxnSpPr>
          <p:nvPr/>
        </p:nvCxnSpPr>
        <p:spPr>
          <a:xfrm flipH="1">
            <a:off x="5973442" y="-683663"/>
            <a:ext cx="585817" cy="14528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文本框 270">
            <a:extLst>
              <a:ext uri="{FF2B5EF4-FFF2-40B4-BE49-F238E27FC236}">
                <a16:creationId xmlns:a16="http://schemas.microsoft.com/office/drawing/2014/main" id="{E9FD2DCA-4E64-4E7D-9D5A-E808BFF988D2}"/>
              </a:ext>
            </a:extLst>
          </p:cNvPr>
          <p:cNvSpPr txBox="1"/>
          <p:nvPr/>
        </p:nvSpPr>
        <p:spPr>
          <a:xfrm>
            <a:off x="1629009" y="1020026"/>
            <a:ext cx="1093694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Write</a:t>
            </a:r>
            <a:endParaRPr lang="zh-CN" altLang="en-US" b="1" dirty="0"/>
          </a:p>
        </p:txBody>
      </p:sp>
      <p:sp>
        <p:nvSpPr>
          <p:cNvPr id="272" name="椭圆 271">
            <a:extLst>
              <a:ext uri="{FF2B5EF4-FFF2-40B4-BE49-F238E27FC236}">
                <a16:creationId xmlns:a16="http://schemas.microsoft.com/office/drawing/2014/main" id="{B86305B3-3483-4A86-9038-E275C822CE31}"/>
              </a:ext>
            </a:extLst>
          </p:cNvPr>
          <p:cNvSpPr/>
          <p:nvPr/>
        </p:nvSpPr>
        <p:spPr>
          <a:xfrm>
            <a:off x="1601337" y="168920"/>
            <a:ext cx="1169492" cy="5579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Id</a:t>
            </a:r>
            <a:br>
              <a:rPr lang="en-US" altLang="zh-CN" sz="1400" b="1" dirty="0">
                <a:solidFill>
                  <a:schemeClr val="tx1"/>
                </a:solidFill>
              </a:rPr>
            </a:br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>
                <a:solidFill>
                  <a:schemeClr val="tx1"/>
                </a:solidFill>
              </a:rPr>
              <a:t>num2</a:t>
            </a:r>
            <a:r>
              <a:rPr lang="zh-CN" altLang="en-US" sz="1400" b="1" dirty="0">
                <a:solidFill>
                  <a:schemeClr val="tx1"/>
                </a:solidFill>
              </a:rPr>
              <a:t>）</a:t>
            </a:r>
          </a:p>
        </p:txBody>
      </p:sp>
      <p:cxnSp>
        <p:nvCxnSpPr>
          <p:cNvPr id="273" name="直接连接符 272">
            <a:extLst>
              <a:ext uri="{FF2B5EF4-FFF2-40B4-BE49-F238E27FC236}">
                <a16:creationId xmlns:a16="http://schemas.microsoft.com/office/drawing/2014/main" id="{D18FB6FA-E557-46BE-80E5-763E9AD64150}"/>
              </a:ext>
            </a:extLst>
          </p:cNvPr>
          <p:cNvCxnSpPr>
            <a:cxnSpLocks/>
            <a:stCxn id="272" idx="4"/>
            <a:endCxn id="271" idx="0"/>
          </p:cNvCxnSpPr>
          <p:nvPr/>
        </p:nvCxnSpPr>
        <p:spPr>
          <a:xfrm flipH="1">
            <a:off x="2175856" y="726911"/>
            <a:ext cx="10227" cy="29311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直接连接符 294">
            <a:extLst>
              <a:ext uri="{FF2B5EF4-FFF2-40B4-BE49-F238E27FC236}">
                <a16:creationId xmlns:a16="http://schemas.microsoft.com/office/drawing/2014/main" id="{A88E623B-637E-4848-954D-0EA6C4F21346}"/>
              </a:ext>
            </a:extLst>
          </p:cNvPr>
          <p:cNvCxnSpPr>
            <a:cxnSpLocks/>
            <a:stCxn id="223" idx="1"/>
            <a:endCxn id="219" idx="3"/>
          </p:cNvCxnSpPr>
          <p:nvPr/>
        </p:nvCxnSpPr>
        <p:spPr>
          <a:xfrm flipH="1">
            <a:off x="8763566" y="3072673"/>
            <a:ext cx="29697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直接连接符 330">
            <a:extLst>
              <a:ext uri="{FF2B5EF4-FFF2-40B4-BE49-F238E27FC236}">
                <a16:creationId xmlns:a16="http://schemas.microsoft.com/office/drawing/2014/main" id="{4C13BCD0-BD94-48DD-9620-B89551AF595B}"/>
              </a:ext>
            </a:extLst>
          </p:cNvPr>
          <p:cNvCxnSpPr>
            <a:cxnSpLocks/>
            <a:stCxn id="223" idx="0"/>
            <a:endCxn id="160" idx="2"/>
          </p:cNvCxnSpPr>
          <p:nvPr/>
        </p:nvCxnSpPr>
        <p:spPr>
          <a:xfrm flipV="1">
            <a:off x="9508566" y="1414860"/>
            <a:ext cx="711658" cy="14731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直接连接符 333">
            <a:extLst>
              <a:ext uri="{FF2B5EF4-FFF2-40B4-BE49-F238E27FC236}">
                <a16:creationId xmlns:a16="http://schemas.microsoft.com/office/drawing/2014/main" id="{343130AF-0CB3-4454-9CD4-42F68D442C85}"/>
              </a:ext>
            </a:extLst>
          </p:cNvPr>
          <p:cNvCxnSpPr>
            <a:cxnSpLocks/>
            <a:stCxn id="160" idx="1"/>
            <a:endCxn id="250" idx="3"/>
          </p:cNvCxnSpPr>
          <p:nvPr/>
        </p:nvCxnSpPr>
        <p:spPr>
          <a:xfrm flipH="1">
            <a:off x="6790418" y="1230194"/>
            <a:ext cx="288295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直接连接符 336">
            <a:extLst>
              <a:ext uri="{FF2B5EF4-FFF2-40B4-BE49-F238E27FC236}">
                <a16:creationId xmlns:a16="http://schemas.microsoft.com/office/drawing/2014/main" id="{5415664A-1E5F-4865-A07C-5EA11C499751}"/>
              </a:ext>
            </a:extLst>
          </p:cNvPr>
          <p:cNvCxnSpPr>
            <a:cxnSpLocks/>
            <a:stCxn id="203" idx="4"/>
            <a:endCxn id="250" idx="0"/>
          </p:cNvCxnSpPr>
          <p:nvPr/>
        </p:nvCxnSpPr>
        <p:spPr>
          <a:xfrm flipH="1">
            <a:off x="6243572" y="906490"/>
            <a:ext cx="1322311" cy="1390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直接连接符 339">
            <a:extLst>
              <a:ext uri="{FF2B5EF4-FFF2-40B4-BE49-F238E27FC236}">
                <a16:creationId xmlns:a16="http://schemas.microsoft.com/office/drawing/2014/main" id="{4B7738AB-805D-4EA4-8CC3-EEB44B9A62A0}"/>
              </a:ext>
            </a:extLst>
          </p:cNvPr>
          <p:cNvCxnSpPr>
            <a:cxnSpLocks/>
            <a:stCxn id="148" idx="4"/>
            <a:endCxn id="203" idx="0"/>
          </p:cNvCxnSpPr>
          <p:nvPr/>
        </p:nvCxnSpPr>
        <p:spPr>
          <a:xfrm flipH="1">
            <a:off x="7565883" y="107574"/>
            <a:ext cx="839393" cy="15258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直接连接符 342">
            <a:extLst>
              <a:ext uri="{FF2B5EF4-FFF2-40B4-BE49-F238E27FC236}">
                <a16:creationId xmlns:a16="http://schemas.microsoft.com/office/drawing/2014/main" id="{CF00892D-35CC-41D1-B608-C74FCBC59773}"/>
              </a:ext>
            </a:extLst>
          </p:cNvPr>
          <p:cNvCxnSpPr>
            <a:cxnSpLocks/>
            <a:stCxn id="203" idx="0"/>
            <a:endCxn id="200" idx="4"/>
          </p:cNvCxnSpPr>
          <p:nvPr/>
        </p:nvCxnSpPr>
        <p:spPr>
          <a:xfrm flipH="1" flipV="1">
            <a:off x="7223666" y="103224"/>
            <a:ext cx="342217" cy="15693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直接连接符 352">
            <a:extLst>
              <a:ext uri="{FF2B5EF4-FFF2-40B4-BE49-F238E27FC236}">
                <a16:creationId xmlns:a16="http://schemas.microsoft.com/office/drawing/2014/main" id="{7BB739B9-6A93-4AEF-9452-F2B34CAF5E4D}"/>
              </a:ext>
            </a:extLst>
          </p:cNvPr>
          <p:cNvCxnSpPr>
            <a:cxnSpLocks/>
            <a:stCxn id="258" idx="2"/>
            <a:endCxn id="250" idx="0"/>
          </p:cNvCxnSpPr>
          <p:nvPr/>
        </p:nvCxnSpPr>
        <p:spPr>
          <a:xfrm>
            <a:off x="5967639" y="847174"/>
            <a:ext cx="275933" cy="19835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直接连接符 364">
            <a:extLst>
              <a:ext uri="{FF2B5EF4-FFF2-40B4-BE49-F238E27FC236}">
                <a16:creationId xmlns:a16="http://schemas.microsoft.com/office/drawing/2014/main" id="{E0333024-28CF-421D-9E1D-31F652D9D9D6}"/>
              </a:ext>
            </a:extLst>
          </p:cNvPr>
          <p:cNvCxnSpPr>
            <a:cxnSpLocks/>
            <a:stCxn id="258" idx="1"/>
            <a:endCxn id="205" idx="3"/>
          </p:cNvCxnSpPr>
          <p:nvPr/>
        </p:nvCxnSpPr>
        <p:spPr>
          <a:xfrm flipH="1">
            <a:off x="5241274" y="524009"/>
            <a:ext cx="278343" cy="800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直接连接符 374">
            <a:extLst>
              <a:ext uri="{FF2B5EF4-FFF2-40B4-BE49-F238E27FC236}">
                <a16:creationId xmlns:a16="http://schemas.microsoft.com/office/drawing/2014/main" id="{F902D370-5750-490A-9903-D3A19B9E316D}"/>
              </a:ext>
            </a:extLst>
          </p:cNvPr>
          <p:cNvCxnSpPr>
            <a:cxnSpLocks/>
            <a:stCxn id="250" idx="1"/>
            <a:endCxn id="215" idx="3"/>
          </p:cNvCxnSpPr>
          <p:nvPr/>
        </p:nvCxnSpPr>
        <p:spPr>
          <a:xfrm flipH="1">
            <a:off x="4230390" y="1230194"/>
            <a:ext cx="146633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20337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图片 86">
            <a:extLst>
              <a:ext uri="{FF2B5EF4-FFF2-40B4-BE49-F238E27FC236}">
                <a16:creationId xmlns:a16="http://schemas.microsoft.com/office/drawing/2014/main" id="{FC7914EE-4775-4EE4-B8C7-230E4E34A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005" y="0"/>
            <a:ext cx="113499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923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1940</TotalTime>
  <Words>1107</Words>
  <Application>Microsoft Office PowerPoint</Application>
  <PresentationFormat>宽屏</PresentationFormat>
  <Paragraphs>252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2" baseType="lpstr">
      <vt:lpstr>等线</vt:lpstr>
      <vt:lpstr>等线 Light</vt:lpstr>
      <vt:lpstr>思源黑体 CN Heavy</vt:lpstr>
      <vt:lpstr>微软雅黑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王锦鸿</dc:creator>
  <cp:lastModifiedBy>王锦鸿</cp:lastModifiedBy>
  <cp:revision>58</cp:revision>
  <dcterms:created xsi:type="dcterms:W3CDTF">2025-05-12T06:52:07Z</dcterms:created>
  <dcterms:modified xsi:type="dcterms:W3CDTF">2025-05-20T09:02:20Z</dcterms:modified>
</cp:coreProperties>
</file>