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74" r:id="rId5"/>
    <p:sldMasterId id="2147483676" r:id="rId6"/>
    <p:sldMasterId id="2147483678" r:id="rId7"/>
    <p:sldMasterId id="2147483680" r:id="rId8"/>
  </p:sldMasterIdLst>
  <p:notesMasterIdLst>
    <p:notesMasterId r:id="rId11"/>
  </p:notesMasterIdLst>
  <p:handoutMasterIdLst>
    <p:handoutMasterId r:id="rId22"/>
  </p:handoutMasterIdLst>
  <p:sldIdLst>
    <p:sldId id="257" r:id="rId9"/>
    <p:sldId id="258" r:id="rId10"/>
    <p:sldId id="259" r:id="rId12"/>
    <p:sldId id="261" r:id="rId13"/>
    <p:sldId id="263" r:id="rId14"/>
    <p:sldId id="264" r:id="rId15"/>
    <p:sldId id="266" r:id="rId16"/>
    <p:sldId id="271" r:id="rId17"/>
    <p:sldId id="272" r:id="rId18"/>
    <p:sldId id="284" r:id="rId19"/>
    <p:sldId id="285" r:id="rId20"/>
    <p:sldId id="283" r:id="rId21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gs" Target="tags/tag335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6" Type="http://schemas.openxmlformats.org/officeDocument/2006/relationships/tags" Target="../tags/tag146.xml"/><Relationship Id="rId15" Type="http://schemas.openxmlformats.org/officeDocument/2006/relationships/tags" Target="../tags/tag145.xml"/><Relationship Id="rId14" Type="http://schemas.openxmlformats.org/officeDocument/2006/relationships/tags" Target="../tags/tag144.xml"/><Relationship Id="rId13" Type="http://schemas.openxmlformats.org/officeDocument/2006/relationships/tags" Target="../tags/tag143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6" Type="http://schemas.openxmlformats.org/officeDocument/2006/relationships/tags" Target="../tags/tag216.xml"/><Relationship Id="rId15" Type="http://schemas.openxmlformats.org/officeDocument/2006/relationships/tags" Target="../tags/tag215.xml"/><Relationship Id="rId14" Type="http://schemas.openxmlformats.org/officeDocument/2006/relationships/tags" Target="../tags/tag214.xml"/><Relationship Id="rId13" Type="http://schemas.openxmlformats.org/officeDocument/2006/relationships/tags" Target="../tags/tag213.xml"/><Relationship Id="rId12" Type="http://schemas.openxmlformats.org/officeDocument/2006/relationships/tags" Target="../tags/tag212.xml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2" Type="http://schemas.openxmlformats.org/officeDocument/2006/relationships/tags" Target="../tags/tag235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19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汉仪正圆 55简" charset="0"/>
            </a:endParaRPr>
          </a:p>
        </p:txBody>
      </p:sp>
      <p:sp>
        <p:nvSpPr>
          <p:cNvPr id="8" name="Vector_#color-2096&amp;3005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7955280" cy="3986784"/>
          </a:xfrm>
          <a:custGeom>
            <a:avLst/>
            <a:gdLst/>
            <a:ahLst/>
            <a:cxnLst/>
            <a:rect l="l" t="t" r="r" b="b"/>
            <a:pathLst>
              <a:path w="7955280" h="3986784">
                <a:moveTo>
                  <a:pt x="7845552" y="0"/>
                </a:moveTo>
                <a:lnTo>
                  <a:pt x="0" y="0"/>
                </a:lnTo>
                <a:lnTo>
                  <a:pt x="0" y="3392424"/>
                </a:lnTo>
                <a:cubicBezTo>
                  <a:pt x="219456" y="3602736"/>
                  <a:pt x="475488" y="3767328"/>
                  <a:pt x="749808" y="3867912"/>
                </a:cubicBezTo>
                <a:cubicBezTo>
                  <a:pt x="1554480" y="4151376"/>
                  <a:pt x="2679192" y="3922776"/>
                  <a:pt x="3054096" y="3282696"/>
                </a:cubicBezTo>
                <a:cubicBezTo>
                  <a:pt x="3236976" y="2962656"/>
                  <a:pt x="3172968" y="2642616"/>
                  <a:pt x="3118104" y="2331720"/>
                </a:cubicBezTo>
                <a:cubicBezTo>
                  <a:pt x="3063240" y="1984248"/>
                  <a:pt x="2999232" y="1645920"/>
                  <a:pt x="3236976" y="1307592"/>
                </a:cubicBezTo>
                <a:cubicBezTo>
                  <a:pt x="3520440" y="914400"/>
                  <a:pt x="4087368" y="685800"/>
                  <a:pt x="4544568" y="777240"/>
                </a:cubicBezTo>
                <a:cubicBezTo>
                  <a:pt x="4846320" y="832104"/>
                  <a:pt x="5001768" y="1005840"/>
                  <a:pt x="5157216" y="1188720"/>
                </a:cubicBezTo>
                <a:cubicBezTo>
                  <a:pt x="5312664" y="1362456"/>
                  <a:pt x="5468112" y="1545336"/>
                  <a:pt x="5760720" y="1664208"/>
                </a:cubicBezTo>
                <a:cubicBezTo>
                  <a:pt x="6391656" y="1938528"/>
                  <a:pt x="7278624" y="1828800"/>
                  <a:pt x="7644384" y="1325880"/>
                </a:cubicBezTo>
                <a:cubicBezTo>
                  <a:pt x="8010144" y="832104"/>
                  <a:pt x="8019288" y="393192"/>
                  <a:pt x="7845552" y="0"/>
                </a:cubicBezTo>
              </a:path>
            </a:pathLst>
          </a:custGeom>
          <a:solidFill>
            <a:schemeClr val="accent3"/>
          </a:solidFill>
        </p:spPr>
      </p:sp>
      <p:sp>
        <p:nvSpPr>
          <p:cNvPr id="11" name="Union_#color-2096&amp;2012"/>
          <p:cNvSpPr/>
          <p:nvPr userDrawn="1">
            <p:custDataLst>
              <p:tags r:id="rId4"/>
            </p:custDataLst>
          </p:nvPr>
        </p:nvSpPr>
        <p:spPr>
          <a:xfrm>
            <a:off x="9985248" y="886968"/>
            <a:ext cx="1536192" cy="2084832"/>
          </a:xfrm>
          <a:custGeom>
            <a:avLst/>
            <a:gdLst/>
            <a:ahLst/>
            <a:cxnLst/>
            <a:rect l="l" t="t" r="r" b="b"/>
            <a:pathLst>
              <a:path w="1536192" h="2084832">
                <a:moveTo>
                  <a:pt x="621792" y="73152"/>
                </a:moveTo>
                <a:cubicBezTo>
                  <a:pt x="603504" y="73152"/>
                  <a:pt x="585216" y="64008"/>
                  <a:pt x="566928" y="45720"/>
                </a:cubicBezTo>
                <a:cubicBezTo>
                  <a:pt x="548640" y="36576"/>
                  <a:pt x="557784" y="9144"/>
                  <a:pt x="576072" y="0"/>
                </a:cubicBezTo>
                <a:cubicBezTo>
                  <a:pt x="594360" y="0"/>
                  <a:pt x="603504" y="0"/>
                  <a:pt x="612648" y="9144"/>
                </a:cubicBezTo>
                <a:cubicBezTo>
                  <a:pt x="621792" y="9144"/>
                  <a:pt x="630936" y="9144"/>
                  <a:pt x="630936" y="9144"/>
                </a:cubicBezTo>
                <a:cubicBezTo>
                  <a:pt x="640080" y="9144"/>
                  <a:pt x="658368" y="9144"/>
                  <a:pt x="667512" y="18288"/>
                </a:cubicBezTo>
                <a:cubicBezTo>
                  <a:pt x="676656" y="18288"/>
                  <a:pt x="685800" y="18288"/>
                  <a:pt x="694944" y="18288"/>
                </a:cubicBezTo>
                <a:cubicBezTo>
                  <a:pt x="749808" y="27432"/>
                  <a:pt x="731520" y="109728"/>
                  <a:pt x="685800" y="91440"/>
                </a:cubicBezTo>
                <a:cubicBezTo>
                  <a:pt x="676656" y="91440"/>
                  <a:pt x="667512" y="91440"/>
                  <a:pt x="649224" y="82296"/>
                </a:cubicBezTo>
                <a:cubicBezTo>
                  <a:pt x="640080" y="82296"/>
                  <a:pt x="630936" y="82296"/>
                  <a:pt x="621792" y="73152"/>
                </a:cubicBezTo>
                <a:moveTo>
                  <a:pt x="1362456" y="210312"/>
                </a:moveTo>
                <a:lnTo>
                  <a:pt x="1362456" y="210312"/>
                </a:lnTo>
                <a:cubicBezTo>
                  <a:pt x="1371600" y="219456"/>
                  <a:pt x="1371600" y="219456"/>
                  <a:pt x="1371600" y="228600"/>
                </a:cubicBezTo>
                <a:cubicBezTo>
                  <a:pt x="1389888" y="246888"/>
                  <a:pt x="1435608" y="237744"/>
                  <a:pt x="1435608" y="201168"/>
                </a:cubicBezTo>
                <a:cubicBezTo>
                  <a:pt x="1426464" y="192024"/>
                  <a:pt x="1426464" y="182880"/>
                  <a:pt x="1417320" y="182880"/>
                </a:cubicBezTo>
                <a:cubicBezTo>
                  <a:pt x="1417320" y="173736"/>
                  <a:pt x="1408176" y="173736"/>
                  <a:pt x="1408176" y="173736"/>
                </a:cubicBezTo>
                <a:cubicBezTo>
                  <a:pt x="1408176" y="164592"/>
                  <a:pt x="1399032" y="164592"/>
                  <a:pt x="1399032" y="155448"/>
                </a:cubicBezTo>
                <a:cubicBezTo>
                  <a:pt x="1389888" y="155448"/>
                  <a:pt x="1389888" y="146304"/>
                  <a:pt x="1380744" y="146304"/>
                </a:cubicBezTo>
                <a:cubicBezTo>
                  <a:pt x="1371600" y="137160"/>
                  <a:pt x="1362456" y="128016"/>
                  <a:pt x="1362456" y="118872"/>
                </a:cubicBezTo>
                <a:lnTo>
                  <a:pt x="1362456" y="118872"/>
                </a:lnTo>
                <a:lnTo>
                  <a:pt x="1362456" y="118872"/>
                </a:lnTo>
                <a:lnTo>
                  <a:pt x="1362456" y="118872"/>
                </a:lnTo>
                <a:cubicBezTo>
                  <a:pt x="1344168" y="109728"/>
                  <a:pt x="1335024" y="91440"/>
                  <a:pt x="1325880" y="82296"/>
                </a:cubicBezTo>
                <a:cubicBezTo>
                  <a:pt x="1316736" y="73152"/>
                  <a:pt x="1298448" y="73152"/>
                  <a:pt x="1298448" y="82296"/>
                </a:cubicBezTo>
                <a:cubicBezTo>
                  <a:pt x="1298448" y="100584"/>
                  <a:pt x="1307592" y="128016"/>
                  <a:pt x="1316736" y="146304"/>
                </a:cubicBezTo>
                <a:lnTo>
                  <a:pt x="1316736" y="146304"/>
                </a:lnTo>
                <a:lnTo>
                  <a:pt x="1316736" y="146304"/>
                </a:lnTo>
                <a:cubicBezTo>
                  <a:pt x="1325880" y="146304"/>
                  <a:pt x="1325880" y="155448"/>
                  <a:pt x="1325880" y="155448"/>
                </a:cubicBezTo>
                <a:cubicBezTo>
                  <a:pt x="1335024" y="164592"/>
                  <a:pt x="1335024" y="173736"/>
                  <a:pt x="1344168" y="173736"/>
                </a:cubicBezTo>
                <a:lnTo>
                  <a:pt x="1344168" y="173736"/>
                </a:lnTo>
                <a:lnTo>
                  <a:pt x="1344168" y="173736"/>
                </a:lnTo>
                <a:cubicBezTo>
                  <a:pt x="1344168" y="182880"/>
                  <a:pt x="1353312" y="192024"/>
                  <a:pt x="1353312" y="201168"/>
                </a:cubicBezTo>
                <a:cubicBezTo>
                  <a:pt x="1353312" y="201168"/>
                  <a:pt x="1362456" y="210312"/>
                  <a:pt x="1362456" y="210312"/>
                </a:cubicBezTo>
                <a:moveTo>
                  <a:pt x="1261872" y="420624"/>
                </a:moveTo>
                <a:cubicBezTo>
                  <a:pt x="1252728" y="420624"/>
                  <a:pt x="1252728" y="411480"/>
                  <a:pt x="1252728" y="411480"/>
                </a:cubicBezTo>
                <a:cubicBezTo>
                  <a:pt x="1243584" y="402336"/>
                  <a:pt x="1243584" y="393192"/>
                  <a:pt x="1234440" y="384048"/>
                </a:cubicBezTo>
                <a:lnTo>
                  <a:pt x="1234440" y="384048"/>
                </a:lnTo>
                <a:cubicBezTo>
                  <a:pt x="1234440" y="384048"/>
                  <a:pt x="1225296" y="374904"/>
                  <a:pt x="1225296" y="365760"/>
                </a:cubicBezTo>
                <a:cubicBezTo>
                  <a:pt x="1216152" y="365760"/>
                  <a:pt x="1216152" y="356616"/>
                  <a:pt x="1216152" y="356616"/>
                </a:cubicBezTo>
                <a:lnTo>
                  <a:pt x="1216152" y="356616"/>
                </a:lnTo>
                <a:lnTo>
                  <a:pt x="1216152" y="356616"/>
                </a:lnTo>
                <a:cubicBezTo>
                  <a:pt x="1207008" y="338328"/>
                  <a:pt x="1188720" y="310896"/>
                  <a:pt x="1188720" y="292608"/>
                </a:cubicBezTo>
                <a:cubicBezTo>
                  <a:pt x="1197864" y="283464"/>
                  <a:pt x="1216152" y="283464"/>
                  <a:pt x="1216152" y="292608"/>
                </a:cubicBezTo>
                <a:cubicBezTo>
                  <a:pt x="1225296" y="301752"/>
                  <a:pt x="1243584" y="320040"/>
                  <a:pt x="1252728" y="329184"/>
                </a:cubicBezTo>
                <a:cubicBezTo>
                  <a:pt x="1261872" y="338328"/>
                  <a:pt x="1271016" y="347472"/>
                  <a:pt x="1280160" y="356616"/>
                </a:cubicBezTo>
                <a:cubicBezTo>
                  <a:pt x="1280160" y="356616"/>
                  <a:pt x="1289304" y="365760"/>
                  <a:pt x="1289304" y="365760"/>
                </a:cubicBezTo>
                <a:cubicBezTo>
                  <a:pt x="1298448" y="374904"/>
                  <a:pt x="1298448" y="374904"/>
                  <a:pt x="1307592" y="384048"/>
                </a:cubicBezTo>
                <a:cubicBezTo>
                  <a:pt x="1307592" y="384048"/>
                  <a:pt x="1307592" y="384048"/>
                  <a:pt x="1307592" y="393192"/>
                </a:cubicBezTo>
                <a:cubicBezTo>
                  <a:pt x="1316736" y="393192"/>
                  <a:pt x="1325880" y="402336"/>
                  <a:pt x="1325880" y="411480"/>
                </a:cubicBezTo>
                <a:cubicBezTo>
                  <a:pt x="1335024" y="448056"/>
                  <a:pt x="1289304" y="457200"/>
                  <a:pt x="1271016" y="438912"/>
                </a:cubicBezTo>
                <a:cubicBezTo>
                  <a:pt x="1271016" y="429768"/>
                  <a:pt x="1261872" y="429768"/>
                  <a:pt x="1261872" y="420624"/>
                </a:cubicBezTo>
                <a:lnTo>
                  <a:pt x="1261872" y="420624"/>
                </a:lnTo>
                <a:moveTo>
                  <a:pt x="1252728" y="850392"/>
                </a:moveTo>
                <a:cubicBezTo>
                  <a:pt x="1261872" y="896112"/>
                  <a:pt x="1197864" y="914400"/>
                  <a:pt x="1188720" y="859536"/>
                </a:cubicBezTo>
                <a:cubicBezTo>
                  <a:pt x="1188720" y="877824"/>
                  <a:pt x="1170432" y="850392"/>
                  <a:pt x="1170432" y="850392"/>
                </a:cubicBezTo>
                <a:cubicBezTo>
                  <a:pt x="1170432" y="850392"/>
                  <a:pt x="1161288" y="841248"/>
                  <a:pt x="1161288" y="841248"/>
                </a:cubicBezTo>
                <a:cubicBezTo>
                  <a:pt x="1161288" y="832104"/>
                  <a:pt x="1152144" y="822960"/>
                  <a:pt x="1152144" y="813816"/>
                </a:cubicBezTo>
                <a:cubicBezTo>
                  <a:pt x="1143000" y="813816"/>
                  <a:pt x="1143000" y="804672"/>
                  <a:pt x="1143000" y="795528"/>
                </a:cubicBezTo>
                <a:cubicBezTo>
                  <a:pt x="1133856" y="795528"/>
                  <a:pt x="1133856" y="786384"/>
                  <a:pt x="1124712" y="777240"/>
                </a:cubicBezTo>
                <a:lnTo>
                  <a:pt x="1124712" y="777240"/>
                </a:lnTo>
                <a:cubicBezTo>
                  <a:pt x="1115568" y="758952"/>
                  <a:pt x="1106424" y="749808"/>
                  <a:pt x="1106424" y="731520"/>
                </a:cubicBezTo>
                <a:cubicBezTo>
                  <a:pt x="1097280" y="704088"/>
                  <a:pt x="1133856" y="685800"/>
                  <a:pt x="1143000" y="713232"/>
                </a:cubicBezTo>
                <a:cubicBezTo>
                  <a:pt x="1152144" y="713232"/>
                  <a:pt x="1152144" y="722376"/>
                  <a:pt x="1161288" y="731520"/>
                </a:cubicBezTo>
                <a:cubicBezTo>
                  <a:pt x="1161288" y="731520"/>
                  <a:pt x="1170432" y="731520"/>
                  <a:pt x="1170432" y="740664"/>
                </a:cubicBezTo>
                <a:cubicBezTo>
                  <a:pt x="1179576" y="740664"/>
                  <a:pt x="1179576" y="749808"/>
                  <a:pt x="1188720" y="758952"/>
                </a:cubicBezTo>
                <a:cubicBezTo>
                  <a:pt x="1188720" y="768096"/>
                  <a:pt x="1197864" y="768096"/>
                  <a:pt x="1197864" y="777240"/>
                </a:cubicBezTo>
                <a:cubicBezTo>
                  <a:pt x="1207008" y="795528"/>
                  <a:pt x="1216152" y="804672"/>
                  <a:pt x="1225296" y="822960"/>
                </a:cubicBezTo>
                <a:cubicBezTo>
                  <a:pt x="1234440" y="822960"/>
                  <a:pt x="1234440" y="822960"/>
                  <a:pt x="1234440" y="832104"/>
                </a:cubicBezTo>
                <a:cubicBezTo>
                  <a:pt x="1243584" y="832104"/>
                  <a:pt x="1243584" y="841248"/>
                  <a:pt x="1252728" y="850392"/>
                </a:cubicBezTo>
                <a:moveTo>
                  <a:pt x="1399032" y="685800"/>
                </a:moveTo>
                <a:cubicBezTo>
                  <a:pt x="1408176" y="704088"/>
                  <a:pt x="1417320" y="722376"/>
                  <a:pt x="1426464" y="731520"/>
                </a:cubicBezTo>
                <a:cubicBezTo>
                  <a:pt x="1444752" y="777240"/>
                  <a:pt x="1389888" y="795528"/>
                  <a:pt x="1362456" y="758952"/>
                </a:cubicBezTo>
                <a:cubicBezTo>
                  <a:pt x="1362456" y="749808"/>
                  <a:pt x="1353312" y="740664"/>
                  <a:pt x="1344168" y="731520"/>
                </a:cubicBezTo>
                <a:cubicBezTo>
                  <a:pt x="1344168" y="722376"/>
                  <a:pt x="1335024" y="713232"/>
                  <a:pt x="1335024" y="704088"/>
                </a:cubicBezTo>
                <a:cubicBezTo>
                  <a:pt x="1325880" y="694944"/>
                  <a:pt x="1325880" y="694944"/>
                  <a:pt x="1325880" y="685800"/>
                </a:cubicBezTo>
                <a:cubicBezTo>
                  <a:pt x="1316736" y="676656"/>
                  <a:pt x="1307592" y="667512"/>
                  <a:pt x="1307592" y="649224"/>
                </a:cubicBezTo>
                <a:cubicBezTo>
                  <a:pt x="1307592" y="640080"/>
                  <a:pt x="1307592" y="630936"/>
                  <a:pt x="1316736" y="621792"/>
                </a:cubicBezTo>
                <a:lnTo>
                  <a:pt x="1316736" y="621792"/>
                </a:lnTo>
                <a:cubicBezTo>
                  <a:pt x="1344168" y="612648"/>
                  <a:pt x="1362456" y="640080"/>
                  <a:pt x="1371600" y="658368"/>
                </a:cubicBezTo>
                <a:cubicBezTo>
                  <a:pt x="1380744" y="667512"/>
                  <a:pt x="1389888" y="676656"/>
                  <a:pt x="1399032" y="685800"/>
                </a:cubicBezTo>
                <a:moveTo>
                  <a:pt x="1289304" y="1133856"/>
                </a:moveTo>
                <a:cubicBezTo>
                  <a:pt x="1280160" y="1115568"/>
                  <a:pt x="1261872" y="1097280"/>
                  <a:pt x="1243584" y="1078992"/>
                </a:cubicBezTo>
                <a:cubicBezTo>
                  <a:pt x="1234440" y="1069848"/>
                  <a:pt x="1216152" y="1069848"/>
                  <a:pt x="1216152" y="1088136"/>
                </a:cubicBezTo>
                <a:cubicBezTo>
                  <a:pt x="1207008" y="1106424"/>
                  <a:pt x="1225296" y="1124712"/>
                  <a:pt x="1234440" y="1143000"/>
                </a:cubicBezTo>
                <a:cubicBezTo>
                  <a:pt x="1234440" y="1143000"/>
                  <a:pt x="1243584" y="1152144"/>
                  <a:pt x="1243584" y="1161288"/>
                </a:cubicBezTo>
                <a:cubicBezTo>
                  <a:pt x="1243584" y="1170432"/>
                  <a:pt x="1243584" y="1170432"/>
                  <a:pt x="1252728" y="1170432"/>
                </a:cubicBezTo>
                <a:cubicBezTo>
                  <a:pt x="1261872" y="1197864"/>
                  <a:pt x="1271016" y="1216152"/>
                  <a:pt x="1289304" y="1225296"/>
                </a:cubicBezTo>
                <a:cubicBezTo>
                  <a:pt x="1316736" y="1252728"/>
                  <a:pt x="1344168" y="1207008"/>
                  <a:pt x="1325880" y="1179576"/>
                </a:cubicBezTo>
                <a:cubicBezTo>
                  <a:pt x="1316736" y="1179576"/>
                  <a:pt x="1307592" y="1161288"/>
                  <a:pt x="1298448" y="1152144"/>
                </a:cubicBezTo>
                <a:cubicBezTo>
                  <a:pt x="1298448" y="1152144"/>
                  <a:pt x="1289304" y="1143000"/>
                  <a:pt x="1289304" y="1133856"/>
                </a:cubicBezTo>
                <a:moveTo>
                  <a:pt x="1069848" y="1225296"/>
                </a:moveTo>
                <a:cubicBezTo>
                  <a:pt x="1078992" y="1225296"/>
                  <a:pt x="1078992" y="1234440"/>
                  <a:pt x="1088136" y="1234440"/>
                </a:cubicBezTo>
                <a:cubicBezTo>
                  <a:pt x="1097280" y="1252728"/>
                  <a:pt x="1115568" y="1261872"/>
                  <a:pt x="1124712" y="1280160"/>
                </a:cubicBezTo>
                <a:cubicBezTo>
                  <a:pt x="1133856" y="1298448"/>
                  <a:pt x="1133856" y="1307592"/>
                  <a:pt x="1124712" y="1325880"/>
                </a:cubicBezTo>
                <a:cubicBezTo>
                  <a:pt x="1115568" y="1325880"/>
                  <a:pt x="1097280" y="1325880"/>
                  <a:pt x="1088136" y="1316736"/>
                </a:cubicBezTo>
                <a:cubicBezTo>
                  <a:pt x="1078992" y="1307592"/>
                  <a:pt x="1060704" y="1289304"/>
                  <a:pt x="1051560" y="1280160"/>
                </a:cubicBezTo>
                <a:lnTo>
                  <a:pt x="1051560" y="1280160"/>
                </a:lnTo>
                <a:cubicBezTo>
                  <a:pt x="1033272" y="1261872"/>
                  <a:pt x="1024128" y="1243584"/>
                  <a:pt x="1005840" y="1225296"/>
                </a:cubicBezTo>
                <a:cubicBezTo>
                  <a:pt x="996696" y="1197864"/>
                  <a:pt x="1024128" y="1179576"/>
                  <a:pt x="1042416" y="1188720"/>
                </a:cubicBezTo>
                <a:cubicBezTo>
                  <a:pt x="1051560" y="1197864"/>
                  <a:pt x="1060704" y="1207008"/>
                  <a:pt x="1069848" y="1225296"/>
                </a:cubicBez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moveTo>
                  <a:pt x="777240" y="1152144"/>
                </a:moveTo>
                <a:cubicBezTo>
                  <a:pt x="768096" y="1143000"/>
                  <a:pt x="758952" y="1124712"/>
                  <a:pt x="749808" y="1115568"/>
                </a:cubicBezTo>
                <a:cubicBezTo>
                  <a:pt x="740664" y="1115568"/>
                  <a:pt x="740664" y="1115568"/>
                  <a:pt x="740664" y="1106424"/>
                </a:cubicBezTo>
                <a:cubicBezTo>
                  <a:pt x="722376" y="1088136"/>
                  <a:pt x="713232" y="1069848"/>
                  <a:pt x="685800" y="1069848"/>
                </a:cubicBezTo>
                <a:cubicBezTo>
                  <a:pt x="676656" y="1069848"/>
                  <a:pt x="667512" y="1088136"/>
                  <a:pt x="667512" y="1097280"/>
                </a:cubicBezTo>
                <a:cubicBezTo>
                  <a:pt x="685800" y="1115568"/>
                  <a:pt x="694944" y="1143000"/>
                  <a:pt x="713232" y="1161288"/>
                </a:cubicBezTo>
                <a:cubicBezTo>
                  <a:pt x="722376" y="1179576"/>
                  <a:pt x="740664" y="1207008"/>
                  <a:pt x="749808" y="1225296"/>
                </a:cubicBezTo>
                <a:cubicBezTo>
                  <a:pt x="777240" y="1271016"/>
                  <a:pt x="841248" y="1216152"/>
                  <a:pt x="804672" y="1179576"/>
                </a:cubicBezTo>
                <a:cubicBezTo>
                  <a:pt x="804672" y="1179576"/>
                  <a:pt x="804672" y="1179576"/>
                  <a:pt x="804672" y="1179576"/>
                </a:cubicBezTo>
                <a:cubicBezTo>
                  <a:pt x="795528" y="1170432"/>
                  <a:pt x="786384" y="1161288"/>
                  <a:pt x="777240" y="1152144"/>
                </a:cubicBezTo>
                <a:moveTo>
                  <a:pt x="630936" y="768096"/>
                </a:moveTo>
                <a:cubicBezTo>
                  <a:pt x="649224" y="786384"/>
                  <a:pt x="667512" y="795528"/>
                  <a:pt x="676656" y="795528"/>
                </a:cubicBezTo>
                <a:cubicBezTo>
                  <a:pt x="722376" y="804672"/>
                  <a:pt x="694944" y="868680"/>
                  <a:pt x="658368" y="859536"/>
                </a:cubicBezTo>
                <a:cubicBezTo>
                  <a:pt x="649224" y="850392"/>
                  <a:pt x="630936" y="841248"/>
                  <a:pt x="621792" y="832104"/>
                </a:cubicBezTo>
                <a:lnTo>
                  <a:pt x="621792" y="832104"/>
                </a:lnTo>
                <a:cubicBezTo>
                  <a:pt x="612648" y="832104"/>
                  <a:pt x="603504" y="822960"/>
                  <a:pt x="603504" y="822960"/>
                </a:cubicBezTo>
                <a:cubicBezTo>
                  <a:pt x="585216" y="813816"/>
                  <a:pt x="557784" y="795528"/>
                  <a:pt x="557784" y="768096"/>
                </a:cubicBezTo>
                <a:cubicBezTo>
                  <a:pt x="548640" y="758952"/>
                  <a:pt x="557784" y="749808"/>
                  <a:pt x="566928" y="749808"/>
                </a:cubicBezTo>
                <a:cubicBezTo>
                  <a:pt x="594360" y="740664"/>
                  <a:pt x="612648" y="758952"/>
                  <a:pt x="630936" y="768096"/>
                </a:cubicBezTo>
                <a:moveTo>
                  <a:pt x="429768" y="539496"/>
                </a:moveTo>
                <a:cubicBezTo>
                  <a:pt x="457200" y="557784"/>
                  <a:pt x="484632" y="502920"/>
                  <a:pt x="448056" y="484632"/>
                </a:cubicBezTo>
                <a:cubicBezTo>
                  <a:pt x="420624" y="475488"/>
                  <a:pt x="393192" y="466344"/>
                  <a:pt x="356616" y="457200"/>
                </a:cubicBezTo>
                <a:cubicBezTo>
                  <a:pt x="356616" y="457200"/>
                  <a:pt x="356616" y="457200"/>
                  <a:pt x="356616" y="457200"/>
                </a:cubicBezTo>
                <a:cubicBezTo>
                  <a:pt x="338328" y="448056"/>
                  <a:pt x="320040" y="448056"/>
                  <a:pt x="301752" y="457200"/>
                </a:cubicBezTo>
                <a:cubicBezTo>
                  <a:pt x="292608" y="466344"/>
                  <a:pt x="301752" y="484632"/>
                  <a:pt x="310896" y="484632"/>
                </a:cubicBezTo>
                <a:cubicBezTo>
                  <a:pt x="310896" y="484632"/>
                  <a:pt x="310896" y="484632"/>
                  <a:pt x="320040" y="484632"/>
                </a:cubicBezTo>
                <a:cubicBezTo>
                  <a:pt x="320040" y="484632"/>
                  <a:pt x="320040" y="493776"/>
                  <a:pt x="329184" y="493776"/>
                </a:cubicBezTo>
                <a:cubicBezTo>
                  <a:pt x="329184" y="493776"/>
                  <a:pt x="338328" y="493776"/>
                  <a:pt x="338328" y="493776"/>
                </a:cubicBezTo>
                <a:cubicBezTo>
                  <a:pt x="347472" y="502920"/>
                  <a:pt x="356616" y="502920"/>
                  <a:pt x="356616" y="502920"/>
                </a:cubicBezTo>
                <a:cubicBezTo>
                  <a:pt x="374904" y="512064"/>
                  <a:pt x="384048" y="512064"/>
                  <a:pt x="393192" y="521208"/>
                </a:cubicBez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cubicBezTo>
                  <a:pt x="402336" y="530352"/>
                  <a:pt x="411480" y="530352"/>
                  <a:pt x="429768" y="539496"/>
                </a:cubicBezTo>
                <a:moveTo>
                  <a:pt x="402336" y="283464"/>
                </a:moveTo>
                <a:cubicBezTo>
                  <a:pt x="393192" y="283464"/>
                  <a:pt x="393192" y="283464"/>
                  <a:pt x="384048" y="274320"/>
                </a:cubicBezTo>
                <a:cubicBezTo>
                  <a:pt x="365760" y="274320"/>
                  <a:pt x="338328" y="256032"/>
                  <a:pt x="329184" y="237744"/>
                </a:cubicBezTo>
                <a:cubicBezTo>
                  <a:pt x="320040" y="210312"/>
                  <a:pt x="384048" y="228600"/>
                  <a:pt x="393192" y="228600"/>
                </a:cubicBezTo>
                <a:cubicBezTo>
                  <a:pt x="402336" y="237744"/>
                  <a:pt x="411480" y="237744"/>
                  <a:pt x="420624" y="237744"/>
                </a:cubicBezTo>
                <a:cubicBezTo>
                  <a:pt x="457200" y="237744"/>
                  <a:pt x="484632" y="246888"/>
                  <a:pt x="493776" y="274320"/>
                </a:cubicBezTo>
                <a:cubicBezTo>
                  <a:pt x="493776" y="301752"/>
                  <a:pt x="466344" y="320040"/>
                  <a:pt x="448056" y="310896"/>
                </a:cubicBezTo>
                <a:cubicBezTo>
                  <a:pt x="448056" y="301752"/>
                  <a:pt x="448056" y="301752"/>
                  <a:pt x="438912" y="301752"/>
                </a:cubicBezTo>
                <a:cubicBezTo>
                  <a:pt x="438912" y="301752"/>
                  <a:pt x="438912" y="301752"/>
                  <a:pt x="438912" y="301752"/>
                </a:cubicBezTo>
                <a:cubicBezTo>
                  <a:pt x="429768" y="292608"/>
                  <a:pt x="420624" y="292608"/>
                  <a:pt x="420624" y="292608"/>
                </a:cubicBezTo>
                <a:cubicBezTo>
                  <a:pt x="411480" y="292608"/>
                  <a:pt x="411480" y="283464"/>
                  <a:pt x="402336" y="283464"/>
                </a:cubicBezTo>
                <a:moveTo>
                  <a:pt x="649224" y="493776"/>
                </a:moveTo>
                <a:cubicBezTo>
                  <a:pt x="649224" y="484632"/>
                  <a:pt x="649224" y="484632"/>
                  <a:pt x="640080" y="484632"/>
                </a:cubicBezTo>
                <a:cubicBezTo>
                  <a:pt x="630936" y="475488"/>
                  <a:pt x="612648" y="457200"/>
                  <a:pt x="603504" y="466344"/>
                </a:cubicBezTo>
                <a:cubicBezTo>
                  <a:pt x="594360" y="475488"/>
                  <a:pt x="594360" y="484632"/>
                  <a:pt x="603504" y="484632"/>
                </a:cubicBezTo>
                <a:cubicBezTo>
                  <a:pt x="603504" y="493776"/>
                  <a:pt x="603504" y="493776"/>
                  <a:pt x="603504" y="493776"/>
                </a:cubicBezTo>
                <a:cubicBezTo>
                  <a:pt x="603504" y="493776"/>
                  <a:pt x="603504" y="502920"/>
                  <a:pt x="612648" y="502920"/>
                </a:cubicBezTo>
                <a:cubicBezTo>
                  <a:pt x="612648" y="512064"/>
                  <a:pt x="621792" y="530352"/>
                  <a:pt x="640080" y="539496"/>
                </a:cubicBezTo>
                <a:cubicBezTo>
                  <a:pt x="658368" y="557784"/>
                  <a:pt x="676656" y="585216"/>
                  <a:pt x="694944" y="594360"/>
                </a:cubicBezTo>
                <a:cubicBezTo>
                  <a:pt x="731520" y="612648"/>
                  <a:pt x="758952" y="576072"/>
                  <a:pt x="731520" y="557784"/>
                </a:cubicBezTo>
                <a:cubicBezTo>
                  <a:pt x="722376" y="539496"/>
                  <a:pt x="704088" y="530352"/>
                  <a:pt x="694944" y="521208"/>
                </a:cubicBezTo>
                <a:cubicBezTo>
                  <a:pt x="685800" y="521208"/>
                  <a:pt x="676656" y="512064"/>
                  <a:pt x="667512" y="502920"/>
                </a:cubicBezTo>
                <a:lnTo>
                  <a:pt x="667512" y="502920"/>
                </a:lnTo>
                <a:cubicBezTo>
                  <a:pt x="667512" y="502920"/>
                  <a:pt x="658368" y="493776"/>
                  <a:pt x="649224" y="493776"/>
                </a:cubicBezTo>
                <a:moveTo>
                  <a:pt x="667512" y="228600"/>
                </a:moveTo>
                <a:cubicBezTo>
                  <a:pt x="667512" y="228600"/>
                  <a:pt x="676656" y="228600"/>
                  <a:pt x="685800" y="228600"/>
                </a:cubicBezTo>
                <a:cubicBezTo>
                  <a:pt x="704088" y="228600"/>
                  <a:pt x="731520" y="228600"/>
                  <a:pt x="749808" y="246888"/>
                </a:cubicBezTo>
                <a:cubicBezTo>
                  <a:pt x="758952" y="265176"/>
                  <a:pt x="740664" y="292608"/>
                  <a:pt x="722376" y="292608"/>
                </a:cubicBezTo>
                <a:cubicBezTo>
                  <a:pt x="713232" y="283464"/>
                  <a:pt x="704088" y="283464"/>
                  <a:pt x="694944" y="283464"/>
                </a:cubicBezTo>
                <a:cubicBezTo>
                  <a:pt x="685800" y="274320"/>
                  <a:pt x="685800" y="274320"/>
                  <a:pt x="676656" y="274320"/>
                </a:cubicBezTo>
                <a:cubicBezTo>
                  <a:pt x="658368" y="274320"/>
                  <a:pt x="640080" y="265176"/>
                  <a:pt x="621792" y="256032"/>
                </a:cubicBezTo>
                <a:cubicBezTo>
                  <a:pt x="612648" y="256032"/>
                  <a:pt x="612648" y="246888"/>
                  <a:pt x="612648" y="237744"/>
                </a:cubicBezTo>
                <a:cubicBezTo>
                  <a:pt x="630936" y="228600"/>
                  <a:pt x="649224" y="228600"/>
                  <a:pt x="667512" y="228600"/>
                </a:cubicBezTo>
                <a:moveTo>
                  <a:pt x="1517904" y="1088136"/>
                </a:moveTo>
                <a:lnTo>
                  <a:pt x="1517904" y="1088136"/>
                </a:lnTo>
                <a:cubicBezTo>
                  <a:pt x="1517904" y="1069848"/>
                  <a:pt x="1517904" y="1051560"/>
                  <a:pt x="1508760" y="1033272"/>
                </a:cubicBezTo>
                <a:cubicBezTo>
                  <a:pt x="1490472" y="1024128"/>
                  <a:pt x="1472184" y="1033272"/>
                  <a:pt x="1472184" y="1051560"/>
                </a:cubicBezTo>
                <a:cubicBezTo>
                  <a:pt x="1472184" y="1078992"/>
                  <a:pt x="1472184" y="1097280"/>
                  <a:pt x="1472184" y="1124712"/>
                </a:cubicBezTo>
                <a:cubicBezTo>
                  <a:pt x="1472184" y="1133856"/>
                  <a:pt x="1472184" y="1143000"/>
                  <a:pt x="1472184" y="1152144"/>
                </a:cubicBezTo>
                <a:cubicBezTo>
                  <a:pt x="1472184" y="1170432"/>
                  <a:pt x="1472184" y="1197864"/>
                  <a:pt x="1499616" y="1207008"/>
                </a:cubicBezTo>
                <a:cubicBezTo>
                  <a:pt x="1508760" y="1216152"/>
                  <a:pt x="1517904" y="1216152"/>
                  <a:pt x="1527048" y="1207008"/>
                </a:cubicBezTo>
                <a:cubicBezTo>
                  <a:pt x="1545336" y="1188720"/>
                  <a:pt x="1536192" y="1152144"/>
                  <a:pt x="1527048" y="1124712"/>
                </a:cubicBezTo>
                <a:cubicBezTo>
                  <a:pt x="1527048" y="1124712"/>
                  <a:pt x="1527048" y="1115568"/>
                  <a:pt x="1527048" y="1106424"/>
                </a:cubicBezTo>
                <a:cubicBezTo>
                  <a:pt x="1527048" y="1106424"/>
                  <a:pt x="1527048" y="1097280"/>
                  <a:pt x="1517904" y="1088136"/>
                </a:cubicBezTo>
                <a:moveTo>
                  <a:pt x="1444752" y="1453896"/>
                </a:moveTo>
                <a:cubicBezTo>
                  <a:pt x="1444752" y="1463040"/>
                  <a:pt x="1453896" y="1463040"/>
                  <a:pt x="1453896" y="1463040"/>
                </a:cubicBezTo>
                <a:cubicBezTo>
                  <a:pt x="1444752" y="1472184"/>
                  <a:pt x="1453896" y="1490472"/>
                  <a:pt x="1453896" y="1499616"/>
                </a:cubicBezTo>
                <a:cubicBezTo>
                  <a:pt x="1453896" y="1508760"/>
                  <a:pt x="1453896" y="1508760"/>
                  <a:pt x="1453896" y="1517904"/>
                </a:cubicBezTo>
                <a:cubicBezTo>
                  <a:pt x="1463040" y="1554480"/>
                  <a:pt x="1463040" y="1581912"/>
                  <a:pt x="1463040" y="1609344"/>
                </a:cubicBezTo>
                <a:lnTo>
                  <a:pt x="1463040" y="1609344"/>
                </a:lnTo>
                <a:cubicBezTo>
                  <a:pt x="1463040" y="1645920"/>
                  <a:pt x="1399032" y="1645920"/>
                  <a:pt x="1408176" y="1600200"/>
                </a:cubicBezTo>
                <a:cubicBezTo>
                  <a:pt x="1408176" y="1563624"/>
                  <a:pt x="1417320" y="1536192"/>
                  <a:pt x="1417320" y="1499616"/>
                </a:cubicBezTo>
                <a:lnTo>
                  <a:pt x="1417320" y="1499616"/>
                </a:lnTo>
                <a:cubicBezTo>
                  <a:pt x="1417320" y="1481328"/>
                  <a:pt x="1426464" y="1453896"/>
                  <a:pt x="1444752" y="1453896"/>
                </a:cubicBezTo>
                <a:moveTo>
                  <a:pt x="1261872" y="1527048"/>
                </a:moveTo>
                <a:cubicBezTo>
                  <a:pt x="1261872" y="1517904"/>
                  <a:pt x="1243584" y="1517904"/>
                  <a:pt x="1234440" y="1536192"/>
                </a:cubicBezTo>
                <a:cubicBezTo>
                  <a:pt x="1225296" y="1563624"/>
                  <a:pt x="1225296" y="1581912"/>
                  <a:pt x="1216152" y="1609344"/>
                </a:cubicBezTo>
                <a:cubicBezTo>
                  <a:pt x="1216152" y="1636776"/>
                  <a:pt x="1216152" y="1664208"/>
                  <a:pt x="1216152" y="1682496"/>
                </a:cubicBezTo>
                <a:cubicBezTo>
                  <a:pt x="1225296" y="1709928"/>
                  <a:pt x="1252728" y="1719072"/>
                  <a:pt x="1271016" y="1700784"/>
                </a:cubicBezTo>
                <a:cubicBezTo>
                  <a:pt x="1280160" y="1682496"/>
                  <a:pt x="1280160" y="1664208"/>
                  <a:pt x="1271016" y="1645920"/>
                </a:cubicBezTo>
                <a:cubicBezTo>
                  <a:pt x="1271016" y="1636776"/>
                  <a:pt x="1271016" y="1627632"/>
                  <a:pt x="1271016" y="1618488"/>
                </a:cubicBezTo>
                <a:cubicBezTo>
                  <a:pt x="1271016" y="1609344"/>
                  <a:pt x="1271016" y="1609344"/>
                  <a:pt x="1271016" y="1600200"/>
                </a:cubicBezTo>
                <a:cubicBezTo>
                  <a:pt x="1271016" y="1572768"/>
                  <a:pt x="1280160" y="1545336"/>
                  <a:pt x="1261872" y="1527048"/>
                </a:cubicBezTo>
                <a:moveTo>
                  <a:pt x="1033272" y="1682496"/>
                </a:moveTo>
                <a:cubicBezTo>
                  <a:pt x="1042416" y="1664208"/>
                  <a:pt x="1060704" y="1664208"/>
                  <a:pt x="1060704" y="1673352"/>
                </a:cubicBezTo>
                <a:cubicBezTo>
                  <a:pt x="1078992" y="1700784"/>
                  <a:pt x="1078992" y="1728216"/>
                  <a:pt x="1088136" y="1764792"/>
                </a:cubicBezTo>
                <a:cubicBezTo>
                  <a:pt x="1088136" y="1783080"/>
                  <a:pt x="1088136" y="1810512"/>
                  <a:pt x="1097280" y="1837944"/>
                </a:cubicBezTo>
                <a:cubicBezTo>
                  <a:pt x="1115568" y="1892808"/>
                  <a:pt x="1024128" y="1901952"/>
                  <a:pt x="1033272" y="1837944"/>
                </a:cubicBezTo>
                <a:cubicBezTo>
                  <a:pt x="1033272" y="1819656"/>
                  <a:pt x="1033272" y="1801368"/>
                  <a:pt x="1033272" y="1773936"/>
                </a:cubicBezTo>
                <a:cubicBezTo>
                  <a:pt x="1033272" y="1746504"/>
                  <a:pt x="1024128" y="1709928"/>
                  <a:pt x="1033272" y="1682496"/>
                </a:cubicBezTo>
                <a:moveTo>
                  <a:pt x="493776" y="941832"/>
                </a:moveTo>
                <a:lnTo>
                  <a:pt x="493776" y="941832"/>
                </a:lnTo>
                <a:cubicBezTo>
                  <a:pt x="475488" y="923544"/>
                  <a:pt x="466344" y="914400"/>
                  <a:pt x="457200" y="905256"/>
                </a:cubicBezTo>
                <a:cubicBezTo>
                  <a:pt x="438912" y="896112"/>
                  <a:pt x="429768" y="886968"/>
                  <a:pt x="411480" y="877824"/>
                </a:cubicBezTo>
                <a:cubicBezTo>
                  <a:pt x="402336" y="868680"/>
                  <a:pt x="402336" y="868680"/>
                  <a:pt x="393192" y="859536"/>
                </a:cubicBezTo>
                <a:cubicBezTo>
                  <a:pt x="365760" y="850392"/>
                  <a:pt x="338328" y="877824"/>
                  <a:pt x="356616" y="905256"/>
                </a:cubicBezTo>
                <a:cubicBezTo>
                  <a:pt x="365760" y="914400"/>
                  <a:pt x="365760" y="914400"/>
                  <a:pt x="374904" y="914400"/>
                </a:cubicBezTo>
                <a:cubicBezTo>
                  <a:pt x="384048" y="914400"/>
                  <a:pt x="384048" y="914400"/>
                  <a:pt x="384048" y="914400"/>
                </a:cubicBezTo>
                <a:cubicBezTo>
                  <a:pt x="384048" y="923544"/>
                  <a:pt x="384048" y="923544"/>
                  <a:pt x="393192" y="923544"/>
                </a:cubicBezTo>
                <a:cubicBezTo>
                  <a:pt x="402336" y="923544"/>
                  <a:pt x="411480" y="932688"/>
                  <a:pt x="420624" y="941832"/>
                </a:cubicBezTo>
                <a:cubicBezTo>
                  <a:pt x="420624" y="941832"/>
                  <a:pt x="429768" y="950976"/>
                  <a:pt x="438912" y="950976"/>
                </a:cubicBezTo>
                <a:cubicBezTo>
                  <a:pt x="457200" y="960120"/>
                  <a:pt x="466344" y="969264"/>
                  <a:pt x="484632" y="978408"/>
                </a:cubicBezTo>
                <a:cubicBezTo>
                  <a:pt x="493776" y="978408"/>
                  <a:pt x="502920" y="969264"/>
                  <a:pt x="502920" y="960120"/>
                </a:cubicBezTo>
                <a:cubicBezTo>
                  <a:pt x="502920" y="950976"/>
                  <a:pt x="502920" y="950976"/>
                  <a:pt x="493776" y="941832"/>
                </a:cubicBezTo>
                <a:moveTo>
                  <a:pt x="192024" y="694944"/>
                </a:moveTo>
                <a:cubicBezTo>
                  <a:pt x="219456" y="685800"/>
                  <a:pt x="246888" y="685800"/>
                  <a:pt x="274320" y="694944"/>
                </a:cubicBezTo>
                <a:cubicBezTo>
                  <a:pt x="292608" y="694944"/>
                  <a:pt x="310896" y="704088"/>
                  <a:pt x="329184" y="713232"/>
                </a:cubicBezTo>
                <a:cubicBezTo>
                  <a:pt x="329184" y="722376"/>
                  <a:pt x="329184" y="722376"/>
                  <a:pt x="329184" y="731520"/>
                </a:cubicBezTo>
                <a:cubicBezTo>
                  <a:pt x="320040" y="740664"/>
                  <a:pt x="292608" y="740664"/>
                  <a:pt x="274320" y="740664"/>
                </a:cubicBezTo>
                <a:lnTo>
                  <a:pt x="274320" y="740664"/>
                </a:lnTo>
                <a:cubicBezTo>
                  <a:pt x="246888" y="749808"/>
                  <a:pt x="219456" y="749808"/>
                  <a:pt x="192024" y="758952"/>
                </a:cubicBezTo>
                <a:cubicBezTo>
                  <a:pt x="155448" y="768096"/>
                  <a:pt x="146304" y="694944"/>
                  <a:pt x="192024" y="694944"/>
                </a:cubicBezTo>
                <a:moveTo>
                  <a:pt x="137160" y="384048"/>
                </a:moveTo>
                <a:cubicBezTo>
                  <a:pt x="128016" y="384048"/>
                  <a:pt x="109728" y="393192"/>
                  <a:pt x="91440" y="402336"/>
                </a:cubicBezTo>
                <a:lnTo>
                  <a:pt x="91440" y="402336"/>
                </a:lnTo>
                <a:cubicBezTo>
                  <a:pt x="82296" y="402336"/>
                  <a:pt x="82296" y="402336"/>
                  <a:pt x="73152" y="402336"/>
                </a:cubicBezTo>
                <a:cubicBezTo>
                  <a:pt x="54864" y="411480"/>
                  <a:pt x="36576" y="420624"/>
                  <a:pt x="18288" y="429768"/>
                </a:cubicBezTo>
                <a:cubicBezTo>
                  <a:pt x="-27432" y="466344"/>
                  <a:pt x="36576" y="530352"/>
                  <a:pt x="64008" y="484632"/>
                </a:cubicBezTo>
                <a:cubicBezTo>
                  <a:pt x="73152" y="475488"/>
                  <a:pt x="82296" y="466344"/>
                  <a:pt x="91440" y="457200"/>
                </a:cubicBezTo>
                <a:lnTo>
                  <a:pt x="91440" y="457200"/>
                </a:lnTo>
                <a:cubicBezTo>
                  <a:pt x="100584" y="457200"/>
                  <a:pt x="100584" y="457200"/>
                  <a:pt x="100584" y="457200"/>
                </a:cubicBezTo>
                <a:cubicBezTo>
                  <a:pt x="100584" y="448056"/>
                  <a:pt x="109728" y="448056"/>
                  <a:pt x="109728" y="448056"/>
                </a:cubicBezTo>
                <a:lnTo>
                  <a:pt x="109728" y="448056"/>
                </a:lnTo>
                <a:lnTo>
                  <a:pt x="109728" y="448056"/>
                </a:lnTo>
                <a:cubicBezTo>
                  <a:pt x="118872" y="448056"/>
                  <a:pt x="118872" y="438912"/>
                  <a:pt x="128016" y="438912"/>
                </a:cubicBezTo>
                <a:cubicBezTo>
                  <a:pt x="137160" y="429768"/>
                  <a:pt x="137160" y="429768"/>
                  <a:pt x="146304" y="420624"/>
                </a:cubicBezTo>
                <a:cubicBezTo>
                  <a:pt x="155448" y="411480"/>
                  <a:pt x="146304" y="393192"/>
                  <a:pt x="137160" y="384048"/>
                </a:cubicBezTo>
                <a:moveTo>
                  <a:pt x="960120" y="192024"/>
                </a:moveTo>
                <a:lnTo>
                  <a:pt x="960120" y="192024"/>
                </a:lnTo>
                <a:cubicBezTo>
                  <a:pt x="969264" y="201168"/>
                  <a:pt x="987552" y="201168"/>
                  <a:pt x="996696" y="210312"/>
                </a:cubicBezTo>
                <a:cubicBezTo>
                  <a:pt x="1033272" y="246888"/>
                  <a:pt x="1078992" y="182880"/>
                  <a:pt x="1042416" y="155448"/>
                </a:cubicBezTo>
                <a:cubicBezTo>
                  <a:pt x="1033272" y="146304"/>
                  <a:pt x="1024128" y="146304"/>
                  <a:pt x="1014984" y="137160"/>
                </a:cubicBezTo>
                <a:cubicBezTo>
                  <a:pt x="1005840" y="137160"/>
                  <a:pt x="1005840" y="137160"/>
                  <a:pt x="996696" y="137160"/>
                </a:cubicBezTo>
                <a:cubicBezTo>
                  <a:pt x="996696" y="128016"/>
                  <a:pt x="987552" y="128016"/>
                  <a:pt x="978408" y="128016"/>
                </a:cubicBezTo>
                <a:cubicBezTo>
                  <a:pt x="978408" y="118872"/>
                  <a:pt x="978408" y="118872"/>
                  <a:pt x="969264" y="118872"/>
                </a:cubicBezTo>
                <a:cubicBezTo>
                  <a:pt x="950976" y="109728"/>
                  <a:pt x="932688" y="100584"/>
                  <a:pt x="914400" y="109728"/>
                </a:cubicBezTo>
                <a:cubicBezTo>
                  <a:pt x="896112" y="118872"/>
                  <a:pt x="896112" y="137160"/>
                  <a:pt x="905256" y="146304"/>
                </a:cubicBezTo>
                <a:cubicBezTo>
                  <a:pt x="914400" y="155448"/>
                  <a:pt x="923544" y="155448"/>
                  <a:pt x="932688" y="164592"/>
                </a:cubicBezTo>
                <a:cubicBezTo>
                  <a:pt x="932688" y="173736"/>
                  <a:pt x="941832" y="173736"/>
                  <a:pt x="950976" y="182880"/>
                </a:cubicBezTo>
                <a:cubicBezTo>
                  <a:pt x="950976" y="182880"/>
                  <a:pt x="960120" y="192024"/>
                  <a:pt x="960120" y="192024"/>
                </a:cubicBezTo>
                <a:moveTo>
                  <a:pt x="978408" y="877824"/>
                </a:moveTo>
                <a:cubicBezTo>
                  <a:pt x="978408" y="877824"/>
                  <a:pt x="978408" y="877824"/>
                  <a:pt x="978408" y="877824"/>
                </a:cubicBezTo>
                <a:cubicBezTo>
                  <a:pt x="1014984" y="896112"/>
                  <a:pt x="987552" y="950976"/>
                  <a:pt x="960120" y="932688"/>
                </a:cubicBezTo>
                <a:cubicBezTo>
                  <a:pt x="941832" y="923544"/>
                  <a:pt x="923544" y="914400"/>
                  <a:pt x="914400" y="896112"/>
                </a:cubicBezTo>
                <a:cubicBezTo>
                  <a:pt x="914400" y="886968"/>
                  <a:pt x="905256" y="886968"/>
                  <a:pt x="896112" y="877824"/>
                </a:cubicBezTo>
                <a:cubicBezTo>
                  <a:pt x="877824" y="859536"/>
                  <a:pt x="859536" y="832104"/>
                  <a:pt x="850392" y="804672"/>
                </a:cubicBezTo>
                <a:cubicBezTo>
                  <a:pt x="850392" y="786384"/>
                  <a:pt x="859536" y="777240"/>
                  <a:pt x="877824" y="777240"/>
                </a:cubicBezTo>
                <a:cubicBezTo>
                  <a:pt x="896112" y="786384"/>
                  <a:pt x="905256" y="804672"/>
                  <a:pt x="923544" y="813816"/>
                </a:cubicBezTo>
                <a:cubicBezTo>
                  <a:pt x="923544" y="822960"/>
                  <a:pt x="923544" y="822960"/>
                  <a:pt x="932688" y="832104"/>
                </a:cubicBezTo>
                <a:lnTo>
                  <a:pt x="960120" y="859536"/>
                </a:lnTo>
                <a:cubicBezTo>
                  <a:pt x="969264" y="868680"/>
                  <a:pt x="969264" y="868680"/>
                  <a:pt x="978408" y="877824"/>
                </a:cubicBezTo>
                <a:lnTo>
                  <a:pt x="978408" y="877824"/>
                </a:lnTo>
                <a:moveTo>
                  <a:pt x="1014984" y="484632"/>
                </a:moveTo>
                <a:cubicBezTo>
                  <a:pt x="987552" y="466344"/>
                  <a:pt x="960120" y="448056"/>
                  <a:pt x="932688" y="438912"/>
                </a:cubicBezTo>
                <a:cubicBezTo>
                  <a:pt x="932688" y="438912"/>
                  <a:pt x="932688" y="438912"/>
                  <a:pt x="932688" y="438912"/>
                </a:cubicBezTo>
                <a:cubicBezTo>
                  <a:pt x="914400" y="429768"/>
                  <a:pt x="886968" y="420624"/>
                  <a:pt x="868680" y="429768"/>
                </a:cubicBezTo>
                <a:cubicBezTo>
                  <a:pt x="859536" y="429768"/>
                  <a:pt x="868680" y="448056"/>
                  <a:pt x="877824" y="448056"/>
                </a:cubicBezTo>
                <a:cubicBezTo>
                  <a:pt x="886968" y="457200"/>
                  <a:pt x="886968" y="457200"/>
                  <a:pt x="896112" y="466344"/>
                </a:cubicBezTo>
                <a:lnTo>
                  <a:pt x="896112" y="466344"/>
                </a:lnTo>
                <a:cubicBezTo>
                  <a:pt x="896112" y="466344"/>
                  <a:pt x="896112" y="466344"/>
                  <a:pt x="896112" y="466344"/>
                </a:cubicBezTo>
                <a:lnTo>
                  <a:pt x="923544" y="484632"/>
                </a:lnTo>
                <a:cubicBezTo>
                  <a:pt x="932688" y="493776"/>
                  <a:pt x="941832" y="502920"/>
                  <a:pt x="950976" y="512064"/>
                </a:cubicBezTo>
                <a:cubicBezTo>
                  <a:pt x="960120" y="512064"/>
                  <a:pt x="969264" y="521208"/>
                  <a:pt x="978408" y="530352"/>
                </a:cubicBezTo>
                <a:cubicBezTo>
                  <a:pt x="1005840" y="548640"/>
                  <a:pt x="1033272" y="512064"/>
                  <a:pt x="1014984" y="484632"/>
                </a:cubicBezTo>
                <a:moveTo>
                  <a:pt x="914400" y="1453896"/>
                </a:moveTo>
                <a:lnTo>
                  <a:pt x="914400" y="1453896"/>
                </a:lnTo>
                <a:cubicBezTo>
                  <a:pt x="923544" y="1453896"/>
                  <a:pt x="923544" y="1463040"/>
                  <a:pt x="923544" y="1463040"/>
                </a:cubicBezTo>
                <a:cubicBezTo>
                  <a:pt x="932688" y="1472184"/>
                  <a:pt x="932688" y="1472184"/>
                  <a:pt x="941832" y="1481328"/>
                </a:cubicBezTo>
                <a:lnTo>
                  <a:pt x="941832" y="1481328"/>
                </a:lnTo>
                <a:cubicBezTo>
                  <a:pt x="941832" y="1481328"/>
                  <a:pt x="950976" y="1490472"/>
                  <a:pt x="960120" y="1499616"/>
                </a:cubicBezTo>
                <a:cubicBezTo>
                  <a:pt x="978408" y="1527048"/>
                  <a:pt x="932688" y="1563624"/>
                  <a:pt x="914400" y="1536192"/>
                </a:cubicBezTo>
                <a:cubicBezTo>
                  <a:pt x="905256" y="1527048"/>
                  <a:pt x="905256" y="1517904"/>
                  <a:pt x="896112" y="1508760"/>
                </a:cubicBezTo>
                <a:lnTo>
                  <a:pt x="896112" y="1508760"/>
                </a:lnTo>
                <a:lnTo>
                  <a:pt x="896112" y="1508760"/>
                </a:lnTo>
                <a:cubicBezTo>
                  <a:pt x="896112" y="1499616"/>
                  <a:pt x="886968" y="1490472"/>
                  <a:pt x="886968" y="1490472"/>
                </a:cubicBezTo>
                <a:cubicBezTo>
                  <a:pt x="868680" y="1472184"/>
                  <a:pt x="859536" y="1463040"/>
                  <a:pt x="859536" y="1444752"/>
                </a:cubicBezTo>
                <a:cubicBezTo>
                  <a:pt x="859536" y="1426464"/>
                  <a:pt x="886968" y="1417320"/>
                  <a:pt x="896112" y="1435608"/>
                </a:cubicBezTo>
                <a:cubicBezTo>
                  <a:pt x="896112" y="1435608"/>
                  <a:pt x="905256" y="1444752"/>
                  <a:pt x="914400" y="1453896"/>
                </a:cubicBezTo>
                <a:moveTo>
                  <a:pt x="1252728" y="1920240"/>
                </a:moveTo>
                <a:cubicBezTo>
                  <a:pt x="1225296" y="1929384"/>
                  <a:pt x="1216152" y="1956816"/>
                  <a:pt x="1207008" y="1984248"/>
                </a:cubicBezTo>
                <a:cubicBezTo>
                  <a:pt x="1207008" y="1984248"/>
                  <a:pt x="1207008" y="1984248"/>
                  <a:pt x="1207008" y="1993392"/>
                </a:cubicBezTo>
                <a:lnTo>
                  <a:pt x="1197864" y="2020824"/>
                </a:lnTo>
                <a:lnTo>
                  <a:pt x="1197864" y="2020824"/>
                </a:lnTo>
                <a:cubicBezTo>
                  <a:pt x="1197864" y="2020824"/>
                  <a:pt x="1188720" y="2029968"/>
                  <a:pt x="1188720" y="2029968"/>
                </a:cubicBezTo>
                <a:cubicBezTo>
                  <a:pt x="1188720" y="2029968"/>
                  <a:pt x="1188720" y="2039112"/>
                  <a:pt x="1179576" y="2039112"/>
                </a:cubicBezTo>
                <a:cubicBezTo>
                  <a:pt x="1170432" y="2057400"/>
                  <a:pt x="1188720" y="2084832"/>
                  <a:pt x="1207008" y="2084832"/>
                </a:cubicBezTo>
                <a:lnTo>
                  <a:pt x="1216152" y="2084832"/>
                </a:lnTo>
                <a:cubicBezTo>
                  <a:pt x="1225296" y="2084832"/>
                  <a:pt x="1243584" y="2084832"/>
                  <a:pt x="1252728" y="2075688"/>
                </a:cubicBezTo>
                <a:cubicBezTo>
                  <a:pt x="1261872" y="2057400"/>
                  <a:pt x="1261872" y="2048256"/>
                  <a:pt x="1261872" y="2029968"/>
                </a:cubicBezTo>
                <a:cubicBezTo>
                  <a:pt x="1261872" y="2020824"/>
                  <a:pt x="1261872" y="2020824"/>
                  <a:pt x="1261872" y="2020824"/>
                </a:cubicBezTo>
                <a:cubicBezTo>
                  <a:pt x="1271016" y="1993392"/>
                  <a:pt x="1271016" y="1965960"/>
                  <a:pt x="1280160" y="1938528"/>
                </a:cubicBezTo>
                <a:cubicBezTo>
                  <a:pt x="1280160" y="1938528"/>
                  <a:pt x="1271016" y="1920240"/>
                  <a:pt x="1252728" y="1920240"/>
                </a:cubicBezTo>
                <a:moveTo>
                  <a:pt x="192024" y="201168"/>
                </a:moveTo>
                <a:cubicBezTo>
                  <a:pt x="182880" y="201168"/>
                  <a:pt x="182880" y="210312"/>
                  <a:pt x="173736" y="210312"/>
                </a:cubicBezTo>
                <a:cubicBezTo>
                  <a:pt x="155448" y="219456"/>
                  <a:pt x="137160" y="210312"/>
                  <a:pt x="137160" y="192024"/>
                </a:cubicBezTo>
                <a:cubicBezTo>
                  <a:pt x="128016" y="164592"/>
                  <a:pt x="155448" y="146304"/>
                  <a:pt x="173736" y="137160"/>
                </a:cubicBezTo>
                <a:cubicBezTo>
                  <a:pt x="201168" y="128016"/>
                  <a:pt x="228600" y="109728"/>
                  <a:pt x="256032" y="109728"/>
                </a:cubicBezTo>
                <a:cubicBezTo>
                  <a:pt x="274320" y="109728"/>
                  <a:pt x="274320" y="128016"/>
                  <a:pt x="265176" y="137160"/>
                </a:cubicBezTo>
                <a:cubicBezTo>
                  <a:pt x="265176" y="137160"/>
                  <a:pt x="265176" y="146304"/>
                  <a:pt x="256032" y="146304"/>
                </a:cubicBezTo>
                <a:cubicBezTo>
                  <a:pt x="256032" y="155448"/>
                  <a:pt x="246888" y="155448"/>
                  <a:pt x="237744" y="164592"/>
                </a:cubicBezTo>
                <a:cubicBezTo>
                  <a:pt x="228600" y="164592"/>
                  <a:pt x="228600" y="164592"/>
                  <a:pt x="219456" y="173736"/>
                </a:cubicBezTo>
                <a:cubicBezTo>
                  <a:pt x="219456" y="173736"/>
                  <a:pt x="219456" y="173736"/>
                  <a:pt x="210312" y="173736"/>
                </a:cubicBezTo>
                <a:cubicBezTo>
                  <a:pt x="210312" y="182880"/>
                  <a:pt x="210312" y="182880"/>
                  <a:pt x="210312" y="182880"/>
                </a:cubicBezTo>
                <a:cubicBezTo>
                  <a:pt x="201168" y="182880"/>
                  <a:pt x="201168" y="192024"/>
                  <a:pt x="192024" y="192024"/>
                </a:cubicBezTo>
                <a:cubicBezTo>
                  <a:pt x="192024" y="192024"/>
                  <a:pt x="192024" y="192024"/>
                  <a:pt x="192024" y="201168"/>
                </a:cubicBezTo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2" name="Vector_#color-2096&amp;2039"/>
          <p:cNvSpPr/>
          <p:nvPr userDrawn="1">
            <p:custDataLst>
              <p:tags r:id="rId5"/>
            </p:custDataLst>
          </p:nvPr>
        </p:nvSpPr>
        <p:spPr>
          <a:xfrm>
            <a:off x="1773936" y="4343400"/>
            <a:ext cx="1965960" cy="1984248"/>
          </a:xfrm>
          <a:custGeom>
            <a:avLst/>
            <a:gdLst/>
            <a:ahLst/>
            <a:cxnLst/>
            <a:rect l="l" t="t" r="r" b="b"/>
            <a:pathLst>
              <a:path w="1965960" h="1984248">
                <a:moveTo>
                  <a:pt x="749808" y="18288"/>
                </a:moveTo>
                <a:cubicBezTo>
                  <a:pt x="256032" y="128016"/>
                  <a:pt x="-137160" y="722376"/>
                  <a:pt x="45720" y="1289304"/>
                </a:cubicBezTo>
                <a:cubicBezTo>
                  <a:pt x="219456" y="1837944"/>
                  <a:pt x="822960" y="2103120"/>
                  <a:pt x="1316736" y="1938528"/>
                </a:cubicBezTo>
                <a:cubicBezTo>
                  <a:pt x="1664208" y="1819656"/>
                  <a:pt x="1929384" y="1490472"/>
                  <a:pt x="1956816" y="1143000"/>
                </a:cubicBezTo>
                <a:cubicBezTo>
                  <a:pt x="2020824" y="521208"/>
                  <a:pt x="1362456" y="-118872"/>
                  <a:pt x="749808" y="18288"/>
                </a:cubicBezTo>
                <a:lnTo>
                  <a:pt x="749808" y="18288"/>
                </a:lnTo>
              </a:path>
            </a:pathLst>
          </a:custGeom>
          <a:solidFill>
            <a:schemeClr val="accent5"/>
          </a:solidFill>
        </p:spPr>
      </p:sp>
      <p:sp>
        <p:nvSpPr>
          <p:cNvPr id="13" name="Vector_#color-2096&amp;3034"/>
          <p:cNvSpPr/>
          <p:nvPr userDrawn="1">
            <p:custDataLst>
              <p:tags r:id="rId6"/>
            </p:custDataLst>
          </p:nvPr>
        </p:nvSpPr>
        <p:spPr>
          <a:xfrm>
            <a:off x="0" y="4864608"/>
            <a:ext cx="1527048" cy="1993392"/>
          </a:xfrm>
          <a:custGeom>
            <a:avLst/>
            <a:gdLst/>
            <a:ahLst/>
            <a:cxnLst/>
            <a:rect l="l" t="t" r="r" b="b"/>
            <a:pathLst>
              <a:path w="1527048" h="1993392">
                <a:moveTo>
                  <a:pt x="1527048" y="1993392"/>
                </a:moveTo>
                <a:lnTo>
                  <a:pt x="0" y="1993392"/>
                </a:lnTo>
                <a:lnTo>
                  <a:pt x="0" y="0"/>
                </a:lnTo>
                <a:cubicBezTo>
                  <a:pt x="402336" y="118872"/>
                  <a:pt x="822960" y="484632"/>
                  <a:pt x="1060704" y="795528"/>
                </a:cubicBezTo>
                <a:cubicBezTo>
                  <a:pt x="1307592" y="1133856"/>
                  <a:pt x="1472184" y="1563624"/>
                  <a:pt x="1527048" y="1993392"/>
                </a:cubicBezTo>
              </a:path>
            </a:pathLst>
          </a:custGeom>
          <a:solidFill>
            <a:schemeClr val="accent6"/>
          </a:solidFill>
        </p:spPr>
      </p:sp>
      <p:sp>
        <p:nvSpPr>
          <p:cNvPr id="15" name="Vector_#color-2096&amp;3037"/>
          <p:cNvSpPr/>
          <p:nvPr userDrawn="1">
            <p:custDataLst>
              <p:tags r:id="rId7"/>
            </p:custDataLst>
          </p:nvPr>
        </p:nvSpPr>
        <p:spPr>
          <a:xfrm>
            <a:off x="10930128" y="5385816"/>
            <a:ext cx="1261872" cy="1472184"/>
          </a:xfrm>
          <a:custGeom>
            <a:avLst/>
            <a:gdLst/>
            <a:ahLst/>
            <a:cxnLst/>
            <a:rect l="l" t="t" r="r" b="b"/>
            <a:pathLst>
              <a:path w="1261872" h="1472184">
                <a:moveTo>
                  <a:pt x="1261872" y="64008"/>
                </a:moveTo>
                <a:lnTo>
                  <a:pt x="1261872" y="1472184"/>
                </a:lnTo>
                <a:lnTo>
                  <a:pt x="128016" y="1472184"/>
                </a:lnTo>
                <a:cubicBezTo>
                  <a:pt x="91440" y="1417320"/>
                  <a:pt x="64008" y="1353312"/>
                  <a:pt x="45720" y="1289304"/>
                </a:cubicBezTo>
                <a:cubicBezTo>
                  <a:pt x="-137160" y="722376"/>
                  <a:pt x="256032" y="128016"/>
                  <a:pt x="749808" y="18288"/>
                </a:cubicBezTo>
                <a:lnTo>
                  <a:pt x="749808" y="18288"/>
                </a:lnTo>
                <a:cubicBezTo>
                  <a:pt x="923544" y="-18288"/>
                  <a:pt x="1097280" y="0"/>
                  <a:pt x="1261872" y="64008"/>
                </a:cubicBezTo>
              </a:path>
            </a:pathLst>
          </a:custGeom>
          <a:solidFill>
            <a:schemeClr val="accent3"/>
          </a:solidFill>
        </p:spPr>
      </p:sp>
      <p:sp>
        <p:nvSpPr>
          <p:cNvPr id="16" name="Vector (Stroke)_#color-2096&amp;3040"/>
          <p:cNvSpPr/>
          <p:nvPr userDrawn="1">
            <p:custDataLst>
              <p:tags r:id="rId8"/>
            </p:custDataLst>
          </p:nvPr>
        </p:nvSpPr>
        <p:spPr>
          <a:xfrm>
            <a:off x="9400032" y="0"/>
            <a:ext cx="2788920" cy="3630168"/>
          </a:xfrm>
          <a:custGeom>
            <a:avLst/>
            <a:gdLst/>
            <a:ahLst/>
            <a:cxnLst/>
            <a:rect l="l" t="t" r="r" b="b"/>
            <a:pathLst>
              <a:path w="2788920" h="3630168">
                <a:moveTo>
                  <a:pt x="27432" y="0"/>
                </a:moveTo>
                <a:cubicBezTo>
                  <a:pt x="-45720" y="512064"/>
                  <a:pt x="36576" y="1014984"/>
                  <a:pt x="301752" y="1408176"/>
                </a:cubicBezTo>
                <a:lnTo>
                  <a:pt x="301752" y="1408176"/>
                </a:lnTo>
                <a:cubicBezTo>
                  <a:pt x="630936" y="1901952"/>
                  <a:pt x="1179576" y="2157984"/>
                  <a:pt x="1755648" y="2240280"/>
                </a:cubicBezTo>
                <a:cubicBezTo>
                  <a:pt x="1746504" y="2423160"/>
                  <a:pt x="1773936" y="2596896"/>
                  <a:pt x="1837944" y="2770632"/>
                </a:cubicBezTo>
                <a:lnTo>
                  <a:pt x="1837944" y="2770632"/>
                </a:lnTo>
                <a:cubicBezTo>
                  <a:pt x="1993392" y="3154680"/>
                  <a:pt x="2340864" y="3456432"/>
                  <a:pt x="2788920" y="3630168"/>
                </a:cubicBezTo>
                <a:lnTo>
                  <a:pt x="2788920" y="3575304"/>
                </a:lnTo>
                <a:cubicBezTo>
                  <a:pt x="2359152" y="3410712"/>
                  <a:pt x="2029968" y="3108960"/>
                  <a:pt x="1892808" y="2752344"/>
                </a:cubicBezTo>
                <a:cubicBezTo>
                  <a:pt x="1819656" y="2587752"/>
                  <a:pt x="1801368" y="2414016"/>
                  <a:pt x="1810512" y="2249424"/>
                </a:cubicBezTo>
                <a:cubicBezTo>
                  <a:pt x="1965960" y="2267712"/>
                  <a:pt x="2121408" y="2276856"/>
                  <a:pt x="2276856" y="2267712"/>
                </a:cubicBezTo>
                <a:cubicBezTo>
                  <a:pt x="2459736" y="2267712"/>
                  <a:pt x="2624328" y="2249424"/>
                  <a:pt x="2788920" y="2221992"/>
                </a:cubicBezTo>
                <a:lnTo>
                  <a:pt x="2788920" y="2167128"/>
                </a:lnTo>
                <a:cubicBezTo>
                  <a:pt x="2624328" y="2194560"/>
                  <a:pt x="2459736" y="2212848"/>
                  <a:pt x="2276856" y="2221992"/>
                </a:cubicBezTo>
                <a:cubicBezTo>
                  <a:pt x="2121408" y="2221992"/>
                  <a:pt x="1965960" y="2212848"/>
                  <a:pt x="1810512" y="2194560"/>
                </a:cubicBezTo>
                <a:cubicBezTo>
                  <a:pt x="1847088" y="1801368"/>
                  <a:pt x="2048256" y="1408176"/>
                  <a:pt x="2304288" y="1088136"/>
                </a:cubicBezTo>
                <a:cubicBezTo>
                  <a:pt x="2459736" y="905256"/>
                  <a:pt x="2624328" y="749808"/>
                  <a:pt x="2788920" y="630936"/>
                </a:cubicBezTo>
                <a:lnTo>
                  <a:pt x="2788920" y="566928"/>
                </a:lnTo>
                <a:cubicBezTo>
                  <a:pt x="2606040" y="694944"/>
                  <a:pt x="2432304" y="859536"/>
                  <a:pt x="2267712" y="1060704"/>
                </a:cubicBezTo>
                <a:cubicBezTo>
                  <a:pt x="2002536" y="1380744"/>
                  <a:pt x="1801368" y="1783080"/>
                  <a:pt x="1764792" y="2185416"/>
                </a:cubicBezTo>
                <a:cubicBezTo>
                  <a:pt x="1197864" y="2103120"/>
                  <a:pt x="658368" y="1856232"/>
                  <a:pt x="347472" y="1380744"/>
                </a:cubicBezTo>
                <a:cubicBezTo>
                  <a:pt x="91440" y="996696"/>
                  <a:pt x="0" y="512064"/>
                  <a:pt x="73152" y="0"/>
                </a:cubicBezTo>
                <a:lnTo>
                  <a:pt x="27432" y="0"/>
                </a:lnTo>
              </a:path>
            </a:pathLst>
          </a:custGeom>
          <a:solidFill>
            <a:schemeClr val="bg1">
              <a:alpha val="6000"/>
            </a:schemeClr>
          </a:solidFill>
        </p:spPr>
      </p:sp>
      <p:sp>
        <p:nvSpPr>
          <p:cNvPr id="17" name="Vector (Stroke)_#color-2096&amp;3043"/>
          <p:cNvSpPr/>
          <p:nvPr userDrawn="1">
            <p:custDataLst>
              <p:tags r:id="rId9"/>
            </p:custDataLst>
          </p:nvPr>
        </p:nvSpPr>
        <p:spPr>
          <a:xfrm>
            <a:off x="9787128" y="6464808"/>
            <a:ext cx="2404872" cy="393192"/>
          </a:xfrm>
          <a:custGeom>
            <a:avLst/>
            <a:gdLst/>
            <a:ahLst/>
            <a:cxnLst/>
            <a:rect l="l" t="t" r="r" b="b"/>
            <a:pathLst>
              <a:path w="2404872" h="393192">
                <a:moveTo>
                  <a:pt x="109728" y="393192"/>
                </a:moveTo>
                <a:lnTo>
                  <a:pt x="0" y="393192"/>
                </a:lnTo>
                <a:cubicBezTo>
                  <a:pt x="164592" y="310896"/>
                  <a:pt x="338328" y="228600"/>
                  <a:pt x="530352" y="164592"/>
                </a:cubicBezTo>
                <a:cubicBezTo>
                  <a:pt x="1133856" y="-27432"/>
                  <a:pt x="1783080" y="-45720"/>
                  <a:pt x="2404872" y="82296"/>
                </a:cubicBezTo>
                <a:lnTo>
                  <a:pt x="2404872" y="137160"/>
                </a:lnTo>
                <a:cubicBezTo>
                  <a:pt x="1783080" y="0"/>
                  <a:pt x="1143000" y="18288"/>
                  <a:pt x="548640" y="219456"/>
                </a:cubicBezTo>
                <a:cubicBezTo>
                  <a:pt x="393192" y="265176"/>
                  <a:pt x="246888" y="329184"/>
                  <a:pt x="109728" y="393192"/>
                </a:cubicBezTo>
              </a:path>
            </a:pathLst>
          </a:custGeom>
          <a:solidFill>
            <a:schemeClr val="bg1">
              <a:alpha val="30000"/>
            </a:schemeClr>
          </a:solidFill>
        </p:spPr>
      </p:sp>
      <p:sp>
        <p:nvSpPr>
          <p:cNvPr id="19" name="Vector 2 (Stroke)_#color-2096&amp;3046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6428232" cy="6858000"/>
          </a:xfrm>
          <a:custGeom>
            <a:avLst/>
            <a:gdLst/>
            <a:ahLst/>
            <a:cxnLst/>
            <a:rect l="l" t="t" r="r" b="b"/>
            <a:pathLst>
              <a:path w="6428232" h="6858000">
                <a:moveTo>
                  <a:pt x="6336792" y="0"/>
                </a:moveTo>
                <a:cubicBezTo>
                  <a:pt x="6382512" y="310896"/>
                  <a:pt x="6400800" y="731520"/>
                  <a:pt x="6327648" y="1124712"/>
                </a:cubicBezTo>
                <a:cubicBezTo>
                  <a:pt x="6236208" y="1600200"/>
                  <a:pt x="6016752" y="2029968"/>
                  <a:pt x="5550408" y="2212848"/>
                </a:cubicBezTo>
                <a:cubicBezTo>
                  <a:pt x="5266944" y="2322576"/>
                  <a:pt x="4937760" y="2286000"/>
                  <a:pt x="4599432" y="2185416"/>
                </a:cubicBezTo>
                <a:cubicBezTo>
                  <a:pt x="4352544" y="2121408"/>
                  <a:pt x="4096512" y="2011680"/>
                  <a:pt x="3840480" y="1911096"/>
                </a:cubicBezTo>
                <a:lnTo>
                  <a:pt x="3840480" y="1911096"/>
                </a:lnTo>
                <a:lnTo>
                  <a:pt x="3840480" y="1911096"/>
                </a:lnTo>
                <a:cubicBezTo>
                  <a:pt x="3739896" y="1865376"/>
                  <a:pt x="3639312" y="1828800"/>
                  <a:pt x="3538728" y="1783080"/>
                </a:cubicBezTo>
                <a:cubicBezTo>
                  <a:pt x="3182112" y="1645920"/>
                  <a:pt x="2834640" y="1536192"/>
                  <a:pt x="2514600" y="1536192"/>
                </a:cubicBezTo>
                <a:cubicBezTo>
                  <a:pt x="2185416" y="1536192"/>
                  <a:pt x="1883664" y="1655064"/>
                  <a:pt x="1645920" y="1975104"/>
                </a:cubicBezTo>
                <a:cubicBezTo>
                  <a:pt x="1362456" y="2359152"/>
                  <a:pt x="1289304" y="2697480"/>
                  <a:pt x="1353312" y="3017520"/>
                </a:cubicBezTo>
                <a:cubicBezTo>
                  <a:pt x="1408176" y="3337560"/>
                  <a:pt x="1600200" y="3621024"/>
                  <a:pt x="1828800" y="3895344"/>
                </a:cubicBezTo>
                <a:cubicBezTo>
                  <a:pt x="1938528" y="4023360"/>
                  <a:pt x="2066544" y="4160520"/>
                  <a:pt x="2185416" y="4279392"/>
                </a:cubicBezTo>
                <a:cubicBezTo>
                  <a:pt x="2212848" y="4306824"/>
                  <a:pt x="2240280" y="4334256"/>
                  <a:pt x="2267712" y="4361688"/>
                </a:cubicBezTo>
                <a:lnTo>
                  <a:pt x="2267712" y="4361688"/>
                </a:lnTo>
                <a:cubicBezTo>
                  <a:pt x="2359152" y="4462272"/>
                  <a:pt x="2450592" y="4553712"/>
                  <a:pt x="2542032" y="4654296"/>
                </a:cubicBezTo>
                <a:cubicBezTo>
                  <a:pt x="2761488" y="4892040"/>
                  <a:pt x="2926080" y="5120640"/>
                  <a:pt x="2962656" y="5340096"/>
                </a:cubicBezTo>
                <a:cubicBezTo>
                  <a:pt x="3063240" y="5907024"/>
                  <a:pt x="2871216" y="6327648"/>
                  <a:pt x="2578608" y="6601968"/>
                </a:cubicBezTo>
                <a:cubicBezTo>
                  <a:pt x="2478024" y="6711696"/>
                  <a:pt x="2359152" y="6793992"/>
                  <a:pt x="2240280" y="6858000"/>
                </a:cubicBezTo>
                <a:lnTo>
                  <a:pt x="2340864" y="6858000"/>
                </a:lnTo>
                <a:cubicBezTo>
                  <a:pt x="2441448" y="6793992"/>
                  <a:pt x="2532888" y="6720840"/>
                  <a:pt x="2615184" y="6638544"/>
                </a:cubicBezTo>
                <a:cubicBezTo>
                  <a:pt x="2916936" y="6345936"/>
                  <a:pt x="3118104" y="5916168"/>
                  <a:pt x="3017520" y="5330952"/>
                </a:cubicBezTo>
                <a:cubicBezTo>
                  <a:pt x="2971800" y="5093208"/>
                  <a:pt x="2798064" y="4855464"/>
                  <a:pt x="2578608" y="4617720"/>
                </a:cubicBezTo>
                <a:cubicBezTo>
                  <a:pt x="2487168" y="4517136"/>
                  <a:pt x="2395728" y="4425696"/>
                  <a:pt x="2304288" y="4325112"/>
                </a:cubicBezTo>
                <a:cubicBezTo>
                  <a:pt x="2276856" y="4297680"/>
                  <a:pt x="2249424" y="4270248"/>
                  <a:pt x="2221992" y="4242816"/>
                </a:cubicBezTo>
                <a:cubicBezTo>
                  <a:pt x="2103120" y="4123944"/>
                  <a:pt x="1975104" y="3995928"/>
                  <a:pt x="1865376" y="3858768"/>
                </a:cubicBezTo>
                <a:cubicBezTo>
                  <a:pt x="1645920" y="3593592"/>
                  <a:pt x="1463040" y="3310128"/>
                  <a:pt x="1399032" y="3008376"/>
                </a:cubicBezTo>
                <a:cubicBezTo>
                  <a:pt x="1344168" y="2706624"/>
                  <a:pt x="1408176" y="2377440"/>
                  <a:pt x="1682496" y="2011680"/>
                </a:cubicBezTo>
                <a:cubicBezTo>
                  <a:pt x="1920240" y="1700784"/>
                  <a:pt x="2203704" y="1581912"/>
                  <a:pt x="2514600" y="1581912"/>
                </a:cubicBezTo>
                <a:cubicBezTo>
                  <a:pt x="2825496" y="1581912"/>
                  <a:pt x="3163824" y="1691640"/>
                  <a:pt x="3520440" y="1837944"/>
                </a:cubicBezTo>
                <a:cubicBezTo>
                  <a:pt x="3621024" y="1874520"/>
                  <a:pt x="3721608" y="1911096"/>
                  <a:pt x="3822192" y="1956816"/>
                </a:cubicBezTo>
                <a:cubicBezTo>
                  <a:pt x="4078224" y="2057400"/>
                  <a:pt x="4334256" y="2167128"/>
                  <a:pt x="4581144" y="2240280"/>
                </a:cubicBezTo>
                <a:cubicBezTo>
                  <a:pt x="4928616" y="2340864"/>
                  <a:pt x="5266944" y="2377440"/>
                  <a:pt x="5568696" y="2258568"/>
                </a:cubicBezTo>
                <a:cubicBezTo>
                  <a:pt x="6053328" y="2066544"/>
                  <a:pt x="6281928" y="1618488"/>
                  <a:pt x="6373368" y="1133856"/>
                </a:cubicBezTo>
                <a:cubicBezTo>
                  <a:pt x="6455664" y="740664"/>
                  <a:pt x="6437376" y="320040"/>
                  <a:pt x="6391656" y="0"/>
                </a:cubicBezTo>
                <a:lnTo>
                  <a:pt x="6336792" y="0"/>
                </a:lnTo>
                <a:moveTo>
                  <a:pt x="320040" y="6858000"/>
                </a:moveTo>
                <a:lnTo>
                  <a:pt x="457200" y="6858000"/>
                </a:lnTo>
                <a:cubicBezTo>
                  <a:pt x="301752" y="6793992"/>
                  <a:pt x="146304" y="6720840"/>
                  <a:pt x="0" y="6620256"/>
                </a:cubicBezTo>
                <a:lnTo>
                  <a:pt x="0" y="6684264"/>
                </a:lnTo>
                <a:cubicBezTo>
                  <a:pt x="109728" y="6748272"/>
                  <a:pt x="219456" y="6812280"/>
                  <a:pt x="320040" y="6858000"/>
                </a:cubicBezTo>
              </a:path>
            </a:pathLst>
          </a:custGeom>
          <a:solidFill>
            <a:schemeClr val="bg1">
              <a:alpha val="15000"/>
            </a:schemeClr>
          </a:solidFill>
        </p:spPr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Union1_#color-2096&amp;1988"/>
          <p:cNvSpPr/>
          <p:nvPr userDrawn="1">
            <p:custDataLst>
              <p:tags r:id="rId14"/>
            </p:custDataLst>
          </p:nvPr>
        </p:nvSpPr>
        <p:spPr>
          <a:xfrm rot="16200000">
            <a:off x="2650490" y="1910715"/>
            <a:ext cx="1147445" cy="1888490"/>
          </a:xfrm>
          <a:custGeom>
            <a:avLst/>
            <a:gdLst/>
            <a:ahLst/>
            <a:cxnLst/>
            <a:rect l="l" t="t" r="r" b="b"/>
            <a:pathLst>
              <a:path w="1289304" h="2121408">
                <a:moveTo>
                  <a:pt x="36576" y="201168"/>
                </a:moveTo>
                <a:cubicBezTo>
                  <a:pt x="64008" y="182880"/>
                  <a:pt x="64008" y="128016"/>
                  <a:pt x="64008" y="100584"/>
                </a:cubicBezTo>
                <a:cubicBezTo>
                  <a:pt x="64008" y="91440"/>
                  <a:pt x="64008" y="82296"/>
                  <a:pt x="64008" y="73152"/>
                </a:cubicBezTo>
                <a:lnTo>
                  <a:pt x="64008" y="73152"/>
                </a:lnTo>
                <a:cubicBezTo>
                  <a:pt x="73152" y="54864"/>
                  <a:pt x="73152" y="45720"/>
                  <a:pt x="64008" y="27432"/>
                </a:cubicBezTo>
                <a:cubicBezTo>
                  <a:pt x="54864" y="-18288"/>
                  <a:pt x="-18288" y="0"/>
                  <a:pt x="0" y="36576"/>
                </a:cubicBezTo>
                <a:cubicBezTo>
                  <a:pt x="9144" y="45720"/>
                  <a:pt x="9144" y="64008"/>
                  <a:pt x="0" y="82296"/>
                </a:cubicBezTo>
                <a:cubicBezTo>
                  <a:pt x="0" y="82296"/>
                  <a:pt x="0" y="91440"/>
                  <a:pt x="0" y="100584"/>
                </a:cubicBezTo>
                <a:cubicBezTo>
                  <a:pt x="0" y="109728"/>
                  <a:pt x="9144" y="128016"/>
                  <a:pt x="9144" y="137160"/>
                </a:cubicBezTo>
                <a:cubicBezTo>
                  <a:pt x="9144" y="155448"/>
                  <a:pt x="18288" y="173736"/>
                  <a:pt x="18288" y="192024"/>
                </a:cubicBezTo>
                <a:cubicBezTo>
                  <a:pt x="18288" y="201168"/>
                  <a:pt x="27432" y="210312"/>
                  <a:pt x="36576" y="201168"/>
                </a:cubicBezTo>
                <a:moveTo>
                  <a:pt x="868680" y="146304"/>
                </a:moveTo>
                <a:cubicBezTo>
                  <a:pt x="868680" y="173736"/>
                  <a:pt x="868680" y="228600"/>
                  <a:pt x="841248" y="256032"/>
                </a:cubicBezTo>
                <a:cubicBezTo>
                  <a:pt x="832104" y="265176"/>
                  <a:pt x="822960" y="256032"/>
                  <a:pt x="813816" y="237744"/>
                </a:cubicBezTo>
                <a:cubicBezTo>
                  <a:pt x="813816" y="228600"/>
                  <a:pt x="813816" y="210312"/>
                  <a:pt x="804672" y="192024"/>
                </a:cubicBezTo>
                <a:cubicBezTo>
                  <a:pt x="804672" y="173736"/>
                  <a:pt x="804672" y="164592"/>
                  <a:pt x="804672" y="146304"/>
                </a:cubicBezTo>
                <a:cubicBezTo>
                  <a:pt x="804672" y="146304"/>
                  <a:pt x="804672" y="137160"/>
                  <a:pt x="804672" y="128016"/>
                </a:cubicBezTo>
                <a:cubicBezTo>
                  <a:pt x="804672" y="118872"/>
                  <a:pt x="804672" y="100584"/>
                  <a:pt x="804672" y="82296"/>
                </a:cubicBezTo>
                <a:cubicBezTo>
                  <a:pt x="786384" y="45720"/>
                  <a:pt x="859536" y="36576"/>
                  <a:pt x="868680" y="73152"/>
                </a:cubicBezTo>
                <a:cubicBezTo>
                  <a:pt x="868680" y="91440"/>
                  <a:pt x="868680" y="109728"/>
                  <a:pt x="868680" y="118872"/>
                </a:cubicBezTo>
                <a:cubicBezTo>
                  <a:pt x="868680" y="128016"/>
                  <a:pt x="868680" y="137160"/>
                  <a:pt x="868680" y="146304"/>
                </a:cubicBezTo>
                <a:moveTo>
                  <a:pt x="283464" y="329184"/>
                </a:moveTo>
                <a:cubicBezTo>
                  <a:pt x="292608" y="329184"/>
                  <a:pt x="301752" y="320040"/>
                  <a:pt x="310896" y="310896"/>
                </a:cubicBezTo>
                <a:cubicBezTo>
                  <a:pt x="310896" y="301752"/>
                  <a:pt x="320040" y="283464"/>
                  <a:pt x="320040" y="265176"/>
                </a:cubicBezTo>
                <a:cubicBezTo>
                  <a:pt x="320040" y="256032"/>
                  <a:pt x="320040" y="246888"/>
                  <a:pt x="320040" y="237744"/>
                </a:cubicBezTo>
                <a:cubicBezTo>
                  <a:pt x="320040" y="228600"/>
                  <a:pt x="320040" y="228600"/>
                  <a:pt x="320040" y="219456"/>
                </a:cubicBezTo>
                <a:cubicBezTo>
                  <a:pt x="320040" y="201168"/>
                  <a:pt x="320040" y="192024"/>
                  <a:pt x="320040" y="173736"/>
                </a:cubicBezTo>
                <a:cubicBezTo>
                  <a:pt x="329184" y="128016"/>
                  <a:pt x="256032" y="100584"/>
                  <a:pt x="246888" y="146304"/>
                </a:cubicBezTo>
                <a:cubicBezTo>
                  <a:pt x="237744" y="173736"/>
                  <a:pt x="237744" y="201168"/>
                  <a:pt x="237744" y="219456"/>
                </a:cubicBezTo>
                <a:lnTo>
                  <a:pt x="237744" y="219456"/>
                </a:lnTo>
                <a:lnTo>
                  <a:pt x="237744" y="219456"/>
                </a:lnTo>
                <a:lnTo>
                  <a:pt x="237744" y="219456"/>
                </a:lnTo>
                <a:cubicBezTo>
                  <a:pt x="246888" y="228600"/>
                  <a:pt x="246888" y="246888"/>
                  <a:pt x="246888" y="256032"/>
                </a:cubicBezTo>
                <a:cubicBezTo>
                  <a:pt x="246888" y="274320"/>
                  <a:pt x="246888" y="320040"/>
                  <a:pt x="283464" y="329184"/>
                </a:cubicBezTo>
                <a:moveTo>
                  <a:pt x="658368" y="402336"/>
                </a:moveTo>
                <a:cubicBezTo>
                  <a:pt x="658368" y="429768"/>
                  <a:pt x="658368" y="448056"/>
                  <a:pt x="649224" y="466344"/>
                </a:cubicBezTo>
                <a:cubicBezTo>
                  <a:pt x="640080" y="484632"/>
                  <a:pt x="603504" y="484632"/>
                  <a:pt x="603504" y="457200"/>
                </a:cubicBezTo>
                <a:lnTo>
                  <a:pt x="603504" y="420624"/>
                </a:lnTo>
                <a:lnTo>
                  <a:pt x="603504" y="365760"/>
                </a:lnTo>
                <a:cubicBezTo>
                  <a:pt x="603504" y="356616"/>
                  <a:pt x="594360" y="338328"/>
                  <a:pt x="594360" y="320040"/>
                </a:cubicBezTo>
                <a:cubicBezTo>
                  <a:pt x="585216" y="310896"/>
                  <a:pt x="585216" y="310896"/>
                  <a:pt x="585216" y="301752"/>
                </a:cubicBezTo>
                <a:cubicBezTo>
                  <a:pt x="585216" y="292608"/>
                  <a:pt x="585216" y="274320"/>
                  <a:pt x="585216" y="265176"/>
                </a:cubicBezTo>
                <a:cubicBezTo>
                  <a:pt x="603504" y="210312"/>
                  <a:pt x="676656" y="237744"/>
                  <a:pt x="667512" y="283464"/>
                </a:cubicBezTo>
                <a:cubicBezTo>
                  <a:pt x="667512" y="283464"/>
                  <a:pt x="667512" y="301752"/>
                  <a:pt x="667512" y="301752"/>
                </a:cubicBezTo>
                <a:lnTo>
                  <a:pt x="667512" y="329184"/>
                </a:lnTo>
                <a:lnTo>
                  <a:pt x="667512" y="374904"/>
                </a:lnTo>
                <a:cubicBezTo>
                  <a:pt x="658368" y="384048"/>
                  <a:pt x="658368" y="393192"/>
                  <a:pt x="658368" y="402336"/>
                </a:cubicBezTo>
                <a:lnTo>
                  <a:pt x="658368" y="402336"/>
                </a:lnTo>
                <a:moveTo>
                  <a:pt x="219456" y="603504"/>
                </a:moveTo>
                <a:cubicBezTo>
                  <a:pt x="219456" y="630936"/>
                  <a:pt x="210312" y="658368"/>
                  <a:pt x="192024" y="685800"/>
                </a:cubicBezTo>
                <a:cubicBezTo>
                  <a:pt x="182880" y="694944"/>
                  <a:pt x="164592" y="694944"/>
                  <a:pt x="164592" y="685800"/>
                </a:cubicBezTo>
                <a:cubicBezTo>
                  <a:pt x="164592" y="667512"/>
                  <a:pt x="164592" y="649224"/>
                  <a:pt x="164592" y="630936"/>
                </a:cubicBezTo>
                <a:lnTo>
                  <a:pt x="164592" y="630936"/>
                </a:lnTo>
                <a:cubicBezTo>
                  <a:pt x="155448" y="612648"/>
                  <a:pt x="155448" y="594360"/>
                  <a:pt x="155448" y="585216"/>
                </a:cubicBezTo>
                <a:cubicBezTo>
                  <a:pt x="155448" y="576072"/>
                  <a:pt x="155448" y="566928"/>
                  <a:pt x="146304" y="557784"/>
                </a:cubicBezTo>
                <a:cubicBezTo>
                  <a:pt x="146304" y="548640"/>
                  <a:pt x="146304" y="539496"/>
                  <a:pt x="146304" y="530352"/>
                </a:cubicBezTo>
                <a:cubicBezTo>
                  <a:pt x="146304" y="530352"/>
                  <a:pt x="146304" y="530352"/>
                  <a:pt x="146304" y="530352"/>
                </a:cubicBezTo>
                <a:cubicBezTo>
                  <a:pt x="137160" y="512064"/>
                  <a:pt x="137160" y="493776"/>
                  <a:pt x="146304" y="484632"/>
                </a:cubicBezTo>
                <a:cubicBezTo>
                  <a:pt x="155448" y="448056"/>
                  <a:pt x="219456" y="466344"/>
                  <a:pt x="219456" y="502920"/>
                </a:cubicBezTo>
                <a:lnTo>
                  <a:pt x="219456" y="539496"/>
                </a:lnTo>
                <a:cubicBezTo>
                  <a:pt x="219456" y="557784"/>
                  <a:pt x="219456" y="576072"/>
                  <a:pt x="219456" y="585216"/>
                </a:cubicBezTo>
                <a:cubicBezTo>
                  <a:pt x="219456" y="594360"/>
                  <a:pt x="219456" y="603504"/>
                  <a:pt x="219456" y="603504"/>
                </a:cubicBezTo>
                <a:moveTo>
                  <a:pt x="1133856" y="201168"/>
                </a:moveTo>
                <a:cubicBezTo>
                  <a:pt x="1133856" y="237744"/>
                  <a:pt x="1124712" y="274320"/>
                  <a:pt x="1124712" y="301752"/>
                </a:cubicBezTo>
                <a:cubicBezTo>
                  <a:pt x="1115568" y="329184"/>
                  <a:pt x="1088136" y="310896"/>
                  <a:pt x="1078992" y="292608"/>
                </a:cubicBezTo>
                <a:cubicBezTo>
                  <a:pt x="1078992" y="265176"/>
                  <a:pt x="1069848" y="246888"/>
                  <a:pt x="1069848" y="228600"/>
                </a:cubicBezTo>
                <a:lnTo>
                  <a:pt x="1069848" y="164592"/>
                </a:lnTo>
                <a:cubicBezTo>
                  <a:pt x="1069848" y="146304"/>
                  <a:pt x="1078992" y="128016"/>
                  <a:pt x="1097280" y="128016"/>
                </a:cubicBezTo>
                <a:cubicBezTo>
                  <a:pt x="1115568" y="128016"/>
                  <a:pt x="1133856" y="146304"/>
                  <a:pt x="1133856" y="164592"/>
                </a:cubicBezTo>
                <a:cubicBezTo>
                  <a:pt x="1133856" y="173736"/>
                  <a:pt x="1133856" y="192024"/>
                  <a:pt x="1133856" y="201168"/>
                </a:cubicBezTo>
                <a:moveTo>
                  <a:pt x="1271016" y="621792"/>
                </a:moveTo>
                <a:cubicBezTo>
                  <a:pt x="1271016" y="603504"/>
                  <a:pt x="1271016" y="585216"/>
                  <a:pt x="1271016" y="566928"/>
                </a:cubicBezTo>
                <a:cubicBezTo>
                  <a:pt x="1271016" y="521208"/>
                  <a:pt x="1271016" y="475488"/>
                  <a:pt x="1271016" y="438912"/>
                </a:cubicBezTo>
                <a:cubicBezTo>
                  <a:pt x="1271016" y="384048"/>
                  <a:pt x="1188720" y="402336"/>
                  <a:pt x="1197864" y="457200"/>
                </a:cubicBezTo>
                <a:cubicBezTo>
                  <a:pt x="1197864" y="466344"/>
                  <a:pt x="1197864" y="466344"/>
                  <a:pt x="1207008" y="475488"/>
                </a:cubicBezTo>
                <a:lnTo>
                  <a:pt x="1207008" y="475488"/>
                </a:lnTo>
                <a:cubicBezTo>
                  <a:pt x="1207008" y="475488"/>
                  <a:pt x="1207008" y="484632"/>
                  <a:pt x="1207008" y="493776"/>
                </a:cubicBezTo>
                <a:cubicBezTo>
                  <a:pt x="1207008" y="502920"/>
                  <a:pt x="1207008" y="512064"/>
                  <a:pt x="1207008" y="521208"/>
                </a:cubicBezTo>
                <a:lnTo>
                  <a:pt x="1207008" y="521208"/>
                </a:lnTo>
                <a:lnTo>
                  <a:pt x="1207008" y="521208"/>
                </a:lnTo>
                <a:cubicBezTo>
                  <a:pt x="1207008" y="530352"/>
                  <a:pt x="1207008" y="539496"/>
                  <a:pt x="1207008" y="539496"/>
                </a:cubicBezTo>
                <a:cubicBezTo>
                  <a:pt x="1216152" y="576072"/>
                  <a:pt x="1225296" y="612648"/>
                  <a:pt x="1243584" y="630936"/>
                </a:cubicBezTo>
                <a:cubicBezTo>
                  <a:pt x="1261872" y="640080"/>
                  <a:pt x="1271016" y="630936"/>
                  <a:pt x="1271016" y="621792"/>
                </a:cubicBezTo>
                <a:moveTo>
                  <a:pt x="1042416" y="877824"/>
                </a:moveTo>
                <a:cubicBezTo>
                  <a:pt x="1042416" y="905256"/>
                  <a:pt x="1042416" y="932688"/>
                  <a:pt x="1033272" y="950976"/>
                </a:cubicBezTo>
                <a:cubicBezTo>
                  <a:pt x="1024128" y="960120"/>
                  <a:pt x="996696" y="969264"/>
                  <a:pt x="996696" y="960120"/>
                </a:cubicBezTo>
                <a:cubicBezTo>
                  <a:pt x="969264" y="941832"/>
                  <a:pt x="969264" y="914400"/>
                  <a:pt x="978408" y="886968"/>
                </a:cubicBezTo>
                <a:cubicBezTo>
                  <a:pt x="978408" y="859536"/>
                  <a:pt x="978408" y="841248"/>
                  <a:pt x="969264" y="822960"/>
                </a:cubicBezTo>
                <a:cubicBezTo>
                  <a:pt x="950976" y="777240"/>
                  <a:pt x="1014984" y="749808"/>
                  <a:pt x="1033272" y="795528"/>
                </a:cubicBezTo>
                <a:cubicBezTo>
                  <a:pt x="1042416" y="822960"/>
                  <a:pt x="1042416" y="841248"/>
                  <a:pt x="1042416" y="877824"/>
                </a:cubicBezTo>
                <a:cubicBezTo>
                  <a:pt x="1042416" y="877824"/>
                  <a:pt x="1042416" y="877824"/>
                  <a:pt x="1042416" y="877824"/>
                </a:cubicBezTo>
                <a:moveTo>
                  <a:pt x="932688" y="1371600"/>
                </a:moveTo>
                <a:cubicBezTo>
                  <a:pt x="932688" y="1371600"/>
                  <a:pt x="932688" y="1362456"/>
                  <a:pt x="932688" y="1353312"/>
                </a:cubicBezTo>
                <a:cubicBezTo>
                  <a:pt x="932688" y="1344168"/>
                  <a:pt x="932688" y="1344168"/>
                  <a:pt x="932688" y="1344168"/>
                </a:cubicBezTo>
                <a:cubicBezTo>
                  <a:pt x="923544" y="1335024"/>
                  <a:pt x="923544" y="1325880"/>
                  <a:pt x="923544" y="1316736"/>
                </a:cubicBezTo>
                <a:lnTo>
                  <a:pt x="923544" y="1316736"/>
                </a:lnTo>
                <a:lnTo>
                  <a:pt x="923544" y="1316736"/>
                </a:lnTo>
                <a:lnTo>
                  <a:pt x="923544" y="1316736"/>
                </a:lnTo>
                <a:cubicBezTo>
                  <a:pt x="923544" y="1316736"/>
                  <a:pt x="914400" y="1307592"/>
                  <a:pt x="914400" y="1307592"/>
                </a:cubicBezTo>
                <a:cubicBezTo>
                  <a:pt x="914400" y="1280160"/>
                  <a:pt x="905256" y="1261872"/>
                  <a:pt x="905256" y="1234440"/>
                </a:cubicBezTo>
                <a:cubicBezTo>
                  <a:pt x="905256" y="1234440"/>
                  <a:pt x="905256" y="1234440"/>
                  <a:pt x="905256" y="1225296"/>
                </a:cubicBezTo>
                <a:cubicBezTo>
                  <a:pt x="896112" y="1188720"/>
                  <a:pt x="822960" y="1207008"/>
                  <a:pt x="841248" y="1243584"/>
                </a:cubicBezTo>
                <a:cubicBezTo>
                  <a:pt x="850392" y="1271016"/>
                  <a:pt x="859536" y="1298448"/>
                  <a:pt x="877824" y="1335024"/>
                </a:cubicBezTo>
                <a:cubicBezTo>
                  <a:pt x="877824" y="1335024"/>
                  <a:pt x="877824" y="1344168"/>
                  <a:pt x="877824" y="1344168"/>
                </a:cubicBezTo>
                <a:cubicBezTo>
                  <a:pt x="877824" y="1344168"/>
                  <a:pt x="877824" y="1353312"/>
                  <a:pt x="877824" y="1353312"/>
                </a:cubicBezTo>
                <a:cubicBezTo>
                  <a:pt x="886968" y="1371600"/>
                  <a:pt x="896112" y="1389888"/>
                  <a:pt x="914400" y="1399032"/>
                </a:cubicBezTo>
                <a:cubicBezTo>
                  <a:pt x="923544" y="1399032"/>
                  <a:pt x="932688" y="1380744"/>
                  <a:pt x="932688" y="1371600"/>
                </a:cubicBezTo>
                <a:moveTo>
                  <a:pt x="685800" y="1472184"/>
                </a:moveTo>
                <a:cubicBezTo>
                  <a:pt x="685800" y="1490472"/>
                  <a:pt x="685800" y="1508760"/>
                  <a:pt x="676656" y="1517904"/>
                </a:cubicBezTo>
                <a:cubicBezTo>
                  <a:pt x="649224" y="1536192"/>
                  <a:pt x="649224" y="1490472"/>
                  <a:pt x="640080" y="1472184"/>
                </a:cubicBezTo>
                <a:lnTo>
                  <a:pt x="640080" y="1472184"/>
                </a:lnTo>
                <a:lnTo>
                  <a:pt x="640080" y="1472184"/>
                </a:lnTo>
                <a:lnTo>
                  <a:pt x="640080" y="1472184"/>
                </a:lnTo>
                <a:cubicBezTo>
                  <a:pt x="640080" y="1463040"/>
                  <a:pt x="640080" y="1463040"/>
                  <a:pt x="640080" y="1453896"/>
                </a:cubicBezTo>
                <a:cubicBezTo>
                  <a:pt x="640080" y="1444752"/>
                  <a:pt x="630936" y="1435608"/>
                  <a:pt x="630936" y="1417320"/>
                </a:cubicBezTo>
                <a:cubicBezTo>
                  <a:pt x="621792" y="1380744"/>
                  <a:pt x="621792" y="1344168"/>
                  <a:pt x="649224" y="1335024"/>
                </a:cubicBezTo>
                <a:cubicBezTo>
                  <a:pt x="676656" y="1316736"/>
                  <a:pt x="704088" y="1344168"/>
                  <a:pt x="704088" y="1371600"/>
                </a:cubicBezTo>
                <a:cubicBezTo>
                  <a:pt x="704088" y="1371600"/>
                  <a:pt x="694944" y="1380744"/>
                  <a:pt x="694944" y="1380744"/>
                </a:cubicBezTo>
                <a:cubicBezTo>
                  <a:pt x="694944" y="1389888"/>
                  <a:pt x="685800" y="1389888"/>
                  <a:pt x="685800" y="1399032"/>
                </a:cubicBezTo>
                <a:cubicBezTo>
                  <a:pt x="694944" y="1380744"/>
                  <a:pt x="704088" y="1408176"/>
                  <a:pt x="704088" y="1408176"/>
                </a:cubicBezTo>
                <a:cubicBezTo>
                  <a:pt x="704088" y="1417320"/>
                  <a:pt x="694944" y="1426464"/>
                  <a:pt x="694944" y="1426464"/>
                </a:cubicBezTo>
                <a:cubicBezTo>
                  <a:pt x="694944" y="1435608"/>
                  <a:pt x="685800" y="1435608"/>
                  <a:pt x="685800" y="1444752"/>
                </a:cubicBezTo>
                <a:cubicBezTo>
                  <a:pt x="685800" y="1453896"/>
                  <a:pt x="685800" y="1463040"/>
                  <a:pt x="685800" y="1472184"/>
                </a:cubicBezTo>
                <a:lnTo>
                  <a:pt x="685800" y="1472184"/>
                </a:lnTo>
                <a:moveTo>
                  <a:pt x="329184" y="1837944"/>
                </a:moveTo>
                <a:cubicBezTo>
                  <a:pt x="347472" y="1828800"/>
                  <a:pt x="347472" y="1801368"/>
                  <a:pt x="347472" y="1783080"/>
                </a:cubicBezTo>
                <a:cubicBezTo>
                  <a:pt x="347472" y="1773936"/>
                  <a:pt x="347472" y="1764792"/>
                  <a:pt x="347472" y="1764792"/>
                </a:cubicBezTo>
                <a:cubicBezTo>
                  <a:pt x="347472" y="1755648"/>
                  <a:pt x="347472" y="1755648"/>
                  <a:pt x="347472" y="1746504"/>
                </a:cubicBezTo>
                <a:cubicBezTo>
                  <a:pt x="356616" y="1737360"/>
                  <a:pt x="356616" y="1737360"/>
                  <a:pt x="356616" y="1728216"/>
                </a:cubicBezTo>
                <a:cubicBezTo>
                  <a:pt x="356616" y="1728216"/>
                  <a:pt x="347472" y="1691640"/>
                  <a:pt x="347472" y="1709928"/>
                </a:cubicBezTo>
                <a:cubicBezTo>
                  <a:pt x="347472" y="1709928"/>
                  <a:pt x="347472" y="1700784"/>
                  <a:pt x="347472" y="1700784"/>
                </a:cubicBezTo>
                <a:cubicBezTo>
                  <a:pt x="356616" y="1691640"/>
                  <a:pt x="356616" y="1691640"/>
                  <a:pt x="356616" y="1682496"/>
                </a:cubicBezTo>
                <a:cubicBezTo>
                  <a:pt x="365760" y="1664208"/>
                  <a:pt x="329184" y="1636776"/>
                  <a:pt x="310896" y="1645920"/>
                </a:cubicBezTo>
                <a:cubicBezTo>
                  <a:pt x="274320" y="1664208"/>
                  <a:pt x="283464" y="1700784"/>
                  <a:pt x="292608" y="1737360"/>
                </a:cubicBezTo>
                <a:cubicBezTo>
                  <a:pt x="292608" y="1746504"/>
                  <a:pt x="292608" y="1764792"/>
                  <a:pt x="292608" y="1773936"/>
                </a:cubicBezTo>
                <a:cubicBezTo>
                  <a:pt x="292608" y="1773936"/>
                  <a:pt x="292608" y="1783080"/>
                  <a:pt x="301752" y="1792224"/>
                </a:cubicBezTo>
                <a:cubicBezTo>
                  <a:pt x="301752" y="1810512"/>
                  <a:pt x="310896" y="1856232"/>
                  <a:pt x="329184" y="1837944"/>
                </a:cubicBezTo>
                <a:moveTo>
                  <a:pt x="740664" y="1088136"/>
                </a:moveTo>
                <a:lnTo>
                  <a:pt x="740664" y="1106424"/>
                </a:lnTo>
                <a:cubicBezTo>
                  <a:pt x="740664" y="1115568"/>
                  <a:pt x="722376" y="1124712"/>
                  <a:pt x="713232" y="1115568"/>
                </a:cubicBezTo>
                <a:cubicBezTo>
                  <a:pt x="694944" y="1106424"/>
                  <a:pt x="694944" y="1088136"/>
                  <a:pt x="704088" y="1069848"/>
                </a:cubicBezTo>
                <a:cubicBezTo>
                  <a:pt x="704088" y="1060704"/>
                  <a:pt x="704088" y="1060704"/>
                  <a:pt x="704088" y="1051560"/>
                </a:cubicBezTo>
                <a:lnTo>
                  <a:pt x="704088" y="987552"/>
                </a:lnTo>
                <a:cubicBezTo>
                  <a:pt x="704088" y="978408"/>
                  <a:pt x="704088" y="978408"/>
                  <a:pt x="704088" y="969264"/>
                </a:cubicBezTo>
                <a:cubicBezTo>
                  <a:pt x="704088" y="960120"/>
                  <a:pt x="694944" y="950976"/>
                  <a:pt x="704088" y="941832"/>
                </a:cubicBezTo>
                <a:cubicBezTo>
                  <a:pt x="704088" y="896112"/>
                  <a:pt x="758952" y="896112"/>
                  <a:pt x="768096" y="941832"/>
                </a:cubicBezTo>
                <a:cubicBezTo>
                  <a:pt x="768096" y="969264"/>
                  <a:pt x="758952" y="1014984"/>
                  <a:pt x="749808" y="1042416"/>
                </a:cubicBezTo>
                <a:cubicBezTo>
                  <a:pt x="749808" y="1042416"/>
                  <a:pt x="749808" y="1042416"/>
                  <a:pt x="749808" y="1051560"/>
                </a:cubicBezTo>
                <a:cubicBezTo>
                  <a:pt x="749808" y="1060704"/>
                  <a:pt x="740664" y="1078992"/>
                  <a:pt x="740664" y="1088136"/>
                </a:cubicBezTo>
                <a:moveTo>
                  <a:pt x="475488" y="1252728"/>
                </a:moveTo>
                <a:cubicBezTo>
                  <a:pt x="475488" y="1243584"/>
                  <a:pt x="475488" y="1225296"/>
                  <a:pt x="475488" y="1216152"/>
                </a:cubicBezTo>
                <a:cubicBezTo>
                  <a:pt x="475488" y="1207008"/>
                  <a:pt x="475488" y="1197864"/>
                  <a:pt x="475488" y="1188720"/>
                </a:cubicBezTo>
                <a:cubicBezTo>
                  <a:pt x="475488" y="1179576"/>
                  <a:pt x="475488" y="1170432"/>
                  <a:pt x="475488" y="1170432"/>
                </a:cubicBezTo>
                <a:cubicBezTo>
                  <a:pt x="484632" y="1161288"/>
                  <a:pt x="484632" y="1152144"/>
                  <a:pt x="484632" y="1143000"/>
                </a:cubicBezTo>
                <a:cubicBezTo>
                  <a:pt x="484632" y="1115568"/>
                  <a:pt x="457200" y="1097280"/>
                  <a:pt x="438912" y="1115568"/>
                </a:cubicBezTo>
                <a:cubicBezTo>
                  <a:pt x="420624" y="1133856"/>
                  <a:pt x="420624" y="1161288"/>
                  <a:pt x="429768" y="1179576"/>
                </a:cubicBezTo>
                <a:lnTo>
                  <a:pt x="429768" y="1179576"/>
                </a:lnTo>
                <a:lnTo>
                  <a:pt x="429768" y="1179576"/>
                </a:lnTo>
                <a:lnTo>
                  <a:pt x="429768" y="1179576"/>
                </a:lnTo>
                <a:lnTo>
                  <a:pt x="429768" y="1179576"/>
                </a:lnTo>
                <a:cubicBezTo>
                  <a:pt x="429768" y="1179576"/>
                  <a:pt x="429768" y="1188720"/>
                  <a:pt x="438912" y="1188720"/>
                </a:cubicBezTo>
                <a:cubicBezTo>
                  <a:pt x="438912" y="1197864"/>
                  <a:pt x="438912" y="1216152"/>
                  <a:pt x="438912" y="1225296"/>
                </a:cubicBezTo>
                <a:cubicBezTo>
                  <a:pt x="438912" y="1234440"/>
                  <a:pt x="438912" y="1252728"/>
                  <a:pt x="448056" y="1271016"/>
                </a:cubicBezTo>
                <a:cubicBezTo>
                  <a:pt x="457200" y="1271016"/>
                  <a:pt x="475488" y="1261872"/>
                  <a:pt x="475488" y="1252728"/>
                </a:cubicBezTo>
                <a:moveTo>
                  <a:pt x="1225296" y="896112"/>
                </a:moveTo>
                <a:cubicBezTo>
                  <a:pt x="1225296" y="886968"/>
                  <a:pt x="1225296" y="868680"/>
                  <a:pt x="1234440" y="859536"/>
                </a:cubicBezTo>
                <a:cubicBezTo>
                  <a:pt x="1243584" y="850392"/>
                  <a:pt x="1252728" y="859536"/>
                  <a:pt x="1261872" y="877824"/>
                </a:cubicBezTo>
                <a:cubicBezTo>
                  <a:pt x="1271016" y="886968"/>
                  <a:pt x="1271016" y="914400"/>
                  <a:pt x="1271016" y="932688"/>
                </a:cubicBezTo>
                <a:cubicBezTo>
                  <a:pt x="1271016" y="941832"/>
                  <a:pt x="1271016" y="950976"/>
                  <a:pt x="1271016" y="960120"/>
                </a:cubicBezTo>
                <a:cubicBezTo>
                  <a:pt x="1271016" y="978408"/>
                  <a:pt x="1280160" y="978408"/>
                  <a:pt x="1280160" y="987552"/>
                </a:cubicBezTo>
                <a:cubicBezTo>
                  <a:pt x="1280160" y="987552"/>
                  <a:pt x="1280160" y="996696"/>
                  <a:pt x="1289304" y="996696"/>
                </a:cubicBezTo>
                <a:cubicBezTo>
                  <a:pt x="1289304" y="1014984"/>
                  <a:pt x="1289304" y="1024128"/>
                  <a:pt x="1289304" y="1042416"/>
                </a:cubicBezTo>
                <a:cubicBezTo>
                  <a:pt x="1271016" y="1069848"/>
                  <a:pt x="1216152" y="1078992"/>
                  <a:pt x="1207008" y="1042416"/>
                </a:cubicBezTo>
                <a:cubicBezTo>
                  <a:pt x="1207008" y="1005840"/>
                  <a:pt x="1207008" y="978408"/>
                  <a:pt x="1207008" y="950976"/>
                </a:cubicBezTo>
                <a:cubicBezTo>
                  <a:pt x="1207008" y="941832"/>
                  <a:pt x="1216152" y="932688"/>
                  <a:pt x="1216152" y="923544"/>
                </a:cubicBezTo>
                <a:lnTo>
                  <a:pt x="1216152" y="923544"/>
                </a:lnTo>
                <a:cubicBezTo>
                  <a:pt x="1216152" y="914400"/>
                  <a:pt x="1216152" y="905256"/>
                  <a:pt x="1225296" y="896112"/>
                </a:cubicBezTo>
                <a:moveTo>
                  <a:pt x="1197864" y="1179576"/>
                </a:moveTo>
                <a:cubicBezTo>
                  <a:pt x="1179576" y="1188720"/>
                  <a:pt x="1179576" y="1207008"/>
                  <a:pt x="1179576" y="1225296"/>
                </a:cubicBezTo>
                <a:cubicBezTo>
                  <a:pt x="1170432" y="1225296"/>
                  <a:pt x="1170432" y="1234440"/>
                  <a:pt x="1170432" y="1243584"/>
                </a:cubicBezTo>
                <a:cubicBezTo>
                  <a:pt x="1161288" y="1271016"/>
                  <a:pt x="1161288" y="1298448"/>
                  <a:pt x="1161288" y="1335024"/>
                </a:cubicBezTo>
                <a:cubicBezTo>
                  <a:pt x="1161288" y="1380744"/>
                  <a:pt x="1243584" y="1380744"/>
                  <a:pt x="1234440" y="1335024"/>
                </a:cubicBezTo>
                <a:cubicBezTo>
                  <a:pt x="1234440" y="1316736"/>
                  <a:pt x="1234440" y="1307592"/>
                  <a:pt x="1225296" y="1298448"/>
                </a:cubicBezTo>
                <a:cubicBezTo>
                  <a:pt x="1225296" y="1280160"/>
                  <a:pt x="1225296" y="1261872"/>
                  <a:pt x="1225296" y="1243584"/>
                </a:cubicBezTo>
                <a:cubicBezTo>
                  <a:pt x="1225296" y="1243584"/>
                  <a:pt x="1225296" y="1234440"/>
                  <a:pt x="1225296" y="1234440"/>
                </a:cubicBezTo>
                <a:lnTo>
                  <a:pt x="1225296" y="1234440"/>
                </a:lnTo>
                <a:cubicBezTo>
                  <a:pt x="1225296" y="1216152"/>
                  <a:pt x="1225296" y="1188720"/>
                  <a:pt x="1207008" y="1179576"/>
                </a:cubicBezTo>
                <a:cubicBezTo>
                  <a:pt x="1207008" y="1179576"/>
                  <a:pt x="1197864" y="1179576"/>
                  <a:pt x="1197864" y="1179576"/>
                </a:cubicBezTo>
                <a:moveTo>
                  <a:pt x="1005840" y="1591056"/>
                </a:moveTo>
                <a:cubicBezTo>
                  <a:pt x="1005840" y="1572768"/>
                  <a:pt x="1005840" y="1545336"/>
                  <a:pt x="1014984" y="1517904"/>
                </a:cubicBezTo>
                <a:cubicBezTo>
                  <a:pt x="1033272" y="1508760"/>
                  <a:pt x="1051560" y="1508760"/>
                  <a:pt x="1060704" y="1517904"/>
                </a:cubicBezTo>
                <a:cubicBezTo>
                  <a:pt x="1060704" y="1527048"/>
                  <a:pt x="1060704" y="1536192"/>
                  <a:pt x="1060704" y="1536192"/>
                </a:cubicBezTo>
                <a:lnTo>
                  <a:pt x="1060704" y="1536192"/>
                </a:lnTo>
                <a:cubicBezTo>
                  <a:pt x="1069848" y="1545336"/>
                  <a:pt x="1069848" y="1554480"/>
                  <a:pt x="1069848" y="1563624"/>
                </a:cubicBezTo>
                <a:lnTo>
                  <a:pt x="1069848" y="1581912"/>
                </a:lnTo>
                <a:cubicBezTo>
                  <a:pt x="1069848" y="1600200"/>
                  <a:pt x="1078992" y="1618488"/>
                  <a:pt x="1097280" y="1636776"/>
                </a:cubicBezTo>
                <a:lnTo>
                  <a:pt x="1097280" y="1636776"/>
                </a:lnTo>
                <a:lnTo>
                  <a:pt x="1097280" y="1636776"/>
                </a:lnTo>
                <a:lnTo>
                  <a:pt x="1097280" y="1636776"/>
                </a:lnTo>
                <a:lnTo>
                  <a:pt x="1097280" y="1636776"/>
                </a:lnTo>
                <a:cubicBezTo>
                  <a:pt x="1124712" y="1691640"/>
                  <a:pt x="1024128" y="1737360"/>
                  <a:pt x="1005840" y="1673352"/>
                </a:cubicBezTo>
                <a:cubicBezTo>
                  <a:pt x="1005840" y="1655064"/>
                  <a:pt x="1005840" y="1627632"/>
                  <a:pt x="1005840" y="1600200"/>
                </a:cubicBezTo>
                <a:cubicBezTo>
                  <a:pt x="1005840" y="1600200"/>
                  <a:pt x="1005840" y="1591056"/>
                  <a:pt x="1005840" y="1591056"/>
                </a:cubicBezTo>
                <a:lnTo>
                  <a:pt x="1005840" y="1591056"/>
                </a:lnTo>
                <a:moveTo>
                  <a:pt x="329184" y="1435608"/>
                </a:moveTo>
                <a:lnTo>
                  <a:pt x="329184" y="1435608"/>
                </a:lnTo>
                <a:cubicBezTo>
                  <a:pt x="338328" y="1417320"/>
                  <a:pt x="347472" y="1399032"/>
                  <a:pt x="347472" y="1380744"/>
                </a:cubicBezTo>
                <a:cubicBezTo>
                  <a:pt x="347472" y="1362456"/>
                  <a:pt x="347472" y="1344168"/>
                  <a:pt x="347472" y="1335024"/>
                </a:cubicBezTo>
                <a:cubicBezTo>
                  <a:pt x="347472" y="1325880"/>
                  <a:pt x="347472" y="1316736"/>
                  <a:pt x="347472" y="1307592"/>
                </a:cubicBezTo>
                <a:cubicBezTo>
                  <a:pt x="347472" y="1252728"/>
                  <a:pt x="256032" y="1243584"/>
                  <a:pt x="256032" y="1307592"/>
                </a:cubicBezTo>
                <a:lnTo>
                  <a:pt x="256032" y="1380744"/>
                </a:lnTo>
                <a:cubicBezTo>
                  <a:pt x="256032" y="1380744"/>
                  <a:pt x="256032" y="1389888"/>
                  <a:pt x="256032" y="1389888"/>
                </a:cubicBezTo>
                <a:cubicBezTo>
                  <a:pt x="256032" y="1408176"/>
                  <a:pt x="256032" y="1435608"/>
                  <a:pt x="265176" y="1453896"/>
                </a:cubicBezTo>
                <a:cubicBezTo>
                  <a:pt x="283464" y="1481328"/>
                  <a:pt x="310896" y="1481328"/>
                  <a:pt x="320040" y="1453896"/>
                </a:cubicBezTo>
                <a:cubicBezTo>
                  <a:pt x="320040" y="1453896"/>
                  <a:pt x="329184" y="1444752"/>
                  <a:pt x="329184" y="1435608"/>
                </a:cubicBezTo>
                <a:moveTo>
                  <a:pt x="219456" y="1033272"/>
                </a:moveTo>
                <a:cubicBezTo>
                  <a:pt x="219456" y="1033272"/>
                  <a:pt x="219456" y="1042416"/>
                  <a:pt x="219456" y="1051560"/>
                </a:cubicBezTo>
                <a:cubicBezTo>
                  <a:pt x="219456" y="1069848"/>
                  <a:pt x="192024" y="1088136"/>
                  <a:pt x="182880" y="1078992"/>
                </a:cubicBezTo>
                <a:cubicBezTo>
                  <a:pt x="155448" y="1060704"/>
                  <a:pt x="155448" y="1033272"/>
                  <a:pt x="146304" y="1014984"/>
                </a:cubicBezTo>
                <a:lnTo>
                  <a:pt x="146304" y="1014984"/>
                </a:lnTo>
                <a:lnTo>
                  <a:pt x="146304" y="1014984"/>
                </a:lnTo>
                <a:lnTo>
                  <a:pt x="146304" y="1014984"/>
                </a:lnTo>
                <a:lnTo>
                  <a:pt x="146304" y="1014984"/>
                </a:lnTo>
                <a:cubicBezTo>
                  <a:pt x="146304" y="1005840"/>
                  <a:pt x="146304" y="1005840"/>
                  <a:pt x="146304" y="996696"/>
                </a:cubicBezTo>
                <a:cubicBezTo>
                  <a:pt x="137160" y="996696"/>
                  <a:pt x="137160" y="987552"/>
                  <a:pt x="137160" y="978408"/>
                </a:cubicBezTo>
                <a:cubicBezTo>
                  <a:pt x="146304" y="969264"/>
                  <a:pt x="146304" y="969264"/>
                  <a:pt x="146304" y="960120"/>
                </a:cubicBezTo>
                <a:cubicBezTo>
                  <a:pt x="137160" y="960120"/>
                  <a:pt x="137160" y="960120"/>
                  <a:pt x="137160" y="950976"/>
                </a:cubicBezTo>
                <a:cubicBezTo>
                  <a:pt x="137160" y="941832"/>
                  <a:pt x="128016" y="932688"/>
                  <a:pt x="128016" y="923544"/>
                </a:cubicBezTo>
                <a:cubicBezTo>
                  <a:pt x="128016" y="868680"/>
                  <a:pt x="228600" y="868680"/>
                  <a:pt x="219456" y="923544"/>
                </a:cubicBezTo>
                <a:cubicBezTo>
                  <a:pt x="219456" y="932688"/>
                  <a:pt x="219456" y="950976"/>
                  <a:pt x="219456" y="969264"/>
                </a:cubicBezTo>
                <a:cubicBezTo>
                  <a:pt x="219456" y="969264"/>
                  <a:pt x="219456" y="978408"/>
                  <a:pt x="219456" y="987552"/>
                </a:cubicBezTo>
                <a:cubicBezTo>
                  <a:pt x="219456" y="996696"/>
                  <a:pt x="219456" y="1014984"/>
                  <a:pt x="219456" y="1033272"/>
                </a:cubicBezTo>
                <a:moveTo>
                  <a:pt x="868680" y="658368"/>
                </a:moveTo>
                <a:cubicBezTo>
                  <a:pt x="877824" y="621792"/>
                  <a:pt x="877824" y="585216"/>
                  <a:pt x="877824" y="557784"/>
                </a:cubicBezTo>
                <a:cubicBezTo>
                  <a:pt x="877824" y="530352"/>
                  <a:pt x="877824" y="493776"/>
                  <a:pt x="868680" y="466344"/>
                </a:cubicBezTo>
                <a:cubicBezTo>
                  <a:pt x="850392" y="429768"/>
                  <a:pt x="795528" y="457200"/>
                  <a:pt x="813816" y="493776"/>
                </a:cubicBezTo>
                <a:cubicBezTo>
                  <a:pt x="813816" y="493776"/>
                  <a:pt x="813816" y="502920"/>
                  <a:pt x="813816" y="512064"/>
                </a:cubicBezTo>
                <a:cubicBezTo>
                  <a:pt x="813816" y="512064"/>
                  <a:pt x="813816" y="512064"/>
                  <a:pt x="813816" y="521208"/>
                </a:cubicBezTo>
                <a:cubicBezTo>
                  <a:pt x="813816" y="530352"/>
                  <a:pt x="822960" y="530352"/>
                  <a:pt x="822960" y="539496"/>
                </a:cubicBezTo>
                <a:cubicBezTo>
                  <a:pt x="822960" y="548640"/>
                  <a:pt x="832104" y="557784"/>
                  <a:pt x="832104" y="566928"/>
                </a:cubicBezTo>
                <a:cubicBezTo>
                  <a:pt x="832104" y="576072"/>
                  <a:pt x="822960" y="585216"/>
                  <a:pt x="822960" y="603504"/>
                </a:cubicBezTo>
                <a:lnTo>
                  <a:pt x="822960" y="603504"/>
                </a:lnTo>
                <a:cubicBezTo>
                  <a:pt x="822960" y="621792"/>
                  <a:pt x="822960" y="640080"/>
                  <a:pt x="832104" y="658368"/>
                </a:cubicBezTo>
                <a:cubicBezTo>
                  <a:pt x="832104" y="676656"/>
                  <a:pt x="859536" y="676656"/>
                  <a:pt x="868680" y="658368"/>
                </a:cubicBezTo>
                <a:moveTo>
                  <a:pt x="512064" y="859536"/>
                </a:moveTo>
                <a:cubicBezTo>
                  <a:pt x="512064" y="859536"/>
                  <a:pt x="512064" y="868680"/>
                  <a:pt x="512064" y="877824"/>
                </a:cubicBezTo>
                <a:cubicBezTo>
                  <a:pt x="512064" y="886968"/>
                  <a:pt x="493776" y="905256"/>
                  <a:pt x="484632" y="896112"/>
                </a:cubicBezTo>
                <a:cubicBezTo>
                  <a:pt x="466344" y="896112"/>
                  <a:pt x="466344" y="868680"/>
                  <a:pt x="466344" y="850392"/>
                </a:cubicBezTo>
                <a:cubicBezTo>
                  <a:pt x="466344" y="841248"/>
                  <a:pt x="466344" y="832104"/>
                  <a:pt x="457200" y="822960"/>
                </a:cubicBezTo>
                <a:cubicBezTo>
                  <a:pt x="448056" y="786384"/>
                  <a:pt x="448056" y="758952"/>
                  <a:pt x="448056" y="722376"/>
                </a:cubicBezTo>
                <a:cubicBezTo>
                  <a:pt x="448056" y="676656"/>
                  <a:pt x="502920" y="685800"/>
                  <a:pt x="512064" y="731520"/>
                </a:cubicBezTo>
                <a:lnTo>
                  <a:pt x="512064" y="813816"/>
                </a:lnTo>
                <a:cubicBezTo>
                  <a:pt x="512064" y="813816"/>
                  <a:pt x="512064" y="832104"/>
                  <a:pt x="512064" y="841248"/>
                </a:cubicBezTo>
                <a:cubicBezTo>
                  <a:pt x="512064" y="841248"/>
                  <a:pt x="512064" y="841248"/>
                  <a:pt x="512064" y="850392"/>
                </a:cubicBezTo>
                <a:cubicBezTo>
                  <a:pt x="512064" y="850392"/>
                  <a:pt x="512064" y="859536"/>
                  <a:pt x="512064" y="859536"/>
                </a:cubicBezTo>
                <a:moveTo>
                  <a:pt x="685800" y="1609344"/>
                </a:moveTo>
                <a:cubicBezTo>
                  <a:pt x="676656" y="1636776"/>
                  <a:pt x="667512" y="1673352"/>
                  <a:pt x="667512" y="1700784"/>
                </a:cubicBezTo>
                <a:cubicBezTo>
                  <a:pt x="658368" y="1728216"/>
                  <a:pt x="667512" y="1764792"/>
                  <a:pt x="704088" y="1773936"/>
                </a:cubicBezTo>
                <a:cubicBezTo>
                  <a:pt x="722376" y="1783080"/>
                  <a:pt x="731520" y="1764792"/>
                  <a:pt x="740664" y="1746504"/>
                </a:cubicBezTo>
                <a:cubicBezTo>
                  <a:pt x="740664" y="1737360"/>
                  <a:pt x="740664" y="1719072"/>
                  <a:pt x="740664" y="1709928"/>
                </a:cubicBezTo>
                <a:cubicBezTo>
                  <a:pt x="740664" y="1709928"/>
                  <a:pt x="740664" y="1709928"/>
                  <a:pt x="731520" y="1709928"/>
                </a:cubicBezTo>
                <a:lnTo>
                  <a:pt x="731520" y="1709928"/>
                </a:lnTo>
                <a:cubicBezTo>
                  <a:pt x="731520" y="1700784"/>
                  <a:pt x="731520" y="1691640"/>
                  <a:pt x="722376" y="1682496"/>
                </a:cubicBezTo>
                <a:lnTo>
                  <a:pt x="722376" y="1664208"/>
                </a:lnTo>
                <a:cubicBezTo>
                  <a:pt x="722376" y="1655064"/>
                  <a:pt x="731520" y="1655064"/>
                  <a:pt x="731520" y="1645920"/>
                </a:cubicBezTo>
                <a:lnTo>
                  <a:pt x="731520" y="1645920"/>
                </a:lnTo>
                <a:cubicBezTo>
                  <a:pt x="731520" y="1636776"/>
                  <a:pt x="731520" y="1618488"/>
                  <a:pt x="722376" y="1609344"/>
                </a:cubicBezTo>
                <a:cubicBezTo>
                  <a:pt x="722376" y="1591056"/>
                  <a:pt x="694944" y="1591056"/>
                  <a:pt x="685800" y="1609344"/>
                </a:cubicBezTo>
                <a:moveTo>
                  <a:pt x="539496" y="2039112"/>
                </a:moveTo>
                <a:cubicBezTo>
                  <a:pt x="539496" y="2011680"/>
                  <a:pt x="548640" y="1975104"/>
                  <a:pt x="557784" y="1956816"/>
                </a:cubicBezTo>
                <a:cubicBezTo>
                  <a:pt x="576072" y="1938528"/>
                  <a:pt x="594360" y="1929384"/>
                  <a:pt x="603504" y="1956816"/>
                </a:cubicBezTo>
                <a:cubicBezTo>
                  <a:pt x="603504" y="1965960"/>
                  <a:pt x="603504" y="1975104"/>
                  <a:pt x="603504" y="1993392"/>
                </a:cubicBezTo>
                <a:cubicBezTo>
                  <a:pt x="603504" y="1993392"/>
                  <a:pt x="603504" y="2002536"/>
                  <a:pt x="603504" y="2002536"/>
                </a:cubicBezTo>
                <a:lnTo>
                  <a:pt x="603504" y="2029968"/>
                </a:lnTo>
                <a:cubicBezTo>
                  <a:pt x="603504" y="2029968"/>
                  <a:pt x="603504" y="2039112"/>
                  <a:pt x="603504" y="2039112"/>
                </a:cubicBezTo>
                <a:cubicBezTo>
                  <a:pt x="603504" y="2057400"/>
                  <a:pt x="612648" y="2066544"/>
                  <a:pt x="612648" y="2066544"/>
                </a:cubicBezTo>
                <a:cubicBezTo>
                  <a:pt x="612648" y="2075688"/>
                  <a:pt x="612648" y="2075688"/>
                  <a:pt x="612648" y="2093976"/>
                </a:cubicBezTo>
                <a:cubicBezTo>
                  <a:pt x="612648" y="2103120"/>
                  <a:pt x="594360" y="2121408"/>
                  <a:pt x="576072" y="2121408"/>
                </a:cubicBezTo>
                <a:cubicBezTo>
                  <a:pt x="539496" y="2112264"/>
                  <a:pt x="530352" y="2075688"/>
                  <a:pt x="539496" y="2039112"/>
                </a:cubicBezTo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4031932" y="1752600"/>
            <a:ext cx="6904291" cy="2742692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400">
                <a:solidFill>
                  <a:schemeClr val="lt1">
                    <a:lumMod val="100000"/>
                  </a:schemeClr>
                </a:solidFill>
                <a:latin typeface="汉仪正圆-75W" charset="0"/>
                <a:ea typeface="汉仪正圆-75W" charset="0"/>
                <a:cs typeface="汉仪正圆-75W" charset="0"/>
                <a:sym typeface="汉仪正圆-75W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4031932" y="4574507"/>
            <a:ext cx="6904291" cy="1645318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lt1">
                    <a:lumMod val="100000"/>
                  </a:schemeClr>
                </a:solidFill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汉仪正圆-75W" charset="0"/>
                <a:ea typeface="汉仪正圆-75W" charset="0"/>
                <a:cs typeface="汉仪正圆-75W" charset="0"/>
                <a:sym typeface="汉仪正圆-75W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1pPr>
            <a:lvl2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2pPr>
            <a:lvl3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3pPr>
            <a:lvl4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4pPr>
            <a:lvl5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正圆 55简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ctor-2096&amp;3052"/>
          <p:cNvSpPr/>
          <p:nvPr userDrawn="1">
            <p:custDataLst>
              <p:tags r:id="rId2"/>
            </p:custDataLst>
          </p:nvPr>
        </p:nvSpPr>
        <p:spPr>
          <a:xfrm>
            <a:off x="987552" y="0"/>
            <a:ext cx="4498848" cy="2916936"/>
          </a:xfrm>
          <a:custGeom>
            <a:avLst/>
            <a:gdLst/>
            <a:ahLst/>
            <a:cxnLst/>
            <a:rect l="l" t="t" r="r" b="b"/>
            <a:pathLst>
              <a:path w="4498848" h="2916936">
                <a:moveTo>
                  <a:pt x="4343400" y="1719072"/>
                </a:moveTo>
                <a:cubicBezTo>
                  <a:pt x="4590288" y="1207008"/>
                  <a:pt x="4517136" y="585216"/>
                  <a:pt x="4261104" y="128016"/>
                </a:cubicBezTo>
                <a:lnTo>
                  <a:pt x="4261104" y="128016"/>
                </a:lnTo>
                <a:cubicBezTo>
                  <a:pt x="4233672" y="82296"/>
                  <a:pt x="4206240" y="45720"/>
                  <a:pt x="4178808" y="0"/>
                </a:cubicBezTo>
                <a:lnTo>
                  <a:pt x="219456" y="0"/>
                </a:lnTo>
                <a:cubicBezTo>
                  <a:pt x="-137160" y="704088"/>
                  <a:pt x="-54864" y="1664208"/>
                  <a:pt x="448056" y="2258568"/>
                </a:cubicBezTo>
                <a:cubicBezTo>
                  <a:pt x="1417320" y="3410712"/>
                  <a:pt x="3749040" y="2953512"/>
                  <a:pt x="4343400" y="1719072"/>
                </a:cubicBezTo>
              </a:path>
            </a:pathLst>
          </a:custGeom>
          <a:solidFill>
            <a:schemeClr val="accent1">
              <a:lumMod val="75000"/>
            </a:schemeClr>
          </a:solidFill>
        </p:spPr>
      </p:sp>
      <p:sp>
        <p:nvSpPr>
          <p:cNvPr id="6" name="Vector (Stroke)-2096&amp;3055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3401568" cy="557784"/>
          </a:xfrm>
          <a:custGeom>
            <a:avLst/>
            <a:gdLst/>
            <a:ahLst/>
            <a:cxnLst/>
            <a:rect l="l" t="t" r="r" b="b"/>
            <a:pathLst>
              <a:path w="3401568" h="557784">
                <a:moveTo>
                  <a:pt x="0" y="402336"/>
                </a:moveTo>
                <a:cubicBezTo>
                  <a:pt x="749808" y="548640"/>
                  <a:pt x="1828800" y="612648"/>
                  <a:pt x="2980944" y="137160"/>
                </a:cubicBezTo>
                <a:cubicBezTo>
                  <a:pt x="3090672" y="91440"/>
                  <a:pt x="3191256" y="45720"/>
                  <a:pt x="3291840" y="0"/>
                </a:cubicBezTo>
                <a:lnTo>
                  <a:pt x="3401568" y="0"/>
                </a:lnTo>
                <a:cubicBezTo>
                  <a:pt x="3273552" y="64008"/>
                  <a:pt x="3145536" y="128016"/>
                  <a:pt x="2999232" y="182880"/>
                </a:cubicBezTo>
                <a:lnTo>
                  <a:pt x="2999232" y="182880"/>
                </a:lnTo>
                <a:cubicBezTo>
                  <a:pt x="1837944" y="658368"/>
                  <a:pt x="749808" y="603504"/>
                  <a:pt x="0" y="457200"/>
                </a:cubicBezTo>
                <a:lnTo>
                  <a:pt x="0" y="402336"/>
                </a:lnTo>
              </a:path>
            </a:pathLst>
          </a:custGeom>
          <a:solidFill>
            <a:schemeClr val="bg1">
              <a:alpha val="30000"/>
            </a:schemeClr>
          </a:solidFill>
        </p:spPr>
      </p:sp>
      <p:sp>
        <p:nvSpPr>
          <p:cNvPr id="4" name="Vector-2096&amp;3049"/>
          <p:cNvSpPr/>
          <p:nvPr userDrawn="1">
            <p:custDataLst>
              <p:tags r:id="rId4"/>
            </p:custDataLst>
          </p:nvPr>
        </p:nvSpPr>
        <p:spPr>
          <a:xfrm>
            <a:off x="0" y="3822192"/>
            <a:ext cx="4462272" cy="3035808"/>
          </a:xfrm>
          <a:custGeom>
            <a:avLst/>
            <a:gdLst/>
            <a:ahLst/>
            <a:cxnLst/>
            <a:rect l="l" t="t" r="r" b="b"/>
            <a:pathLst>
              <a:path w="4462272" h="3035808">
                <a:moveTo>
                  <a:pt x="4462272" y="3035808"/>
                </a:moveTo>
                <a:cubicBezTo>
                  <a:pt x="4361688" y="2871216"/>
                  <a:pt x="4242816" y="2724912"/>
                  <a:pt x="4096512" y="2633472"/>
                </a:cubicBezTo>
                <a:cubicBezTo>
                  <a:pt x="3694176" y="2395728"/>
                  <a:pt x="3154680" y="2578608"/>
                  <a:pt x="2615184" y="2761488"/>
                </a:cubicBezTo>
                <a:lnTo>
                  <a:pt x="2615184" y="2761488"/>
                </a:lnTo>
                <a:cubicBezTo>
                  <a:pt x="2322576" y="2862072"/>
                  <a:pt x="2084832" y="2953512"/>
                  <a:pt x="1892808" y="3035808"/>
                </a:cubicBezTo>
                <a:lnTo>
                  <a:pt x="4462272" y="3035808"/>
                </a:lnTo>
                <a:moveTo>
                  <a:pt x="768096" y="3035808"/>
                </a:moveTo>
                <a:lnTo>
                  <a:pt x="0" y="3035808"/>
                </a:lnTo>
                <a:lnTo>
                  <a:pt x="0" y="0"/>
                </a:lnTo>
                <a:cubicBezTo>
                  <a:pt x="137160" y="0"/>
                  <a:pt x="283464" y="27432"/>
                  <a:pt x="420624" y="82296"/>
                </a:cubicBezTo>
                <a:cubicBezTo>
                  <a:pt x="987552" y="301752"/>
                  <a:pt x="1426464" y="960120"/>
                  <a:pt x="1325880" y="1472184"/>
                </a:cubicBezTo>
                <a:cubicBezTo>
                  <a:pt x="1289304" y="1700784"/>
                  <a:pt x="1143000" y="1847088"/>
                  <a:pt x="1005840" y="1993392"/>
                </a:cubicBezTo>
                <a:cubicBezTo>
                  <a:pt x="841248" y="2157984"/>
                  <a:pt x="676656" y="2322576"/>
                  <a:pt x="649224" y="2624328"/>
                </a:cubicBezTo>
                <a:cubicBezTo>
                  <a:pt x="630936" y="2788920"/>
                  <a:pt x="676656" y="2926080"/>
                  <a:pt x="768096" y="3035808"/>
                </a:cubicBezTo>
              </a:path>
            </a:pathLst>
          </a:custGeom>
          <a:solidFill>
            <a:schemeClr val="accent3"/>
          </a:solidFill>
        </p:spPr>
      </p:sp>
      <p:sp>
        <p:nvSpPr>
          <p:cNvPr id="10" name="Union-2096&amp;2067"/>
          <p:cNvSpPr/>
          <p:nvPr userDrawn="1">
            <p:custDataLst>
              <p:tags r:id="rId5"/>
            </p:custDataLst>
          </p:nvPr>
        </p:nvSpPr>
        <p:spPr>
          <a:xfrm>
            <a:off x="10460736" y="128016"/>
            <a:ext cx="1536192" cy="2084832"/>
          </a:xfrm>
          <a:custGeom>
            <a:avLst/>
            <a:gdLst/>
            <a:ahLst/>
            <a:cxnLst/>
            <a:rect l="l" t="t" r="r" b="b"/>
            <a:pathLst>
              <a:path w="1536192" h="2084832">
                <a:moveTo>
                  <a:pt x="621792" y="73152"/>
                </a:moveTo>
                <a:cubicBezTo>
                  <a:pt x="603504" y="73152"/>
                  <a:pt x="585216" y="64008"/>
                  <a:pt x="566928" y="45720"/>
                </a:cubicBezTo>
                <a:cubicBezTo>
                  <a:pt x="548640" y="36576"/>
                  <a:pt x="557784" y="9144"/>
                  <a:pt x="576072" y="0"/>
                </a:cubicBezTo>
                <a:cubicBezTo>
                  <a:pt x="594360" y="0"/>
                  <a:pt x="603504" y="0"/>
                  <a:pt x="612648" y="9144"/>
                </a:cubicBezTo>
                <a:cubicBezTo>
                  <a:pt x="621792" y="9144"/>
                  <a:pt x="630936" y="9144"/>
                  <a:pt x="630936" y="9144"/>
                </a:cubicBezTo>
                <a:cubicBezTo>
                  <a:pt x="640080" y="9144"/>
                  <a:pt x="658368" y="9144"/>
                  <a:pt x="667512" y="18288"/>
                </a:cubicBezTo>
                <a:cubicBezTo>
                  <a:pt x="676656" y="18288"/>
                  <a:pt x="685800" y="18288"/>
                  <a:pt x="694944" y="18288"/>
                </a:cubicBezTo>
                <a:cubicBezTo>
                  <a:pt x="749808" y="27432"/>
                  <a:pt x="731520" y="109728"/>
                  <a:pt x="685800" y="91440"/>
                </a:cubicBezTo>
                <a:cubicBezTo>
                  <a:pt x="676656" y="91440"/>
                  <a:pt x="667512" y="91440"/>
                  <a:pt x="649224" y="82296"/>
                </a:cubicBezTo>
                <a:cubicBezTo>
                  <a:pt x="640080" y="82296"/>
                  <a:pt x="630936" y="82296"/>
                  <a:pt x="621792" y="73152"/>
                </a:cubicBezTo>
                <a:moveTo>
                  <a:pt x="1362456" y="210312"/>
                </a:moveTo>
                <a:lnTo>
                  <a:pt x="1362456" y="210312"/>
                </a:lnTo>
                <a:cubicBezTo>
                  <a:pt x="1371600" y="219456"/>
                  <a:pt x="1371600" y="219456"/>
                  <a:pt x="1371600" y="228600"/>
                </a:cubicBezTo>
                <a:cubicBezTo>
                  <a:pt x="1389888" y="246888"/>
                  <a:pt x="1435608" y="237744"/>
                  <a:pt x="1435608" y="201168"/>
                </a:cubicBezTo>
                <a:cubicBezTo>
                  <a:pt x="1426464" y="192024"/>
                  <a:pt x="1426464" y="182880"/>
                  <a:pt x="1417320" y="182880"/>
                </a:cubicBezTo>
                <a:cubicBezTo>
                  <a:pt x="1417320" y="173736"/>
                  <a:pt x="1408176" y="173736"/>
                  <a:pt x="1408176" y="173736"/>
                </a:cubicBezTo>
                <a:cubicBezTo>
                  <a:pt x="1408176" y="164592"/>
                  <a:pt x="1399032" y="164592"/>
                  <a:pt x="1399032" y="155448"/>
                </a:cubicBezTo>
                <a:cubicBezTo>
                  <a:pt x="1389888" y="155448"/>
                  <a:pt x="1389888" y="146304"/>
                  <a:pt x="1380744" y="146304"/>
                </a:cubicBezTo>
                <a:cubicBezTo>
                  <a:pt x="1371600" y="137160"/>
                  <a:pt x="1362456" y="128016"/>
                  <a:pt x="1362456" y="118872"/>
                </a:cubicBezTo>
                <a:lnTo>
                  <a:pt x="1362456" y="118872"/>
                </a:lnTo>
                <a:lnTo>
                  <a:pt x="1362456" y="118872"/>
                </a:lnTo>
                <a:lnTo>
                  <a:pt x="1362456" y="118872"/>
                </a:lnTo>
                <a:cubicBezTo>
                  <a:pt x="1344168" y="109728"/>
                  <a:pt x="1335024" y="91440"/>
                  <a:pt x="1325880" y="82296"/>
                </a:cubicBezTo>
                <a:cubicBezTo>
                  <a:pt x="1316736" y="73152"/>
                  <a:pt x="1298448" y="73152"/>
                  <a:pt x="1298448" y="82296"/>
                </a:cubicBezTo>
                <a:cubicBezTo>
                  <a:pt x="1298448" y="100584"/>
                  <a:pt x="1307592" y="128016"/>
                  <a:pt x="1316736" y="146304"/>
                </a:cubicBezTo>
                <a:lnTo>
                  <a:pt x="1316736" y="146304"/>
                </a:lnTo>
                <a:lnTo>
                  <a:pt x="1316736" y="146304"/>
                </a:lnTo>
                <a:cubicBezTo>
                  <a:pt x="1325880" y="146304"/>
                  <a:pt x="1325880" y="155448"/>
                  <a:pt x="1325880" y="155448"/>
                </a:cubicBezTo>
                <a:cubicBezTo>
                  <a:pt x="1335024" y="164592"/>
                  <a:pt x="1335024" y="173736"/>
                  <a:pt x="1344168" y="173736"/>
                </a:cubicBezTo>
                <a:lnTo>
                  <a:pt x="1344168" y="173736"/>
                </a:lnTo>
                <a:lnTo>
                  <a:pt x="1344168" y="173736"/>
                </a:lnTo>
                <a:cubicBezTo>
                  <a:pt x="1344168" y="182880"/>
                  <a:pt x="1353312" y="192024"/>
                  <a:pt x="1353312" y="201168"/>
                </a:cubicBezTo>
                <a:cubicBezTo>
                  <a:pt x="1353312" y="201168"/>
                  <a:pt x="1362456" y="210312"/>
                  <a:pt x="1362456" y="210312"/>
                </a:cubicBezTo>
                <a:moveTo>
                  <a:pt x="1261872" y="420624"/>
                </a:moveTo>
                <a:cubicBezTo>
                  <a:pt x="1252728" y="420624"/>
                  <a:pt x="1252728" y="411480"/>
                  <a:pt x="1252728" y="411480"/>
                </a:cubicBezTo>
                <a:cubicBezTo>
                  <a:pt x="1243584" y="402336"/>
                  <a:pt x="1243584" y="393192"/>
                  <a:pt x="1234440" y="384048"/>
                </a:cubicBezTo>
                <a:lnTo>
                  <a:pt x="1234440" y="384048"/>
                </a:lnTo>
                <a:cubicBezTo>
                  <a:pt x="1234440" y="384048"/>
                  <a:pt x="1225296" y="374904"/>
                  <a:pt x="1225296" y="365760"/>
                </a:cubicBezTo>
                <a:cubicBezTo>
                  <a:pt x="1216152" y="365760"/>
                  <a:pt x="1216152" y="356616"/>
                  <a:pt x="1216152" y="356616"/>
                </a:cubicBezTo>
                <a:lnTo>
                  <a:pt x="1216152" y="356616"/>
                </a:lnTo>
                <a:lnTo>
                  <a:pt x="1216152" y="356616"/>
                </a:lnTo>
                <a:cubicBezTo>
                  <a:pt x="1207008" y="338328"/>
                  <a:pt x="1188720" y="310896"/>
                  <a:pt x="1188720" y="292608"/>
                </a:cubicBezTo>
                <a:cubicBezTo>
                  <a:pt x="1197864" y="283464"/>
                  <a:pt x="1216152" y="283464"/>
                  <a:pt x="1216152" y="292608"/>
                </a:cubicBezTo>
                <a:cubicBezTo>
                  <a:pt x="1225296" y="301752"/>
                  <a:pt x="1243584" y="320040"/>
                  <a:pt x="1252728" y="329184"/>
                </a:cubicBezTo>
                <a:cubicBezTo>
                  <a:pt x="1261872" y="338328"/>
                  <a:pt x="1271016" y="347472"/>
                  <a:pt x="1280160" y="356616"/>
                </a:cubicBezTo>
                <a:cubicBezTo>
                  <a:pt x="1280160" y="356616"/>
                  <a:pt x="1289304" y="365760"/>
                  <a:pt x="1289304" y="365760"/>
                </a:cubicBezTo>
                <a:cubicBezTo>
                  <a:pt x="1298448" y="374904"/>
                  <a:pt x="1298448" y="374904"/>
                  <a:pt x="1307592" y="384048"/>
                </a:cubicBezTo>
                <a:cubicBezTo>
                  <a:pt x="1307592" y="384048"/>
                  <a:pt x="1307592" y="384048"/>
                  <a:pt x="1307592" y="393192"/>
                </a:cubicBezTo>
                <a:cubicBezTo>
                  <a:pt x="1316736" y="393192"/>
                  <a:pt x="1325880" y="402336"/>
                  <a:pt x="1325880" y="411480"/>
                </a:cubicBezTo>
                <a:cubicBezTo>
                  <a:pt x="1335024" y="448056"/>
                  <a:pt x="1289304" y="457200"/>
                  <a:pt x="1271016" y="438912"/>
                </a:cubicBezTo>
                <a:cubicBezTo>
                  <a:pt x="1271016" y="429768"/>
                  <a:pt x="1261872" y="429768"/>
                  <a:pt x="1261872" y="420624"/>
                </a:cubicBezTo>
                <a:lnTo>
                  <a:pt x="1261872" y="420624"/>
                </a:lnTo>
                <a:moveTo>
                  <a:pt x="1252728" y="850392"/>
                </a:moveTo>
                <a:cubicBezTo>
                  <a:pt x="1261872" y="896112"/>
                  <a:pt x="1197864" y="914400"/>
                  <a:pt x="1188720" y="859536"/>
                </a:cubicBezTo>
                <a:cubicBezTo>
                  <a:pt x="1188720" y="877824"/>
                  <a:pt x="1170432" y="850392"/>
                  <a:pt x="1170432" y="850392"/>
                </a:cubicBezTo>
                <a:cubicBezTo>
                  <a:pt x="1170432" y="850392"/>
                  <a:pt x="1161288" y="841248"/>
                  <a:pt x="1161288" y="841248"/>
                </a:cubicBezTo>
                <a:cubicBezTo>
                  <a:pt x="1161288" y="832104"/>
                  <a:pt x="1152144" y="822960"/>
                  <a:pt x="1152144" y="813816"/>
                </a:cubicBezTo>
                <a:cubicBezTo>
                  <a:pt x="1143000" y="813816"/>
                  <a:pt x="1143000" y="804672"/>
                  <a:pt x="1143000" y="795528"/>
                </a:cubicBezTo>
                <a:cubicBezTo>
                  <a:pt x="1133856" y="795528"/>
                  <a:pt x="1133856" y="786384"/>
                  <a:pt x="1124712" y="777240"/>
                </a:cubicBezTo>
                <a:lnTo>
                  <a:pt x="1124712" y="777240"/>
                </a:lnTo>
                <a:cubicBezTo>
                  <a:pt x="1115568" y="758952"/>
                  <a:pt x="1106424" y="749808"/>
                  <a:pt x="1106424" y="731520"/>
                </a:cubicBezTo>
                <a:cubicBezTo>
                  <a:pt x="1097280" y="704088"/>
                  <a:pt x="1133856" y="685800"/>
                  <a:pt x="1143000" y="713232"/>
                </a:cubicBezTo>
                <a:cubicBezTo>
                  <a:pt x="1152144" y="713232"/>
                  <a:pt x="1152144" y="722376"/>
                  <a:pt x="1161288" y="731520"/>
                </a:cubicBezTo>
                <a:cubicBezTo>
                  <a:pt x="1161288" y="731520"/>
                  <a:pt x="1170432" y="731520"/>
                  <a:pt x="1170432" y="740664"/>
                </a:cubicBezTo>
                <a:cubicBezTo>
                  <a:pt x="1179576" y="740664"/>
                  <a:pt x="1179576" y="749808"/>
                  <a:pt x="1188720" y="758952"/>
                </a:cubicBezTo>
                <a:cubicBezTo>
                  <a:pt x="1188720" y="768096"/>
                  <a:pt x="1197864" y="768096"/>
                  <a:pt x="1197864" y="777240"/>
                </a:cubicBezTo>
                <a:cubicBezTo>
                  <a:pt x="1207008" y="795528"/>
                  <a:pt x="1216152" y="804672"/>
                  <a:pt x="1225296" y="822960"/>
                </a:cubicBezTo>
                <a:cubicBezTo>
                  <a:pt x="1234440" y="822960"/>
                  <a:pt x="1234440" y="822960"/>
                  <a:pt x="1234440" y="832104"/>
                </a:cubicBezTo>
                <a:cubicBezTo>
                  <a:pt x="1243584" y="832104"/>
                  <a:pt x="1243584" y="841248"/>
                  <a:pt x="1252728" y="850392"/>
                </a:cubicBezTo>
                <a:moveTo>
                  <a:pt x="1399032" y="685800"/>
                </a:moveTo>
                <a:cubicBezTo>
                  <a:pt x="1408176" y="704088"/>
                  <a:pt x="1417320" y="722376"/>
                  <a:pt x="1426464" y="731520"/>
                </a:cubicBezTo>
                <a:cubicBezTo>
                  <a:pt x="1444752" y="777240"/>
                  <a:pt x="1389888" y="795528"/>
                  <a:pt x="1362456" y="758952"/>
                </a:cubicBezTo>
                <a:cubicBezTo>
                  <a:pt x="1362456" y="749808"/>
                  <a:pt x="1353312" y="740664"/>
                  <a:pt x="1344168" y="731520"/>
                </a:cubicBezTo>
                <a:cubicBezTo>
                  <a:pt x="1344168" y="722376"/>
                  <a:pt x="1335024" y="713232"/>
                  <a:pt x="1335024" y="704088"/>
                </a:cubicBezTo>
                <a:cubicBezTo>
                  <a:pt x="1325880" y="694944"/>
                  <a:pt x="1325880" y="694944"/>
                  <a:pt x="1325880" y="685800"/>
                </a:cubicBezTo>
                <a:cubicBezTo>
                  <a:pt x="1316736" y="676656"/>
                  <a:pt x="1307592" y="667512"/>
                  <a:pt x="1307592" y="649224"/>
                </a:cubicBezTo>
                <a:cubicBezTo>
                  <a:pt x="1307592" y="640080"/>
                  <a:pt x="1307592" y="630936"/>
                  <a:pt x="1316736" y="621792"/>
                </a:cubicBezTo>
                <a:lnTo>
                  <a:pt x="1316736" y="621792"/>
                </a:lnTo>
                <a:cubicBezTo>
                  <a:pt x="1344168" y="612648"/>
                  <a:pt x="1362456" y="640080"/>
                  <a:pt x="1371600" y="658368"/>
                </a:cubicBezTo>
                <a:cubicBezTo>
                  <a:pt x="1380744" y="667512"/>
                  <a:pt x="1389888" y="676656"/>
                  <a:pt x="1399032" y="685800"/>
                </a:cubicBezTo>
                <a:moveTo>
                  <a:pt x="1289304" y="1133856"/>
                </a:moveTo>
                <a:cubicBezTo>
                  <a:pt x="1280160" y="1115568"/>
                  <a:pt x="1261872" y="1097280"/>
                  <a:pt x="1243584" y="1078992"/>
                </a:cubicBezTo>
                <a:cubicBezTo>
                  <a:pt x="1234440" y="1069848"/>
                  <a:pt x="1216152" y="1069848"/>
                  <a:pt x="1216152" y="1088136"/>
                </a:cubicBezTo>
                <a:cubicBezTo>
                  <a:pt x="1207008" y="1106424"/>
                  <a:pt x="1225296" y="1124712"/>
                  <a:pt x="1234440" y="1143000"/>
                </a:cubicBezTo>
                <a:cubicBezTo>
                  <a:pt x="1234440" y="1143000"/>
                  <a:pt x="1243584" y="1152144"/>
                  <a:pt x="1243584" y="1161288"/>
                </a:cubicBezTo>
                <a:cubicBezTo>
                  <a:pt x="1243584" y="1170432"/>
                  <a:pt x="1243584" y="1170432"/>
                  <a:pt x="1252728" y="1170432"/>
                </a:cubicBezTo>
                <a:cubicBezTo>
                  <a:pt x="1261872" y="1197864"/>
                  <a:pt x="1271016" y="1216152"/>
                  <a:pt x="1289304" y="1225296"/>
                </a:cubicBezTo>
                <a:cubicBezTo>
                  <a:pt x="1316736" y="1252728"/>
                  <a:pt x="1344168" y="1207008"/>
                  <a:pt x="1325880" y="1179576"/>
                </a:cubicBezTo>
                <a:cubicBezTo>
                  <a:pt x="1316736" y="1179576"/>
                  <a:pt x="1307592" y="1161288"/>
                  <a:pt x="1298448" y="1152144"/>
                </a:cubicBezTo>
                <a:cubicBezTo>
                  <a:pt x="1298448" y="1152144"/>
                  <a:pt x="1289304" y="1143000"/>
                  <a:pt x="1289304" y="1133856"/>
                </a:cubicBezTo>
                <a:moveTo>
                  <a:pt x="1069848" y="1225296"/>
                </a:moveTo>
                <a:cubicBezTo>
                  <a:pt x="1078992" y="1225296"/>
                  <a:pt x="1078992" y="1234440"/>
                  <a:pt x="1088136" y="1234440"/>
                </a:cubicBezTo>
                <a:cubicBezTo>
                  <a:pt x="1097280" y="1252728"/>
                  <a:pt x="1115568" y="1261872"/>
                  <a:pt x="1124712" y="1280160"/>
                </a:cubicBezTo>
                <a:cubicBezTo>
                  <a:pt x="1133856" y="1298448"/>
                  <a:pt x="1133856" y="1307592"/>
                  <a:pt x="1124712" y="1325880"/>
                </a:cubicBezTo>
                <a:cubicBezTo>
                  <a:pt x="1115568" y="1325880"/>
                  <a:pt x="1097280" y="1325880"/>
                  <a:pt x="1088136" y="1316736"/>
                </a:cubicBezTo>
                <a:cubicBezTo>
                  <a:pt x="1078992" y="1307592"/>
                  <a:pt x="1060704" y="1289304"/>
                  <a:pt x="1051560" y="1280160"/>
                </a:cubicBezTo>
                <a:lnTo>
                  <a:pt x="1051560" y="1280160"/>
                </a:lnTo>
                <a:cubicBezTo>
                  <a:pt x="1033272" y="1261872"/>
                  <a:pt x="1024128" y="1243584"/>
                  <a:pt x="1005840" y="1225296"/>
                </a:cubicBezTo>
                <a:cubicBezTo>
                  <a:pt x="996696" y="1197864"/>
                  <a:pt x="1024128" y="1179576"/>
                  <a:pt x="1042416" y="1188720"/>
                </a:cubicBezTo>
                <a:cubicBezTo>
                  <a:pt x="1051560" y="1197864"/>
                  <a:pt x="1060704" y="1207008"/>
                  <a:pt x="1069848" y="1225296"/>
                </a:cubicBez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moveTo>
                  <a:pt x="777240" y="1152144"/>
                </a:moveTo>
                <a:cubicBezTo>
                  <a:pt x="768096" y="1143000"/>
                  <a:pt x="758952" y="1124712"/>
                  <a:pt x="749808" y="1115568"/>
                </a:cubicBezTo>
                <a:cubicBezTo>
                  <a:pt x="740664" y="1115568"/>
                  <a:pt x="740664" y="1115568"/>
                  <a:pt x="740664" y="1106424"/>
                </a:cubicBezTo>
                <a:cubicBezTo>
                  <a:pt x="722376" y="1088136"/>
                  <a:pt x="713232" y="1069848"/>
                  <a:pt x="685800" y="1069848"/>
                </a:cubicBezTo>
                <a:cubicBezTo>
                  <a:pt x="676656" y="1069848"/>
                  <a:pt x="667512" y="1088136"/>
                  <a:pt x="667512" y="1097280"/>
                </a:cubicBezTo>
                <a:cubicBezTo>
                  <a:pt x="685800" y="1115568"/>
                  <a:pt x="694944" y="1143000"/>
                  <a:pt x="713232" y="1161288"/>
                </a:cubicBezTo>
                <a:cubicBezTo>
                  <a:pt x="722376" y="1179576"/>
                  <a:pt x="740664" y="1207008"/>
                  <a:pt x="749808" y="1225296"/>
                </a:cubicBezTo>
                <a:cubicBezTo>
                  <a:pt x="777240" y="1271016"/>
                  <a:pt x="841248" y="1216152"/>
                  <a:pt x="804672" y="1179576"/>
                </a:cubicBezTo>
                <a:cubicBezTo>
                  <a:pt x="804672" y="1179576"/>
                  <a:pt x="804672" y="1179576"/>
                  <a:pt x="804672" y="1179576"/>
                </a:cubicBezTo>
                <a:cubicBezTo>
                  <a:pt x="795528" y="1170432"/>
                  <a:pt x="786384" y="1161288"/>
                  <a:pt x="777240" y="1152144"/>
                </a:cubicBezTo>
                <a:moveTo>
                  <a:pt x="630936" y="768096"/>
                </a:moveTo>
                <a:cubicBezTo>
                  <a:pt x="649224" y="786384"/>
                  <a:pt x="667512" y="795528"/>
                  <a:pt x="676656" y="795528"/>
                </a:cubicBezTo>
                <a:cubicBezTo>
                  <a:pt x="722376" y="804672"/>
                  <a:pt x="694944" y="868680"/>
                  <a:pt x="658368" y="859536"/>
                </a:cubicBezTo>
                <a:cubicBezTo>
                  <a:pt x="649224" y="850392"/>
                  <a:pt x="630936" y="841248"/>
                  <a:pt x="621792" y="832104"/>
                </a:cubicBezTo>
                <a:lnTo>
                  <a:pt x="621792" y="832104"/>
                </a:lnTo>
                <a:cubicBezTo>
                  <a:pt x="612648" y="832104"/>
                  <a:pt x="603504" y="822960"/>
                  <a:pt x="603504" y="822960"/>
                </a:cubicBezTo>
                <a:cubicBezTo>
                  <a:pt x="585216" y="813816"/>
                  <a:pt x="557784" y="795528"/>
                  <a:pt x="557784" y="768096"/>
                </a:cubicBezTo>
                <a:cubicBezTo>
                  <a:pt x="548640" y="758952"/>
                  <a:pt x="557784" y="749808"/>
                  <a:pt x="566928" y="749808"/>
                </a:cubicBezTo>
                <a:cubicBezTo>
                  <a:pt x="594360" y="740664"/>
                  <a:pt x="612648" y="758952"/>
                  <a:pt x="630936" y="768096"/>
                </a:cubicBezTo>
                <a:moveTo>
                  <a:pt x="429768" y="539496"/>
                </a:moveTo>
                <a:cubicBezTo>
                  <a:pt x="457200" y="557784"/>
                  <a:pt x="484632" y="502920"/>
                  <a:pt x="448056" y="484632"/>
                </a:cubicBezTo>
                <a:cubicBezTo>
                  <a:pt x="420624" y="475488"/>
                  <a:pt x="393192" y="466344"/>
                  <a:pt x="356616" y="457200"/>
                </a:cubicBezTo>
                <a:cubicBezTo>
                  <a:pt x="356616" y="457200"/>
                  <a:pt x="356616" y="457200"/>
                  <a:pt x="356616" y="457200"/>
                </a:cubicBezTo>
                <a:cubicBezTo>
                  <a:pt x="338328" y="448056"/>
                  <a:pt x="320040" y="448056"/>
                  <a:pt x="301752" y="457200"/>
                </a:cubicBezTo>
                <a:cubicBezTo>
                  <a:pt x="292608" y="466344"/>
                  <a:pt x="301752" y="484632"/>
                  <a:pt x="310896" y="484632"/>
                </a:cubicBezTo>
                <a:cubicBezTo>
                  <a:pt x="310896" y="484632"/>
                  <a:pt x="310896" y="484632"/>
                  <a:pt x="320040" y="484632"/>
                </a:cubicBezTo>
                <a:cubicBezTo>
                  <a:pt x="320040" y="484632"/>
                  <a:pt x="320040" y="493776"/>
                  <a:pt x="329184" y="493776"/>
                </a:cubicBezTo>
                <a:cubicBezTo>
                  <a:pt x="329184" y="493776"/>
                  <a:pt x="338328" y="493776"/>
                  <a:pt x="338328" y="493776"/>
                </a:cubicBezTo>
                <a:cubicBezTo>
                  <a:pt x="347472" y="502920"/>
                  <a:pt x="356616" y="502920"/>
                  <a:pt x="356616" y="502920"/>
                </a:cubicBezTo>
                <a:cubicBezTo>
                  <a:pt x="374904" y="512064"/>
                  <a:pt x="384048" y="512064"/>
                  <a:pt x="393192" y="521208"/>
                </a:cubicBez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cubicBezTo>
                  <a:pt x="402336" y="530352"/>
                  <a:pt x="411480" y="530352"/>
                  <a:pt x="429768" y="539496"/>
                </a:cubicBezTo>
                <a:moveTo>
                  <a:pt x="402336" y="283464"/>
                </a:moveTo>
                <a:cubicBezTo>
                  <a:pt x="393192" y="283464"/>
                  <a:pt x="393192" y="283464"/>
                  <a:pt x="384048" y="274320"/>
                </a:cubicBezTo>
                <a:cubicBezTo>
                  <a:pt x="365760" y="274320"/>
                  <a:pt x="338328" y="256032"/>
                  <a:pt x="329184" y="237744"/>
                </a:cubicBezTo>
                <a:cubicBezTo>
                  <a:pt x="320040" y="210312"/>
                  <a:pt x="384048" y="228600"/>
                  <a:pt x="393192" y="228600"/>
                </a:cubicBezTo>
                <a:cubicBezTo>
                  <a:pt x="402336" y="237744"/>
                  <a:pt x="411480" y="237744"/>
                  <a:pt x="420624" y="237744"/>
                </a:cubicBezTo>
                <a:cubicBezTo>
                  <a:pt x="457200" y="237744"/>
                  <a:pt x="484632" y="246888"/>
                  <a:pt x="493776" y="274320"/>
                </a:cubicBezTo>
                <a:cubicBezTo>
                  <a:pt x="493776" y="301752"/>
                  <a:pt x="466344" y="320040"/>
                  <a:pt x="448056" y="310896"/>
                </a:cubicBezTo>
                <a:cubicBezTo>
                  <a:pt x="448056" y="301752"/>
                  <a:pt x="448056" y="301752"/>
                  <a:pt x="438912" y="301752"/>
                </a:cubicBezTo>
                <a:cubicBezTo>
                  <a:pt x="438912" y="301752"/>
                  <a:pt x="438912" y="301752"/>
                  <a:pt x="438912" y="301752"/>
                </a:cubicBezTo>
                <a:cubicBezTo>
                  <a:pt x="429768" y="292608"/>
                  <a:pt x="420624" y="292608"/>
                  <a:pt x="420624" y="292608"/>
                </a:cubicBezTo>
                <a:cubicBezTo>
                  <a:pt x="411480" y="292608"/>
                  <a:pt x="411480" y="283464"/>
                  <a:pt x="402336" y="283464"/>
                </a:cubicBezTo>
                <a:moveTo>
                  <a:pt x="649224" y="493776"/>
                </a:moveTo>
                <a:cubicBezTo>
                  <a:pt x="649224" y="484632"/>
                  <a:pt x="649224" y="484632"/>
                  <a:pt x="640080" y="484632"/>
                </a:cubicBezTo>
                <a:cubicBezTo>
                  <a:pt x="630936" y="475488"/>
                  <a:pt x="612648" y="457200"/>
                  <a:pt x="603504" y="466344"/>
                </a:cubicBezTo>
                <a:cubicBezTo>
                  <a:pt x="594360" y="475488"/>
                  <a:pt x="594360" y="484632"/>
                  <a:pt x="603504" y="484632"/>
                </a:cubicBezTo>
                <a:cubicBezTo>
                  <a:pt x="603504" y="493776"/>
                  <a:pt x="603504" y="493776"/>
                  <a:pt x="603504" y="493776"/>
                </a:cubicBezTo>
                <a:cubicBezTo>
                  <a:pt x="603504" y="493776"/>
                  <a:pt x="603504" y="502920"/>
                  <a:pt x="612648" y="502920"/>
                </a:cubicBezTo>
                <a:cubicBezTo>
                  <a:pt x="612648" y="512064"/>
                  <a:pt x="621792" y="530352"/>
                  <a:pt x="640080" y="539496"/>
                </a:cubicBezTo>
                <a:cubicBezTo>
                  <a:pt x="658368" y="557784"/>
                  <a:pt x="676656" y="585216"/>
                  <a:pt x="694944" y="594360"/>
                </a:cubicBezTo>
                <a:cubicBezTo>
                  <a:pt x="731520" y="612648"/>
                  <a:pt x="758952" y="576072"/>
                  <a:pt x="731520" y="557784"/>
                </a:cubicBezTo>
                <a:cubicBezTo>
                  <a:pt x="722376" y="539496"/>
                  <a:pt x="704088" y="530352"/>
                  <a:pt x="694944" y="521208"/>
                </a:cubicBezTo>
                <a:cubicBezTo>
                  <a:pt x="685800" y="521208"/>
                  <a:pt x="676656" y="512064"/>
                  <a:pt x="667512" y="502920"/>
                </a:cubicBezTo>
                <a:lnTo>
                  <a:pt x="667512" y="502920"/>
                </a:lnTo>
                <a:cubicBezTo>
                  <a:pt x="667512" y="502920"/>
                  <a:pt x="658368" y="493776"/>
                  <a:pt x="649224" y="493776"/>
                </a:cubicBezTo>
                <a:moveTo>
                  <a:pt x="667512" y="228600"/>
                </a:moveTo>
                <a:cubicBezTo>
                  <a:pt x="667512" y="228600"/>
                  <a:pt x="676656" y="228600"/>
                  <a:pt x="685800" y="228600"/>
                </a:cubicBezTo>
                <a:cubicBezTo>
                  <a:pt x="704088" y="228600"/>
                  <a:pt x="731520" y="228600"/>
                  <a:pt x="749808" y="246888"/>
                </a:cubicBezTo>
                <a:cubicBezTo>
                  <a:pt x="758952" y="265176"/>
                  <a:pt x="740664" y="292608"/>
                  <a:pt x="722376" y="292608"/>
                </a:cubicBezTo>
                <a:cubicBezTo>
                  <a:pt x="713232" y="283464"/>
                  <a:pt x="704088" y="283464"/>
                  <a:pt x="694944" y="283464"/>
                </a:cubicBezTo>
                <a:cubicBezTo>
                  <a:pt x="685800" y="274320"/>
                  <a:pt x="685800" y="274320"/>
                  <a:pt x="676656" y="274320"/>
                </a:cubicBezTo>
                <a:cubicBezTo>
                  <a:pt x="658368" y="274320"/>
                  <a:pt x="640080" y="265176"/>
                  <a:pt x="621792" y="256032"/>
                </a:cubicBezTo>
                <a:cubicBezTo>
                  <a:pt x="612648" y="256032"/>
                  <a:pt x="612648" y="246888"/>
                  <a:pt x="612648" y="237744"/>
                </a:cubicBezTo>
                <a:cubicBezTo>
                  <a:pt x="630936" y="228600"/>
                  <a:pt x="649224" y="228600"/>
                  <a:pt x="667512" y="228600"/>
                </a:cubicBezTo>
                <a:moveTo>
                  <a:pt x="1517904" y="1088136"/>
                </a:moveTo>
                <a:lnTo>
                  <a:pt x="1517904" y="1088136"/>
                </a:lnTo>
                <a:cubicBezTo>
                  <a:pt x="1517904" y="1069848"/>
                  <a:pt x="1517904" y="1051560"/>
                  <a:pt x="1508760" y="1033272"/>
                </a:cubicBezTo>
                <a:cubicBezTo>
                  <a:pt x="1490472" y="1024128"/>
                  <a:pt x="1472184" y="1033272"/>
                  <a:pt x="1472184" y="1051560"/>
                </a:cubicBezTo>
                <a:cubicBezTo>
                  <a:pt x="1472184" y="1078992"/>
                  <a:pt x="1472184" y="1097280"/>
                  <a:pt x="1472184" y="1124712"/>
                </a:cubicBezTo>
                <a:cubicBezTo>
                  <a:pt x="1472184" y="1133856"/>
                  <a:pt x="1472184" y="1143000"/>
                  <a:pt x="1472184" y="1152144"/>
                </a:cubicBezTo>
                <a:cubicBezTo>
                  <a:pt x="1472184" y="1170432"/>
                  <a:pt x="1472184" y="1197864"/>
                  <a:pt x="1499616" y="1207008"/>
                </a:cubicBezTo>
                <a:cubicBezTo>
                  <a:pt x="1508760" y="1216152"/>
                  <a:pt x="1517904" y="1216152"/>
                  <a:pt x="1527048" y="1207008"/>
                </a:cubicBezTo>
                <a:cubicBezTo>
                  <a:pt x="1545336" y="1188720"/>
                  <a:pt x="1536192" y="1152144"/>
                  <a:pt x="1527048" y="1124712"/>
                </a:cubicBezTo>
                <a:cubicBezTo>
                  <a:pt x="1527048" y="1124712"/>
                  <a:pt x="1527048" y="1115568"/>
                  <a:pt x="1527048" y="1106424"/>
                </a:cubicBezTo>
                <a:cubicBezTo>
                  <a:pt x="1527048" y="1106424"/>
                  <a:pt x="1527048" y="1097280"/>
                  <a:pt x="1517904" y="1088136"/>
                </a:cubicBezTo>
                <a:moveTo>
                  <a:pt x="1444752" y="1453896"/>
                </a:moveTo>
                <a:cubicBezTo>
                  <a:pt x="1444752" y="1463040"/>
                  <a:pt x="1453896" y="1463040"/>
                  <a:pt x="1453896" y="1463040"/>
                </a:cubicBezTo>
                <a:cubicBezTo>
                  <a:pt x="1444752" y="1472184"/>
                  <a:pt x="1453896" y="1490472"/>
                  <a:pt x="1453896" y="1499616"/>
                </a:cubicBezTo>
                <a:cubicBezTo>
                  <a:pt x="1453896" y="1508760"/>
                  <a:pt x="1453896" y="1508760"/>
                  <a:pt x="1453896" y="1517904"/>
                </a:cubicBezTo>
                <a:cubicBezTo>
                  <a:pt x="1463040" y="1554480"/>
                  <a:pt x="1463040" y="1581912"/>
                  <a:pt x="1463040" y="1609344"/>
                </a:cubicBezTo>
                <a:lnTo>
                  <a:pt x="1463040" y="1609344"/>
                </a:lnTo>
                <a:cubicBezTo>
                  <a:pt x="1463040" y="1645920"/>
                  <a:pt x="1399032" y="1645920"/>
                  <a:pt x="1408176" y="1600200"/>
                </a:cubicBezTo>
                <a:cubicBezTo>
                  <a:pt x="1408176" y="1563624"/>
                  <a:pt x="1417320" y="1536192"/>
                  <a:pt x="1417320" y="1499616"/>
                </a:cubicBezTo>
                <a:lnTo>
                  <a:pt x="1417320" y="1499616"/>
                </a:lnTo>
                <a:cubicBezTo>
                  <a:pt x="1417320" y="1481328"/>
                  <a:pt x="1426464" y="1453896"/>
                  <a:pt x="1444752" y="1453896"/>
                </a:cubicBezTo>
                <a:moveTo>
                  <a:pt x="1261872" y="1527048"/>
                </a:moveTo>
                <a:cubicBezTo>
                  <a:pt x="1261872" y="1517904"/>
                  <a:pt x="1243584" y="1517904"/>
                  <a:pt x="1234440" y="1536192"/>
                </a:cubicBezTo>
                <a:cubicBezTo>
                  <a:pt x="1225296" y="1563624"/>
                  <a:pt x="1225296" y="1581912"/>
                  <a:pt x="1216152" y="1609344"/>
                </a:cubicBezTo>
                <a:cubicBezTo>
                  <a:pt x="1216152" y="1636776"/>
                  <a:pt x="1216152" y="1664208"/>
                  <a:pt x="1216152" y="1682496"/>
                </a:cubicBezTo>
                <a:cubicBezTo>
                  <a:pt x="1225296" y="1709928"/>
                  <a:pt x="1252728" y="1719072"/>
                  <a:pt x="1271016" y="1700784"/>
                </a:cubicBezTo>
                <a:cubicBezTo>
                  <a:pt x="1280160" y="1682496"/>
                  <a:pt x="1280160" y="1664208"/>
                  <a:pt x="1271016" y="1645920"/>
                </a:cubicBezTo>
                <a:cubicBezTo>
                  <a:pt x="1271016" y="1636776"/>
                  <a:pt x="1271016" y="1627632"/>
                  <a:pt x="1271016" y="1618488"/>
                </a:cubicBezTo>
                <a:cubicBezTo>
                  <a:pt x="1271016" y="1609344"/>
                  <a:pt x="1271016" y="1609344"/>
                  <a:pt x="1271016" y="1600200"/>
                </a:cubicBezTo>
                <a:cubicBezTo>
                  <a:pt x="1271016" y="1572768"/>
                  <a:pt x="1280160" y="1545336"/>
                  <a:pt x="1261872" y="1527048"/>
                </a:cubicBezTo>
                <a:moveTo>
                  <a:pt x="1033272" y="1682496"/>
                </a:moveTo>
                <a:cubicBezTo>
                  <a:pt x="1042416" y="1664208"/>
                  <a:pt x="1060704" y="1664208"/>
                  <a:pt x="1060704" y="1673352"/>
                </a:cubicBezTo>
                <a:cubicBezTo>
                  <a:pt x="1078992" y="1700784"/>
                  <a:pt x="1078992" y="1728216"/>
                  <a:pt x="1088136" y="1764792"/>
                </a:cubicBezTo>
                <a:cubicBezTo>
                  <a:pt x="1088136" y="1783080"/>
                  <a:pt x="1088136" y="1810512"/>
                  <a:pt x="1097280" y="1837944"/>
                </a:cubicBezTo>
                <a:cubicBezTo>
                  <a:pt x="1115568" y="1892808"/>
                  <a:pt x="1024128" y="1901952"/>
                  <a:pt x="1033272" y="1837944"/>
                </a:cubicBezTo>
                <a:cubicBezTo>
                  <a:pt x="1033272" y="1819656"/>
                  <a:pt x="1033272" y="1801368"/>
                  <a:pt x="1033272" y="1773936"/>
                </a:cubicBezTo>
                <a:cubicBezTo>
                  <a:pt x="1033272" y="1746504"/>
                  <a:pt x="1024128" y="1709928"/>
                  <a:pt x="1033272" y="1682496"/>
                </a:cubicBezTo>
                <a:moveTo>
                  <a:pt x="493776" y="941832"/>
                </a:moveTo>
                <a:lnTo>
                  <a:pt x="493776" y="941832"/>
                </a:lnTo>
                <a:cubicBezTo>
                  <a:pt x="475488" y="923544"/>
                  <a:pt x="466344" y="914400"/>
                  <a:pt x="457200" y="905256"/>
                </a:cubicBezTo>
                <a:cubicBezTo>
                  <a:pt x="438912" y="896112"/>
                  <a:pt x="429768" y="886968"/>
                  <a:pt x="411480" y="877824"/>
                </a:cubicBezTo>
                <a:cubicBezTo>
                  <a:pt x="402336" y="868680"/>
                  <a:pt x="402336" y="868680"/>
                  <a:pt x="393192" y="859536"/>
                </a:cubicBezTo>
                <a:cubicBezTo>
                  <a:pt x="365760" y="850392"/>
                  <a:pt x="338328" y="877824"/>
                  <a:pt x="356616" y="905256"/>
                </a:cubicBezTo>
                <a:cubicBezTo>
                  <a:pt x="365760" y="914400"/>
                  <a:pt x="365760" y="914400"/>
                  <a:pt x="374904" y="914400"/>
                </a:cubicBezTo>
                <a:cubicBezTo>
                  <a:pt x="384048" y="914400"/>
                  <a:pt x="384048" y="914400"/>
                  <a:pt x="384048" y="914400"/>
                </a:cubicBezTo>
                <a:cubicBezTo>
                  <a:pt x="384048" y="923544"/>
                  <a:pt x="384048" y="923544"/>
                  <a:pt x="393192" y="923544"/>
                </a:cubicBezTo>
                <a:cubicBezTo>
                  <a:pt x="402336" y="923544"/>
                  <a:pt x="411480" y="932688"/>
                  <a:pt x="420624" y="941832"/>
                </a:cubicBezTo>
                <a:cubicBezTo>
                  <a:pt x="420624" y="941832"/>
                  <a:pt x="429768" y="950976"/>
                  <a:pt x="438912" y="950976"/>
                </a:cubicBezTo>
                <a:cubicBezTo>
                  <a:pt x="457200" y="960120"/>
                  <a:pt x="466344" y="969264"/>
                  <a:pt x="484632" y="978408"/>
                </a:cubicBezTo>
                <a:cubicBezTo>
                  <a:pt x="493776" y="978408"/>
                  <a:pt x="502920" y="969264"/>
                  <a:pt x="502920" y="960120"/>
                </a:cubicBezTo>
                <a:cubicBezTo>
                  <a:pt x="502920" y="950976"/>
                  <a:pt x="502920" y="950976"/>
                  <a:pt x="493776" y="941832"/>
                </a:cubicBezTo>
                <a:moveTo>
                  <a:pt x="192024" y="694944"/>
                </a:moveTo>
                <a:cubicBezTo>
                  <a:pt x="219456" y="685800"/>
                  <a:pt x="246888" y="685800"/>
                  <a:pt x="274320" y="694944"/>
                </a:cubicBezTo>
                <a:cubicBezTo>
                  <a:pt x="292608" y="694944"/>
                  <a:pt x="310896" y="704088"/>
                  <a:pt x="329184" y="713232"/>
                </a:cubicBezTo>
                <a:cubicBezTo>
                  <a:pt x="329184" y="722376"/>
                  <a:pt x="329184" y="722376"/>
                  <a:pt x="329184" y="731520"/>
                </a:cubicBezTo>
                <a:cubicBezTo>
                  <a:pt x="320040" y="740664"/>
                  <a:pt x="292608" y="740664"/>
                  <a:pt x="274320" y="740664"/>
                </a:cubicBezTo>
                <a:lnTo>
                  <a:pt x="274320" y="740664"/>
                </a:lnTo>
                <a:cubicBezTo>
                  <a:pt x="246888" y="749808"/>
                  <a:pt x="219456" y="749808"/>
                  <a:pt x="192024" y="758952"/>
                </a:cubicBezTo>
                <a:cubicBezTo>
                  <a:pt x="155448" y="768096"/>
                  <a:pt x="146304" y="694944"/>
                  <a:pt x="192024" y="694944"/>
                </a:cubicBezTo>
                <a:moveTo>
                  <a:pt x="137160" y="384048"/>
                </a:moveTo>
                <a:cubicBezTo>
                  <a:pt x="128016" y="384048"/>
                  <a:pt x="109728" y="393192"/>
                  <a:pt x="91440" y="402336"/>
                </a:cubicBezTo>
                <a:lnTo>
                  <a:pt x="91440" y="402336"/>
                </a:lnTo>
                <a:cubicBezTo>
                  <a:pt x="82296" y="402336"/>
                  <a:pt x="82296" y="402336"/>
                  <a:pt x="73152" y="402336"/>
                </a:cubicBezTo>
                <a:cubicBezTo>
                  <a:pt x="54864" y="411480"/>
                  <a:pt x="36576" y="420624"/>
                  <a:pt x="18288" y="429768"/>
                </a:cubicBezTo>
                <a:cubicBezTo>
                  <a:pt x="-27432" y="466344"/>
                  <a:pt x="36576" y="530352"/>
                  <a:pt x="64008" y="484632"/>
                </a:cubicBezTo>
                <a:cubicBezTo>
                  <a:pt x="73152" y="475488"/>
                  <a:pt x="82296" y="466344"/>
                  <a:pt x="91440" y="457200"/>
                </a:cubicBezTo>
                <a:lnTo>
                  <a:pt x="91440" y="457200"/>
                </a:lnTo>
                <a:cubicBezTo>
                  <a:pt x="100584" y="457200"/>
                  <a:pt x="100584" y="457200"/>
                  <a:pt x="100584" y="457200"/>
                </a:cubicBezTo>
                <a:cubicBezTo>
                  <a:pt x="100584" y="448056"/>
                  <a:pt x="109728" y="448056"/>
                  <a:pt x="109728" y="448056"/>
                </a:cubicBezTo>
                <a:lnTo>
                  <a:pt x="109728" y="448056"/>
                </a:lnTo>
                <a:lnTo>
                  <a:pt x="109728" y="448056"/>
                </a:lnTo>
                <a:cubicBezTo>
                  <a:pt x="118872" y="448056"/>
                  <a:pt x="118872" y="438912"/>
                  <a:pt x="128016" y="438912"/>
                </a:cubicBezTo>
                <a:cubicBezTo>
                  <a:pt x="137160" y="429768"/>
                  <a:pt x="137160" y="429768"/>
                  <a:pt x="146304" y="420624"/>
                </a:cubicBezTo>
                <a:cubicBezTo>
                  <a:pt x="155448" y="411480"/>
                  <a:pt x="146304" y="393192"/>
                  <a:pt x="137160" y="384048"/>
                </a:cubicBezTo>
                <a:moveTo>
                  <a:pt x="960120" y="192024"/>
                </a:moveTo>
                <a:lnTo>
                  <a:pt x="960120" y="192024"/>
                </a:lnTo>
                <a:cubicBezTo>
                  <a:pt x="969264" y="201168"/>
                  <a:pt x="987552" y="201168"/>
                  <a:pt x="996696" y="210312"/>
                </a:cubicBezTo>
                <a:cubicBezTo>
                  <a:pt x="1033272" y="246888"/>
                  <a:pt x="1078992" y="182880"/>
                  <a:pt x="1042416" y="155448"/>
                </a:cubicBezTo>
                <a:cubicBezTo>
                  <a:pt x="1033272" y="146304"/>
                  <a:pt x="1024128" y="146304"/>
                  <a:pt x="1014984" y="137160"/>
                </a:cubicBezTo>
                <a:cubicBezTo>
                  <a:pt x="1005840" y="137160"/>
                  <a:pt x="1005840" y="137160"/>
                  <a:pt x="996696" y="137160"/>
                </a:cubicBezTo>
                <a:cubicBezTo>
                  <a:pt x="996696" y="128016"/>
                  <a:pt x="987552" y="128016"/>
                  <a:pt x="978408" y="128016"/>
                </a:cubicBezTo>
                <a:cubicBezTo>
                  <a:pt x="978408" y="118872"/>
                  <a:pt x="978408" y="118872"/>
                  <a:pt x="969264" y="118872"/>
                </a:cubicBezTo>
                <a:cubicBezTo>
                  <a:pt x="950976" y="109728"/>
                  <a:pt x="932688" y="100584"/>
                  <a:pt x="914400" y="109728"/>
                </a:cubicBezTo>
                <a:cubicBezTo>
                  <a:pt x="896112" y="118872"/>
                  <a:pt x="896112" y="137160"/>
                  <a:pt x="905256" y="146304"/>
                </a:cubicBezTo>
                <a:cubicBezTo>
                  <a:pt x="914400" y="155448"/>
                  <a:pt x="923544" y="155448"/>
                  <a:pt x="932688" y="164592"/>
                </a:cubicBezTo>
                <a:cubicBezTo>
                  <a:pt x="932688" y="173736"/>
                  <a:pt x="941832" y="173736"/>
                  <a:pt x="950976" y="182880"/>
                </a:cubicBezTo>
                <a:cubicBezTo>
                  <a:pt x="950976" y="182880"/>
                  <a:pt x="960120" y="192024"/>
                  <a:pt x="960120" y="192024"/>
                </a:cubicBezTo>
                <a:moveTo>
                  <a:pt x="978408" y="877824"/>
                </a:moveTo>
                <a:cubicBezTo>
                  <a:pt x="978408" y="877824"/>
                  <a:pt x="978408" y="877824"/>
                  <a:pt x="978408" y="877824"/>
                </a:cubicBezTo>
                <a:cubicBezTo>
                  <a:pt x="1014984" y="896112"/>
                  <a:pt x="987552" y="950976"/>
                  <a:pt x="960120" y="932688"/>
                </a:cubicBezTo>
                <a:cubicBezTo>
                  <a:pt x="941832" y="923544"/>
                  <a:pt x="923544" y="914400"/>
                  <a:pt x="914400" y="896112"/>
                </a:cubicBezTo>
                <a:cubicBezTo>
                  <a:pt x="914400" y="886968"/>
                  <a:pt x="905256" y="886968"/>
                  <a:pt x="896112" y="877824"/>
                </a:cubicBezTo>
                <a:cubicBezTo>
                  <a:pt x="877824" y="859536"/>
                  <a:pt x="859536" y="832104"/>
                  <a:pt x="850392" y="804672"/>
                </a:cubicBezTo>
                <a:cubicBezTo>
                  <a:pt x="850392" y="786384"/>
                  <a:pt x="859536" y="777240"/>
                  <a:pt x="877824" y="777240"/>
                </a:cubicBezTo>
                <a:cubicBezTo>
                  <a:pt x="896112" y="786384"/>
                  <a:pt x="905256" y="804672"/>
                  <a:pt x="923544" y="813816"/>
                </a:cubicBezTo>
                <a:cubicBezTo>
                  <a:pt x="923544" y="822960"/>
                  <a:pt x="923544" y="822960"/>
                  <a:pt x="932688" y="832104"/>
                </a:cubicBezTo>
                <a:lnTo>
                  <a:pt x="960120" y="859536"/>
                </a:lnTo>
                <a:cubicBezTo>
                  <a:pt x="969264" y="868680"/>
                  <a:pt x="969264" y="868680"/>
                  <a:pt x="978408" y="877824"/>
                </a:cubicBezTo>
                <a:lnTo>
                  <a:pt x="978408" y="877824"/>
                </a:lnTo>
                <a:moveTo>
                  <a:pt x="1014984" y="484632"/>
                </a:moveTo>
                <a:cubicBezTo>
                  <a:pt x="987552" y="466344"/>
                  <a:pt x="960120" y="448056"/>
                  <a:pt x="932688" y="438912"/>
                </a:cubicBezTo>
                <a:cubicBezTo>
                  <a:pt x="932688" y="438912"/>
                  <a:pt x="932688" y="438912"/>
                  <a:pt x="932688" y="438912"/>
                </a:cubicBezTo>
                <a:cubicBezTo>
                  <a:pt x="914400" y="429768"/>
                  <a:pt x="886968" y="420624"/>
                  <a:pt x="868680" y="429768"/>
                </a:cubicBezTo>
                <a:cubicBezTo>
                  <a:pt x="859536" y="429768"/>
                  <a:pt x="868680" y="448056"/>
                  <a:pt x="877824" y="448056"/>
                </a:cubicBezTo>
                <a:cubicBezTo>
                  <a:pt x="886968" y="457200"/>
                  <a:pt x="886968" y="457200"/>
                  <a:pt x="896112" y="466344"/>
                </a:cubicBezTo>
                <a:lnTo>
                  <a:pt x="896112" y="466344"/>
                </a:lnTo>
                <a:cubicBezTo>
                  <a:pt x="896112" y="466344"/>
                  <a:pt x="896112" y="466344"/>
                  <a:pt x="896112" y="466344"/>
                </a:cubicBezTo>
                <a:lnTo>
                  <a:pt x="923544" y="484632"/>
                </a:lnTo>
                <a:cubicBezTo>
                  <a:pt x="932688" y="493776"/>
                  <a:pt x="941832" y="502920"/>
                  <a:pt x="950976" y="512064"/>
                </a:cubicBezTo>
                <a:cubicBezTo>
                  <a:pt x="960120" y="512064"/>
                  <a:pt x="969264" y="521208"/>
                  <a:pt x="978408" y="530352"/>
                </a:cubicBezTo>
                <a:cubicBezTo>
                  <a:pt x="1005840" y="548640"/>
                  <a:pt x="1033272" y="512064"/>
                  <a:pt x="1014984" y="484632"/>
                </a:cubicBezTo>
                <a:moveTo>
                  <a:pt x="914400" y="1453896"/>
                </a:moveTo>
                <a:lnTo>
                  <a:pt x="914400" y="1453896"/>
                </a:lnTo>
                <a:cubicBezTo>
                  <a:pt x="923544" y="1453896"/>
                  <a:pt x="923544" y="1463040"/>
                  <a:pt x="923544" y="1463040"/>
                </a:cubicBezTo>
                <a:cubicBezTo>
                  <a:pt x="932688" y="1472184"/>
                  <a:pt x="932688" y="1472184"/>
                  <a:pt x="941832" y="1481328"/>
                </a:cubicBezTo>
                <a:lnTo>
                  <a:pt x="941832" y="1481328"/>
                </a:lnTo>
                <a:cubicBezTo>
                  <a:pt x="941832" y="1481328"/>
                  <a:pt x="950976" y="1490472"/>
                  <a:pt x="960120" y="1499616"/>
                </a:cubicBezTo>
                <a:cubicBezTo>
                  <a:pt x="978408" y="1527048"/>
                  <a:pt x="932688" y="1563624"/>
                  <a:pt x="914400" y="1536192"/>
                </a:cubicBezTo>
                <a:cubicBezTo>
                  <a:pt x="905256" y="1527048"/>
                  <a:pt x="905256" y="1517904"/>
                  <a:pt x="896112" y="1508760"/>
                </a:cubicBezTo>
                <a:lnTo>
                  <a:pt x="896112" y="1508760"/>
                </a:lnTo>
                <a:lnTo>
                  <a:pt x="896112" y="1508760"/>
                </a:lnTo>
                <a:cubicBezTo>
                  <a:pt x="896112" y="1499616"/>
                  <a:pt x="886968" y="1490472"/>
                  <a:pt x="886968" y="1490472"/>
                </a:cubicBezTo>
                <a:cubicBezTo>
                  <a:pt x="868680" y="1472184"/>
                  <a:pt x="859536" y="1463040"/>
                  <a:pt x="859536" y="1444752"/>
                </a:cubicBezTo>
                <a:cubicBezTo>
                  <a:pt x="859536" y="1426464"/>
                  <a:pt x="886968" y="1417320"/>
                  <a:pt x="896112" y="1435608"/>
                </a:cubicBezTo>
                <a:cubicBezTo>
                  <a:pt x="896112" y="1435608"/>
                  <a:pt x="905256" y="1444752"/>
                  <a:pt x="914400" y="1453896"/>
                </a:cubicBezTo>
                <a:moveTo>
                  <a:pt x="1252728" y="1920240"/>
                </a:moveTo>
                <a:cubicBezTo>
                  <a:pt x="1225296" y="1929384"/>
                  <a:pt x="1216152" y="1956816"/>
                  <a:pt x="1207008" y="1984248"/>
                </a:cubicBezTo>
                <a:cubicBezTo>
                  <a:pt x="1207008" y="1984248"/>
                  <a:pt x="1207008" y="1984248"/>
                  <a:pt x="1207008" y="1993392"/>
                </a:cubicBezTo>
                <a:lnTo>
                  <a:pt x="1197864" y="2020824"/>
                </a:lnTo>
                <a:lnTo>
                  <a:pt x="1197864" y="2020824"/>
                </a:lnTo>
                <a:cubicBezTo>
                  <a:pt x="1197864" y="2020824"/>
                  <a:pt x="1188720" y="2029968"/>
                  <a:pt x="1188720" y="2029968"/>
                </a:cubicBezTo>
                <a:cubicBezTo>
                  <a:pt x="1188720" y="2029968"/>
                  <a:pt x="1188720" y="2039112"/>
                  <a:pt x="1179576" y="2039112"/>
                </a:cubicBezTo>
                <a:cubicBezTo>
                  <a:pt x="1170432" y="2057400"/>
                  <a:pt x="1188720" y="2084832"/>
                  <a:pt x="1207008" y="2084832"/>
                </a:cubicBezTo>
                <a:lnTo>
                  <a:pt x="1216152" y="2084832"/>
                </a:lnTo>
                <a:cubicBezTo>
                  <a:pt x="1225296" y="2084832"/>
                  <a:pt x="1243584" y="2084832"/>
                  <a:pt x="1252728" y="2075688"/>
                </a:cubicBezTo>
                <a:cubicBezTo>
                  <a:pt x="1261872" y="2057400"/>
                  <a:pt x="1261872" y="2048256"/>
                  <a:pt x="1261872" y="2029968"/>
                </a:cubicBezTo>
                <a:cubicBezTo>
                  <a:pt x="1261872" y="2020824"/>
                  <a:pt x="1261872" y="2020824"/>
                  <a:pt x="1261872" y="2020824"/>
                </a:cubicBezTo>
                <a:cubicBezTo>
                  <a:pt x="1271016" y="1993392"/>
                  <a:pt x="1271016" y="1965960"/>
                  <a:pt x="1280160" y="1938528"/>
                </a:cubicBezTo>
                <a:cubicBezTo>
                  <a:pt x="1280160" y="1938528"/>
                  <a:pt x="1271016" y="1920240"/>
                  <a:pt x="1252728" y="1920240"/>
                </a:cubicBezTo>
                <a:moveTo>
                  <a:pt x="192024" y="201168"/>
                </a:moveTo>
                <a:cubicBezTo>
                  <a:pt x="182880" y="201168"/>
                  <a:pt x="182880" y="210312"/>
                  <a:pt x="173736" y="210312"/>
                </a:cubicBezTo>
                <a:cubicBezTo>
                  <a:pt x="155448" y="219456"/>
                  <a:pt x="137160" y="210312"/>
                  <a:pt x="137160" y="192024"/>
                </a:cubicBezTo>
                <a:cubicBezTo>
                  <a:pt x="128016" y="164592"/>
                  <a:pt x="155448" y="146304"/>
                  <a:pt x="173736" y="137160"/>
                </a:cubicBezTo>
                <a:cubicBezTo>
                  <a:pt x="201168" y="128016"/>
                  <a:pt x="228600" y="109728"/>
                  <a:pt x="256032" y="109728"/>
                </a:cubicBezTo>
                <a:cubicBezTo>
                  <a:pt x="274320" y="109728"/>
                  <a:pt x="274320" y="128016"/>
                  <a:pt x="265176" y="137160"/>
                </a:cubicBezTo>
                <a:cubicBezTo>
                  <a:pt x="265176" y="137160"/>
                  <a:pt x="265176" y="146304"/>
                  <a:pt x="256032" y="146304"/>
                </a:cubicBezTo>
                <a:cubicBezTo>
                  <a:pt x="256032" y="155448"/>
                  <a:pt x="246888" y="155448"/>
                  <a:pt x="237744" y="164592"/>
                </a:cubicBezTo>
                <a:cubicBezTo>
                  <a:pt x="228600" y="164592"/>
                  <a:pt x="228600" y="164592"/>
                  <a:pt x="219456" y="173736"/>
                </a:cubicBezTo>
                <a:cubicBezTo>
                  <a:pt x="219456" y="173736"/>
                  <a:pt x="219456" y="173736"/>
                  <a:pt x="210312" y="173736"/>
                </a:cubicBezTo>
                <a:cubicBezTo>
                  <a:pt x="210312" y="182880"/>
                  <a:pt x="210312" y="182880"/>
                  <a:pt x="210312" y="182880"/>
                </a:cubicBezTo>
                <a:cubicBezTo>
                  <a:pt x="201168" y="182880"/>
                  <a:pt x="201168" y="192024"/>
                  <a:pt x="192024" y="192024"/>
                </a:cubicBezTo>
                <a:cubicBezTo>
                  <a:pt x="192024" y="192024"/>
                  <a:pt x="192024" y="192024"/>
                  <a:pt x="192024" y="201168"/>
                </a:cubicBezTo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700784" y="917924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6000">
                <a:solidFill>
                  <a:schemeClr val="accent1">
                    <a:lumMod val="20000"/>
                    <a:lumOff val="80000"/>
                  </a:schemeClr>
                </a:solidFill>
                <a:latin typeface="汉仪正圆-75W" charset="0"/>
                <a:ea typeface="汉仪正圆-75W" charset="0"/>
                <a:cs typeface="汉仪正圆-75W" charset="0"/>
                <a:sym typeface="汉仪正圆-75W" charset="0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ea typeface="汉仪正圆 55简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ctor_#color-2096&amp;3058"/>
          <p:cNvSpPr/>
          <p:nvPr userDrawn="1">
            <p:custDataLst>
              <p:tags r:id="rId2"/>
            </p:custDataLst>
          </p:nvPr>
        </p:nvSpPr>
        <p:spPr>
          <a:xfrm>
            <a:off x="4626864" y="1984248"/>
            <a:ext cx="7562088" cy="4873752"/>
          </a:xfrm>
          <a:custGeom>
            <a:avLst/>
            <a:gdLst/>
            <a:ahLst/>
            <a:cxnLst/>
            <a:rect l="l" t="t" r="r" b="b"/>
            <a:pathLst>
              <a:path w="7562088" h="4873752">
                <a:moveTo>
                  <a:pt x="7562088" y="411480"/>
                </a:moveTo>
                <a:lnTo>
                  <a:pt x="7562088" y="4873752"/>
                </a:lnTo>
                <a:lnTo>
                  <a:pt x="0" y="4873752"/>
                </a:lnTo>
                <a:cubicBezTo>
                  <a:pt x="82296" y="4334256"/>
                  <a:pt x="347472" y="3822192"/>
                  <a:pt x="740664" y="3584448"/>
                </a:cubicBezTo>
                <a:cubicBezTo>
                  <a:pt x="1289304" y="3255264"/>
                  <a:pt x="2020824" y="3502152"/>
                  <a:pt x="2752344" y="3749040"/>
                </a:cubicBezTo>
                <a:lnTo>
                  <a:pt x="2752344" y="3749040"/>
                </a:lnTo>
                <a:cubicBezTo>
                  <a:pt x="3200400" y="3904488"/>
                  <a:pt x="3547872" y="4041648"/>
                  <a:pt x="3822192" y="4160520"/>
                </a:cubicBezTo>
                <a:cubicBezTo>
                  <a:pt x="4370832" y="4389120"/>
                  <a:pt x="4654296" y="4507992"/>
                  <a:pt x="4965192" y="4352544"/>
                </a:cubicBezTo>
                <a:cubicBezTo>
                  <a:pt x="5294376" y="4178808"/>
                  <a:pt x="5458968" y="3922776"/>
                  <a:pt x="5422392" y="3557016"/>
                </a:cubicBezTo>
                <a:cubicBezTo>
                  <a:pt x="5385816" y="3154680"/>
                  <a:pt x="5166360" y="2926080"/>
                  <a:pt x="4946904" y="2706624"/>
                </a:cubicBezTo>
                <a:cubicBezTo>
                  <a:pt x="4754880" y="2514600"/>
                  <a:pt x="4562856" y="2313432"/>
                  <a:pt x="4498848" y="2002536"/>
                </a:cubicBezTo>
                <a:cubicBezTo>
                  <a:pt x="4370832" y="1298448"/>
                  <a:pt x="4974336" y="411480"/>
                  <a:pt x="5733288" y="109728"/>
                </a:cubicBezTo>
                <a:cubicBezTo>
                  <a:pt x="6400800" y="-155448"/>
                  <a:pt x="7059168" y="91440"/>
                  <a:pt x="7562088" y="411480"/>
                </a:cubicBezTo>
              </a:path>
            </a:pathLst>
          </a:custGeom>
          <a:solidFill>
            <a:schemeClr val="accent1">
              <a:lumMod val="75000"/>
            </a:schemeClr>
          </a:solidFill>
        </p:spPr>
      </p:sp>
      <p:sp>
        <p:nvSpPr>
          <p:cNvPr id="9" name="Vector_#color-2096&amp;3061"/>
          <p:cNvSpPr/>
          <p:nvPr userDrawn="1">
            <p:custDataLst>
              <p:tags r:id="rId3"/>
            </p:custDataLst>
          </p:nvPr>
        </p:nvSpPr>
        <p:spPr>
          <a:xfrm>
            <a:off x="6199632" y="0"/>
            <a:ext cx="4059936" cy="1600200"/>
          </a:xfrm>
          <a:custGeom>
            <a:avLst/>
            <a:gdLst/>
            <a:ahLst/>
            <a:cxnLst/>
            <a:rect l="l" t="t" r="r" b="b"/>
            <a:pathLst>
              <a:path w="4059936" h="1600200">
                <a:moveTo>
                  <a:pt x="4059936" y="0"/>
                </a:moveTo>
                <a:lnTo>
                  <a:pt x="0" y="0"/>
                </a:lnTo>
                <a:cubicBezTo>
                  <a:pt x="9144" y="173736"/>
                  <a:pt x="54864" y="347472"/>
                  <a:pt x="137160" y="512064"/>
                </a:cubicBezTo>
                <a:cubicBezTo>
                  <a:pt x="667512" y="1627632"/>
                  <a:pt x="2788920" y="2048256"/>
                  <a:pt x="3666744" y="996696"/>
                </a:cubicBezTo>
                <a:cubicBezTo>
                  <a:pt x="3895344" y="722376"/>
                  <a:pt x="4032504" y="365760"/>
                  <a:pt x="4059936" y="0"/>
                </a:cubicBezTo>
              </a:path>
            </a:pathLst>
          </a:custGeom>
          <a:solidFill>
            <a:schemeClr val="accent5"/>
          </a:solidFill>
        </p:spPr>
      </p:sp>
      <p:sp>
        <p:nvSpPr>
          <p:cNvPr id="10" name="Union-2096&amp;3612"/>
          <p:cNvSpPr/>
          <p:nvPr userDrawn="1">
            <p:custDataLst>
              <p:tags r:id="rId4"/>
            </p:custDataLst>
          </p:nvPr>
        </p:nvSpPr>
        <p:spPr>
          <a:xfrm>
            <a:off x="6473952" y="923544"/>
            <a:ext cx="2743200" cy="1060704"/>
          </a:xfrm>
          <a:custGeom>
            <a:avLst/>
            <a:gdLst/>
            <a:ahLst/>
            <a:cxnLst/>
            <a:rect l="l" t="t" r="r" b="b"/>
            <a:pathLst>
              <a:path w="2743200" h="1060704">
                <a:moveTo>
                  <a:pt x="1956816" y="64008"/>
                </a:moveTo>
                <a:cubicBezTo>
                  <a:pt x="1929384" y="64008"/>
                  <a:pt x="1901952" y="64008"/>
                  <a:pt x="1874520" y="64008"/>
                </a:cubicBezTo>
                <a:cubicBezTo>
                  <a:pt x="1874520" y="64008"/>
                  <a:pt x="1865376" y="64008"/>
                  <a:pt x="1856232" y="64008"/>
                </a:cubicBezTo>
                <a:cubicBezTo>
                  <a:pt x="1847088" y="64008"/>
                  <a:pt x="1837944" y="64008"/>
                  <a:pt x="1819656" y="54864"/>
                </a:cubicBezTo>
                <a:cubicBezTo>
                  <a:pt x="1819656" y="54864"/>
                  <a:pt x="1819656" y="45720"/>
                  <a:pt x="1819656" y="45720"/>
                </a:cubicBezTo>
                <a:cubicBezTo>
                  <a:pt x="1828800" y="36576"/>
                  <a:pt x="1847088" y="27432"/>
                  <a:pt x="1856232" y="27432"/>
                </a:cubicBezTo>
                <a:cubicBezTo>
                  <a:pt x="1856232" y="27432"/>
                  <a:pt x="1865376" y="27432"/>
                  <a:pt x="1865376" y="27432"/>
                </a:cubicBezTo>
                <a:cubicBezTo>
                  <a:pt x="1892808" y="18288"/>
                  <a:pt x="1911096" y="9144"/>
                  <a:pt x="1938528" y="0"/>
                </a:cubicBezTo>
                <a:cubicBezTo>
                  <a:pt x="1984248" y="-9144"/>
                  <a:pt x="1993392" y="54864"/>
                  <a:pt x="1956816" y="64008"/>
                </a:cubicBezTo>
                <a:moveTo>
                  <a:pt x="1581912" y="109728"/>
                </a:moveTo>
                <a:lnTo>
                  <a:pt x="1636776" y="109728"/>
                </a:lnTo>
                <a:cubicBezTo>
                  <a:pt x="1655064" y="109728"/>
                  <a:pt x="1682496" y="100584"/>
                  <a:pt x="1709928" y="100584"/>
                </a:cubicBezTo>
                <a:cubicBezTo>
                  <a:pt x="1728216" y="91440"/>
                  <a:pt x="1728216" y="45720"/>
                  <a:pt x="1700784" y="45720"/>
                </a:cubicBezTo>
                <a:cubicBezTo>
                  <a:pt x="1691640" y="45720"/>
                  <a:pt x="1682496" y="45720"/>
                  <a:pt x="1673352" y="45720"/>
                </a:cubicBezTo>
                <a:cubicBezTo>
                  <a:pt x="1673352" y="45720"/>
                  <a:pt x="1673352" y="54864"/>
                  <a:pt x="1673352" y="54864"/>
                </a:cubicBezTo>
                <a:cubicBezTo>
                  <a:pt x="1655064" y="54864"/>
                  <a:pt x="1645920" y="64008"/>
                  <a:pt x="1627632" y="64008"/>
                </a:cubicBezTo>
                <a:cubicBezTo>
                  <a:pt x="1618488" y="64008"/>
                  <a:pt x="1618488" y="64008"/>
                  <a:pt x="1609344" y="73152"/>
                </a:cubicBezTo>
                <a:cubicBezTo>
                  <a:pt x="1591056" y="73152"/>
                  <a:pt x="1572768" y="73152"/>
                  <a:pt x="1563624" y="91440"/>
                </a:cubicBezTo>
                <a:cubicBezTo>
                  <a:pt x="1554480" y="91440"/>
                  <a:pt x="1554480" y="100584"/>
                  <a:pt x="1563624" y="100584"/>
                </a:cubicBezTo>
                <a:cubicBezTo>
                  <a:pt x="1572768" y="109728"/>
                  <a:pt x="1572768" y="109728"/>
                  <a:pt x="1581912" y="109728"/>
                </a:cubicBezTo>
                <a:moveTo>
                  <a:pt x="694944" y="54864"/>
                </a:moveTo>
                <a:cubicBezTo>
                  <a:pt x="722376" y="45720"/>
                  <a:pt x="749808" y="45720"/>
                  <a:pt x="777240" y="54864"/>
                </a:cubicBezTo>
                <a:cubicBezTo>
                  <a:pt x="795528" y="64008"/>
                  <a:pt x="795528" y="82296"/>
                  <a:pt x="777240" y="91440"/>
                </a:cubicBezTo>
                <a:cubicBezTo>
                  <a:pt x="758952" y="100584"/>
                  <a:pt x="722376" y="100584"/>
                  <a:pt x="694944" y="100584"/>
                </a:cubicBezTo>
                <a:cubicBezTo>
                  <a:pt x="676656" y="109728"/>
                  <a:pt x="649224" y="109728"/>
                  <a:pt x="621792" y="118872"/>
                </a:cubicBezTo>
                <a:cubicBezTo>
                  <a:pt x="576072" y="128016"/>
                  <a:pt x="566928" y="36576"/>
                  <a:pt x="621792" y="45720"/>
                </a:cubicBezTo>
                <a:cubicBezTo>
                  <a:pt x="649224" y="54864"/>
                  <a:pt x="667512" y="54864"/>
                  <a:pt x="694944" y="54864"/>
                </a:cubicBezTo>
                <a:moveTo>
                  <a:pt x="2688336" y="173736"/>
                </a:moveTo>
                <a:cubicBezTo>
                  <a:pt x="2706624" y="173736"/>
                  <a:pt x="2724912" y="173736"/>
                  <a:pt x="2734056" y="182880"/>
                </a:cubicBezTo>
                <a:cubicBezTo>
                  <a:pt x="2752344" y="192024"/>
                  <a:pt x="2743200" y="210312"/>
                  <a:pt x="2724912" y="210312"/>
                </a:cubicBezTo>
                <a:cubicBezTo>
                  <a:pt x="2715768" y="210312"/>
                  <a:pt x="2697480" y="210312"/>
                  <a:pt x="2688336" y="219456"/>
                </a:cubicBezTo>
                <a:cubicBezTo>
                  <a:pt x="2679192" y="219456"/>
                  <a:pt x="2660904" y="219456"/>
                  <a:pt x="2651760" y="219456"/>
                </a:cubicBezTo>
                <a:cubicBezTo>
                  <a:pt x="2642616" y="228600"/>
                  <a:pt x="2633472" y="228600"/>
                  <a:pt x="2633472" y="228600"/>
                </a:cubicBezTo>
                <a:cubicBezTo>
                  <a:pt x="2624328" y="228600"/>
                  <a:pt x="2615184" y="228600"/>
                  <a:pt x="2606040" y="228600"/>
                </a:cubicBezTo>
                <a:cubicBezTo>
                  <a:pt x="2606040" y="228600"/>
                  <a:pt x="2606040" y="228600"/>
                  <a:pt x="2606040" y="228600"/>
                </a:cubicBezTo>
                <a:cubicBezTo>
                  <a:pt x="2596896" y="237744"/>
                  <a:pt x="2587752" y="237744"/>
                  <a:pt x="2569464" y="228600"/>
                </a:cubicBezTo>
                <a:cubicBezTo>
                  <a:pt x="2542032" y="219456"/>
                  <a:pt x="2560320" y="173736"/>
                  <a:pt x="2587752" y="173736"/>
                </a:cubicBezTo>
                <a:cubicBezTo>
                  <a:pt x="2587752" y="173736"/>
                  <a:pt x="2596896" y="173736"/>
                  <a:pt x="2596896" y="173736"/>
                </a:cubicBezTo>
                <a:cubicBezTo>
                  <a:pt x="2606040" y="173736"/>
                  <a:pt x="2615184" y="173736"/>
                  <a:pt x="2615184" y="173736"/>
                </a:cubicBezTo>
                <a:lnTo>
                  <a:pt x="2670048" y="173736"/>
                </a:lnTo>
                <a:cubicBezTo>
                  <a:pt x="2670048" y="173736"/>
                  <a:pt x="2679192" y="173736"/>
                  <a:pt x="2688336" y="173736"/>
                </a:cubicBezTo>
                <a:moveTo>
                  <a:pt x="1435608" y="713232"/>
                </a:moveTo>
                <a:cubicBezTo>
                  <a:pt x="1417320" y="713232"/>
                  <a:pt x="1399032" y="713232"/>
                  <a:pt x="1389888" y="713232"/>
                </a:cubicBezTo>
                <a:cubicBezTo>
                  <a:pt x="1380744" y="704088"/>
                  <a:pt x="1371600" y="704088"/>
                  <a:pt x="1362456" y="704088"/>
                </a:cubicBezTo>
                <a:cubicBezTo>
                  <a:pt x="1353312" y="704088"/>
                  <a:pt x="1344168" y="704088"/>
                  <a:pt x="1335024" y="704088"/>
                </a:cubicBezTo>
                <a:cubicBezTo>
                  <a:pt x="1335024" y="704088"/>
                  <a:pt x="1325880" y="704088"/>
                  <a:pt x="1316736" y="704088"/>
                </a:cubicBezTo>
                <a:lnTo>
                  <a:pt x="1298448" y="704088"/>
                </a:lnTo>
                <a:cubicBezTo>
                  <a:pt x="1298448" y="704088"/>
                  <a:pt x="1280160" y="704088"/>
                  <a:pt x="1280160" y="704088"/>
                </a:cubicBezTo>
                <a:cubicBezTo>
                  <a:pt x="1243584" y="694944"/>
                  <a:pt x="1216152" y="749808"/>
                  <a:pt x="1261872" y="768096"/>
                </a:cubicBezTo>
                <a:cubicBezTo>
                  <a:pt x="1271016" y="768096"/>
                  <a:pt x="1280160" y="768096"/>
                  <a:pt x="1280160" y="768096"/>
                </a:cubicBezTo>
                <a:cubicBezTo>
                  <a:pt x="1289304" y="768096"/>
                  <a:pt x="1289304" y="768096"/>
                  <a:pt x="1298448" y="768096"/>
                </a:cubicBezTo>
                <a:cubicBezTo>
                  <a:pt x="1307592" y="758952"/>
                  <a:pt x="1325880" y="758952"/>
                  <a:pt x="1344168" y="758952"/>
                </a:cubicBezTo>
                <a:cubicBezTo>
                  <a:pt x="1353312" y="758952"/>
                  <a:pt x="1353312" y="768096"/>
                  <a:pt x="1362456" y="768096"/>
                </a:cubicBezTo>
                <a:cubicBezTo>
                  <a:pt x="1371600" y="768096"/>
                  <a:pt x="1380744" y="768096"/>
                  <a:pt x="1389888" y="758952"/>
                </a:cubicBezTo>
                <a:cubicBezTo>
                  <a:pt x="1399032" y="758952"/>
                  <a:pt x="1399032" y="758952"/>
                  <a:pt x="1408176" y="758952"/>
                </a:cubicBezTo>
                <a:cubicBezTo>
                  <a:pt x="1408176" y="758952"/>
                  <a:pt x="1417320" y="758952"/>
                  <a:pt x="1426464" y="758952"/>
                </a:cubicBezTo>
                <a:cubicBezTo>
                  <a:pt x="1444752" y="758952"/>
                  <a:pt x="1453896" y="722376"/>
                  <a:pt x="1435608" y="713232"/>
                </a:cubicBezTo>
                <a:moveTo>
                  <a:pt x="1655064" y="1005840"/>
                </a:moveTo>
                <a:lnTo>
                  <a:pt x="1609344" y="1005840"/>
                </a:lnTo>
                <a:cubicBezTo>
                  <a:pt x="1600200" y="1005840"/>
                  <a:pt x="1600200" y="1005840"/>
                  <a:pt x="1591056" y="1005840"/>
                </a:cubicBezTo>
                <a:lnTo>
                  <a:pt x="1591056" y="1005840"/>
                </a:lnTo>
                <a:lnTo>
                  <a:pt x="1591056" y="1005840"/>
                </a:lnTo>
                <a:lnTo>
                  <a:pt x="1591056" y="1005840"/>
                </a:lnTo>
                <a:lnTo>
                  <a:pt x="1591056" y="1005840"/>
                </a:lnTo>
                <a:cubicBezTo>
                  <a:pt x="1581912" y="1005840"/>
                  <a:pt x="1581912" y="1005840"/>
                  <a:pt x="1572768" y="1005840"/>
                </a:cubicBezTo>
                <a:cubicBezTo>
                  <a:pt x="1545336" y="1005840"/>
                  <a:pt x="1536192" y="1051560"/>
                  <a:pt x="1563624" y="1060704"/>
                </a:cubicBezTo>
                <a:cubicBezTo>
                  <a:pt x="1581912" y="1069848"/>
                  <a:pt x="1581912" y="1060704"/>
                  <a:pt x="1591056" y="1060704"/>
                </a:cubicBezTo>
                <a:cubicBezTo>
                  <a:pt x="1600200" y="1060704"/>
                  <a:pt x="1600200" y="1060704"/>
                  <a:pt x="1600200" y="1060704"/>
                </a:cubicBezTo>
                <a:cubicBezTo>
                  <a:pt x="1600200" y="1060704"/>
                  <a:pt x="1600200" y="1060704"/>
                  <a:pt x="1600200" y="1060704"/>
                </a:cubicBezTo>
                <a:cubicBezTo>
                  <a:pt x="1609344" y="1060704"/>
                  <a:pt x="1609344" y="1060704"/>
                  <a:pt x="1618488" y="1060704"/>
                </a:cubicBezTo>
                <a:cubicBezTo>
                  <a:pt x="1627632" y="1060704"/>
                  <a:pt x="1636776" y="1060704"/>
                  <a:pt x="1636776" y="1051560"/>
                </a:cubicBezTo>
                <a:cubicBezTo>
                  <a:pt x="1655064" y="1051560"/>
                  <a:pt x="1664208" y="1051560"/>
                  <a:pt x="1682496" y="1051560"/>
                </a:cubicBezTo>
                <a:lnTo>
                  <a:pt x="1682496" y="1051560"/>
                </a:lnTo>
                <a:lnTo>
                  <a:pt x="1682496" y="1051560"/>
                </a:lnTo>
                <a:cubicBezTo>
                  <a:pt x="1691640" y="1042416"/>
                  <a:pt x="1709928" y="1042416"/>
                  <a:pt x="1719072" y="1042416"/>
                </a:cubicBezTo>
                <a:cubicBezTo>
                  <a:pt x="1728216" y="1042416"/>
                  <a:pt x="1737360" y="1024128"/>
                  <a:pt x="1728216" y="1014984"/>
                </a:cubicBezTo>
                <a:cubicBezTo>
                  <a:pt x="1709928" y="1005840"/>
                  <a:pt x="1691640" y="1005840"/>
                  <a:pt x="1673352" y="1005840"/>
                </a:cubicBezTo>
                <a:cubicBezTo>
                  <a:pt x="1664208" y="1005840"/>
                  <a:pt x="1664208" y="1005840"/>
                  <a:pt x="1655064" y="1005840"/>
                </a:cubicBezTo>
                <a:moveTo>
                  <a:pt x="1380744" y="914400"/>
                </a:moveTo>
                <a:cubicBezTo>
                  <a:pt x="1362456" y="914400"/>
                  <a:pt x="1344168" y="914400"/>
                  <a:pt x="1325880" y="914400"/>
                </a:cubicBezTo>
                <a:cubicBezTo>
                  <a:pt x="1307592" y="914400"/>
                  <a:pt x="1289304" y="914400"/>
                  <a:pt x="1271016" y="905256"/>
                </a:cubicBezTo>
                <a:cubicBezTo>
                  <a:pt x="1225296" y="905256"/>
                  <a:pt x="1216152" y="960120"/>
                  <a:pt x="1252728" y="969264"/>
                </a:cubicBezTo>
                <a:cubicBezTo>
                  <a:pt x="1271016" y="969264"/>
                  <a:pt x="1289304" y="969264"/>
                  <a:pt x="1307592" y="969264"/>
                </a:cubicBezTo>
                <a:cubicBezTo>
                  <a:pt x="1316736" y="969264"/>
                  <a:pt x="1325880" y="969264"/>
                  <a:pt x="1335024" y="969264"/>
                </a:cubicBezTo>
                <a:cubicBezTo>
                  <a:pt x="1353312" y="969264"/>
                  <a:pt x="1389888" y="969264"/>
                  <a:pt x="1399032" y="941832"/>
                </a:cubicBezTo>
                <a:lnTo>
                  <a:pt x="1399032" y="941832"/>
                </a:lnTo>
                <a:cubicBezTo>
                  <a:pt x="1399032" y="932688"/>
                  <a:pt x="1389888" y="914400"/>
                  <a:pt x="1380744" y="914400"/>
                </a:cubicBezTo>
                <a:moveTo>
                  <a:pt x="996696" y="594360"/>
                </a:moveTo>
                <a:lnTo>
                  <a:pt x="996696" y="594360"/>
                </a:lnTo>
                <a:cubicBezTo>
                  <a:pt x="1005840" y="594360"/>
                  <a:pt x="1014984" y="594360"/>
                  <a:pt x="1014984" y="594360"/>
                </a:cubicBezTo>
                <a:cubicBezTo>
                  <a:pt x="1024128" y="594360"/>
                  <a:pt x="1024128" y="594360"/>
                  <a:pt x="1033272" y="603504"/>
                </a:cubicBezTo>
                <a:cubicBezTo>
                  <a:pt x="1051560" y="603504"/>
                  <a:pt x="1078992" y="603504"/>
                  <a:pt x="1097280" y="621792"/>
                </a:cubicBezTo>
                <a:cubicBezTo>
                  <a:pt x="1106424" y="630936"/>
                  <a:pt x="1097280" y="649224"/>
                  <a:pt x="1078992" y="649224"/>
                </a:cubicBezTo>
                <a:lnTo>
                  <a:pt x="1014984" y="649224"/>
                </a:lnTo>
                <a:cubicBezTo>
                  <a:pt x="1005840" y="649224"/>
                  <a:pt x="1005840" y="649224"/>
                  <a:pt x="996696" y="649224"/>
                </a:cubicBezTo>
                <a:cubicBezTo>
                  <a:pt x="987552" y="640080"/>
                  <a:pt x="969264" y="640080"/>
                  <a:pt x="960120" y="649224"/>
                </a:cubicBezTo>
                <a:cubicBezTo>
                  <a:pt x="923544" y="658368"/>
                  <a:pt x="914400" y="603504"/>
                  <a:pt x="941832" y="594360"/>
                </a:cubicBezTo>
                <a:cubicBezTo>
                  <a:pt x="960120" y="585216"/>
                  <a:pt x="978408" y="594360"/>
                  <a:pt x="996696" y="594360"/>
                </a:cubicBezTo>
                <a:moveTo>
                  <a:pt x="1097280" y="374904"/>
                </a:moveTo>
                <a:cubicBezTo>
                  <a:pt x="1069848" y="374904"/>
                  <a:pt x="1051560" y="384048"/>
                  <a:pt x="1033272" y="384048"/>
                </a:cubicBezTo>
                <a:cubicBezTo>
                  <a:pt x="1014984" y="384048"/>
                  <a:pt x="996696" y="393192"/>
                  <a:pt x="978408" y="393192"/>
                </a:cubicBezTo>
                <a:cubicBezTo>
                  <a:pt x="960120" y="393192"/>
                  <a:pt x="950976" y="402336"/>
                  <a:pt x="950976" y="420624"/>
                </a:cubicBezTo>
                <a:cubicBezTo>
                  <a:pt x="960120" y="438912"/>
                  <a:pt x="969264" y="438912"/>
                  <a:pt x="987552" y="438912"/>
                </a:cubicBezTo>
                <a:cubicBezTo>
                  <a:pt x="996696" y="438912"/>
                  <a:pt x="1014984" y="438912"/>
                  <a:pt x="1024128" y="438912"/>
                </a:cubicBez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cubicBezTo>
                  <a:pt x="1033272" y="429768"/>
                  <a:pt x="1033272" y="429768"/>
                  <a:pt x="1042416" y="429768"/>
                </a:cubicBezTo>
                <a:cubicBezTo>
                  <a:pt x="1042416" y="429768"/>
                  <a:pt x="1051560" y="429768"/>
                  <a:pt x="1060704" y="429768"/>
                </a:cubicBezTo>
                <a:cubicBezTo>
                  <a:pt x="1078992" y="429768"/>
                  <a:pt x="1088136" y="429768"/>
                  <a:pt x="1097280" y="420624"/>
                </a:cubicBezTo>
                <a:cubicBezTo>
                  <a:pt x="1115568" y="411480"/>
                  <a:pt x="1115568" y="384048"/>
                  <a:pt x="1097280" y="374904"/>
                </a:cubicBezTo>
                <a:moveTo>
                  <a:pt x="1298448" y="228600"/>
                </a:moveTo>
                <a:cubicBezTo>
                  <a:pt x="1289304" y="228600"/>
                  <a:pt x="1280160" y="228600"/>
                  <a:pt x="1271016" y="237744"/>
                </a:cubicBezTo>
                <a:cubicBezTo>
                  <a:pt x="1261872" y="237744"/>
                  <a:pt x="1261872" y="237744"/>
                  <a:pt x="1252728" y="237744"/>
                </a:cubicBezTo>
                <a:cubicBezTo>
                  <a:pt x="1243584" y="237744"/>
                  <a:pt x="1243584" y="237744"/>
                  <a:pt x="1234440" y="237744"/>
                </a:cubicBezTo>
                <a:cubicBezTo>
                  <a:pt x="1188720" y="246888"/>
                  <a:pt x="1179576" y="173736"/>
                  <a:pt x="1225296" y="173736"/>
                </a:cubicBezTo>
                <a:cubicBezTo>
                  <a:pt x="1252728" y="173736"/>
                  <a:pt x="1280160" y="173736"/>
                  <a:pt x="1298448" y="173736"/>
                </a:cubicBezTo>
                <a:cubicBezTo>
                  <a:pt x="1325880" y="173736"/>
                  <a:pt x="1353312" y="173736"/>
                  <a:pt x="1371600" y="173736"/>
                </a:cubicBezTo>
                <a:cubicBezTo>
                  <a:pt x="1389888" y="173736"/>
                  <a:pt x="1389888" y="192024"/>
                  <a:pt x="1389888" y="201168"/>
                </a:cubicBezTo>
                <a:cubicBezTo>
                  <a:pt x="1371600" y="219456"/>
                  <a:pt x="1353312" y="219456"/>
                  <a:pt x="1325880" y="228600"/>
                </a:cubicBezTo>
                <a:cubicBezTo>
                  <a:pt x="1325880" y="228600"/>
                  <a:pt x="1325880" y="228600"/>
                  <a:pt x="1316736" y="228600"/>
                </a:cubicBezTo>
                <a:cubicBezTo>
                  <a:pt x="1307592" y="228600"/>
                  <a:pt x="1298448" y="228600"/>
                  <a:pt x="1298448" y="228600"/>
                </a:cubicBezTo>
                <a:moveTo>
                  <a:pt x="1609344" y="338328"/>
                </a:moveTo>
                <a:cubicBezTo>
                  <a:pt x="1618488" y="329184"/>
                  <a:pt x="1636776" y="329184"/>
                  <a:pt x="1655064" y="320040"/>
                </a:cubicBezTo>
                <a:cubicBezTo>
                  <a:pt x="1673352" y="310896"/>
                  <a:pt x="1691640" y="301752"/>
                  <a:pt x="1709928" y="283464"/>
                </a:cubicBezTo>
                <a:cubicBezTo>
                  <a:pt x="1709928" y="274320"/>
                  <a:pt x="1700784" y="265176"/>
                  <a:pt x="1691640" y="256032"/>
                </a:cubicBezTo>
                <a:cubicBezTo>
                  <a:pt x="1673352" y="256032"/>
                  <a:pt x="1655064" y="265176"/>
                  <a:pt x="1636776" y="265176"/>
                </a:cubicBezTo>
                <a:cubicBezTo>
                  <a:pt x="1627632" y="265176"/>
                  <a:pt x="1627632" y="265176"/>
                  <a:pt x="1627632" y="274320"/>
                </a:cubicBezTo>
                <a:cubicBezTo>
                  <a:pt x="1618488" y="274320"/>
                  <a:pt x="1609344" y="274320"/>
                  <a:pt x="1600200" y="283464"/>
                </a:cubicBezTo>
                <a:cubicBezTo>
                  <a:pt x="1591056" y="283464"/>
                  <a:pt x="1581912" y="292608"/>
                  <a:pt x="1563624" y="292608"/>
                </a:cubicBezTo>
                <a:cubicBezTo>
                  <a:pt x="1536192" y="320040"/>
                  <a:pt x="1572768" y="365760"/>
                  <a:pt x="1609344" y="338328"/>
                </a:cubicBezTo>
                <a:moveTo>
                  <a:pt x="2039112" y="292608"/>
                </a:moveTo>
                <a:cubicBezTo>
                  <a:pt x="2011680" y="301752"/>
                  <a:pt x="1984248" y="301752"/>
                  <a:pt x="1947672" y="310896"/>
                </a:cubicBezTo>
                <a:cubicBezTo>
                  <a:pt x="1911096" y="310896"/>
                  <a:pt x="1911096" y="246888"/>
                  <a:pt x="1947672" y="246888"/>
                </a:cubicBezTo>
                <a:cubicBezTo>
                  <a:pt x="1956816" y="246888"/>
                  <a:pt x="1975104" y="246888"/>
                  <a:pt x="1984248" y="246888"/>
                </a:cubicBezTo>
                <a:cubicBezTo>
                  <a:pt x="1993392" y="246888"/>
                  <a:pt x="2011680" y="246888"/>
                  <a:pt x="2020824" y="246888"/>
                </a:cubicBezTo>
                <a:lnTo>
                  <a:pt x="2057400" y="246888"/>
                </a:lnTo>
                <a:cubicBezTo>
                  <a:pt x="2057400" y="246888"/>
                  <a:pt x="2075688" y="246888"/>
                  <a:pt x="2066544" y="256032"/>
                </a:cubicBezTo>
                <a:cubicBezTo>
                  <a:pt x="2075688" y="246888"/>
                  <a:pt x="2093976" y="256032"/>
                  <a:pt x="2093976" y="274320"/>
                </a:cubicBezTo>
                <a:cubicBezTo>
                  <a:pt x="2084832" y="292608"/>
                  <a:pt x="2066544" y="292608"/>
                  <a:pt x="2048256" y="292608"/>
                </a:cubicBezTo>
                <a:cubicBezTo>
                  <a:pt x="2048256" y="292608"/>
                  <a:pt x="2048256" y="292608"/>
                  <a:pt x="2039112" y="292608"/>
                </a:cubicBezTo>
                <a:moveTo>
                  <a:pt x="2249424" y="411480"/>
                </a:moveTo>
                <a:cubicBezTo>
                  <a:pt x="2231136" y="402336"/>
                  <a:pt x="2203704" y="402336"/>
                  <a:pt x="2185416" y="402336"/>
                </a:cubicBezTo>
                <a:lnTo>
                  <a:pt x="2148840" y="402336"/>
                </a:lnTo>
                <a:lnTo>
                  <a:pt x="2139696" y="402336"/>
                </a:lnTo>
                <a:cubicBezTo>
                  <a:pt x="2130552" y="402336"/>
                  <a:pt x="2130552" y="402336"/>
                  <a:pt x="2130552" y="393192"/>
                </a:cubicBezTo>
                <a:cubicBezTo>
                  <a:pt x="2130552" y="393192"/>
                  <a:pt x="2121408" y="393192"/>
                  <a:pt x="2121408" y="393192"/>
                </a:cubicBezTo>
                <a:cubicBezTo>
                  <a:pt x="2103120" y="393192"/>
                  <a:pt x="2075688" y="420624"/>
                  <a:pt x="2093976" y="438912"/>
                </a:cubicBezTo>
                <a:cubicBezTo>
                  <a:pt x="2112264" y="466344"/>
                  <a:pt x="2148840" y="457200"/>
                  <a:pt x="2176272" y="448056"/>
                </a:cubicBezTo>
                <a:cubicBezTo>
                  <a:pt x="2185416" y="448056"/>
                  <a:pt x="2185416" y="448056"/>
                  <a:pt x="2194560" y="448056"/>
                </a:cubicBezTo>
                <a:cubicBezTo>
                  <a:pt x="2203704" y="448056"/>
                  <a:pt x="2267712" y="429768"/>
                  <a:pt x="2249424" y="411480"/>
                </a:cubicBezTo>
                <a:moveTo>
                  <a:pt x="1892808" y="448056"/>
                </a:moveTo>
                <a:cubicBezTo>
                  <a:pt x="1901952" y="448056"/>
                  <a:pt x="1911096" y="448056"/>
                  <a:pt x="1911096" y="457200"/>
                </a:cubicBezTo>
                <a:cubicBezTo>
                  <a:pt x="1911096" y="475488"/>
                  <a:pt x="1892808" y="475488"/>
                  <a:pt x="1874520" y="484632"/>
                </a:cubicBezTo>
                <a:lnTo>
                  <a:pt x="1874520" y="484632"/>
                </a:lnTo>
                <a:lnTo>
                  <a:pt x="1874520" y="484632"/>
                </a:lnTo>
                <a:lnTo>
                  <a:pt x="1874520" y="484632"/>
                </a:lnTo>
                <a:cubicBezTo>
                  <a:pt x="1874520" y="484632"/>
                  <a:pt x="1865376" y="484632"/>
                  <a:pt x="1865376" y="484632"/>
                </a:cubicBezTo>
                <a:cubicBezTo>
                  <a:pt x="1847088" y="493776"/>
                  <a:pt x="1828800" y="493776"/>
                  <a:pt x="1810512" y="502920"/>
                </a:cubicBezTo>
                <a:cubicBezTo>
                  <a:pt x="1810512" y="502920"/>
                  <a:pt x="1801368" y="502920"/>
                  <a:pt x="1792224" y="512064"/>
                </a:cubicBezTo>
                <a:cubicBezTo>
                  <a:pt x="1783080" y="512064"/>
                  <a:pt x="1773936" y="512064"/>
                  <a:pt x="1773936" y="512064"/>
                </a:cubicBezTo>
                <a:cubicBezTo>
                  <a:pt x="1737360" y="521208"/>
                  <a:pt x="1728216" y="475488"/>
                  <a:pt x="1755648" y="466344"/>
                </a:cubicBezTo>
                <a:cubicBezTo>
                  <a:pt x="1783080" y="457200"/>
                  <a:pt x="1810512" y="448056"/>
                  <a:pt x="1837944" y="448056"/>
                </a:cubicBezTo>
                <a:cubicBezTo>
                  <a:pt x="1847088" y="448056"/>
                  <a:pt x="1865376" y="448056"/>
                  <a:pt x="1874520" y="448056"/>
                </a:cubicBezTo>
                <a:lnTo>
                  <a:pt x="1892808" y="448056"/>
                </a:lnTo>
                <a:moveTo>
                  <a:pt x="2084832" y="621792"/>
                </a:moveTo>
                <a:cubicBezTo>
                  <a:pt x="2066544" y="621792"/>
                  <a:pt x="2048256" y="621792"/>
                  <a:pt x="2029968" y="621792"/>
                </a:cubicBezTo>
                <a:cubicBezTo>
                  <a:pt x="2020824" y="621792"/>
                  <a:pt x="2011680" y="621792"/>
                  <a:pt x="2002536" y="621792"/>
                </a:cubicBezTo>
                <a:cubicBezTo>
                  <a:pt x="1993392" y="621792"/>
                  <a:pt x="1993392" y="621792"/>
                  <a:pt x="1984248" y="621792"/>
                </a:cubicBezTo>
                <a:cubicBezTo>
                  <a:pt x="1956816" y="621792"/>
                  <a:pt x="1956816" y="658368"/>
                  <a:pt x="1975104" y="667512"/>
                </a:cubicBezTo>
                <a:cubicBezTo>
                  <a:pt x="1993392" y="676656"/>
                  <a:pt x="2011680" y="676656"/>
                  <a:pt x="2029968" y="667512"/>
                </a:cubicBezTo>
                <a:cubicBezTo>
                  <a:pt x="2029968" y="667512"/>
                  <a:pt x="2039112" y="667512"/>
                  <a:pt x="2039112" y="667512"/>
                </a:cubicBezTo>
                <a:cubicBezTo>
                  <a:pt x="2039112" y="658368"/>
                  <a:pt x="2048256" y="658368"/>
                  <a:pt x="2057400" y="658368"/>
                </a:cubicBezTo>
                <a:cubicBezTo>
                  <a:pt x="2066544" y="649224"/>
                  <a:pt x="2084832" y="649224"/>
                  <a:pt x="2093976" y="630936"/>
                </a:cubicBezTo>
                <a:cubicBezTo>
                  <a:pt x="2103120" y="630936"/>
                  <a:pt x="2093976" y="621792"/>
                  <a:pt x="2084832" y="621792"/>
                </a:cubicBezTo>
                <a:moveTo>
                  <a:pt x="2496312" y="521208"/>
                </a:moveTo>
                <a:cubicBezTo>
                  <a:pt x="2523744" y="512064"/>
                  <a:pt x="2532888" y="512064"/>
                  <a:pt x="2560320" y="512064"/>
                </a:cubicBezTo>
                <a:cubicBezTo>
                  <a:pt x="2560320" y="512064"/>
                  <a:pt x="2569464" y="521208"/>
                  <a:pt x="2560320" y="530352"/>
                </a:cubicBezTo>
                <a:cubicBezTo>
                  <a:pt x="2551176" y="539496"/>
                  <a:pt x="2542032" y="548640"/>
                  <a:pt x="2523744" y="548640"/>
                </a:cubicBezTo>
                <a:cubicBezTo>
                  <a:pt x="2523744" y="557784"/>
                  <a:pt x="2514600" y="557784"/>
                  <a:pt x="2505456" y="557784"/>
                </a:cubicBezTo>
                <a:cubicBezTo>
                  <a:pt x="2505456" y="557784"/>
                  <a:pt x="2505456" y="566928"/>
                  <a:pt x="2505456" y="566928"/>
                </a:cubicBezTo>
                <a:lnTo>
                  <a:pt x="2505456" y="566928"/>
                </a:lnTo>
                <a:cubicBezTo>
                  <a:pt x="2487168" y="566928"/>
                  <a:pt x="2459736" y="576072"/>
                  <a:pt x="2441448" y="566928"/>
                </a:cubicBezTo>
                <a:cubicBezTo>
                  <a:pt x="2423160" y="548640"/>
                  <a:pt x="2432304" y="521208"/>
                  <a:pt x="2450592" y="521208"/>
                </a:cubicBezTo>
                <a:cubicBezTo>
                  <a:pt x="2459736" y="521208"/>
                  <a:pt x="2468880" y="521208"/>
                  <a:pt x="2468880" y="521208"/>
                </a:cubicBezTo>
                <a:cubicBezTo>
                  <a:pt x="2478024" y="521208"/>
                  <a:pt x="2487168" y="521208"/>
                  <a:pt x="2496312" y="521208"/>
                </a:cubicBezTo>
                <a:moveTo>
                  <a:pt x="978408" y="804672"/>
                </a:moveTo>
                <a:lnTo>
                  <a:pt x="978408" y="804672"/>
                </a:lnTo>
                <a:cubicBezTo>
                  <a:pt x="950976" y="795528"/>
                  <a:pt x="932688" y="795528"/>
                  <a:pt x="905256" y="795528"/>
                </a:cubicBezTo>
                <a:cubicBezTo>
                  <a:pt x="896112" y="795528"/>
                  <a:pt x="886968" y="795528"/>
                  <a:pt x="877824" y="795528"/>
                </a:cubicBezTo>
                <a:lnTo>
                  <a:pt x="877824" y="795528"/>
                </a:lnTo>
                <a:cubicBezTo>
                  <a:pt x="859536" y="795528"/>
                  <a:pt x="841248" y="786384"/>
                  <a:pt x="822960" y="804672"/>
                </a:cubicBezTo>
                <a:cubicBezTo>
                  <a:pt x="813816" y="813816"/>
                  <a:pt x="813816" y="822960"/>
                  <a:pt x="822960" y="832104"/>
                </a:cubicBezTo>
                <a:cubicBezTo>
                  <a:pt x="841248" y="850392"/>
                  <a:pt x="877824" y="850392"/>
                  <a:pt x="905256" y="841248"/>
                </a:cubicBezTo>
                <a:lnTo>
                  <a:pt x="905256" y="841248"/>
                </a:lnTo>
                <a:lnTo>
                  <a:pt x="905256" y="841248"/>
                </a:lnTo>
                <a:cubicBezTo>
                  <a:pt x="905256" y="841248"/>
                  <a:pt x="914400" y="841248"/>
                  <a:pt x="914400" y="841248"/>
                </a:cubicBezTo>
                <a:cubicBezTo>
                  <a:pt x="923544" y="841248"/>
                  <a:pt x="932688" y="841248"/>
                  <a:pt x="941832" y="841248"/>
                </a:cubicBezTo>
                <a:cubicBezTo>
                  <a:pt x="960120" y="841248"/>
                  <a:pt x="978408" y="841248"/>
                  <a:pt x="987552" y="832104"/>
                </a:cubicBezTo>
                <a:cubicBezTo>
                  <a:pt x="1005840" y="822960"/>
                  <a:pt x="996696" y="804672"/>
                  <a:pt x="987552" y="804672"/>
                </a:cubicBezTo>
                <a:lnTo>
                  <a:pt x="978408" y="804672"/>
                </a:lnTo>
                <a:moveTo>
                  <a:pt x="667512" y="630936"/>
                </a:moveTo>
                <a:cubicBezTo>
                  <a:pt x="676656" y="640080"/>
                  <a:pt x="694944" y="640080"/>
                  <a:pt x="704088" y="640080"/>
                </a:cubicBezTo>
                <a:cubicBezTo>
                  <a:pt x="713232" y="640080"/>
                  <a:pt x="740664" y="649224"/>
                  <a:pt x="740664" y="667512"/>
                </a:cubicBezTo>
                <a:cubicBezTo>
                  <a:pt x="740664" y="676656"/>
                  <a:pt x="731520" y="676656"/>
                  <a:pt x="731520" y="676656"/>
                </a:cubicBezTo>
                <a:cubicBezTo>
                  <a:pt x="722376" y="667512"/>
                  <a:pt x="713232" y="676656"/>
                  <a:pt x="704088" y="676656"/>
                </a:cubicBezTo>
                <a:cubicBezTo>
                  <a:pt x="694944" y="676656"/>
                  <a:pt x="685800" y="676656"/>
                  <a:pt x="685800" y="676656"/>
                </a:cubicBezTo>
                <a:cubicBezTo>
                  <a:pt x="649224" y="676656"/>
                  <a:pt x="621792" y="676656"/>
                  <a:pt x="585216" y="676656"/>
                </a:cubicBezTo>
                <a:cubicBezTo>
                  <a:pt x="557784" y="667512"/>
                  <a:pt x="566928" y="612648"/>
                  <a:pt x="603504" y="621792"/>
                </a:cubicBezTo>
                <a:cubicBezTo>
                  <a:pt x="621792" y="630936"/>
                  <a:pt x="649224" y="630936"/>
                  <a:pt x="667512" y="630936"/>
                </a:cubicBezTo>
                <a:moveTo>
                  <a:pt x="740664" y="365760"/>
                </a:moveTo>
                <a:cubicBezTo>
                  <a:pt x="713232" y="347472"/>
                  <a:pt x="694944" y="338328"/>
                  <a:pt x="667512" y="329184"/>
                </a:cubicBezTo>
                <a:cubicBezTo>
                  <a:pt x="658368" y="329184"/>
                  <a:pt x="658368" y="329184"/>
                  <a:pt x="658368" y="329184"/>
                </a:cubicBezTo>
                <a:lnTo>
                  <a:pt x="658368" y="329184"/>
                </a:lnTo>
                <a:lnTo>
                  <a:pt x="658368" y="329184"/>
                </a:lnTo>
                <a:lnTo>
                  <a:pt x="658368" y="329184"/>
                </a:lnTo>
                <a:lnTo>
                  <a:pt x="658368" y="329184"/>
                </a:lnTo>
                <a:lnTo>
                  <a:pt x="658368" y="329184"/>
                </a:lnTo>
                <a:cubicBezTo>
                  <a:pt x="640080" y="320040"/>
                  <a:pt x="621792" y="320040"/>
                  <a:pt x="603504" y="320040"/>
                </a:cubicBezTo>
                <a:cubicBezTo>
                  <a:pt x="576072" y="320040"/>
                  <a:pt x="557784" y="338328"/>
                  <a:pt x="576072" y="365760"/>
                </a:cubicBezTo>
                <a:cubicBezTo>
                  <a:pt x="585216" y="374904"/>
                  <a:pt x="612648" y="384048"/>
                  <a:pt x="630936" y="384048"/>
                </a:cubicBezTo>
                <a:cubicBezTo>
                  <a:pt x="640080" y="384048"/>
                  <a:pt x="640080" y="384048"/>
                  <a:pt x="649224" y="384048"/>
                </a:cubicBezTo>
                <a:cubicBezTo>
                  <a:pt x="658368" y="384048"/>
                  <a:pt x="667512" y="384048"/>
                  <a:pt x="667512" y="384048"/>
                </a:cubicBezTo>
                <a:lnTo>
                  <a:pt x="667512" y="384048"/>
                </a:lnTo>
                <a:cubicBezTo>
                  <a:pt x="694944" y="393192"/>
                  <a:pt x="722376" y="393192"/>
                  <a:pt x="731520" y="393192"/>
                </a:cubicBezTo>
                <a:cubicBezTo>
                  <a:pt x="749808" y="384048"/>
                  <a:pt x="749808" y="365760"/>
                  <a:pt x="740664" y="365760"/>
                </a:cubicBezTo>
                <a:moveTo>
                  <a:pt x="2203704" y="91440"/>
                </a:moveTo>
                <a:cubicBezTo>
                  <a:pt x="2221992" y="91440"/>
                  <a:pt x="2240280" y="91440"/>
                  <a:pt x="2258568" y="82296"/>
                </a:cubicBezTo>
                <a:cubicBezTo>
                  <a:pt x="2313432" y="64008"/>
                  <a:pt x="2267712" y="-9144"/>
                  <a:pt x="2231136" y="27432"/>
                </a:cubicBezTo>
                <a:cubicBezTo>
                  <a:pt x="2221992" y="36576"/>
                  <a:pt x="2203704" y="36576"/>
                  <a:pt x="2194560" y="45720"/>
                </a:cubicBezTo>
                <a:cubicBezTo>
                  <a:pt x="2185416" y="45720"/>
                  <a:pt x="2185416" y="45720"/>
                  <a:pt x="2176272" y="45720"/>
                </a:cubicBezTo>
                <a:cubicBezTo>
                  <a:pt x="2176272" y="45720"/>
                  <a:pt x="2167128" y="45720"/>
                  <a:pt x="2167128" y="45720"/>
                </a:cubicBezTo>
                <a:cubicBezTo>
                  <a:pt x="2157984" y="45720"/>
                  <a:pt x="2157984" y="54864"/>
                  <a:pt x="2157984" y="54864"/>
                </a:cubicBezTo>
                <a:lnTo>
                  <a:pt x="2157984" y="54864"/>
                </a:lnTo>
                <a:cubicBezTo>
                  <a:pt x="2148840" y="54864"/>
                  <a:pt x="2148840" y="54864"/>
                  <a:pt x="2139696" y="54864"/>
                </a:cubicBezTo>
                <a:cubicBezTo>
                  <a:pt x="2121408" y="64008"/>
                  <a:pt x="2121408" y="82296"/>
                  <a:pt x="2139696" y="91440"/>
                </a:cubicBezTo>
                <a:cubicBezTo>
                  <a:pt x="2148840" y="100584"/>
                  <a:pt x="2167128" y="100584"/>
                  <a:pt x="2185416" y="91440"/>
                </a:cubicBezTo>
                <a:cubicBezTo>
                  <a:pt x="2194560" y="91440"/>
                  <a:pt x="2194560" y="91440"/>
                  <a:pt x="2203704" y="91440"/>
                </a:cubicBezTo>
                <a:moveTo>
                  <a:pt x="2276856" y="685800"/>
                </a:moveTo>
                <a:lnTo>
                  <a:pt x="2276856" y="685800"/>
                </a:lnTo>
                <a:lnTo>
                  <a:pt x="2276856" y="685800"/>
                </a:lnTo>
                <a:lnTo>
                  <a:pt x="2276856" y="685800"/>
                </a:lnTo>
                <a:cubicBezTo>
                  <a:pt x="2276856" y="685800"/>
                  <a:pt x="2276856" y="685800"/>
                  <a:pt x="2286000" y="685800"/>
                </a:cubicBezTo>
                <a:cubicBezTo>
                  <a:pt x="2304288" y="694944"/>
                  <a:pt x="2304288" y="722376"/>
                  <a:pt x="2295144" y="731520"/>
                </a:cubicBezTo>
                <a:cubicBezTo>
                  <a:pt x="2286000" y="740664"/>
                  <a:pt x="2267712" y="740664"/>
                  <a:pt x="2258568" y="740664"/>
                </a:cubicBezTo>
                <a:cubicBezTo>
                  <a:pt x="2249424" y="749808"/>
                  <a:pt x="2249424" y="749808"/>
                  <a:pt x="2240280" y="749808"/>
                </a:cubicBezTo>
                <a:cubicBezTo>
                  <a:pt x="2231136" y="749808"/>
                  <a:pt x="2212848" y="749808"/>
                  <a:pt x="2203704" y="749808"/>
                </a:cubicBezTo>
                <a:cubicBezTo>
                  <a:pt x="2194560" y="758952"/>
                  <a:pt x="2185416" y="758952"/>
                  <a:pt x="2176272" y="758952"/>
                </a:cubicBezTo>
                <a:cubicBezTo>
                  <a:pt x="2130552" y="768096"/>
                  <a:pt x="2121408" y="694944"/>
                  <a:pt x="2157984" y="685800"/>
                </a:cubicBezTo>
                <a:cubicBezTo>
                  <a:pt x="2167128" y="685800"/>
                  <a:pt x="2167128" y="685800"/>
                  <a:pt x="2167128" y="685800"/>
                </a:cubicBezTo>
                <a:cubicBezTo>
                  <a:pt x="2194560" y="685800"/>
                  <a:pt x="2203704" y="676656"/>
                  <a:pt x="2231136" y="676656"/>
                </a:cubicBezTo>
                <a:cubicBezTo>
                  <a:pt x="2240280" y="676656"/>
                  <a:pt x="2258568" y="685800"/>
                  <a:pt x="2276856" y="685800"/>
                </a:cubicBezTo>
                <a:lnTo>
                  <a:pt x="2276856" y="685800"/>
                </a:lnTo>
                <a:moveTo>
                  <a:pt x="2011680" y="905256"/>
                </a:moveTo>
                <a:lnTo>
                  <a:pt x="1956816" y="896112"/>
                </a:lnTo>
                <a:cubicBezTo>
                  <a:pt x="1947672" y="896112"/>
                  <a:pt x="1920240" y="896112"/>
                  <a:pt x="1911096" y="886968"/>
                </a:cubicBezTo>
                <a:cubicBezTo>
                  <a:pt x="1865376" y="877824"/>
                  <a:pt x="1847088" y="950976"/>
                  <a:pt x="1892808" y="950976"/>
                </a:cubicBezTo>
                <a:cubicBezTo>
                  <a:pt x="1901952" y="960120"/>
                  <a:pt x="1911096" y="960120"/>
                  <a:pt x="1911096" y="960120"/>
                </a:cubicBezTo>
                <a:cubicBezTo>
                  <a:pt x="1920240" y="960120"/>
                  <a:pt x="1920240" y="950976"/>
                  <a:pt x="1920240" y="950976"/>
                </a:cubicBezTo>
                <a:lnTo>
                  <a:pt x="1956816" y="950976"/>
                </a:lnTo>
                <a:cubicBezTo>
                  <a:pt x="1965960" y="950976"/>
                  <a:pt x="1965960" y="950976"/>
                  <a:pt x="1965960" y="950976"/>
                </a:cubicBezTo>
                <a:cubicBezTo>
                  <a:pt x="1993392" y="950976"/>
                  <a:pt x="2002536" y="950976"/>
                  <a:pt x="2020824" y="932688"/>
                </a:cubicBezTo>
                <a:cubicBezTo>
                  <a:pt x="2029968" y="923544"/>
                  <a:pt x="2029968" y="905256"/>
                  <a:pt x="2011680" y="905256"/>
                </a:cubicBezTo>
                <a:moveTo>
                  <a:pt x="1426464" y="475488"/>
                </a:moveTo>
                <a:cubicBezTo>
                  <a:pt x="1453896" y="475488"/>
                  <a:pt x="1481328" y="475488"/>
                  <a:pt x="1508760" y="475488"/>
                </a:cubicBezTo>
                <a:cubicBezTo>
                  <a:pt x="1527048" y="484632"/>
                  <a:pt x="1527048" y="502920"/>
                  <a:pt x="1517904" y="512064"/>
                </a:cubicBezTo>
                <a:cubicBezTo>
                  <a:pt x="1499616" y="521208"/>
                  <a:pt x="1481328" y="521208"/>
                  <a:pt x="1472184" y="521208"/>
                </a:cubicBezTo>
                <a:cubicBezTo>
                  <a:pt x="1463040" y="521208"/>
                  <a:pt x="1453896" y="521208"/>
                  <a:pt x="1444752" y="521208"/>
                </a:cubicBezTo>
                <a:cubicBezTo>
                  <a:pt x="1435608" y="521208"/>
                  <a:pt x="1435608" y="521208"/>
                  <a:pt x="1426464" y="530352"/>
                </a:cubicBezTo>
                <a:cubicBezTo>
                  <a:pt x="1417320" y="530352"/>
                  <a:pt x="1408176" y="530352"/>
                  <a:pt x="1399032" y="530352"/>
                </a:cubicBezTo>
                <a:cubicBezTo>
                  <a:pt x="1399032" y="530352"/>
                  <a:pt x="1389888" y="530352"/>
                  <a:pt x="1389888" y="530352"/>
                </a:cubicBezTo>
                <a:cubicBezTo>
                  <a:pt x="1389888" y="530352"/>
                  <a:pt x="1380744" y="530352"/>
                  <a:pt x="1380744" y="530352"/>
                </a:cubicBezTo>
                <a:cubicBezTo>
                  <a:pt x="1353312" y="548640"/>
                  <a:pt x="1325880" y="502920"/>
                  <a:pt x="1353312" y="484632"/>
                </a:cubicBezTo>
                <a:cubicBezTo>
                  <a:pt x="1371600" y="484632"/>
                  <a:pt x="1389888" y="475488"/>
                  <a:pt x="1408176" y="475488"/>
                </a:cubicBezTo>
                <a:cubicBezTo>
                  <a:pt x="1417320" y="475488"/>
                  <a:pt x="1417320" y="475488"/>
                  <a:pt x="1426464" y="475488"/>
                </a:cubicBezTo>
                <a:moveTo>
                  <a:pt x="1773936" y="685800"/>
                </a:moveTo>
                <a:cubicBezTo>
                  <a:pt x="1773936" y="685800"/>
                  <a:pt x="1764792" y="685800"/>
                  <a:pt x="1764792" y="685800"/>
                </a:cubicBezTo>
                <a:cubicBezTo>
                  <a:pt x="1755648" y="685800"/>
                  <a:pt x="1755648" y="685800"/>
                  <a:pt x="1746504" y="694944"/>
                </a:cubicBezTo>
                <a:cubicBezTo>
                  <a:pt x="1737360" y="694944"/>
                  <a:pt x="1728216" y="694944"/>
                  <a:pt x="1719072" y="704088"/>
                </a:cubicBezTo>
                <a:cubicBezTo>
                  <a:pt x="1709928" y="704088"/>
                  <a:pt x="1700784" y="704088"/>
                  <a:pt x="1691640" y="704088"/>
                </a:cubicBezTo>
                <a:cubicBezTo>
                  <a:pt x="1682496" y="713232"/>
                  <a:pt x="1673352" y="713232"/>
                  <a:pt x="1655064" y="713232"/>
                </a:cubicBezTo>
                <a:cubicBezTo>
                  <a:pt x="1627632" y="731520"/>
                  <a:pt x="1636776" y="777240"/>
                  <a:pt x="1673352" y="768096"/>
                </a:cubicBezTo>
                <a:cubicBezTo>
                  <a:pt x="1700784" y="758952"/>
                  <a:pt x="1728216" y="749808"/>
                  <a:pt x="1755648" y="740664"/>
                </a:cubicBezTo>
                <a:cubicBezTo>
                  <a:pt x="1755648" y="731520"/>
                  <a:pt x="1755648" y="731520"/>
                  <a:pt x="1764792" y="731520"/>
                </a:cubicBezTo>
                <a:cubicBezTo>
                  <a:pt x="1773936" y="722376"/>
                  <a:pt x="1792224" y="713232"/>
                  <a:pt x="1792224" y="694944"/>
                </a:cubicBezTo>
                <a:cubicBezTo>
                  <a:pt x="1792224" y="685800"/>
                  <a:pt x="1783080" y="676656"/>
                  <a:pt x="1773936" y="685800"/>
                </a:cubicBezTo>
                <a:moveTo>
                  <a:pt x="923544" y="182880"/>
                </a:moveTo>
                <a:cubicBezTo>
                  <a:pt x="914400" y="192024"/>
                  <a:pt x="914400" y="192024"/>
                  <a:pt x="905256" y="192024"/>
                </a:cubicBezTo>
                <a:cubicBezTo>
                  <a:pt x="868680" y="201168"/>
                  <a:pt x="868680" y="137160"/>
                  <a:pt x="905256" y="137160"/>
                </a:cubicBezTo>
                <a:lnTo>
                  <a:pt x="950976" y="137160"/>
                </a:lnTo>
                <a:cubicBezTo>
                  <a:pt x="969264" y="137160"/>
                  <a:pt x="987552" y="137160"/>
                  <a:pt x="996696" y="146304"/>
                </a:cubicBezTo>
                <a:cubicBezTo>
                  <a:pt x="1014984" y="146304"/>
                  <a:pt x="1005840" y="173736"/>
                  <a:pt x="987552" y="173736"/>
                </a:cubicBezTo>
                <a:cubicBezTo>
                  <a:pt x="978408" y="173736"/>
                  <a:pt x="969264" y="173736"/>
                  <a:pt x="960120" y="182880"/>
                </a:cubicBezTo>
                <a:cubicBezTo>
                  <a:pt x="950976" y="182880"/>
                  <a:pt x="950976" y="182880"/>
                  <a:pt x="950976" y="182880"/>
                </a:cubicBezTo>
                <a:cubicBezTo>
                  <a:pt x="941832" y="182880"/>
                  <a:pt x="932688" y="182880"/>
                  <a:pt x="923544" y="182880"/>
                </a:cubicBezTo>
                <a:moveTo>
                  <a:pt x="347472" y="164592"/>
                </a:moveTo>
                <a:cubicBezTo>
                  <a:pt x="374904" y="155448"/>
                  <a:pt x="402336" y="155448"/>
                  <a:pt x="420624" y="155448"/>
                </a:cubicBezTo>
                <a:cubicBezTo>
                  <a:pt x="429768" y="155448"/>
                  <a:pt x="448056" y="137160"/>
                  <a:pt x="438912" y="137160"/>
                </a:cubicBezTo>
                <a:cubicBezTo>
                  <a:pt x="429768" y="109728"/>
                  <a:pt x="402336" y="109728"/>
                  <a:pt x="384048" y="109728"/>
                </a:cubicBezTo>
                <a:cubicBezTo>
                  <a:pt x="374904" y="109728"/>
                  <a:pt x="365760" y="109728"/>
                  <a:pt x="365760" y="109728"/>
                </a:cubicBezTo>
                <a:cubicBezTo>
                  <a:pt x="356616" y="109728"/>
                  <a:pt x="347472" y="109728"/>
                  <a:pt x="338328" y="100584"/>
                </a:cubicBezTo>
                <a:lnTo>
                  <a:pt x="329184" y="100584"/>
                </a:lnTo>
                <a:cubicBezTo>
                  <a:pt x="329184" y="100584"/>
                  <a:pt x="310896" y="100584"/>
                  <a:pt x="310896" y="100584"/>
                </a:cubicBezTo>
                <a:cubicBezTo>
                  <a:pt x="292608" y="91440"/>
                  <a:pt x="274320" y="109728"/>
                  <a:pt x="274320" y="137160"/>
                </a:cubicBezTo>
                <a:lnTo>
                  <a:pt x="274320" y="137160"/>
                </a:lnTo>
                <a:cubicBezTo>
                  <a:pt x="274320" y="146304"/>
                  <a:pt x="283464" y="164592"/>
                  <a:pt x="292608" y="164592"/>
                </a:cubicBezTo>
                <a:cubicBezTo>
                  <a:pt x="310896" y="173736"/>
                  <a:pt x="329184" y="164592"/>
                  <a:pt x="347472" y="164592"/>
                </a:cubicBezTo>
                <a:lnTo>
                  <a:pt x="347472" y="164592"/>
                </a:lnTo>
                <a:cubicBezTo>
                  <a:pt x="347472" y="164592"/>
                  <a:pt x="347472" y="164592"/>
                  <a:pt x="347472" y="164592"/>
                </a:cubicBezTo>
                <a:moveTo>
                  <a:pt x="365760" y="438912"/>
                </a:moveTo>
                <a:cubicBezTo>
                  <a:pt x="374904" y="448056"/>
                  <a:pt x="384048" y="448056"/>
                  <a:pt x="393192" y="448056"/>
                </a:cubicBezTo>
                <a:cubicBezTo>
                  <a:pt x="402336" y="448056"/>
                  <a:pt x="402336" y="448056"/>
                  <a:pt x="411480" y="448056"/>
                </a:cubicBezTo>
                <a:lnTo>
                  <a:pt x="411480" y="448056"/>
                </a:lnTo>
                <a:lnTo>
                  <a:pt x="411480" y="448056"/>
                </a:lnTo>
                <a:cubicBezTo>
                  <a:pt x="429768" y="448056"/>
                  <a:pt x="457200" y="448056"/>
                  <a:pt x="466344" y="475488"/>
                </a:cubicBezTo>
                <a:cubicBezTo>
                  <a:pt x="475488" y="484632"/>
                  <a:pt x="466344" y="502920"/>
                  <a:pt x="457200" y="502920"/>
                </a:cubicBezTo>
                <a:cubicBezTo>
                  <a:pt x="429768" y="502920"/>
                  <a:pt x="402336" y="502920"/>
                  <a:pt x="384048" y="502920"/>
                </a:cubicBezTo>
                <a:lnTo>
                  <a:pt x="374904" y="502920"/>
                </a:lnTo>
                <a:cubicBezTo>
                  <a:pt x="356616" y="512064"/>
                  <a:pt x="347472" y="512064"/>
                  <a:pt x="329184" y="502920"/>
                </a:cubicBezTo>
                <a:cubicBezTo>
                  <a:pt x="310896" y="502920"/>
                  <a:pt x="301752" y="484632"/>
                  <a:pt x="301752" y="475488"/>
                </a:cubicBezTo>
                <a:lnTo>
                  <a:pt x="301752" y="475488"/>
                </a:lnTo>
                <a:cubicBezTo>
                  <a:pt x="301752" y="448056"/>
                  <a:pt x="329184" y="429768"/>
                  <a:pt x="347472" y="438912"/>
                </a:cubicBezTo>
                <a:cubicBezTo>
                  <a:pt x="347472" y="438912"/>
                  <a:pt x="356616" y="438912"/>
                  <a:pt x="365760" y="438912"/>
                </a:cubicBezTo>
                <a:lnTo>
                  <a:pt x="365760" y="438912"/>
                </a:lnTo>
                <a:moveTo>
                  <a:pt x="91440" y="283464"/>
                </a:moveTo>
                <a:cubicBezTo>
                  <a:pt x="82296" y="283464"/>
                  <a:pt x="73152" y="283464"/>
                  <a:pt x="64008" y="274320"/>
                </a:cubicBezTo>
                <a:lnTo>
                  <a:pt x="54864" y="274320"/>
                </a:lnTo>
                <a:cubicBezTo>
                  <a:pt x="54864" y="274320"/>
                  <a:pt x="36576" y="274320"/>
                  <a:pt x="36576" y="274320"/>
                </a:cubicBezTo>
                <a:cubicBezTo>
                  <a:pt x="18288" y="274320"/>
                  <a:pt x="0" y="283464"/>
                  <a:pt x="0" y="310896"/>
                </a:cubicBezTo>
                <a:lnTo>
                  <a:pt x="0" y="310896"/>
                </a:lnTo>
                <a:cubicBezTo>
                  <a:pt x="0" y="329184"/>
                  <a:pt x="9144" y="338328"/>
                  <a:pt x="18288" y="338328"/>
                </a:cubicBezTo>
                <a:cubicBezTo>
                  <a:pt x="36576" y="347472"/>
                  <a:pt x="54864" y="347472"/>
                  <a:pt x="73152" y="347472"/>
                </a:cubicBezTo>
                <a:lnTo>
                  <a:pt x="73152" y="338328"/>
                </a:lnTo>
                <a:cubicBezTo>
                  <a:pt x="100584" y="338328"/>
                  <a:pt x="128016" y="338328"/>
                  <a:pt x="146304" y="338328"/>
                </a:cubicBezTo>
                <a:lnTo>
                  <a:pt x="146304" y="338328"/>
                </a:lnTo>
                <a:cubicBezTo>
                  <a:pt x="155448" y="338328"/>
                  <a:pt x="173736" y="320040"/>
                  <a:pt x="164592" y="310896"/>
                </a:cubicBezTo>
                <a:cubicBezTo>
                  <a:pt x="155448" y="283464"/>
                  <a:pt x="128016" y="283464"/>
                  <a:pt x="100584" y="283464"/>
                </a:cubicBezTo>
                <a:cubicBezTo>
                  <a:pt x="100584" y="283464"/>
                  <a:pt x="91440" y="283464"/>
                  <a:pt x="91440" y="283464"/>
                </a:cubicBezTo>
                <a:moveTo>
                  <a:pt x="2386584" y="283464"/>
                </a:moveTo>
                <a:cubicBezTo>
                  <a:pt x="2395728" y="283464"/>
                  <a:pt x="2404872" y="274320"/>
                  <a:pt x="2414016" y="274320"/>
                </a:cubicBezTo>
                <a:cubicBezTo>
                  <a:pt x="2423160" y="274320"/>
                  <a:pt x="2441448" y="283464"/>
                  <a:pt x="2432304" y="301752"/>
                </a:cubicBezTo>
                <a:cubicBezTo>
                  <a:pt x="2432304" y="329184"/>
                  <a:pt x="2404872" y="338328"/>
                  <a:pt x="2377440" y="338328"/>
                </a:cubicBezTo>
                <a:cubicBezTo>
                  <a:pt x="2350008" y="338328"/>
                  <a:pt x="2322576" y="338328"/>
                  <a:pt x="2295144" y="338328"/>
                </a:cubicBezTo>
                <a:cubicBezTo>
                  <a:pt x="2286000" y="329184"/>
                  <a:pt x="2286000" y="310896"/>
                  <a:pt x="2295144" y="310896"/>
                </a:cubicBezTo>
                <a:cubicBezTo>
                  <a:pt x="2304288" y="301752"/>
                  <a:pt x="2313432" y="301752"/>
                  <a:pt x="2313432" y="301752"/>
                </a:cubicBezTo>
                <a:cubicBezTo>
                  <a:pt x="2322576" y="301752"/>
                  <a:pt x="2322576" y="301752"/>
                  <a:pt x="2331720" y="292608"/>
                </a:cubicBezTo>
                <a:cubicBezTo>
                  <a:pt x="2340864" y="292608"/>
                  <a:pt x="2350008" y="292608"/>
                  <a:pt x="2359152" y="292608"/>
                </a:cubicBezTo>
                <a:cubicBezTo>
                  <a:pt x="2368296" y="292608"/>
                  <a:pt x="2368296" y="292608"/>
                  <a:pt x="2368296" y="292608"/>
                </a:cubicBezTo>
                <a:cubicBezTo>
                  <a:pt x="2377440" y="292608"/>
                  <a:pt x="2377440" y="292608"/>
                  <a:pt x="2386584" y="283464"/>
                </a:cubicBezTo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</p:spPr>
      </p:sp>
      <p:sp>
        <p:nvSpPr>
          <p:cNvPr id="11" name="Vector (Stroke)_#color-2096&amp;3064"/>
          <p:cNvSpPr/>
          <p:nvPr userDrawn="1">
            <p:custDataLst>
              <p:tags r:id="rId5"/>
            </p:custDataLst>
          </p:nvPr>
        </p:nvSpPr>
        <p:spPr>
          <a:xfrm>
            <a:off x="246888" y="5678424"/>
            <a:ext cx="5980176" cy="1179576"/>
          </a:xfrm>
          <a:custGeom>
            <a:avLst/>
            <a:gdLst/>
            <a:ahLst/>
            <a:cxnLst/>
            <a:rect l="l" t="t" r="r" b="b"/>
            <a:pathLst>
              <a:path w="5980176" h="1179576">
                <a:moveTo>
                  <a:pt x="100584" y="1179576"/>
                </a:moveTo>
                <a:lnTo>
                  <a:pt x="0" y="1179576"/>
                </a:lnTo>
                <a:cubicBezTo>
                  <a:pt x="1207008" y="466344"/>
                  <a:pt x="2258568" y="228600"/>
                  <a:pt x="2898648" y="128016"/>
                </a:cubicBezTo>
                <a:cubicBezTo>
                  <a:pt x="3319272" y="64008"/>
                  <a:pt x="3913632" y="-18288"/>
                  <a:pt x="4471416" y="9144"/>
                </a:cubicBezTo>
                <a:cubicBezTo>
                  <a:pt x="5029200" y="36576"/>
                  <a:pt x="5550408" y="173736"/>
                  <a:pt x="5806440" y="585216"/>
                </a:cubicBezTo>
                <a:lnTo>
                  <a:pt x="5806440" y="585216"/>
                </a:lnTo>
                <a:cubicBezTo>
                  <a:pt x="5925312" y="768096"/>
                  <a:pt x="5971032" y="978408"/>
                  <a:pt x="5980176" y="1179576"/>
                </a:cubicBezTo>
                <a:lnTo>
                  <a:pt x="5925312" y="1179576"/>
                </a:lnTo>
                <a:cubicBezTo>
                  <a:pt x="5925312" y="978408"/>
                  <a:pt x="5879592" y="786384"/>
                  <a:pt x="5769864" y="612648"/>
                </a:cubicBezTo>
                <a:cubicBezTo>
                  <a:pt x="5522976" y="228600"/>
                  <a:pt x="5020056" y="82296"/>
                  <a:pt x="4471416" y="54864"/>
                </a:cubicBezTo>
                <a:cubicBezTo>
                  <a:pt x="3922776" y="27432"/>
                  <a:pt x="3328416" y="118872"/>
                  <a:pt x="2907792" y="182880"/>
                </a:cubicBezTo>
                <a:cubicBezTo>
                  <a:pt x="2276856" y="274320"/>
                  <a:pt x="1271016" y="502920"/>
                  <a:pt x="100584" y="1179576"/>
                </a:cubicBezTo>
              </a:path>
            </a:pathLst>
          </a:custGeom>
          <a:solidFill>
            <a:schemeClr val="bg1">
              <a:alpha val="30000"/>
            </a:schemeClr>
          </a:solidFill>
        </p:spPr>
      </p:sp>
      <p:sp>
        <p:nvSpPr>
          <p:cNvPr id="12" name="Vector (Stroke)_#color-2096&amp;3067"/>
          <p:cNvSpPr/>
          <p:nvPr userDrawn="1">
            <p:custDataLst>
              <p:tags r:id="rId6"/>
            </p:custDataLst>
          </p:nvPr>
        </p:nvSpPr>
        <p:spPr>
          <a:xfrm>
            <a:off x="7754112" y="0"/>
            <a:ext cx="3072384" cy="6858000"/>
          </a:xfrm>
          <a:custGeom>
            <a:avLst/>
            <a:gdLst/>
            <a:ahLst/>
            <a:cxnLst/>
            <a:rect l="l" t="t" r="r" b="b"/>
            <a:pathLst>
              <a:path w="3072384" h="6858000">
                <a:moveTo>
                  <a:pt x="219456" y="0"/>
                </a:moveTo>
                <a:cubicBezTo>
                  <a:pt x="-36576" y="448056"/>
                  <a:pt x="-36576" y="731520"/>
                  <a:pt x="54864" y="932688"/>
                </a:cubicBezTo>
                <a:cubicBezTo>
                  <a:pt x="118872" y="1078992"/>
                  <a:pt x="246888" y="1170432"/>
                  <a:pt x="402336" y="1234440"/>
                </a:cubicBezTo>
                <a:cubicBezTo>
                  <a:pt x="548640" y="1289304"/>
                  <a:pt x="722376" y="1325880"/>
                  <a:pt x="914400" y="1362456"/>
                </a:cubicBezTo>
                <a:cubicBezTo>
                  <a:pt x="923544" y="1362456"/>
                  <a:pt x="932688" y="1362456"/>
                  <a:pt x="950976" y="1362456"/>
                </a:cubicBezTo>
                <a:cubicBezTo>
                  <a:pt x="1353312" y="1444752"/>
                  <a:pt x="1828800" y="1536192"/>
                  <a:pt x="2231136" y="1901952"/>
                </a:cubicBezTo>
                <a:cubicBezTo>
                  <a:pt x="2569464" y="2212848"/>
                  <a:pt x="2825496" y="2660904"/>
                  <a:pt x="2944368" y="3136392"/>
                </a:cubicBezTo>
                <a:cubicBezTo>
                  <a:pt x="3063240" y="3621024"/>
                  <a:pt x="3054096" y="4114800"/>
                  <a:pt x="2862072" y="4526280"/>
                </a:cubicBezTo>
                <a:cubicBezTo>
                  <a:pt x="2606040" y="5084064"/>
                  <a:pt x="2066544" y="5303520"/>
                  <a:pt x="1536192" y="5504688"/>
                </a:cubicBezTo>
                <a:cubicBezTo>
                  <a:pt x="1517904" y="5504688"/>
                  <a:pt x="1508760" y="5513832"/>
                  <a:pt x="1490472" y="5513832"/>
                </a:cubicBezTo>
                <a:lnTo>
                  <a:pt x="1490472" y="5522976"/>
                </a:lnTo>
                <a:lnTo>
                  <a:pt x="1490472" y="5522976"/>
                </a:lnTo>
                <a:cubicBezTo>
                  <a:pt x="1243584" y="5614416"/>
                  <a:pt x="996696" y="5705856"/>
                  <a:pt x="786384" y="5833872"/>
                </a:cubicBezTo>
                <a:cubicBezTo>
                  <a:pt x="566928" y="5961888"/>
                  <a:pt x="384048" y="6135624"/>
                  <a:pt x="292608" y="6391656"/>
                </a:cubicBezTo>
                <a:cubicBezTo>
                  <a:pt x="237744" y="6519672"/>
                  <a:pt x="210312" y="6675120"/>
                  <a:pt x="219456" y="6858000"/>
                </a:cubicBezTo>
                <a:lnTo>
                  <a:pt x="265176" y="6858000"/>
                </a:lnTo>
                <a:cubicBezTo>
                  <a:pt x="256032" y="6675120"/>
                  <a:pt x="292608" y="6528816"/>
                  <a:pt x="338328" y="6409944"/>
                </a:cubicBezTo>
                <a:cubicBezTo>
                  <a:pt x="429768" y="6172200"/>
                  <a:pt x="603504" y="5998464"/>
                  <a:pt x="813816" y="5870448"/>
                </a:cubicBezTo>
                <a:cubicBezTo>
                  <a:pt x="1014984" y="5751576"/>
                  <a:pt x="1261872" y="5660136"/>
                  <a:pt x="1508760" y="5568696"/>
                </a:cubicBezTo>
                <a:lnTo>
                  <a:pt x="1508760" y="5568696"/>
                </a:lnTo>
                <a:cubicBezTo>
                  <a:pt x="1527048" y="5559552"/>
                  <a:pt x="1536192" y="5559552"/>
                  <a:pt x="1554480" y="5550408"/>
                </a:cubicBezTo>
                <a:cubicBezTo>
                  <a:pt x="2075688" y="5349240"/>
                  <a:pt x="2633472" y="5129784"/>
                  <a:pt x="2907792" y="4544568"/>
                </a:cubicBezTo>
                <a:cubicBezTo>
                  <a:pt x="3108960" y="4123944"/>
                  <a:pt x="3118104" y="3611880"/>
                  <a:pt x="2990088" y="3127248"/>
                </a:cubicBezTo>
                <a:cubicBezTo>
                  <a:pt x="2871216" y="2642616"/>
                  <a:pt x="2615184" y="2176272"/>
                  <a:pt x="2267712" y="1865376"/>
                </a:cubicBezTo>
                <a:cubicBezTo>
                  <a:pt x="1847088" y="1490472"/>
                  <a:pt x="1362456" y="1389888"/>
                  <a:pt x="960120" y="1316736"/>
                </a:cubicBezTo>
                <a:cubicBezTo>
                  <a:pt x="950976" y="1316736"/>
                  <a:pt x="932688" y="1316736"/>
                  <a:pt x="923544" y="1307592"/>
                </a:cubicBezTo>
                <a:cubicBezTo>
                  <a:pt x="731520" y="1280160"/>
                  <a:pt x="566928" y="1243584"/>
                  <a:pt x="420624" y="1188720"/>
                </a:cubicBezTo>
                <a:cubicBezTo>
                  <a:pt x="274320" y="1133856"/>
                  <a:pt x="164592" y="1042416"/>
                  <a:pt x="100584" y="905256"/>
                </a:cubicBezTo>
                <a:cubicBezTo>
                  <a:pt x="18288" y="731520"/>
                  <a:pt x="9144" y="457200"/>
                  <a:pt x="274320" y="0"/>
                </a:cubicBezTo>
                <a:lnTo>
                  <a:pt x="219456" y="0"/>
                </a:lnTo>
              </a:path>
            </a:pathLst>
          </a:custGeom>
          <a:solidFill>
            <a:schemeClr val="bg1">
              <a:alpha val="30000"/>
            </a:schemeClr>
          </a:solidFill>
        </p:spPr>
      </p:sp>
      <p:sp>
        <p:nvSpPr>
          <p:cNvPr id="13" name="Vector_#color-2096&amp;2101"/>
          <p:cNvSpPr/>
          <p:nvPr userDrawn="1">
            <p:custDataLst>
              <p:tags r:id="rId7"/>
            </p:custDataLst>
          </p:nvPr>
        </p:nvSpPr>
        <p:spPr>
          <a:xfrm>
            <a:off x="2029968" y="1755648"/>
            <a:ext cx="2130552" cy="1865376"/>
          </a:xfrm>
          <a:custGeom>
            <a:avLst/>
            <a:gdLst/>
            <a:ahLst/>
            <a:cxnLst/>
            <a:rect l="l" t="t" r="r" b="b"/>
            <a:pathLst>
              <a:path w="2130552" h="1865376">
                <a:moveTo>
                  <a:pt x="109728" y="539496"/>
                </a:moveTo>
                <a:cubicBezTo>
                  <a:pt x="-9144" y="749808"/>
                  <a:pt x="-45720" y="1051560"/>
                  <a:pt x="73152" y="1298448"/>
                </a:cubicBezTo>
                <a:cubicBezTo>
                  <a:pt x="356616" y="1883664"/>
                  <a:pt x="1463040" y="2103120"/>
                  <a:pt x="1920240" y="1554480"/>
                </a:cubicBezTo>
                <a:cubicBezTo>
                  <a:pt x="2194560" y="1225296"/>
                  <a:pt x="2203704" y="658368"/>
                  <a:pt x="1938528" y="329184"/>
                </a:cubicBezTo>
                <a:cubicBezTo>
                  <a:pt x="1499616" y="-219456"/>
                  <a:pt x="438912" y="-36576"/>
                  <a:pt x="109728" y="539496"/>
                </a:cubicBezTo>
                <a:lnTo>
                  <a:pt x="109728" y="539496"/>
                </a:lnTo>
              </a:path>
            </a:pathLst>
          </a:custGeom>
          <a:solidFill>
            <a:schemeClr val="accent4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2024380" y="4012399"/>
            <a:ext cx="6979920" cy="1364273"/>
          </a:xfrm>
        </p:spPr>
        <p:txBody>
          <a:bodyPr wrap="square" anchor="t">
            <a:normAutofit/>
          </a:bodyPr>
          <a:lstStyle>
            <a:lvl1pPr algn="l">
              <a:defRPr sz="5000">
                <a:latin typeface="汉仪正圆-75W" charset="0"/>
                <a:ea typeface="汉仪正圆-75W" charset="0"/>
                <a:cs typeface="汉仪正圆-75W" charset="0"/>
                <a:sym typeface="汉仪正圆-75W" charset="0"/>
              </a:defRPr>
            </a:lvl1pPr>
          </a:lstStyle>
          <a:p>
            <a:r>
              <a:rPr lang="zh-CN" altLang="en-US" dirty="0"/>
              <a:t>编辑母版标题</a:t>
            </a:r>
            <a:r>
              <a:rPr lang="en-US" altLang="zh-CN">
                <a:sym typeface="+mn-ea"/>
              </a:rPr>
              <a:t>78kckyk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2024380" y="1755648"/>
            <a:ext cx="2224532" cy="1865376"/>
          </a:xfrm>
        </p:spPr>
        <p:txBody>
          <a:bodyPr wrap="square" anchor="ctr">
            <a:normAutofit/>
          </a:bodyPr>
          <a:lstStyle>
            <a:lvl1pPr marL="0" indent="0" algn="ctr">
              <a:buNone/>
              <a:defRPr sz="5400" b="1">
                <a:solidFill>
                  <a:schemeClr val="lt1">
                    <a:lumMod val="100000"/>
                  </a:schemeClr>
                </a:solidFill>
                <a:latin typeface="汉仪正圆 55简" charset="0"/>
                <a:ea typeface="汉仪正圆 55简" charset="0"/>
                <a:cs typeface="汉仪正圆-75W" charset="0"/>
                <a:sym typeface="汉仪正圆 55简" charset="0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ea typeface="汉仪正圆 55简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汉仪正圆-75W" charset="0"/>
                <a:ea typeface="汉仪正圆-75W" charset="0"/>
                <a:cs typeface="汉仪正圆-75W" charset="0"/>
                <a:sym typeface="汉仪正圆-75W" charset="0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1pPr>
            <a:lvl2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2pPr>
            <a:lvl3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3pPr>
            <a:lvl4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4pPr>
            <a:lvl5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1pPr>
            <a:lvl2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2pPr>
            <a:lvl3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3pPr>
            <a:lvl4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4pPr>
            <a:lvl5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正圆 55简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汉仪正圆-75W" charset="0"/>
                <a:ea typeface="汉仪正圆-75W" charset="0"/>
                <a:cs typeface="汉仪正圆-75W" charset="0"/>
                <a:sym typeface="汉仪正圆-75W" charset="0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1pPr>
            <a:lvl2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2pPr>
            <a:lvl3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3pPr>
            <a:lvl4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4pPr>
            <a:lvl5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1pPr>
            <a:lvl2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2pPr>
            <a:lvl3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3pPr>
            <a:lvl4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4pPr>
            <a:lvl5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ea typeface="汉仪正圆 55简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汉仪正圆-75W" charset="0"/>
                <a:ea typeface="汉仪正圆-75W" charset="0"/>
                <a:cs typeface="汉仪正圆-75W" charset="0"/>
                <a:sym typeface="汉仪正圆-75W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正圆 55简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正圆 55简" charset="0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1pPr>
            <a:lvl2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2pPr>
            <a:lvl3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3pPr>
            <a:lvl4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4pPr>
            <a:lvl5pPr>
              <a:defRPr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正圆 55简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汉仪正圆-75W" charset="0"/>
                <a:ea typeface="汉仪正圆-75W" charset="0"/>
                <a:cs typeface="汉仪正圆-75W" charset="0"/>
                <a:sym typeface="汉仪正圆-75W" charset="0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汉仪正圆-75W" charset="0"/>
                <a:ea typeface="汉仪正圆-75W" charset="0"/>
                <a:cs typeface="汉仪正圆-75W" charset="0"/>
                <a:sym typeface="汉仪正圆-75W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正圆 55简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19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汉仪正圆 55简" charset="0"/>
            </a:endParaRPr>
          </a:p>
        </p:txBody>
      </p:sp>
      <p:sp>
        <p:nvSpPr>
          <p:cNvPr id="8" name="Vector_#color-2096&amp;3076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7955280" cy="3986784"/>
          </a:xfrm>
          <a:custGeom>
            <a:avLst/>
            <a:gdLst/>
            <a:ahLst/>
            <a:cxnLst/>
            <a:rect l="l" t="t" r="r" b="b"/>
            <a:pathLst>
              <a:path w="7955280" h="3986784">
                <a:moveTo>
                  <a:pt x="7845552" y="0"/>
                </a:moveTo>
                <a:lnTo>
                  <a:pt x="0" y="0"/>
                </a:lnTo>
                <a:lnTo>
                  <a:pt x="0" y="3392424"/>
                </a:lnTo>
                <a:cubicBezTo>
                  <a:pt x="219456" y="3602736"/>
                  <a:pt x="475488" y="3767328"/>
                  <a:pt x="749808" y="3867912"/>
                </a:cubicBezTo>
                <a:cubicBezTo>
                  <a:pt x="1554480" y="4151376"/>
                  <a:pt x="2679192" y="3922776"/>
                  <a:pt x="3054096" y="3282696"/>
                </a:cubicBezTo>
                <a:cubicBezTo>
                  <a:pt x="3236976" y="2962656"/>
                  <a:pt x="3172968" y="2642616"/>
                  <a:pt x="3118104" y="2331720"/>
                </a:cubicBezTo>
                <a:cubicBezTo>
                  <a:pt x="3063240" y="1984248"/>
                  <a:pt x="2999232" y="1645920"/>
                  <a:pt x="3236976" y="1307592"/>
                </a:cubicBezTo>
                <a:cubicBezTo>
                  <a:pt x="3520440" y="914400"/>
                  <a:pt x="4087368" y="685800"/>
                  <a:pt x="4544568" y="777240"/>
                </a:cubicBezTo>
                <a:cubicBezTo>
                  <a:pt x="4846320" y="832104"/>
                  <a:pt x="5001768" y="1005840"/>
                  <a:pt x="5157216" y="1188720"/>
                </a:cubicBezTo>
                <a:cubicBezTo>
                  <a:pt x="5312664" y="1362456"/>
                  <a:pt x="5468112" y="1545336"/>
                  <a:pt x="5760720" y="1664208"/>
                </a:cubicBezTo>
                <a:cubicBezTo>
                  <a:pt x="6391656" y="1938528"/>
                  <a:pt x="7278624" y="1828800"/>
                  <a:pt x="7644384" y="1325880"/>
                </a:cubicBezTo>
                <a:cubicBezTo>
                  <a:pt x="8010144" y="832104"/>
                  <a:pt x="8019288" y="393192"/>
                  <a:pt x="7845552" y="0"/>
                </a:cubicBezTo>
              </a:path>
            </a:pathLst>
          </a:custGeom>
          <a:solidFill>
            <a:schemeClr val="accent3"/>
          </a:solidFill>
        </p:spPr>
      </p:sp>
      <p:sp>
        <p:nvSpPr>
          <p:cNvPr id="9" name="Union1_#color-2096&amp;1988"/>
          <p:cNvSpPr/>
          <p:nvPr userDrawn="1">
            <p:custDataLst>
              <p:tags r:id="rId4"/>
            </p:custDataLst>
          </p:nvPr>
        </p:nvSpPr>
        <p:spPr>
          <a:xfrm rot="16200000">
            <a:off x="2650490" y="1910715"/>
            <a:ext cx="1147445" cy="1888490"/>
          </a:xfrm>
          <a:custGeom>
            <a:avLst/>
            <a:gdLst/>
            <a:ahLst/>
            <a:cxnLst/>
            <a:rect l="l" t="t" r="r" b="b"/>
            <a:pathLst>
              <a:path w="1289304" h="2121408">
                <a:moveTo>
                  <a:pt x="36576" y="201168"/>
                </a:moveTo>
                <a:cubicBezTo>
                  <a:pt x="64008" y="182880"/>
                  <a:pt x="64008" y="128016"/>
                  <a:pt x="64008" y="100584"/>
                </a:cubicBezTo>
                <a:cubicBezTo>
                  <a:pt x="64008" y="91440"/>
                  <a:pt x="64008" y="82296"/>
                  <a:pt x="64008" y="73152"/>
                </a:cubicBezTo>
                <a:lnTo>
                  <a:pt x="64008" y="73152"/>
                </a:lnTo>
                <a:cubicBezTo>
                  <a:pt x="73152" y="54864"/>
                  <a:pt x="73152" y="45720"/>
                  <a:pt x="64008" y="27432"/>
                </a:cubicBezTo>
                <a:cubicBezTo>
                  <a:pt x="54864" y="-18288"/>
                  <a:pt x="-18288" y="0"/>
                  <a:pt x="0" y="36576"/>
                </a:cubicBezTo>
                <a:cubicBezTo>
                  <a:pt x="9144" y="45720"/>
                  <a:pt x="9144" y="64008"/>
                  <a:pt x="0" y="82296"/>
                </a:cubicBezTo>
                <a:cubicBezTo>
                  <a:pt x="0" y="82296"/>
                  <a:pt x="0" y="91440"/>
                  <a:pt x="0" y="100584"/>
                </a:cubicBezTo>
                <a:cubicBezTo>
                  <a:pt x="0" y="109728"/>
                  <a:pt x="9144" y="128016"/>
                  <a:pt x="9144" y="137160"/>
                </a:cubicBezTo>
                <a:cubicBezTo>
                  <a:pt x="9144" y="155448"/>
                  <a:pt x="18288" y="173736"/>
                  <a:pt x="18288" y="192024"/>
                </a:cubicBezTo>
                <a:cubicBezTo>
                  <a:pt x="18288" y="201168"/>
                  <a:pt x="27432" y="210312"/>
                  <a:pt x="36576" y="201168"/>
                </a:cubicBezTo>
                <a:moveTo>
                  <a:pt x="868680" y="146304"/>
                </a:moveTo>
                <a:cubicBezTo>
                  <a:pt x="868680" y="173736"/>
                  <a:pt x="868680" y="228600"/>
                  <a:pt x="841248" y="256032"/>
                </a:cubicBezTo>
                <a:cubicBezTo>
                  <a:pt x="832104" y="265176"/>
                  <a:pt x="822960" y="256032"/>
                  <a:pt x="813816" y="237744"/>
                </a:cubicBezTo>
                <a:cubicBezTo>
                  <a:pt x="813816" y="228600"/>
                  <a:pt x="813816" y="210312"/>
                  <a:pt x="804672" y="192024"/>
                </a:cubicBezTo>
                <a:cubicBezTo>
                  <a:pt x="804672" y="173736"/>
                  <a:pt x="804672" y="164592"/>
                  <a:pt x="804672" y="146304"/>
                </a:cubicBezTo>
                <a:cubicBezTo>
                  <a:pt x="804672" y="146304"/>
                  <a:pt x="804672" y="137160"/>
                  <a:pt x="804672" y="128016"/>
                </a:cubicBezTo>
                <a:cubicBezTo>
                  <a:pt x="804672" y="118872"/>
                  <a:pt x="804672" y="100584"/>
                  <a:pt x="804672" y="82296"/>
                </a:cubicBezTo>
                <a:cubicBezTo>
                  <a:pt x="786384" y="45720"/>
                  <a:pt x="859536" y="36576"/>
                  <a:pt x="868680" y="73152"/>
                </a:cubicBezTo>
                <a:cubicBezTo>
                  <a:pt x="868680" y="91440"/>
                  <a:pt x="868680" y="109728"/>
                  <a:pt x="868680" y="118872"/>
                </a:cubicBezTo>
                <a:cubicBezTo>
                  <a:pt x="868680" y="128016"/>
                  <a:pt x="868680" y="137160"/>
                  <a:pt x="868680" y="146304"/>
                </a:cubicBezTo>
                <a:moveTo>
                  <a:pt x="283464" y="329184"/>
                </a:moveTo>
                <a:cubicBezTo>
                  <a:pt x="292608" y="329184"/>
                  <a:pt x="301752" y="320040"/>
                  <a:pt x="310896" y="310896"/>
                </a:cubicBezTo>
                <a:cubicBezTo>
                  <a:pt x="310896" y="301752"/>
                  <a:pt x="320040" y="283464"/>
                  <a:pt x="320040" y="265176"/>
                </a:cubicBezTo>
                <a:cubicBezTo>
                  <a:pt x="320040" y="256032"/>
                  <a:pt x="320040" y="246888"/>
                  <a:pt x="320040" y="237744"/>
                </a:cubicBezTo>
                <a:cubicBezTo>
                  <a:pt x="320040" y="228600"/>
                  <a:pt x="320040" y="228600"/>
                  <a:pt x="320040" y="219456"/>
                </a:cubicBezTo>
                <a:cubicBezTo>
                  <a:pt x="320040" y="201168"/>
                  <a:pt x="320040" y="192024"/>
                  <a:pt x="320040" y="173736"/>
                </a:cubicBezTo>
                <a:cubicBezTo>
                  <a:pt x="329184" y="128016"/>
                  <a:pt x="256032" y="100584"/>
                  <a:pt x="246888" y="146304"/>
                </a:cubicBezTo>
                <a:cubicBezTo>
                  <a:pt x="237744" y="173736"/>
                  <a:pt x="237744" y="201168"/>
                  <a:pt x="237744" y="219456"/>
                </a:cubicBezTo>
                <a:lnTo>
                  <a:pt x="237744" y="219456"/>
                </a:lnTo>
                <a:lnTo>
                  <a:pt x="237744" y="219456"/>
                </a:lnTo>
                <a:lnTo>
                  <a:pt x="237744" y="219456"/>
                </a:lnTo>
                <a:cubicBezTo>
                  <a:pt x="246888" y="228600"/>
                  <a:pt x="246888" y="246888"/>
                  <a:pt x="246888" y="256032"/>
                </a:cubicBezTo>
                <a:cubicBezTo>
                  <a:pt x="246888" y="274320"/>
                  <a:pt x="246888" y="320040"/>
                  <a:pt x="283464" y="329184"/>
                </a:cubicBezTo>
                <a:moveTo>
                  <a:pt x="658368" y="402336"/>
                </a:moveTo>
                <a:cubicBezTo>
                  <a:pt x="658368" y="429768"/>
                  <a:pt x="658368" y="448056"/>
                  <a:pt x="649224" y="466344"/>
                </a:cubicBezTo>
                <a:cubicBezTo>
                  <a:pt x="640080" y="484632"/>
                  <a:pt x="603504" y="484632"/>
                  <a:pt x="603504" y="457200"/>
                </a:cubicBezTo>
                <a:lnTo>
                  <a:pt x="603504" y="420624"/>
                </a:lnTo>
                <a:lnTo>
                  <a:pt x="603504" y="365760"/>
                </a:lnTo>
                <a:cubicBezTo>
                  <a:pt x="603504" y="356616"/>
                  <a:pt x="594360" y="338328"/>
                  <a:pt x="594360" y="320040"/>
                </a:cubicBezTo>
                <a:cubicBezTo>
                  <a:pt x="585216" y="310896"/>
                  <a:pt x="585216" y="310896"/>
                  <a:pt x="585216" y="301752"/>
                </a:cubicBezTo>
                <a:cubicBezTo>
                  <a:pt x="585216" y="292608"/>
                  <a:pt x="585216" y="274320"/>
                  <a:pt x="585216" y="265176"/>
                </a:cubicBezTo>
                <a:cubicBezTo>
                  <a:pt x="603504" y="210312"/>
                  <a:pt x="676656" y="237744"/>
                  <a:pt x="667512" y="283464"/>
                </a:cubicBezTo>
                <a:cubicBezTo>
                  <a:pt x="667512" y="283464"/>
                  <a:pt x="667512" y="301752"/>
                  <a:pt x="667512" y="301752"/>
                </a:cubicBezTo>
                <a:lnTo>
                  <a:pt x="667512" y="329184"/>
                </a:lnTo>
                <a:lnTo>
                  <a:pt x="667512" y="374904"/>
                </a:lnTo>
                <a:cubicBezTo>
                  <a:pt x="658368" y="384048"/>
                  <a:pt x="658368" y="393192"/>
                  <a:pt x="658368" y="402336"/>
                </a:cubicBezTo>
                <a:lnTo>
                  <a:pt x="658368" y="402336"/>
                </a:lnTo>
                <a:moveTo>
                  <a:pt x="219456" y="603504"/>
                </a:moveTo>
                <a:cubicBezTo>
                  <a:pt x="219456" y="630936"/>
                  <a:pt x="210312" y="658368"/>
                  <a:pt x="192024" y="685800"/>
                </a:cubicBezTo>
                <a:cubicBezTo>
                  <a:pt x="182880" y="694944"/>
                  <a:pt x="164592" y="694944"/>
                  <a:pt x="164592" y="685800"/>
                </a:cubicBezTo>
                <a:cubicBezTo>
                  <a:pt x="164592" y="667512"/>
                  <a:pt x="164592" y="649224"/>
                  <a:pt x="164592" y="630936"/>
                </a:cubicBezTo>
                <a:lnTo>
                  <a:pt x="164592" y="630936"/>
                </a:lnTo>
                <a:cubicBezTo>
                  <a:pt x="155448" y="612648"/>
                  <a:pt x="155448" y="594360"/>
                  <a:pt x="155448" y="585216"/>
                </a:cubicBezTo>
                <a:cubicBezTo>
                  <a:pt x="155448" y="576072"/>
                  <a:pt x="155448" y="566928"/>
                  <a:pt x="146304" y="557784"/>
                </a:cubicBezTo>
                <a:cubicBezTo>
                  <a:pt x="146304" y="548640"/>
                  <a:pt x="146304" y="539496"/>
                  <a:pt x="146304" y="530352"/>
                </a:cubicBezTo>
                <a:cubicBezTo>
                  <a:pt x="146304" y="530352"/>
                  <a:pt x="146304" y="530352"/>
                  <a:pt x="146304" y="530352"/>
                </a:cubicBezTo>
                <a:cubicBezTo>
                  <a:pt x="137160" y="512064"/>
                  <a:pt x="137160" y="493776"/>
                  <a:pt x="146304" y="484632"/>
                </a:cubicBezTo>
                <a:cubicBezTo>
                  <a:pt x="155448" y="448056"/>
                  <a:pt x="219456" y="466344"/>
                  <a:pt x="219456" y="502920"/>
                </a:cubicBezTo>
                <a:lnTo>
                  <a:pt x="219456" y="539496"/>
                </a:lnTo>
                <a:cubicBezTo>
                  <a:pt x="219456" y="557784"/>
                  <a:pt x="219456" y="576072"/>
                  <a:pt x="219456" y="585216"/>
                </a:cubicBezTo>
                <a:cubicBezTo>
                  <a:pt x="219456" y="594360"/>
                  <a:pt x="219456" y="603504"/>
                  <a:pt x="219456" y="603504"/>
                </a:cubicBezTo>
                <a:moveTo>
                  <a:pt x="1133856" y="201168"/>
                </a:moveTo>
                <a:cubicBezTo>
                  <a:pt x="1133856" y="237744"/>
                  <a:pt x="1124712" y="274320"/>
                  <a:pt x="1124712" y="301752"/>
                </a:cubicBezTo>
                <a:cubicBezTo>
                  <a:pt x="1115568" y="329184"/>
                  <a:pt x="1088136" y="310896"/>
                  <a:pt x="1078992" y="292608"/>
                </a:cubicBezTo>
                <a:cubicBezTo>
                  <a:pt x="1078992" y="265176"/>
                  <a:pt x="1069848" y="246888"/>
                  <a:pt x="1069848" y="228600"/>
                </a:cubicBezTo>
                <a:lnTo>
                  <a:pt x="1069848" y="164592"/>
                </a:lnTo>
                <a:cubicBezTo>
                  <a:pt x="1069848" y="146304"/>
                  <a:pt x="1078992" y="128016"/>
                  <a:pt x="1097280" y="128016"/>
                </a:cubicBezTo>
                <a:cubicBezTo>
                  <a:pt x="1115568" y="128016"/>
                  <a:pt x="1133856" y="146304"/>
                  <a:pt x="1133856" y="164592"/>
                </a:cubicBezTo>
                <a:cubicBezTo>
                  <a:pt x="1133856" y="173736"/>
                  <a:pt x="1133856" y="192024"/>
                  <a:pt x="1133856" y="201168"/>
                </a:cubicBezTo>
                <a:moveTo>
                  <a:pt x="1271016" y="621792"/>
                </a:moveTo>
                <a:cubicBezTo>
                  <a:pt x="1271016" y="603504"/>
                  <a:pt x="1271016" y="585216"/>
                  <a:pt x="1271016" y="566928"/>
                </a:cubicBezTo>
                <a:cubicBezTo>
                  <a:pt x="1271016" y="521208"/>
                  <a:pt x="1271016" y="475488"/>
                  <a:pt x="1271016" y="438912"/>
                </a:cubicBezTo>
                <a:cubicBezTo>
                  <a:pt x="1271016" y="384048"/>
                  <a:pt x="1188720" y="402336"/>
                  <a:pt x="1197864" y="457200"/>
                </a:cubicBezTo>
                <a:cubicBezTo>
                  <a:pt x="1197864" y="466344"/>
                  <a:pt x="1197864" y="466344"/>
                  <a:pt x="1207008" y="475488"/>
                </a:cubicBezTo>
                <a:lnTo>
                  <a:pt x="1207008" y="475488"/>
                </a:lnTo>
                <a:cubicBezTo>
                  <a:pt x="1207008" y="475488"/>
                  <a:pt x="1207008" y="484632"/>
                  <a:pt x="1207008" y="493776"/>
                </a:cubicBezTo>
                <a:cubicBezTo>
                  <a:pt x="1207008" y="502920"/>
                  <a:pt x="1207008" y="512064"/>
                  <a:pt x="1207008" y="521208"/>
                </a:cubicBezTo>
                <a:lnTo>
                  <a:pt x="1207008" y="521208"/>
                </a:lnTo>
                <a:lnTo>
                  <a:pt x="1207008" y="521208"/>
                </a:lnTo>
                <a:cubicBezTo>
                  <a:pt x="1207008" y="530352"/>
                  <a:pt x="1207008" y="539496"/>
                  <a:pt x="1207008" y="539496"/>
                </a:cubicBezTo>
                <a:cubicBezTo>
                  <a:pt x="1216152" y="576072"/>
                  <a:pt x="1225296" y="612648"/>
                  <a:pt x="1243584" y="630936"/>
                </a:cubicBezTo>
                <a:cubicBezTo>
                  <a:pt x="1261872" y="640080"/>
                  <a:pt x="1271016" y="630936"/>
                  <a:pt x="1271016" y="621792"/>
                </a:cubicBezTo>
                <a:moveTo>
                  <a:pt x="1042416" y="877824"/>
                </a:moveTo>
                <a:cubicBezTo>
                  <a:pt x="1042416" y="905256"/>
                  <a:pt x="1042416" y="932688"/>
                  <a:pt x="1033272" y="950976"/>
                </a:cubicBezTo>
                <a:cubicBezTo>
                  <a:pt x="1024128" y="960120"/>
                  <a:pt x="996696" y="969264"/>
                  <a:pt x="996696" y="960120"/>
                </a:cubicBezTo>
                <a:cubicBezTo>
                  <a:pt x="969264" y="941832"/>
                  <a:pt x="969264" y="914400"/>
                  <a:pt x="978408" y="886968"/>
                </a:cubicBezTo>
                <a:cubicBezTo>
                  <a:pt x="978408" y="859536"/>
                  <a:pt x="978408" y="841248"/>
                  <a:pt x="969264" y="822960"/>
                </a:cubicBezTo>
                <a:cubicBezTo>
                  <a:pt x="950976" y="777240"/>
                  <a:pt x="1014984" y="749808"/>
                  <a:pt x="1033272" y="795528"/>
                </a:cubicBezTo>
                <a:cubicBezTo>
                  <a:pt x="1042416" y="822960"/>
                  <a:pt x="1042416" y="841248"/>
                  <a:pt x="1042416" y="877824"/>
                </a:cubicBezTo>
                <a:cubicBezTo>
                  <a:pt x="1042416" y="877824"/>
                  <a:pt x="1042416" y="877824"/>
                  <a:pt x="1042416" y="877824"/>
                </a:cubicBezTo>
                <a:moveTo>
                  <a:pt x="932688" y="1371600"/>
                </a:moveTo>
                <a:cubicBezTo>
                  <a:pt x="932688" y="1371600"/>
                  <a:pt x="932688" y="1362456"/>
                  <a:pt x="932688" y="1353312"/>
                </a:cubicBezTo>
                <a:cubicBezTo>
                  <a:pt x="932688" y="1344168"/>
                  <a:pt x="932688" y="1344168"/>
                  <a:pt x="932688" y="1344168"/>
                </a:cubicBezTo>
                <a:cubicBezTo>
                  <a:pt x="923544" y="1335024"/>
                  <a:pt x="923544" y="1325880"/>
                  <a:pt x="923544" y="1316736"/>
                </a:cubicBezTo>
                <a:lnTo>
                  <a:pt x="923544" y="1316736"/>
                </a:lnTo>
                <a:lnTo>
                  <a:pt x="923544" y="1316736"/>
                </a:lnTo>
                <a:lnTo>
                  <a:pt x="923544" y="1316736"/>
                </a:lnTo>
                <a:cubicBezTo>
                  <a:pt x="923544" y="1316736"/>
                  <a:pt x="914400" y="1307592"/>
                  <a:pt x="914400" y="1307592"/>
                </a:cubicBezTo>
                <a:cubicBezTo>
                  <a:pt x="914400" y="1280160"/>
                  <a:pt x="905256" y="1261872"/>
                  <a:pt x="905256" y="1234440"/>
                </a:cubicBezTo>
                <a:cubicBezTo>
                  <a:pt x="905256" y="1234440"/>
                  <a:pt x="905256" y="1234440"/>
                  <a:pt x="905256" y="1225296"/>
                </a:cubicBezTo>
                <a:cubicBezTo>
                  <a:pt x="896112" y="1188720"/>
                  <a:pt x="822960" y="1207008"/>
                  <a:pt x="841248" y="1243584"/>
                </a:cubicBezTo>
                <a:cubicBezTo>
                  <a:pt x="850392" y="1271016"/>
                  <a:pt x="859536" y="1298448"/>
                  <a:pt x="877824" y="1335024"/>
                </a:cubicBezTo>
                <a:cubicBezTo>
                  <a:pt x="877824" y="1335024"/>
                  <a:pt x="877824" y="1344168"/>
                  <a:pt x="877824" y="1344168"/>
                </a:cubicBezTo>
                <a:cubicBezTo>
                  <a:pt x="877824" y="1344168"/>
                  <a:pt x="877824" y="1353312"/>
                  <a:pt x="877824" y="1353312"/>
                </a:cubicBezTo>
                <a:cubicBezTo>
                  <a:pt x="886968" y="1371600"/>
                  <a:pt x="896112" y="1389888"/>
                  <a:pt x="914400" y="1399032"/>
                </a:cubicBezTo>
                <a:cubicBezTo>
                  <a:pt x="923544" y="1399032"/>
                  <a:pt x="932688" y="1380744"/>
                  <a:pt x="932688" y="1371600"/>
                </a:cubicBezTo>
                <a:moveTo>
                  <a:pt x="685800" y="1472184"/>
                </a:moveTo>
                <a:cubicBezTo>
                  <a:pt x="685800" y="1490472"/>
                  <a:pt x="685800" y="1508760"/>
                  <a:pt x="676656" y="1517904"/>
                </a:cubicBezTo>
                <a:cubicBezTo>
                  <a:pt x="649224" y="1536192"/>
                  <a:pt x="649224" y="1490472"/>
                  <a:pt x="640080" y="1472184"/>
                </a:cubicBezTo>
                <a:lnTo>
                  <a:pt x="640080" y="1472184"/>
                </a:lnTo>
                <a:lnTo>
                  <a:pt x="640080" y="1472184"/>
                </a:lnTo>
                <a:lnTo>
                  <a:pt x="640080" y="1472184"/>
                </a:lnTo>
                <a:cubicBezTo>
                  <a:pt x="640080" y="1463040"/>
                  <a:pt x="640080" y="1463040"/>
                  <a:pt x="640080" y="1453896"/>
                </a:cubicBezTo>
                <a:cubicBezTo>
                  <a:pt x="640080" y="1444752"/>
                  <a:pt x="630936" y="1435608"/>
                  <a:pt x="630936" y="1417320"/>
                </a:cubicBezTo>
                <a:cubicBezTo>
                  <a:pt x="621792" y="1380744"/>
                  <a:pt x="621792" y="1344168"/>
                  <a:pt x="649224" y="1335024"/>
                </a:cubicBezTo>
                <a:cubicBezTo>
                  <a:pt x="676656" y="1316736"/>
                  <a:pt x="704088" y="1344168"/>
                  <a:pt x="704088" y="1371600"/>
                </a:cubicBezTo>
                <a:cubicBezTo>
                  <a:pt x="704088" y="1371600"/>
                  <a:pt x="694944" y="1380744"/>
                  <a:pt x="694944" y="1380744"/>
                </a:cubicBezTo>
                <a:cubicBezTo>
                  <a:pt x="694944" y="1389888"/>
                  <a:pt x="685800" y="1389888"/>
                  <a:pt x="685800" y="1399032"/>
                </a:cubicBezTo>
                <a:cubicBezTo>
                  <a:pt x="694944" y="1380744"/>
                  <a:pt x="704088" y="1408176"/>
                  <a:pt x="704088" y="1408176"/>
                </a:cubicBezTo>
                <a:cubicBezTo>
                  <a:pt x="704088" y="1417320"/>
                  <a:pt x="694944" y="1426464"/>
                  <a:pt x="694944" y="1426464"/>
                </a:cubicBezTo>
                <a:cubicBezTo>
                  <a:pt x="694944" y="1435608"/>
                  <a:pt x="685800" y="1435608"/>
                  <a:pt x="685800" y="1444752"/>
                </a:cubicBezTo>
                <a:cubicBezTo>
                  <a:pt x="685800" y="1453896"/>
                  <a:pt x="685800" y="1463040"/>
                  <a:pt x="685800" y="1472184"/>
                </a:cubicBezTo>
                <a:lnTo>
                  <a:pt x="685800" y="1472184"/>
                </a:lnTo>
                <a:moveTo>
                  <a:pt x="329184" y="1837944"/>
                </a:moveTo>
                <a:cubicBezTo>
                  <a:pt x="347472" y="1828800"/>
                  <a:pt x="347472" y="1801368"/>
                  <a:pt x="347472" y="1783080"/>
                </a:cubicBezTo>
                <a:cubicBezTo>
                  <a:pt x="347472" y="1773936"/>
                  <a:pt x="347472" y="1764792"/>
                  <a:pt x="347472" y="1764792"/>
                </a:cubicBezTo>
                <a:cubicBezTo>
                  <a:pt x="347472" y="1755648"/>
                  <a:pt x="347472" y="1755648"/>
                  <a:pt x="347472" y="1746504"/>
                </a:cubicBezTo>
                <a:cubicBezTo>
                  <a:pt x="356616" y="1737360"/>
                  <a:pt x="356616" y="1737360"/>
                  <a:pt x="356616" y="1728216"/>
                </a:cubicBezTo>
                <a:cubicBezTo>
                  <a:pt x="356616" y="1728216"/>
                  <a:pt x="347472" y="1691640"/>
                  <a:pt x="347472" y="1709928"/>
                </a:cubicBezTo>
                <a:cubicBezTo>
                  <a:pt x="347472" y="1709928"/>
                  <a:pt x="347472" y="1700784"/>
                  <a:pt x="347472" y="1700784"/>
                </a:cubicBezTo>
                <a:cubicBezTo>
                  <a:pt x="356616" y="1691640"/>
                  <a:pt x="356616" y="1691640"/>
                  <a:pt x="356616" y="1682496"/>
                </a:cubicBezTo>
                <a:cubicBezTo>
                  <a:pt x="365760" y="1664208"/>
                  <a:pt x="329184" y="1636776"/>
                  <a:pt x="310896" y="1645920"/>
                </a:cubicBezTo>
                <a:cubicBezTo>
                  <a:pt x="274320" y="1664208"/>
                  <a:pt x="283464" y="1700784"/>
                  <a:pt x="292608" y="1737360"/>
                </a:cubicBezTo>
                <a:cubicBezTo>
                  <a:pt x="292608" y="1746504"/>
                  <a:pt x="292608" y="1764792"/>
                  <a:pt x="292608" y="1773936"/>
                </a:cubicBezTo>
                <a:cubicBezTo>
                  <a:pt x="292608" y="1773936"/>
                  <a:pt x="292608" y="1783080"/>
                  <a:pt x="301752" y="1792224"/>
                </a:cubicBezTo>
                <a:cubicBezTo>
                  <a:pt x="301752" y="1810512"/>
                  <a:pt x="310896" y="1856232"/>
                  <a:pt x="329184" y="1837944"/>
                </a:cubicBezTo>
                <a:moveTo>
                  <a:pt x="740664" y="1088136"/>
                </a:moveTo>
                <a:lnTo>
                  <a:pt x="740664" y="1106424"/>
                </a:lnTo>
                <a:cubicBezTo>
                  <a:pt x="740664" y="1115568"/>
                  <a:pt x="722376" y="1124712"/>
                  <a:pt x="713232" y="1115568"/>
                </a:cubicBezTo>
                <a:cubicBezTo>
                  <a:pt x="694944" y="1106424"/>
                  <a:pt x="694944" y="1088136"/>
                  <a:pt x="704088" y="1069848"/>
                </a:cubicBezTo>
                <a:cubicBezTo>
                  <a:pt x="704088" y="1060704"/>
                  <a:pt x="704088" y="1060704"/>
                  <a:pt x="704088" y="1051560"/>
                </a:cubicBezTo>
                <a:lnTo>
                  <a:pt x="704088" y="987552"/>
                </a:lnTo>
                <a:cubicBezTo>
                  <a:pt x="704088" y="978408"/>
                  <a:pt x="704088" y="978408"/>
                  <a:pt x="704088" y="969264"/>
                </a:cubicBezTo>
                <a:cubicBezTo>
                  <a:pt x="704088" y="960120"/>
                  <a:pt x="694944" y="950976"/>
                  <a:pt x="704088" y="941832"/>
                </a:cubicBezTo>
                <a:cubicBezTo>
                  <a:pt x="704088" y="896112"/>
                  <a:pt x="758952" y="896112"/>
                  <a:pt x="768096" y="941832"/>
                </a:cubicBezTo>
                <a:cubicBezTo>
                  <a:pt x="768096" y="969264"/>
                  <a:pt x="758952" y="1014984"/>
                  <a:pt x="749808" y="1042416"/>
                </a:cubicBezTo>
                <a:cubicBezTo>
                  <a:pt x="749808" y="1042416"/>
                  <a:pt x="749808" y="1042416"/>
                  <a:pt x="749808" y="1051560"/>
                </a:cubicBezTo>
                <a:cubicBezTo>
                  <a:pt x="749808" y="1060704"/>
                  <a:pt x="740664" y="1078992"/>
                  <a:pt x="740664" y="1088136"/>
                </a:cubicBezTo>
                <a:moveTo>
                  <a:pt x="475488" y="1252728"/>
                </a:moveTo>
                <a:cubicBezTo>
                  <a:pt x="475488" y="1243584"/>
                  <a:pt x="475488" y="1225296"/>
                  <a:pt x="475488" y="1216152"/>
                </a:cubicBezTo>
                <a:cubicBezTo>
                  <a:pt x="475488" y="1207008"/>
                  <a:pt x="475488" y="1197864"/>
                  <a:pt x="475488" y="1188720"/>
                </a:cubicBezTo>
                <a:cubicBezTo>
                  <a:pt x="475488" y="1179576"/>
                  <a:pt x="475488" y="1170432"/>
                  <a:pt x="475488" y="1170432"/>
                </a:cubicBezTo>
                <a:cubicBezTo>
                  <a:pt x="484632" y="1161288"/>
                  <a:pt x="484632" y="1152144"/>
                  <a:pt x="484632" y="1143000"/>
                </a:cubicBezTo>
                <a:cubicBezTo>
                  <a:pt x="484632" y="1115568"/>
                  <a:pt x="457200" y="1097280"/>
                  <a:pt x="438912" y="1115568"/>
                </a:cubicBezTo>
                <a:cubicBezTo>
                  <a:pt x="420624" y="1133856"/>
                  <a:pt x="420624" y="1161288"/>
                  <a:pt x="429768" y="1179576"/>
                </a:cubicBezTo>
                <a:lnTo>
                  <a:pt x="429768" y="1179576"/>
                </a:lnTo>
                <a:lnTo>
                  <a:pt x="429768" y="1179576"/>
                </a:lnTo>
                <a:lnTo>
                  <a:pt x="429768" y="1179576"/>
                </a:lnTo>
                <a:lnTo>
                  <a:pt x="429768" y="1179576"/>
                </a:lnTo>
                <a:cubicBezTo>
                  <a:pt x="429768" y="1179576"/>
                  <a:pt x="429768" y="1188720"/>
                  <a:pt x="438912" y="1188720"/>
                </a:cubicBezTo>
                <a:cubicBezTo>
                  <a:pt x="438912" y="1197864"/>
                  <a:pt x="438912" y="1216152"/>
                  <a:pt x="438912" y="1225296"/>
                </a:cubicBezTo>
                <a:cubicBezTo>
                  <a:pt x="438912" y="1234440"/>
                  <a:pt x="438912" y="1252728"/>
                  <a:pt x="448056" y="1271016"/>
                </a:cubicBezTo>
                <a:cubicBezTo>
                  <a:pt x="457200" y="1271016"/>
                  <a:pt x="475488" y="1261872"/>
                  <a:pt x="475488" y="1252728"/>
                </a:cubicBezTo>
                <a:moveTo>
                  <a:pt x="1225296" y="896112"/>
                </a:moveTo>
                <a:cubicBezTo>
                  <a:pt x="1225296" y="886968"/>
                  <a:pt x="1225296" y="868680"/>
                  <a:pt x="1234440" y="859536"/>
                </a:cubicBezTo>
                <a:cubicBezTo>
                  <a:pt x="1243584" y="850392"/>
                  <a:pt x="1252728" y="859536"/>
                  <a:pt x="1261872" y="877824"/>
                </a:cubicBezTo>
                <a:cubicBezTo>
                  <a:pt x="1271016" y="886968"/>
                  <a:pt x="1271016" y="914400"/>
                  <a:pt x="1271016" y="932688"/>
                </a:cubicBezTo>
                <a:cubicBezTo>
                  <a:pt x="1271016" y="941832"/>
                  <a:pt x="1271016" y="950976"/>
                  <a:pt x="1271016" y="960120"/>
                </a:cubicBezTo>
                <a:cubicBezTo>
                  <a:pt x="1271016" y="978408"/>
                  <a:pt x="1280160" y="978408"/>
                  <a:pt x="1280160" y="987552"/>
                </a:cubicBezTo>
                <a:cubicBezTo>
                  <a:pt x="1280160" y="987552"/>
                  <a:pt x="1280160" y="996696"/>
                  <a:pt x="1289304" y="996696"/>
                </a:cubicBezTo>
                <a:cubicBezTo>
                  <a:pt x="1289304" y="1014984"/>
                  <a:pt x="1289304" y="1024128"/>
                  <a:pt x="1289304" y="1042416"/>
                </a:cubicBezTo>
                <a:cubicBezTo>
                  <a:pt x="1271016" y="1069848"/>
                  <a:pt x="1216152" y="1078992"/>
                  <a:pt x="1207008" y="1042416"/>
                </a:cubicBezTo>
                <a:cubicBezTo>
                  <a:pt x="1207008" y="1005840"/>
                  <a:pt x="1207008" y="978408"/>
                  <a:pt x="1207008" y="950976"/>
                </a:cubicBezTo>
                <a:cubicBezTo>
                  <a:pt x="1207008" y="941832"/>
                  <a:pt x="1216152" y="932688"/>
                  <a:pt x="1216152" y="923544"/>
                </a:cubicBezTo>
                <a:lnTo>
                  <a:pt x="1216152" y="923544"/>
                </a:lnTo>
                <a:cubicBezTo>
                  <a:pt x="1216152" y="914400"/>
                  <a:pt x="1216152" y="905256"/>
                  <a:pt x="1225296" y="896112"/>
                </a:cubicBezTo>
                <a:moveTo>
                  <a:pt x="1197864" y="1179576"/>
                </a:moveTo>
                <a:cubicBezTo>
                  <a:pt x="1179576" y="1188720"/>
                  <a:pt x="1179576" y="1207008"/>
                  <a:pt x="1179576" y="1225296"/>
                </a:cubicBezTo>
                <a:cubicBezTo>
                  <a:pt x="1170432" y="1225296"/>
                  <a:pt x="1170432" y="1234440"/>
                  <a:pt x="1170432" y="1243584"/>
                </a:cubicBezTo>
                <a:cubicBezTo>
                  <a:pt x="1161288" y="1271016"/>
                  <a:pt x="1161288" y="1298448"/>
                  <a:pt x="1161288" y="1335024"/>
                </a:cubicBezTo>
                <a:cubicBezTo>
                  <a:pt x="1161288" y="1380744"/>
                  <a:pt x="1243584" y="1380744"/>
                  <a:pt x="1234440" y="1335024"/>
                </a:cubicBezTo>
                <a:cubicBezTo>
                  <a:pt x="1234440" y="1316736"/>
                  <a:pt x="1234440" y="1307592"/>
                  <a:pt x="1225296" y="1298448"/>
                </a:cubicBezTo>
                <a:cubicBezTo>
                  <a:pt x="1225296" y="1280160"/>
                  <a:pt x="1225296" y="1261872"/>
                  <a:pt x="1225296" y="1243584"/>
                </a:cubicBezTo>
                <a:cubicBezTo>
                  <a:pt x="1225296" y="1243584"/>
                  <a:pt x="1225296" y="1234440"/>
                  <a:pt x="1225296" y="1234440"/>
                </a:cubicBezTo>
                <a:lnTo>
                  <a:pt x="1225296" y="1234440"/>
                </a:lnTo>
                <a:cubicBezTo>
                  <a:pt x="1225296" y="1216152"/>
                  <a:pt x="1225296" y="1188720"/>
                  <a:pt x="1207008" y="1179576"/>
                </a:cubicBezTo>
                <a:cubicBezTo>
                  <a:pt x="1207008" y="1179576"/>
                  <a:pt x="1197864" y="1179576"/>
                  <a:pt x="1197864" y="1179576"/>
                </a:cubicBezTo>
                <a:moveTo>
                  <a:pt x="1005840" y="1591056"/>
                </a:moveTo>
                <a:cubicBezTo>
                  <a:pt x="1005840" y="1572768"/>
                  <a:pt x="1005840" y="1545336"/>
                  <a:pt x="1014984" y="1517904"/>
                </a:cubicBezTo>
                <a:cubicBezTo>
                  <a:pt x="1033272" y="1508760"/>
                  <a:pt x="1051560" y="1508760"/>
                  <a:pt x="1060704" y="1517904"/>
                </a:cubicBezTo>
                <a:cubicBezTo>
                  <a:pt x="1060704" y="1527048"/>
                  <a:pt x="1060704" y="1536192"/>
                  <a:pt x="1060704" y="1536192"/>
                </a:cubicBezTo>
                <a:lnTo>
                  <a:pt x="1060704" y="1536192"/>
                </a:lnTo>
                <a:cubicBezTo>
                  <a:pt x="1069848" y="1545336"/>
                  <a:pt x="1069848" y="1554480"/>
                  <a:pt x="1069848" y="1563624"/>
                </a:cubicBezTo>
                <a:lnTo>
                  <a:pt x="1069848" y="1581912"/>
                </a:lnTo>
                <a:cubicBezTo>
                  <a:pt x="1069848" y="1600200"/>
                  <a:pt x="1078992" y="1618488"/>
                  <a:pt x="1097280" y="1636776"/>
                </a:cubicBezTo>
                <a:lnTo>
                  <a:pt x="1097280" y="1636776"/>
                </a:lnTo>
                <a:lnTo>
                  <a:pt x="1097280" y="1636776"/>
                </a:lnTo>
                <a:lnTo>
                  <a:pt x="1097280" y="1636776"/>
                </a:lnTo>
                <a:lnTo>
                  <a:pt x="1097280" y="1636776"/>
                </a:lnTo>
                <a:cubicBezTo>
                  <a:pt x="1124712" y="1691640"/>
                  <a:pt x="1024128" y="1737360"/>
                  <a:pt x="1005840" y="1673352"/>
                </a:cubicBezTo>
                <a:cubicBezTo>
                  <a:pt x="1005840" y="1655064"/>
                  <a:pt x="1005840" y="1627632"/>
                  <a:pt x="1005840" y="1600200"/>
                </a:cubicBezTo>
                <a:cubicBezTo>
                  <a:pt x="1005840" y="1600200"/>
                  <a:pt x="1005840" y="1591056"/>
                  <a:pt x="1005840" y="1591056"/>
                </a:cubicBezTo>
                <a:lnTo>
                  <a:pt x="1005840" y="1591056"/>
                </a:lnTo>
                <a:moveTo>
                  <a:pt x="329184" y="1435608"/>
                </a:moveTo>
                <a:lnTo>
                  <a:pt x="329184" y="1435608"/>
                </a:lnTo>
                <a:cubicBezTo>
                  <a:pt x="338328" y="1417320"/>
                  <a:pt x="347472" y="1399032"/>
                  <a:pt x="347472" y="1380744"/>
                </a:cubicBezTo>
                <a:cubicBezTo>
                  <a:pt x="347472" y="1362456"/>
                  <a:pt x="347472" y="1344168"/>
                  <a:pt x="347472" y="1335024"/>
                </a:cubicBezTo>
                <a:cubicBezTo>
                  <a:pt x="347472" y="1325880"/>
                  <a:pt x="347472" y="1316736"/>
                  <a:pt x="347472" y="1307592"/>
                </a:cubicBezTo>
                <a:cubicBezTo>
                  <a:pt x="347472" y="1252728"/>
                  <a:pt x="256032" y="1243584"/>
                  <a:pt x="256032" y="1307592"/>
                </a:cubicBezTo>
                <a:lnTo>
                  <a:pt x="256032" y="1380744"/>
                </a:lnTo>
                <a:cubicBezTo>
                  <a:pt x="256032" y="1380744"/>
                  <a:pt x="256032" y="1389888"/>
                  <a:pt x="256032" y="1389888"/>
                </a:cubicBezTo>
                <a:cubicBezTo>
                  <a:pt x="256032" y="1408176"/>
                  <a:pt x="256032" y="1435608"/>
                  <a:pt x="265176" y="1453896"/>
                </a:cubicBezTo>
                <a:cubicBezTo>
                  <a:pt x="283464" y="1481328"/>
                  <a:pt x="310896" y="1481328"/>
                  <a:pt x="320040" y="1453896"/>
                </a:cubicBezTo>
                <a:cubicBezTo>
                  <a:pt x="320040" y="1453896"/>
                  <a:pt x="329184" y="1444752"/>
                  <a:pt x="329184" y="1435608"/>
                </a:cubicBezTo>
                <a:moveTo>
                  <a:pt x="219456" y="1033272"/>
                </a:moveTo>
                <a:cubicBezTo>
                  <a:pt x="219456" y="1033272"/>
                  <a:pt x="219456" y="1042416"/>
                  <a:pt x="219456" y="1051560"/>
                </a:cubicBezTo>
                <a:cubicBezTo>
                  <a:pt x="219456" y="1069848"/>
                  <a:pt x="192024" y="1088136"/>
                  <a:pt x="182880" y="1078992"/>
                </a:cubicBezTo>
                <a:cubicBezTo>
                  <a:pt x="155448" y="1060704"/>
                  <a:pt x="155448" y="1033272"/>
                  <a:pt x="146304" y="1014984"/>
                </a:cubicBezTo>
                <a:lnTo>
                  <a:pt x="146304" y="1014984"/>
                </a:lnTo>
                <a:lnTo>
                  <a:pt x="146304" y="1014984"/>
                </a:lnTo>
                <a:lnTo>
                  <a:pt x="146304" y="1014984"/>
                </a:lnTo>
                <a:lnTo>
                  <a:pt x="146304" y="1014984"/>
                </a:lnTo>
                <a:cubicBezTo>
                  <a:pt x="146304" y="1005840"/>
                  <a:pt x="146304" y="1005840"/>
                  <a:pt x="146304" y="996696"/>
                </a:cubicBezTo>
                <a:cubicBezTo>
                  <a:pt x="137160" y="996696"/>
                  <a:pt x="137160" y="987552"/>
                  <a:pt x="137160" y="978408"/>
                </a:cubicBezTo>
                <a:cubicBezTo>
                  <a:pt x="146304" y="969264"/>
                  <a:pt x="146304" y="969264"/>
                  <a:pt x="146304" y="960120"/>
                </a:cubicBezTo>
                <a:cubicBezTo>
                  <a:pt x="137160" y="960120"/>
                  <a:pt x="137160" y="960120"/>
                  <a:pt x="137160" y="950976"/>
                </a:cubicBezTo>
                <a:cubicBezTo>
                  <a:pt x="137160" y="941832"/>
                  <a:pt x="128016" y="932688"/>
                  <a:pt x="128016" y="923544"/>
                </a:cubicBezTo>
                <a:cubicBezTo>
                  <a:pt x="128016" y="868680"/>
                  <a:pt x="228600" y="868680"/>
                  <a:pt x="219456" y="923544"/>
                </a:cubicBezTo>
                <a:cubicBezTo>
                  <a:pt x="219456" y="932688"/>
                  <a:pt x="219456" y="950976"/>
                  <a:pt x="219456" y="969264"/>
                </a:cubicBezTo>
                <a:cubicBezTo>
                  <a:pt x="219456" y="969264"/>
                  <a:pt x="219456" y="978408"/>
                  <a:pt x="219456" y="987552"/>
                </a:cubicBezTo>
                <a:cubicBezTo>
                  <a:pt x="219456" y="996696"/>
                  <a:pt x="219456" y="1014984"/>
                  <a:pt x="219456" y="1033272"/>
                </a:cubicBezTo>
                <a:moveTo>
                  <a:pt x="868680" y="658368"/>
                </a:moveTo>
                <a:cubicBezTo>
                  <a:pt x="877824" y="621792"/>
                  <a:pt x="877824" y="585216"/>
                  <a:pt x="877824" y="557784"/>
                </a:cubicBezTo>
                <a:cubicBezTo>
                  <a:pt x="877824" y="530352"/>
                  <a:pt x="877824" y="493776"/>
                  <a:pt x="868680" y="466344"/>
                </a:cubicBezTo>
                <a:cubicBezTo>
                  <a:pt x="850392" y="429768"/>
                  <a:pt x="795528" y="457200"/>
                  <a:pt x="813816" y="493776"/>
                </a:cubicBezTo>
                <a:cubicBezTo>
                  <a:pt x="813816" y="493776"/>
                  <a:pt x="813816" y="502920"/>
                  <a:pt x="813816" y="512064"/>
                </a:cubicBezTo>
                <a:cubicBezTo>
                  <a:pt x="813816" y="512064"/>
                  <a:pt x="813816" y="512064"/>
                  <a:pt x="813816" y="521208"/>
                </a:cubicBezTo>
                <a:cubicBezTo>
                  <a:pt x="813816" y="530352"/>
                  <a:pt x="822960" y="530352"/>
                  <a:pt x="822960" y="539496"/>
                </a:cubicBezTo>
                <a:cubicBezTo>
                  <a:pt x="822960" y="548640"/>
                  <a:pt x="832104" y="557784"/>
                  <a:pt x="832104" y="566928"/>
                </a:cubicBezTo>
                <a:cubicBezTo>
                  <a:pt x="832104" y="576072"/>
                  <a:pt x="822960" y="585216"/>
                  <a:pt x="822960" y="603504"/>
                </a:cubicBezTo>
                <a:lnTo>
                  <a:pt x="822960" y="603504"/>
                </a:lnTo>
                <a:cubicBezTo>
                  <a:pt x="822960" y="621792"/>
                  <a:pt x="822960" y="640080"/>
                  <a:pt x="832104" y="658368"/>
                </a:cubicBezTo>
                <a:cubicBezTo>
                  <a:pt x="832104" y="676656"/>
                  <a:pt x="859536" y="676656"/>
                  <a:pt x="868680" y="658368"/>
                </a:cubicBezTo>
                <a:moveTo>
                  <a:pt x="512064" y="859536"/>
                </a:moveTo>
                <a:cubicBezTo>
                  <a:pt x="512064" y="859536"/>
                  <a:pt x="512064" y="868680"/>
                  <a:pt x="512064" y="877824"/>
                </a:cubicBezTo>
                <a:cubicBezTo>
                  <a:pt x="512064" y="886968"/>
                  <a:pt x="493776" y="905256"/>
                  <a:pt x="484632" y="896112"/>
                </a:cubicBezTo>
                <a:cubicBezTo>
                  <a:pt x="466344" y="896112"/>
                  <a:pt x="466344" y="868680"/>
                  <a:pt x="466344" y="850392"/>
                </a:cubicBezTo>
                <a:cubicBezTo>
                  <a:pt x="466344" y="841248"/>
                  <a:pt x="466344" y="832104"/>
                  <a:pt x="457200" y="822960"/>
                </a:cubicBezTo>
                <a:cubicBezTo>
                  <a:pt x="448056" y="786384"/>
                  <a:pt x="448056" y="758952"/>
                  <a:pt x="448056" y="722376"/>
                </a:cubicBezTo>
                <a:cubicBezTo>
                  <a:pt x="448056" y="676656"/>
                  <a:pt x="502920" y="685800"/>
                  <a:pt x="512064" y="731520"/>
                </a:cubicBezTo>
                <a:lnTo>
                  <a:pt x="512064" y="813816"/>
                </a:lnTo>
                <a:cubicBezTo>
                  <a:pt x="512064" y="813816"/>
                  <a:pt x="512064" y="832104"/>
                  <a:pt x="512064" y="841248"/>
                </a:cubicBezTo>
                <a:cubicBezTo>
                  <a:pt x="512064" y="841248"/>
                  <a:pt x="512064" y="841248"/>
                  <a:pt x="512064" y="850392"/>
                </a:cubicBezTo>
                <a:cubicBezTo>
                  <a:pt x="512064" y="850392"/>
                  <a:pt x="512064" y="859536"/>
                  <a:pt x="512064" y="859536"/>
                </a:cubicBezTo>
                <a:moveTo>
                  <a:pt x="685800" y="1609344"/>
                </a:moveTo>
                <a:cubicBezTo>
                  <a:pt x="676656" y="1636776"/>
                  <a:pt x="667512" y="1673352"/>
                  <a:pt x="667512" y="1700784"/>
                </a:cubicBezTo>
                <a:cubicBezTo>
                  <a:pt x="658368" y="1728216"/>
                  <a:pt x="667512" y="1764792"/>
                  <a:pt x="704088" y="1773936"/>
                </a:cubicBezTo>
                <a:cubicBezTo>
                  <a:pt x="722376" y="1783080"/>
                  <a:pt x="731520" y="1764792"/>
                  <a:pt x="740664" y="1746504"/>
                </a:cubicBezTo>
                <a:cubicBezTo>
                  <a:pt x="740664" y="1737360"/>
                  <a:pt x="740664" y="1719072"/>
                  <a:pt x="740664" y="1709928"/>
                </a:cubicBezTo>
                <a:cubicBezTo>
                  <a:pt x="740664" y="1709928"/>
                  <a:pt x="740664" y="1709928"/>
                  <a:pt x="731520" y="1709928"/>
                </a:cubicBezTo>
                <a:lnTo>
                  <a:pt x="731520" y="1709928"/>
                </a:lnTo>
                <a:cubicBezTo>
                  <a:pt x="731520" y="1700784"/>
                  <a:pt x="731520" y="1691640"/>
                  <a:pt x="722376" y="1682496"/>
                </a:cubicBezTo>
                <a:lnTo>
                  <a:pt x="722376" y="1664208"/>
                </a:lnTo>
                <a:cubicBezTo>
                  <a:pt x="722376" y="1655064"/>
                  <a:pt x="731520" y="1655064"/>
                  <a:pt x="731520" y="1645920"/>
                </a:cubicBezTo>
                <a:lnTo>
                  <a:pt x="731520" y="1645920"/>
                </a:lnTo>
                <a:cubicBezTo>
                  <a:pt x="731520" y="1636776"/>
                  <a:pt x="731520" y="1618488"/>
                  <a:pt x="722376" y="1609344"/>
                </a:cubicBezTo>
                <a:cubicBezTo>
                  <a:pt x="722376" y="1591056"/>
                  <a:pt x="694944" y="1591056"/>
                  <a:pt x="685800" y="1609344"/>
                </a:cubicBezTo>
                <a:moveTo>
                  <a:pt x="539496" y="2039112"/>
                </a:moveTo>
                <a:cubicBezTo>
                  <a:pt x="539496" y="2011680"/>
                  <a:pt x="548640" y="1975104"/>
                  <a:pt x="557784" y="1956816"/>
                </a:cubicBezTo>
                <a:cubicBezTo>
                  <a:pt x="576072" y="1938528"/>
                  <a:pt x="594360" y="1929384"/>
                  <a:pt x="603504" y="1956816"/>
                </a:cubicBezTo>
                <a:cubicBezTo>
                  <a:pt x="603504" y="1965960"/>
                  <a:pt x="603504" y="1975104"/>
                  <a:pt x="603504" y="1993392"/>
                </a:cubicBezTo>
                <a:cubicBezTo>
                  <a:pt x="603504" y="1993392"/>
                  <a:pt x="603504" y="2002536"/>
                  <a:pt x="603504" y="2002536"/>
                </a:cubicBezTo>
                <a:lnTo>
                  <a:pt x="603504" y="2029968"/>
                </a:lnTo>
                <a:cubicBezTo>
                  <a:pt x="603504" y="2029968"/>
                  <a:pt x="603504" y="2039112"/>
                  <a:pt x="603504" y="2039112"/>
                </a:cubicBezTo>
                <a:cubicBezTo>
                  <a:pt x="603504" y="2057400"/>
                  <a:pt x="612648" y="2066544"/>
                  <a:pt x="612648" y="2066544"/>
                </a:cubicBezTo>
                <a:cubicBezTo>
                  <a:pt x="612648" y="2075688"/>
                  <a:pt x="612648" y="2075688"/>
                  <a:pt x="612648" y="2093976"/>
                </a:cubicBezTo>
                <a:cubicBezTo>
                  <a:pt x="612648" y="2103120"/>
                  <a:pt x="594360" y="2121408"/>
                  <a:pt x="576072" y="2121408"/>
                </a:cubicBezTo>
                <a:cubicBezTo>
                  <a:pt x="539496" y="2112264"/>
                  <a:pt x="530352" y="2075688"/>
                  <a:pt x="539496" y="2039112"/>
                </a:cubicBezTo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Vector_#color-2096&amp;2143"/>
          <p:cNvSpPr/>
          <p:nvPr userDrawn="1">
            <p:custDataLst>
              <p:tags r:id="rId5"/>
            </p:custDataLst>
          </p:nvPr>
        </p:nvSpPr>
        <p:spPr>
          <a:xfrm>
            <a:off x="1774063" y="4343654"/>
            <a:ext cx="1965960" cy="1984248"/>
          </a:xfrm>
          <a:custGeom>
            <a:avLst/>
            <a:gdLst/>
            <a:ahLst/>
            <a:cxnLst/>
            <a:rect l="l" t="t" r="r" b="b"/>
            <a:pathLst>
              <a:path w="1965960" h="1984248">
                <a:moveTo>
                  <a:pt x="749808" y="18288"/>
                </a:moveTo>
                <a:cubicBezTo>
                  <a:pt x="256032" y="128016"/>
                  <a:pt x="-137160" y="722376"/>
                  <a:pt x="45720" y="1289304"/>
                </a:cubicBezTo>
                <a:cubicBezTo>
                  <a:pt x="219456" y="1837944"/>
                  <a:pt x="822960" y="2103120"/>
                  <a:pt x="1316736" y="1938528"/>
                </a:cubicBezTo>
                <a:cubicBezTo>
                  <a:pt x="1664208" y="1819656"/>
                  <a:pt x="1929384" y="1490472"/>
                  <a:pt x="1956816" y="1143000"/>
                </a:cubicBezTo>
                <a:cubicBezTo>
                  <a:pt x="2020824" y="521208"/>
                  <a:pt x="1362456" y="-118872"/>
                  <a:pt x="749808" y="18288"/>
                </a:cubicBezTo>
                <a:lnTo>
                  <a:pt x="749808" y="18288"/>
                </a:lnTo>
              </a:path>
            </a:pathLst>
          </a:custGeom>
          <a:solidFill>
            <a:schemeClr val="accent5"/>
          </a:solidFill>
        </p:spPr>
      </p:sp>
      <p:sp>
        <p:nvSpPr>
          <p:cNvPr id="12" name="Vector_#color-2096&amp;3079"/>
          <p:cNvSpPr/>
          <p:nvPr userDrawn="1">
            <p:custDataLst>
              <p:tags r:id="rId6"/>
            </p:custDataLst>
          </p:nvPr>
        </p:nvSpPr>
        <p:spPr>
          <a:xfrm>
            <a:off x="0" y="4864608"/>
            <a:ext cx="1527048" cy="1993392"/>
          </a:xfrm>
          <a:custGeom>
            <a:avLst/>
            <a:gdLst/>
            <a:ahLst/>
            <a:cxnLst/>
            <a:rect l="l" t="t" r="r" b="b"/>
            <a:pathLst>
              <a:path w="1527048" h="1993392">
                <a:moveTo>
                  <a:pt x="1527048" y="1993392"/>
                </a:moveTo>
                <a:lnTo>
                  <a:pt x="0" y="1993392"/>
                </a:lnTo>
                <a:lnTo>
                  <a:pt x="0" y="0"/>
                </a:lnTo>
                <a:cubicBezTo>
                  <a:pt x="402336" y="118872"/>
                  <a:pt x="822960" y="484632"/>
                  <a:pt x="1060704" y="795528"/>
                </a:cubicBezTo>
                <a:cubicBezTo>
                  <a:pt x="1307592" y="1133856"/>
                  <a:pt x="1472184" y="1563624"/>
                  <a:pt x="1527048" y="1993392"/>
                </a:cubicBezTo>
              </a:path>
            </a:pathLst>
          </a:custGeom>
          <a:solidFill>
            <a:schemeClr val="accent6"/>
          </a:solidFill>
        </p:spPr>
      </p:sp>
      <p:sp>
        <p:nvSpPr>
          <p:cNvPr id="13" name="Vector_#color-2096&amp;3082"/>
          <p:cNvSpPr/>
          <p:nvPr userDrawn="1">
            <p:custDataLst>
              <p:tags r:id="rId7"/>
            </p:custDataLst>
          </p:nvPr>
        </p:nvSpPr>
        <p:spPr>
          <a:xfrm>
            <a:off x="10920984" y="5394960"/>
            <a:ext cx="1271016" cy="1463040"/>
          </a:xfrm>
          <a:custGeom>
            <a:avLst/>
            <a:gdLst/>
            <a:ahLst/>
            <a:cxnLst/>
            <a:rect l="l" t="t" r="r" b="b"/>
            <a:pathLst>
              <a:path w="1271016" h="1463040">
                <a:moveTo>
                  <a:pt x="1271016" y="45720"/>
                </a:moveTo>
                <a:lnTo>
                  <a:pt x="1271016" y="1463040"/>
                </a:lnTo>
                <a:lnTo>
                  <a:pt x="109728" y="1463040"/>
                </a:lnTo>
                <a:cubicBezTo>
                  <a:pt x="82296" y="1417320"/>
                  <a:pt x="64008" y="1371600"/>
                  <a:pt x="45720" y="1316736"/>
                </a:cubicBezTo>
                <a:cubicBezTo>
                  <a:pt x="-118872" y="822960"/>
                  <a:pt x="146304" y="219456"/>
                  <a:pt x="694944" y="45720"/>
                </a:cubicBezTo>
                <a:cubicBezTo>
                  <a:pt x="886968" y="-18288"/>
                  <a:pt x="1088136" y="-9144"/>
                  <a:pt x="1271016" y="45720"/>
                </a:cubicBezTo>
              </a:path>
            </a:pathLst>
          </a:custGeom>
          <a:solidFill>
            <a:schemeClr val="accent3"/>
          </a:solidFill>
        </p:spPr>
      </p:sp>
      <p:sp>
        <p:nvSpPr>
          <p:cNvPr id="15" name="Vector (Stroke)_#color-2096&amp;3085"/>
          <p:cNvSpPr/>
          <p:nvPr userDrawn="1">
            <p:custDataLst>
              <p:tags r:id="rId8"/>
            </p:custDataLst>
          </p:nvPr>
        </p:nvSpPr>
        <p:spPr>
          <a:xfrm>
            <a:off x="9400032" y="0"/>
            <a:ext cx="2788920" cy="3630168"/>
          </a:xfrm>
          <a:custGeom>
            <a:avLst/>
            <a:gdLst/>
            <a:ahLst/>
            <a:cxnLst/>
            <a:rect l="l" t="t" r="r" b="b"/>
            <a:pathLst>
              <a:path w="2788920" h="3630168">
                <a:moveTo>
                  <a:pt x="27432" y="0"/>
                </a:moveTo>
                <a:cubicBezTo>
                  <a:pt x="-45720" y="512064"/>
                  <a:pt x="36576" y="1014984"/>
                  <a:pt x="301752" y="1408176"/>
                </a:cubicBezTo>
                <a:lnTo>
                  <a:pt x="301752" y="1408176"/>
                </a:lnTo>
                <a:cubicBezTo>
                  <a:pt x="630936" y="1901952"/>
                  <a:pt x="1179576" y="2157984"/>
                  <a:pt x="1755648" y="2240280"/>
                </a:cubicBezTo>
                <a:cubicBezTo>
                  <a:pt x="1746504" y="2423160"/>
                  <a:pt x="1773936" y="2596896"/>
                  <a:pt x="1837944" y="2770632"/>
                </a:cubicBezTo>
                <a:lnTo>
                  <a:pt x="1837944" y="2770632"/>
                </a:lnTo>
                <a:cubicBezTo>
                  <a:pt x="1993392" y="3154680"/>
                  <a:pt x="2340864" y="3456432"/>
                  <a:pt x="2788920" y="3630168"/>
                </a:cubicBezTo>
                <a:lnTo>
                  <a:pt x="2788920" y="3575304"/>
                </a:lnTo>
                <a:cubicBezTo>
                  <a:pt x="2359152" y="3410712"/>
                  <a:pt x="2029968" y="3108960"/>
                  <a:pt x="1892808" y="2752344"/>
                </a:cubicBezTo>
                <a:cubicBezTo>
                  <a:pt x="1819656" y="2587752"/>
                  <a:pt x="1801368" y="2414016"/>
                  <a:pt x="1810512" y="2249424"/>
                </a:cubicBezTo>
                <a:cubicBezTo>
                  <a:pt x="1965960" y="2267712"/>
                  <a:pt x="2121408" y="2276856"/>
                  <a:pt x="2276856" y="2267712"/>
                </a:cubicBezTo>
                <a:cubicBezTo>
                  <a:pt x="2459736" y="2267712"/>
                  <a:pt x="2624328" y="2249424"/>
                  <a:pt x="2788920" y="2221992"/>
                </a:cubicBezTo>
                <a:lnTo>
                  <a:pt x="2788920" y="2167128"/>
                </a:lnTo>
                <a:cubicBezTo>
                  <a:pt x="2624328" y="2194560"/>
                  <a:pt x="2459736" y="2212848"/>
                  <a:pt x="2276856" y="2221992"/>
                </a:cubicBezTo>
                <a:cubicBezTo>
                  <a:pt x="2121408" y="2221992"/>
                  <a:pt x="1965960" y="2212848"/>
                  <a:pt x="1810512" y="2194560"/>
                </a:cubicBezTo>
                <a:cubicBezTo>
                  <a:pt x="1847088" y="1801368"/>
                  <a:pt x="2048256" y="1408176"/>
                  <a:pt x="2304288" y="1088136"/>
                </a:cubicBezTo>
                <a:cubicBezTo>
                  <a:pt x="2459736" y="905256"/>
                  <a:pt x="2624328" y="749808"/>
                  <a:pt x="2788920" y="630936"/>
                </a:cubicBezTo>
                <a:lnTo>
                  <a:pt x="2788920" y="566928"/>
                </a:lnTo>
                <a:cubicBezTo>
                  <a:pt x="2606040" y="694944"/>
                  <a:pt x="2432304" y="859536"/>
                  <a:pt x="2267712" y="1060704"/>
                </a:cubicBezTo>
                <a:cubicBezTo>
                  <a:pt x="2002536" y="1380744"/>
                  <a:pt x="1801368" y="1783080"/>
                  <a:pt x="1764792" y="2185416"/>
                </a:cubicBezTo>
                <a:cubicBezTo>
                  <a:pt x="1197864" y="2103120"/>
                  <a:pt x="658368" y="1856232"/>
                  <a:pt x="347472" y="1380744"/>
                </a:cubicBezTo>
                <a:cubicBezTo>
                  <a:pt x="91440" y="996696"/>
                  <a:pt x="0" y="512064"/>
                  <a:pt x="73152" y="0"/>
                </a:cubicBezTo>
                <a:lnTo>
                  <a:pt x="27432" y="0"/>
                </a:lnTo>
              </a:path>
            </a:pathLst>
          </a:custGeom>
          <a:solidFill>
            <a:schemeClr val="bg1">
              <a:alpha val="6000"/>
            </a:schemeClr>
          </a:solidFill>
        </p:spPr>
      </p:sp>
      <p:sp>
        <p:nvSpPr>
          <p:cNvPr id="16" name="Vector (Stroke)_#color-2096&amp;3088"/>
          <p:cNvSpPr/>
          <p:nvPr userDrawn="1">
            <p:custDataLst>
              <p:tags r:id="rId9"/>
            </p:custDataLst>
          </p:nvPr>
        </p:nvSpPr>
        <p:spPr>
          <a:xfrm>
            <a:off x="9787128" y="6464808"/>
            <a:ext cx="2404872" cy="393192"/>
          </a:xfrm>
          <a:custGeom>
            <a:avLst/>
            <a:gdLst/>
            <a:ahLst/>
            <a:cxnLst/>
            <a:rect l="l" t="t" r="r" b="b"/>
            <a:pathLst>
              <a:path w="2404872" h="393192">
                <a:moveTo>
                  <a:pt x="109728" y="393192"/>
                </a:moveTo>
                <a:lnTo>
                  <a:pt x="0" y="393192"/>
                </a:lnTo>
                <a:cubicBezTo>
                  <a:pt x="164592" y="310896"/>
                  <a:pt x="338328" y="228600"/>
                  <a:pt x="530352" y="164592"/>
                </a:cubicBezTo>
                <a:cubicBezTo>
                  <a:pt x="1133856" y="-27432"/>
                  <a:pt x="1783080" y="-45720"/>
                  <a:pt x="2404872" y="82296"/>
                </a:cubicBezTo>
                <a:lnTo>
                  <a:pt x="2404872" y="137160"/>
                </a:lnTo>
                <a:cubicBezTo>
                  <a:pt x="1783080" y="0"/>
                  <a:pt x="1143000" y="18288"/>
                  <a:pt x="548640" y="219456"/>
                </a:cubicBezTo>
                <a:cubicBezTo>
                  <a:pt x="393192" y="265176"/>
                  <a:pt x="246888" y="329184"/>
                  <a:pt x="109728" y="393192"/>
                </a:cubicBezTo>
              </a:path>
            </a:pathLst>
          </a:custGeom>
          <a:solidFill>
            <a:schemeClr val="bg1">
              <a:alpha val="30000"/>
            </a:schemeClr>
          </a:solidFill>
        </p:spPr>
      </p:sp>
      <p:sp>
        <p:nvSpPr>
          <p:cNvPr id="17" name="Vector 2 (Stroke)_#color-2096&amp;309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6428232" cy="6858000"/>
          </a:xfrm>
          <a:custGeom>
            <a:avLst/>
            <a:gdLst/>
            <a:ahLst/>
            <a:cxnLst/>
            <a:rect l="l" t="t" r="r" b="b"/>
            <a:pathLst>
              <a:path w="6428232" h="6858000">
                <a:moveTo>
                  <a:pt x="6336792" y="0"/>
                </a:moveTo>
                <a:cubicBezTo>
                  <a:pt x="6382512" y="310896"/>
                  <a:pt x="6400800" y="731520"/>
                  <a:pt x="6327648" y="1124712"/>
                </a:cubicBezTo>
                <a:cubicBezTo>
                  <a:pt x="6236208" y="1600200"/>
                  <a:pt x="6016752" y="2029968"/>
                  <a:pt x="5550408" y="2212848"/>
                </a:cubicBezTo>
                <a:cubicBezTo>
                  <a:pt x="5266944" y="2322576"/>
                  <a:pt x="4937760" y="2286000"/>
                  <a:pt x="4599432" y="2185416"/>
                </a:cubicBezTo>
                <a:cubicBezTo>
                  <a:pt x="4352544" y="2121408"/>
                  <a:pt x="4096512" y="2011680"/>
                  <a:pt x="3840480" y="1911096"/>
                </a:cubicBezTo>
                <a:lnTo>
                  <a:pt x="3840480" y="1911096"/>
                </a:lnTo>
                <a:lnTo>
                  <a:pt x="3840480" y="1911096"/>
                </a:lnTo>
                <a:cubicBezTo>
                  <a:pt x="3739896" y="1865376"/>
                  <a:pt x="3639312" y="1828800"/>
                  <a:pt x="3538728" y="1783080"/>
                </a:cubicBezTo>
                <a:cubicBezTo>
                  <a:pt x="3182112" y="1645920"/>
                  <a:pt x="2834640" y="1536192"/>
                  <a:pt x="2514600" y="1536192"/>
                </a:cubicBezTo>
                <a:cubicBezTo>
                  <a:pt x="2185416" y="1536192"/>
                  <a:pt x="1883664" y="1655064"/>
                  <a:pt x="1645920" y="1975104"/>
                </a:cubicBezTo>
                <a:cubicBezTo>
                  <a:pt x="1362456" y="2359152"/>
                  <a:pt x="1289304" y="2697480"/>
                  <a:pt x="1353312" y="3017520"/>
                </a:cubicBezTo>
                <a:cubicBezTo>
                  <a:pt x="1408176" y="3337560"/>
                  <a:pt x="1600200" y="3621024"/>
                  <a:pt x="1828800" y="3895344"/>
                </a:cubicBezTo>
                <a:cubicBezTo>
                  <a:pt x="1938528" y="4023360"/>
                  <a:pt x="2066544" y="4160520"/>
                  <a:pt x="2185416" y="4279392"/>
                </a:cubicBezTo>
                <a:cubicBezTo>
                  <a:pt x="2212848" y="4306824"/>
                  <a:pt x="2240280" y="4334256"/>
                  <a:pt x="2267712" y="4361688"/>
                </a:cubicBezTo>
                <a:lnTo>
                  <a:pt x="2267712" y="4361688"/>
                </a:lnTo>
                <a:cubicBezTo>
                  <a:pt x="2359152" y="4462272"/>
                  <a:pt x="2450592" y="4553712"/>
                  <a:pt x="2542032" y="4654296"/>
                </a:cubicBezTo>
                <a:cubicBezTo>
                  <a:pt x="2761488" y="4892040"/>
                  <a:pt x="2926080" y="5120640"/>
                  <a:pt x="2962656" y="5340096"/>
                </a:cubicBezTo>
                <a:cubicBezTo>
                  <a:pt x="3063240" y="5907024"/>
                  <a:pt x="2871216" y="6327648"/>
                  <a:pt x="2578608" y="6601968"/>
                </a:cubicBezTo>
                <a:cubicBezTo>
                  <a:pt x="2478024" y="6711696"/>
                  <a:pt x="2359152" y="6793992"/>
                  <a:pt x="2240280" y="6858000"/>
                </a:cubicBezTo>
                <a:lnTo>
                  <a:pt x="2340864" y="6858000"/>
                </a:lnTo>
                <a:cubicBezTo>
                  <a:pt x="2441448" y="6793992"/>
                  <a:pt x="2532888" y="6720840"/>
                  <a:pt x="2615184" y="6638544"/>
                </a:cubicBezTo>
                <a:cubicBezTo>
                  <a:pt x="2916936" y="6345936"/>
                  <a:pt x="3118104" y="5916168"/>
                  <a:pt x="3017520" y="5330952"/>
                </a:cubicBezTo>
                <a:cubicBezTo>
                  <a:pt x="2971800" y="5093208"/>
                  <a:pt x="2798064" y="4855464"/>
                  <a:pt x="2578608" y="4617720"/>
                </a:cubicBezTo>
                <a:cubicBezTo>
                  <a:pt x="2487168" y="4517136"/>
                  <a:pt x="2395728" y="4425696"/>
                  <a:pt x="2304288" y="4325112"/>
                </a:cubicBezTo>
                <a:cubicBezTo>
                  <a:pt x="2276856" y="4297680"/>
                  <a:pt x="2249424" y="4270248"/>
                  <a:pt x="2221992" y="4242816"/>
                </a:cubicBezTo>
                <a:cubicBezTo>
                  <a:pt x="2103120" y="4123944"/>
                  <a:pt x="1975104" y="3995928"/>
                  <a:pt x="1865376" y="3858768"/>
                </a:cubicBezTo>
                <a:cubicBezTo>
                  <a:pt x="1645920" y="3593592"/>
                  <a:pt x="1463040" y="3310128"/>
                  <a:pt x="1399032" y="3008376"/>
                </a:cubicBezTo>
                <a:cubicBezTo>
                  <a:pt x="1344168" y="2706624"/>
                  <a:pt x="1408176" y="2377440"/>
                  <a:pt x="1682496" y="2011680"/>
                </a:cubicBezTo>
                <a:cubicBezTo>
                  <a:pt x="1920240" y="1700784"/>
                  <a:pt x="2203704" y="1581912"/>
                  <a:pt x="2514600" y="1581912"/>
                </a:cubicBezTo>
                <a:cubicBezTo>
                  <a:pt x="2825496" y="1581912"/>
                  <a:pt x="3163824" y="1691640"/>
                  <a:pt x="3520440" y="1837944"/>
                </a:cubicBezTo>
                <a:cubicBezTo>
                  <a:pt x="3621024" y="1874520"/>
                  <a:pt x="3721608" y="1911096"/>
                  <a:pt x="3822192" y="1956816"/>
                </a:cubicBezTo>
                <a:cubicBezTo>
                  <a:pt x="4078224" y="2057400"/>
                  <a:pt x="4334256" y="2167128"/>
                  <a:pt x="4581144" y="2240280"/>
                </a:cubicBezTo>
                <a:cubicBezTo>
                  <a:pt x="4928616" y="2340864"/>
                  <a:pt x="5266944" y="2377440"/>
                  <a:pt x="5568696" y="2258568"/>
                </a:cubicBezTo>
                <a:cubicBezTo>
                  <a:pt x="6053328" y="2066544"/>
                  <a:pt x="6281928" y="1618488"/>
                  <a:pt x="6373368" y="1133856"/>
                </a:cubicBezTo>
                <a:cubicBezTo>
                  <a:pt x="6455664" y="740664"/>
                  <a:pt x="6437376" y="320040"/>
                  <a:pt x="6391656" y="0"/>
                </a:cubicBezTo>
                <a:lnTo>
                  <a:pt x="6336792" y="0"/>
                </a:lnTo>
                <a:moveTo>
                  <a:pt x="320040" y="6858000"/>
                </a:moveTo>
                <a:lnTo>
                  <a:pt x="457200" y="6858000"/>
                </a:lnTo>
                <a:cubicBezTo>
                  <a:pt x="301752" y="6793992"/>
                  <a:pt x="146304" y="6720840"/>
                  <a:pt x="0" y="6620256"/>
                </a:cubicBezTo>
                <a:lnTo>
                  <a:pt x="0" y="6684264"/>
                </a:lnTo>
                <a:cubicBezTo>
                  <a:pt x="109728" y="6748272"/>
                  <a:pt x="219456" y="6812280"/>
                  <a:pt x="320040" y="6858000"/>
                </a:cubicBezTo>
              </a:path>
            </a:pathLst>
          </a:custGeom>
          <a:solidFill>
            <a:schemeClr val="bg1">
              <a:alpha val="15000"/>
            </a:schemeClr>
          </a:solidFill>
        </p:spPr>
      </p:sp>
      <p:sp>
        <p:nvSpPr>
          <p:cNvPr id="19" name="Union_#color-2096&amp;2175"/>
          <p:cNvSpPr/>
          <p:nvPr userDrawn="1">
            <p:custDataLst>
              <p:tags r:id="rId11"/>
            </p:custDataLst>
          </p:nvPr>
        </p:nvSpPr>
        <p:spPr>
          <a:xfrm>
            <a:off x="9985248" y="886968"/>
            <a:ext cx="1536192" cy="2084832"/>
          </a:xfrm>
          <a:custGeom>
            <a:avLst/>
            <a:gdLst/>
            <a:ahLst/>
            <a:cxnLst/>
            <a:rect l="l" t="t" r="r" b="b"/>
            <a:pathLst>
              <a:path w="1536192" h="2084832">
                <a:moveTo>
                  <a:pt x="621792" y="73152"/>
                </a:moveTo>
                <a:cubicBezTo>
                  <a:pt x="603504" y="73152"/>
                  <a:pt x="585216" y="64008"/>
                  <a:pt x="566928" y="45720"/>
                </a:cubicBezTo>
                <a:cubicBezTo>
                  <a:pt x="548640" y="36576"/>
                  <a:pt x="557784" y="9144"/>
                  <a:pt x="576072" y="0"/>
                </a:cubicBezTo>
                <a:cubicBezTo>
                  <a:pt x="594360" y="0"/>
                  <a:pt x="603504" y="0"/>
                  <a:pt x="612648" y="9144"/>
                </a:cubicBezTo>
                <a:cubicBezTo>
                  <a:pt x="621792" y="9144"/>
                  <a:pt x="630936" y="9144"/>
                  <a:pt x="630936" y="9144"/>
                </a:cubicBezTo>
                <a:cubicBezTo>
                  <a:pt x="640080" y="9144"/>
                  <a:pt x="658368" y="9144"/>
                  <a:pt x="667512" y="18288"/>
                </a:cubicBezTo>
                <a:cubicBezTo>
                  <a:pt x="676656" y="18288"/>
                  <a:pt x="685800" y="18288"/>
                  <a:pt x="694944" y="18288"/>
                </a:cubicBezTo>
                <a:cubicBezTo>
                  <a:pt x="749808" y="27432"/>
                  <a:pt x="731520" y="109728"/>
                  <a:pt x="685800" y="91440"/>
                </a:cubicBezTo>
                <a:cubicBezTo>
                  <a:pt x="676656" y="91440"/>
                  <a:pt x="667512" y="91440"/>
                  <a:pt x="649224" y="82296"/>
                </a:cubicBezTo>
                <a:cubicBezTo>
                  <a:pt x="640080" y="82296"/>
                  <a:pt x="630936" y="82296"/>
                  <a:pt x="621792" y="73152"/>
                </a:cubicBezTo>
                <a:moveTo>
                  <a:pt x="1362456" y="210312"/>
                </a:moveTo>
                <a:lnTo>
                  <a:pt x="1362456" y="210312"/>
                </a:lnTo>
                <a:cubicBezTo>
                  <a:pt x="1371600" y="219456"/>
                  <a:pt x="1371600" y="219456"/>
                  <a:pt x="1371600" y="228600"/>
                </a:cubicBezTo>
                <a:cubicBezTo>
                  <a:pt x="1389888" y="246888"/>
                  <a:pt x="1435608" y="237744"/>
                  <a:pt x="1435608" y="201168"/>
                </a:cubicBezTo>
                <a:cubicBezTo>
                  <a:pt x="1426464" y="192024"/>
                  <a:pt x="1426464" y="182880"/>
                  <a:pt x="1417320" y="182880"/>
                </a:cubicBezTo>
                <a:cubicBezTo>
                  <a:pt x="1417320" y="173736"/>
                  <a:pt x="1408176" y="173736"/>
                  <a:pt x="1408176" y="173736"/>
                </a:cubicBezTo>
                <a:cubicBezTo>
                  <a:pt x="1408176" y="164592"/>
                  <a:pt x="1399032" y="164592"/>
                  <a:pt x="1399032" y="155448"/>
                </a:cubicBezTo>
                <a:cubicBezTo>
                  <a:pt x="1389888" y="155448"/>
                  <a:pt x="1389888" y="146304"/>
                  <a:pt x="1380744" y="146304"/>
                </a:cubicBezTo>
                <a:cubicBezTo>
                  <a:pt x="1371600" y="137160"/>
                  <a:pt x="1362456" y="128016"/>
                  <a:pt x="1362456" y="118872"/>
                </a:cubicBezTo>
                <a:lnTo>
                  <a:pt x="1362456" y="118872"/>
                </a:lnTo>
                <a:lnTo>
                  <a:pt x="1362456" y="118872"/>
                </a:lnTo>
                <a:lnTo>
                  <a:pt x="1362456" y="118872"/>
                </a:lnTo>
                <a:cubicBezTo>
                  <a:pt x="1344168" y="109728"/>
                  <a:pt x="1335024" y="91440"/>
                  <a:pt x="1325880" y="82296"/>
                </a:cubicBezTo>
                <a:cubicBezTo>
                  <a:pt x="1316736" y="73152"/>
                  <a:pt x="1298448" y="73152"/>
                  <a:pt x="1298448" y="82296"/>
                </a:cubicBezTo>
                <a:cubicBezTo>
                  <a:pt x="1298448" y="100584"/>
                  <a:pt x="1307592" y="128016"/>
                  <a:pt x="1316736" y="146304"/>
                </a:cubicBezTo>
                <a:lnTo>
                  <a:pt x="1316736" y="146304"/>
                </a:lnTo>
                <a:lnTo>
                  <a:pt x="1316736" y="146304"/>
                </a:lnTo>
                <a:cubicBezTo>
                  <a:pt x="1325880" y="146304"/>
                  <a:pt x="1325880" y="155448"/>
                  <a:pt x="1325880" y="155448"/>
                </a:cubicBezTo>
                <a:cubicBezTo>
                  <a:pt x="1335024" y="164592"/>
                  <a:pt x="1335024" y="173736"/>
                  <a:pt x="1344168" y="173736"/>
                </a:cubicBezTo>
                <a:lnTo>
                  <a:pt x="1344168" y="173736"/>
                </a:lnTo>
                <a:lnTo>
                  <a:pt x="1344168" y="173736"/>
                </a:lnTo>
                <a:cubicBezTo>
                  <a:pt x="1344168" y="182880"/>
                  <a:pt x="1353312" y="192024"/>
                  <a:pt x="1353312" y="201168"/>
                </a:cubicBezTo>
                <a:cubicBezTo>
                  <a:pt x="1353312" y="201168"/>
                  <a:pt x="1362456" y="210312"/>
                  <a:pt x="1362456" y="210312"/>
                </a:cubicBezTo>
                <a:moveTo>
                  <a:pt x="1261872" y="420624"/>
                </a:moveTo>
                <a:cubicBezTo>
                  <a:pt x="1252728" y="420624"/>
                  <a:pt x="1252728" y="411480"/>
                  <a:pt x="1252728" y="411480"/>
                </a:cubicBezTo>
                <a:cubicBezTo>
                  <a:pt x="1243584" y="402336"/>
                  <a:pt x="1243584" y="393192"/>
                  <a:pt x="1234440" y="384048"/>
                </a:cubicBezTo>
                <a:lnTo>
                  <a:pt x="1234440" y="384048"/>
                </a:lnTo>
                <a:cubicBezTo>
                  <a:pt x="1234440" y="384048"/>
                  <a:pt x="1225296" y="374904"/>
                  <a:pt x="1225296" y="365760"/>
                </a:cubicBezTo>
                <a:cubicBezTo>
                  <a:pt x="1216152" y="365760"/>
                  <a:pt x="1216152" y="356616"/>
                  <a:pt x="1216152" y="356616"/>
                </a:cubicBezTo>
                <a:lnTo>
                  <a:pt x="1216152" y="356616"/>
                </a:lnTo>
                <a:lnTo>
                  <a:pt x="1216152" y="356616"/>
                </a:lnTo>
                <a:cubicBezTo>
                  <a:pt x="1207008" y="338328"/>
                  <a:pt x="1188720" y="310896"/>
                  <a:pt x="1188720" y="292608"/>
                </a:cubicBezTo>
                <a:cubicBezTo>
                  <a:pt x="1197864" y="283464"/>
                  <a:pt x="1216152" y="283464"/>
                  <a:pt x="1216152" y="292608"/>
                </a:cubicBezTo>
                <a:cubicBezTo>
                  <a:pt x="1225296" y="301752"/>
                  <a:pt x="1243584" y="320040"/>
                  <a:pt x="1252728" y="329184"/>
                </a:cubicBezTo>
                <a:cubicBezTo>
                  <a:pt x="1261872" y="338328"/>
                  <a:pt x="1271016" y="347472"/>
                  <a:pt x="1280160" y="356616"/>
                </a:cubicBezTo>
                <a:cubicBezTo>
                  <a:pt x="1280160" y="356616"/>
                  <a:pt x="1289304" y="365760"/>
                  <a:pt x="1289304" y="365760"/>
                </a:cubicBezTo>
                <a:cubicBezTo>
                  <a:pt x="1298448" y="374904"/>
                  <a:pt x="1298448" y="374904"/>
                  <a:pt x="1307592" y="384048"/>
                </a:cubicBezTo>
                <a:cubicBezTo>
                  <a:pt x="1307592" y="384048"/>
                  <a:pt x="1307592" y="384048"/>
                  <a:pt x="1307592" y="393192"/>
                </a:cubicBezTo>
                <a:cubicBezTo>
                  <a:pt x="1316736" y="393192"/>
                  <a:pt x="1325880" y="402336"/>
                  <a:pt x="1325880" y="411480"/>
                </a:cubicBezTo>
                <a:cubicBezTo>
                  <a:pt x="1335024" y="448056"/>
                  <a:pt x="1289304" y="457200"/>
                  <a:pt x="1271016" y="438912"/>
                </a:cubicBezTo>
                <a:cubicBezTo>
                  <a:pt x="1271016" y="429768"/>
                  <a:pt x="1261872" y="429768"/>
                  <a:pt x="1261872" y="420624"/>
                </a:cubicBezTo>
                <a:lnTo>
                  <a:pt x="1261872" y="420624"/>
                </a:lnTo>
                <a:moveTo>
                  <a:pt x="1252728" y="850392"/>
                </a:moveTo>
                <a:cubicBezTo>
                  <a:pt x="1261872" y="896112"/>
                  <a:pt x="1197864" y="914400"/>
                  <a:pt x="1188720" y="859536"/>
                </a:cubicBezTo>
                <a:cubicBezTo>
                  <a:pt x="1188720" y="877824"/>
                  <a:pt x="1170432" y="850392"/>
                  <a:pt x="1170432" y="850392"/>
                </a:cubicBezTo>
                <a:cubicBezTo>
                  <a:pt x="1170432" y="850392"/>
                  <a:pt x="1161288" y="841248"/>
                  <a:pt x="1161288" y="841248"/>
                </a:cubicBezTo>
                <a:cubicBezTo>
                  <a:pt x="1161288" y="832104"/>
                  <a:pt x="1152144" y="822960"/>
                  <a:pt x="1152144" y="813816"/>
                </a:cubicBezTo>
                <a:cubicBezTo>
                  <a:pt x="1143000" y="813816"/>
                  <a:pt x="1143000" y="804672"/>
                  <a:pt x="1143000" y="795528"/>
                </a:cubicBezTo>
                <a:cubicBezTo>
                  <a:pt x="1133856" y="795528"/>
                  <a:pt x="1133856" y="786384"/>
                  <a:pt x="1124712" y="777240"/>
                </a:cubicBezTo>
                <a:lnTo>
                  <a:pt x="1124712" y="777240"/>
                </a:lnTo>
                <a:cubicBezTo>
                  <a:pt x="1115568" y="758952"/>
                  <a:pt x="1106424" y="749808"/>
                  <a:pt x="1106424" y="731520"/>
                </a:cubicBezTo>
                <a:cubicBezTo>
                  <a:pt x="1097280" y="704088"/>
                  <a:pt x="1133856" y="685800"/>
                  <a:pt x="1143000" y="713232"/>
                </a:cubicBezTo>
                <a:cubicBezTo>
                  <a:pt x="1152144" y="713232"/>
                  <a:pt x="1152144" y="722376"/>
                  <a:pt x="1161288" y="731520"/>
                </a:cubicBezTo>
                <a:cubicBezTo>
                  <a:pt x="1161288" y="731520"/>
                  <a:pt x="1170432" y="731520"/>
                  <a:pt x="1170432" y="740664"/>
                </a:cubicBezTo>
                <a:cubicBezTo>
                  <a:pt x="1179576" y="740664"/>
                  <a:pt x="1179576" y="749808"/>
                  <a:pt x="1188720" y="758952"/>
                </a:cubicBezTo>
                <a:cubicBezTo>
                  <a:pt x="1188720" y="768096"/>
                  <a:pt x="1197864" y="768096"/>
                  <a:pt x="1197864" y="777240"/>
                </a:cubicBezTo>
                <a:cubicBezTo>
                  <a:pt x="1207008" y="795528"/>
                  <a:pt x="1216152" y="804672"/>
                  <a:pt x="1225296" y="822960"/>
                </a:cubicBezTo>
                <a:cubicBezTo>
                  <a:pt x="1234440" y="822960"/>
                  <a:pt x="1234440" y="822960"/>
                  <a:pt x="1234440" y="832104"/>
                </a:cubicBezTo>
                <a:cubicBezTo>
                  <a:pt x="1243584" y="832104"/>
                  <a:pt x="1243584" y="841248"/>
                  <a:pt x="1252728" y="850392"/>
                </a:cubicBezTo>
                <a:moveTo>
                  <a:pt x="1399032" y="685800"/>
                </a:moveTo>
                <a:cubicBezTo>
                  <a:pt x="1408176" y="704088"/>
                  <a:pt x="1417320" y="722376"/>
                  <a:pt x="1426464" y="731520"/>
                </a:cubicBezTo>
                <a:cubicBezTo>
                  <a:pt x="1444752" y="777240"/>
                  <a:pt x="1389888" y="795528"/>
                  <a:pt x="1362456" y="758952"/>
                </a:cubicBezTo>
                <a:cubicBezTo>
                  <a:pt x="1362456" y="749808"/>
                  <a:pt x="1353312" y="740664"/>
                  <a:pt x="1344168" y="731520"/>
                </a:cubicBezTo>
                <a:cubicBezTo>
                  <a:pt x="1344168" y="722376"/>
                  <a:pt x="1335024" y="713232"/>
                  <a:pt x="1335024" y="704088"/>
                </a:cubicBezTo>
                <a:cubicBezTo>
                  <a:pt x="1325880" y="694944"/>
                  <a:pt x="1325880" y="694944"/>
                  <a:pt x="1325880" y="685800"/>
                </a:cubicBezTo>
                <a:cubicBezTo>
                  <a:pt x="1316736" y="676656"/>
                  <a:pt x="1307592" y="667512"/>
                  <a:pt x="1307592" y="649224"/>
                </a:cubicBezTo>
                <a:cubicBezTo>
                  <a:pt x="1307592" y="640080"/>
                  <a:pt x="1307592" y="630936"/>
                  <a:pt x="1316736" y="621792"/>
                </a:cubicBezTo>
                <a:lnTo>
                  <a:pt x="1316736" y="621792"/>
                </a:lnTo>
                <a:cubicBezTo>
                  <a:pt x="1344168" y="612648"/>
                  <a:pt x="1362456" y="640080"/>
                  <a:pt x="1371600" y="658368"/>
                </a:cubicBezTo>
                <a:cubicBezTo>
                  <a:pt x="1380744" y="667512"/>
                  <a:pt x="1389888" y="676656"/>
                  <a:pt x="1399032" y="685800"/>
                </a:cubicBezTo>
                <a:moveTo>
                  <a:pt x="1289304" y="1133856"/>
                </a:moveTo>
                <a:cubicBezTo>
                  <a:pt x="1280160" y="1115568"/>
                  <a:pt x="1261872" y="1097280"/>
                  <a:pt x="1243584" y="1078992"/>
                </a:cubicBezTo>
                <a:cubicBezTo>
                  <a:pt x="1234440" y="1069848"/>
                  <a:pt x="1216152" y="1069848"/>
                  <a:pt x="1216152" y="1088136"/>
                </a:cubicBezTo>
                <a:cubicBezTo>
                  <a:pt x="1207008" y="1106424"/>
                  <a:pt x="1225296" y="1124712"/>
                  <a:pt x="1234440" y="1143000"/>
                </a:cubicBezTo>
                <a:cubicBezTo>
                  <a:pt x="1234440" y="1143000"/>
                  <a:pt x="1243584" y="1152144"/>
                  <a:pt x="1243584" y="1161288"/>
                </a:cubicBezTo>
                <a:cubicBezTo>
                  <a:pt x="1243584" y="1170432"/>
                  <a:pt x="1243584" y="1170432"/>
                  <a:pt x="1252728" y="1170432"/>
                </a:cubicBezTo>
                <a:cubicBezTo>
                  <a:pt x="1261872" y="1197864"/>
                  <a:pt x="1271016" y="1216152"/>
                  <a:pt x="1289304" y="1225296"/>
                </a:cubicBezTo>
                <a:cubicBezTo>
                  <a:pt x="1316736" y="1252728"/>
                  <a:pt x="1344168" y="1207008"/>
                  <a:pt x="1325880" y="1179576"/>
                </a:cubicBezTo>
                <a:cubicBezTo>
                  <a:pt x="1316736" y="1179576"/>
                  <a:pt x="1307592" y="1161288"/>
                  <a:pt x="1298448" y="1152144"/>
                </a:cubicBezTo>
                <a:cubicBezTo>
                  <a:pt x="1298448" y="1152144"/>
                  <a:pt x="1289304" y="1143000"/>
                  <a:pt x="1289304" y="1133856"/>
                </a:cubicBezTo>
                <a:moveTo>
                  <a:pt x="1069848" y="1225296"/>
                </a:moveTo>
                <a:cubicBezTo>
                  <a:pt x="1078992" y="1225296"/>
                  <a:pt x="1078992" y="1234440"/>
                  <a:pt x="1088136" y="1234440"/>
                </a:cubicBezTo>
                <a:cubicBezTo>
                  <a:pt x="1097280" y="1252728"/>
                  <a:pt x="1115568" y="1261872"/>
                  <a:pt x="1124712" y="1280160"/>
                </a:cubicBezTo>
                <a:cubicBezTo>
                  <a:pt x="1133856" y="1298448"/>
                  <a:pt x="1133856" y="1307592"/>
                  <a:pt x="1124712" y="1325880"/>
                </a:cubicBezTo>
                <a:cubicBezTo>
                  <a:pt x="1115568" y="1325880"/>
                  <a:pt x="1097280" y="1325880"/>
                  <a:pt x="1088136" y="1316736"/>
                </a:cubicBezTo>
                <a:cubicBezTo>
                  <a:pt x="1078992" y="1307592"/>
                  <a:pt x="1060704" y="1289304"/>
                  <a:pt x="1051560" y="1280160"/>
                </a:cubicBezTo>
                <a:lnTo>
                  <a:pt x="1051560" y="1280160"/>
                </a:lnTo>
                <a:cubicBezTo>
                  <a:pt x="1033272" y="1261872"/>
                  <a:pt x="1024128" y="1243584"/>
                  <a:pt x="1005840" y="1225296"/>
                </a:cubicBezTo>
                <a:cubicBezTo>
                  <a:pt x="996696" y="1197864"/>
                  <a:pt x="1024128" y="1179576"/>
                  <a:pt x="1042416" y="1188720"/>
                </a:cubicBezTo>
                <a:cubicBezTo>
                  <a:pt x="1051560" y="1197864"/>
                  <a:pt x="1060704" y="1207008"/>
                  <a:pt x="1069848" y="1225296"/>
                </a:cubicBez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moveTo>
                  <a:pt x="777240" y="1152144"/>
                </a:moveTo>
                <a:cubicBezTo>
                  <a:pt x="768096" y="1143000"/>
                  <a:pt x="758952" y="1124712"/>
                  <a:pt x="749808" y="1115568"/>
                </a:cubicBezTo>
                <a:cubicBezTo>
                  <a:pt x="740664" y="1115568"/>
                  <a:pt x="740664" y="1115568"/>
                  <a:pt x="740664" y="1106424"/>
                </a:cubicBezTo>
                <a:cubicBezTo>
                  <a:pt x="722376" y="1088136"/>
                  <a:pt x="713232" y="1069848"/>
                  <a:pt x="685800" y="1069848"/>
                </a:cubicBezTo>
                <a:cubicBezTo>
                  <a:pt x="676656" y="1069848"/>
                  <a:pt x="667512" y="1088136"/>
                  <a:pt x="667512" y="1097280"/>
                </a:cubicBezTo>
                <a:cubicBezTo>
                  <a:pt x="685800" y="1115568"/>
                  <a:pt x="694944" y="1143000"/>
                  <a:pt x="713232" y="1161288"/>
                </a:cubicBezTo>
                <a:cubicBezTo>
                  <a:pt x="722376" y="1179576"/>
                  <a:pt x="740664" y="1207008"/>
                  <a:pt x="749808" y="1225296"/>
                </a:cubicBezTo>
                <a:cubicBezTo>
                  <a:pt x="777240" y="1271016"/>
                  <a:pt x="841248" y="1216152"/>
                  <a:pt x="804672" y="1179576"/>
                </a:cubicBezTo>
                <a:cubicBezTo>
                  <a:pt x="804672" y="1179576"/>
                  <a:pt x="804672" y="1179576"/>
                  <a:pt x="804672" y="1179576"/>
                </a:cubicBezTo>
                <a:cubicBezTo>
                  <a:pt x="795528" y="1170432"/>
                  <a:pt x="786384" y="1161288"/>
                  <a:pt x="777240" y="1152144"/>
                </a:cubicBezTo>
                <a:moveTo>
                  <a:pt x="630936" y="768096"/>
                </a:moveTo>
                <a:cubicBezTo>
                  <a:pt x="649224" y="786384"/>
                  <a:pt x="667512" y="795528"/>
                  <a:pt x="676656" y="795528"/>
                </a:cubicBezTo>
                <a:cubicBezTo>
                  <a:pt x="722376" y="804672"/>
                  <a:pt x="694944" y="868680"/>
                  <a:pt x="658368" y="859536"/>
                </a:cubicBezTo>
                <a:cubicBezTo>
                  <a:pt x="649224" y="850392"/>
                  <a:pt x="630936" y="841248"/>
                  <a:pt x="621792" y="832104"/>
                </a:cubicBezTo>
                <a:lnTo>
                  <a:pt x="621792" y="832104"/>
                </a:lnTo>
                <a:cubicBezTo>
                  <a:pt x="612648" y="832104"/>
                  <a:pt x="603504" y="822960"/>
                  <a:pt x="603504" y="822960"/>
                </a:cubicBezTo>
                <a:cubicBezTo>
                  <a:pt x="585216" y="813816"/>
                  <a:pt x="557784" y="795528"/>
                  <a:pt x="557784" y="768096"/>
                </a:cubicBezTo>
                <a:cubicBezTo>
                  <a:pt x="548640" y="758952"/>
                  <a:pt x="557784" y="749808"/>
                  <a:pt x="566928" y="749808"/>
                </a:cubicBezTo>
                <a:cubicBezTo>
                  <a:pt x="594360" y="740664"/>
                  <a:pt x="612648" y="758952"/>
                  <a:pt x="630936" y="768096"/>
                </a:cubicBezTo>
                <a:moveTo>
                  <a:pt x="429768" y="539496"/>
                </a:moveTo>
                <a:cubicBezTo>
                  <a:pt x="457200" y="557784"/>
                  <a:pt x="484632" y="502920"/>
                  <a:pt x="448056" y="484632"/>
                </a:cubicBezTo>
                <a:cubicBezTo>
                  <a:pt x="420624" y="475488"/>
                  <a:pt x="393192" y="466344"/>
                  <a:pt x="356616" y="457200"/>
                </a:cubicBezTo>
                <a:cubicBezTo>
                  <a:pt x="356616" y="457200"/>
                  <a:pt x="356616" y="457200"/>
                  <a:pt x="356616" y="457200"/>
                </a:cubicBezTo>
                <a:cubicBezTo>
                  <a:pt x="338328" y="448056"/>
                  <a:pt x="320040" y="448056"/>
                  <a:pt x="301752" y="457200"/>
                </a:cubicBezTo>
                <a:cubicBezTo>
                  <a:pt x="292608" y="466344"/>
                  <a:pt x="301752" y="484632"/>
                  <a:pt x="310896" y="484632"/>
                </a:cubicBezTo>
                <a:cubicBezTo>
                  <a:pt x="310896" y="484632"/>
                  <a:pt x="310896" y="484632"/>
                  <a:pt x="320040" y="484632"/>
                </a:cubicBezTo>
                <a:cubicBezTo>
                  <a:pt x="320040" y="484632"/>
                  <a:pt x="320040" y="493776"/>
                  <a:pt x="329184" y="493776"/>
                </a:cubicBezTo>
                <a:cubicBezTo>
                  <a:pt x="329184" y="493776"/>
                  <a:pt x="338328" y="493776"/>
                  <a:pt x="338328" y="493776"/>
                </a:cubicBezTo>
                <a:cubicBezTo>
                  <a:pt x="347472" y="502920"/>
                  <a:pt x="356616" y="502920"/>
                  <a:pt x="356616" y="502920"/>
                </a:cubicBezTo>
                <a:cubicBezTo>
                  <a:pt x="374904" y="512064"/>
                  <a:pt x="384048" y="512064"/>
                  <a:pt x="393192" y="521208"/>
                </a:cubicBez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cubicBezTo>
                  <a:pt x="402336" y="530352"/>
                  <a:pt x="411480" y="530352"/>
                  <a:pt x="429768" y="539496"/>
                </a:cubicBezTo>
                <a:moveTo>
                  <a:pt x="402336" y="283464"/>
                </a:moveTo>
                <a:cubicBezTo>
                  <a:pt x="393192" y="283464"/>
                  <a:pt x="393192" y="283464"/>
                  <a:pt x="384048" y="274320"/>
                </a:cubicBezTo>
                <a:cubicBezTo>
                  <a:pt x="365760" y="274320"/>
                  <a:pt x="338328" y="256032"/>
                  <a:pt x="329184" y="237744"/>
                </a:cubicBezTo>
                <a:cubicBezTo>
                  <a:pt x="320040" y="210312"/>
                  <a:pt x="384048" y="228600"/>
                  <a:pt x="393192" y="228600"/>
                </a:cubicBezTo>
                <a:cubicBezTo>
                  <a:pt x="402336" y="237744"/>
                  <a:pt x="411480" y="237744"/>
                  <a:pt x="420624" y="237744"/>
                </a:cubicBezTo>
                <a:cubicBezTo>
                  <a:pt x="457200" y="237744"/>
                  <a:pt x="484632" y="246888"/>
                  <a:pt x="493776" y="274320"/>
                </a:cubicBezTo>
                <a:cubicBezTo>
                  <a:pt x="493776" y="301752"/>
                  <a:pt x="466344" y="320040"/>
                  <a:pt x="448056" y="310896"/>
                </a:cubicBezTo>
                <a:cubicBezTo>
                  <a:pt x="448056" y="301752"/>
                  <a:pt x="448056" y="301752"/>
                  <a:pt x="438912" y="301752"/>
                </a:cubicBezTo>
                <a:cubicBezTo>
                  <a:pt x="438912" y="301752"/>
                  <a:pt x="438912" y="301752"/>
                  <a:pt x="438912" y="301752"/>
                </a:cubicBezTo>
                <a:cubicBezTo>
                  <a:pt x="429768" y="292608"/>
                  <a:pt x="420624" y="292608"/>
                  <a:pt x="420624" y="292608"/>
                </a:cubicBezTo>
                <a:cubicBezTo>
                  <a:pt x="411480" y="292608"/>
                  <a:pt x="411480" y="283464"/>
                  <a:pt x="402336" y="283464"/>
                </a:cubicBezTo>
                <a:moveTo>
                  <a:pt x="649224" y="493776"/>
                </a:moveTo>
                <a:cubicBezTo>
                  <a:pt x="649224" y="484632"/>
                  <a:pt x="649224" y="484632"/>
                  <a:pt x="640080" y="484632"/>
                </a:cubicBezTo>
                <a:cubicBezTo>
                  <a:pt x="630936" y="475488"/>
                  <a:pt x="612648" y="457200"/>
                  <a:pt x="603504" y="466344"/>
                </a:cubicBezTo>
                <a:cubicBezTo>
                  <a:pt x="594360" y="475488"/>
                  <a:pt x="594360" y="484632"/>
                  <a:pt x="603504" y="484632"/>
                </a:cubicBezTo>
                <a:cubicBezTo>
                  <a:pt x="603504" y="493776"/>
                  <a:pt x="603504" y="493776"/>
                  <a:pt x="603504" y="493776"/>
                </a:cubicBezTo>
                <a:cubicBezTo>
                  <a:pt x="603504" y="493776"/>
                  <a:pt x="603504" y="502920"/>
                  <a:pt x="612648" y="502920"/>
                </a:cubicBezTo>
                <a:cubicBezTo>
                  <a:pt x="612648" y="512064"/>
                  <a:pt x="621792" y="530352"/>
                  <a:pt x="640080" y="539496"/>
                </a:cubicBezTo>
                <a:cubicBezTo>
                  <a:pt x="658368" y="557784"/>
                  <a:pt x="676656" y="585216"/>
                  <a:pt x="694944" y="594360"/>
                </a:cubicBezTo>
                <a:cubicBezTo>
                  <a:pt x="731520" y="612648"/>
                  <a:pt x="758952" y="576072"/>
                  <a:pt x="731520" y="557784"/>
                </a:cubicBezTo>
                <a:cubicBezTo>
                  <a:pt x="722376" y="539496"/>
                  <a:pt x="704088" y="530352"/>
                  <a:pt x="694944" y="521208"/>
                </a:cubicBezTo>
                <a:cubicBezTo>
                  <a:pt x="685800" y="521208"/>
                  <a:pt x="676656" y="512064"/>
                  <a:pt x="667512" y="502920"/>
                </a:cubicBezTo>
                <a:lnTo>
                  <a:pt x="667512" y="502920"/>
                </a:lnTo>
                <a:cubicBezTo>
                  <a:pt x="667512" y="502920"/>
                  <a:pt x="658368" y="493776"/>
                  <a:pt x="649224" y="493776"/>
                </a:cubicBezTo>
                <a:moveTo>
                  <a:pt x="667512" y="228600"/>
                </a:moveTo>
                <a:cubicBezTo>
                  <a:pt x="667512" y="228600"/>
                  <a:pt x="676656" y="228600"/>
                  <a:pt x="685800" y="228600"/>
                </a:cubicBezTo>
                <a:cubicBezTo>
                  <a:pt x="704088" y="228600"/>
                  <a:pt x="731520" y="228600"/>
                  <a:pt x="749808" y="246888"/>
                </a:cubicBezTo>
                <a:cubicBezTo>
                  <a:pt x="758952" y="265176"/>
                  <a:pt x="740664" y="292608"/>
                  <a:pt x="722376" y="292608"/>
                </a:cubicBezTo>
                <a:cubicBezTo>
                  <a:pt x="713232" y="283464"/>
                  <a:pt x="704088" y="283464"/>
                  <a:pt x="694944" y="283464"/>
                </a:cubicBezTo>
                <a:cubicBezTo>
                  <a:pt x="685800" y="274320"/>
                  <a:pt x="685800" y="274320"/>
                  <a:pt x="676656" y="274320"/>
                </a:cubicBezTo>
                <a:cubicBezTo>
                  <a:pt x="658368" y="274320"/>
                  <a:pt x="640080" y="265176"/>
                  <a:pt x="621792" y="256032"/>
                </a:cubicBezTo>
                <a:cubicBezTo>
                  <a:pt x="612648" y="256032"/>
                  <a:pt x="612648" y="246888"/>
                  <a:pt x="612648" y="237744"/>
                </a:cubicBezTo>
                <a:cubicBezTo>
                  <a:pt x="630936" y="228600"/>
                  <a:pt x="649224" y="228600"/>
                  <a:pt x="667512" y="228600"/>
                </a:cubicBezTo>
                <a:moveTo>
                  <a:pt x="1517904" y="1088136"/>
                </a:moveTo>
                <a:lnTo>
                  <a:pt x="1517904" y="1088136"/>
                </a:lnTo>
                <a:cubicBezTo>
                  <a:pt x="1517904" y="1069848"/>
                  <a:pt x="1517904" y="1051560"/>
                  <a:pt x="1508760" y="1033272"/>
                </a:cubicBezTo>
                <a:cubicBezTo>
                  <a:pt x="1490472" y="1024128"/>
                  <a:pt x="1472184" y="1033272"/>
                  <a:pt x="1472184" y="1051560"/>
                </a:cubicBezTo>
                <a:cubicBezTo>
                  <a:pt x="1472184" y="1078992"/>
                  <a:pt x="1472184" y="1097280"/>
                  <a:pt x="1472184" y="1124712"/>
                </a:cubicBezTo>
                <a:cubicBezTo>
                  <a:pt x="1472184" y="1133856"/>
                  <a:pt x="1472184" y="1143000"/>
                  <a:pt x="1472184" y="1152144"/>
                </a:cubicBezTo>
                <a:cubicBezTo>
                  <a:pt x="1472184" y="1170432"/>
                  <a:pt x="1472184" y="1197864"/>
                  <a:pt x="1499616" y="1207008"/>
                </a:cubicBezTo>
                <a:cubicBezTo>
                  <a:pt x="1508760" y="1216152"/>
                  <a:pt x="1517904" y="1216152"/>
                  <a:pt x="1527048" y="1207008"/>
                </a:cubicBezTo>
                <a:cubicBezTo>
                  <a:pt x="1545336" y="1188720"/>
                  <a:pt x="1536192" y="1152144"/>
                  <a:pt x="1527048" y="1124712"/>
                </a:cubicBezTo>
                <a:cubicBezTo>
                  <a:pt x="1527048" y="1124712"/>
                  <a:pt x="1527048" y="1115568"/>
                  <a:pt x="1527048" y="1106424"/>
                </a:cubicBezTo>
                <a:cubicBezTo>
                  <a:pt x="1527048" y="1106424"/>
                  <a:pt x="1527048" y="1097280"/>
                  <a:pt x="1517904" y="1088136"/>
                </a:cubicBezTo>
                <a:moveTo>
                  <a:pt x="1444752" y="1453896"/>
                </a:moveTo>
                <a:cubicBezTo>
                  <a:pt x="1444752" y="1463040"/>
                  <a:pt x="1453896" y="1463040"/>
                  <a:pt x="1453896" y="1463040"/>
                </a:cubicBezTo>
                <a:cubicBezTo>
                  <a:pt x="1444752" y="1472184"/>
                  <a:pt x="1453896" y="1490472"/>
                  <a:pt x="1453896" y="1499616"/>
                </a:cubicBezTo>
                <a:cubicBezTo>
                  <a:pt x="1453896" y="1508760"/>
                  <a:pt x="1453896" y="1508760"/>
                  <a:pt x="1453896" y="1517904"/>
                </a:cubicBezTo>
                <a:cubicBezTo>
                  <a:pt x="1463040" y="1554480"/>
                  <a:pt x="1463040" y="1581912"/>
                  <a:pt x="1463040" y="1609344"/>
                </a:cubicBezTo>
                <a:lnTo>
                  <a:pt x="1463040" y="1609344"/>
                </a:lnTo>
                <a:cubicBezTo>
                  <a:pt x="1463040" y="1645920"/>
                  <a:pt x="1399032" y="1645920"/>
                  <a:pt x="1408176" y="1600200"/>
                </a:cubicBezTo>
                <a:cubicBezTo>
                  <a:pt x="1408176" y="1563624"/>
                  <a:pt x="1417320" y="1536192"/>
                  <a:pt x="1417320" y="1499616"/>
                </a:cubicBezTo>
                <a:lnTo>
                  <a:pt x="1417320" y="1499616"/>
                </a:lnTo>
                <a:cubicBezTo>
                  <a:pt x="1417320" y="1481328"/>
                  <a:pt x="1426464" y="1453896"/>
                  <a:pt x="1444752" y="1453896"/>
                </a:cubicBezTo>
                <a:moveTo>
                  <a:pt x="1261872" y="1527048"/>
                </a:moveTo>
                <a:cubicBezTo>
                  <a:pt x="1261872" y="1517904"/>
                  <a:pt x="1243584" y="1517904"/>
                  <a:pt x="1234440" y="1536192"/>
                </a:cubicBezTo>
                <a:cubicBezTo>
                  <a:pt x="1225296" y="1563624"/>
                  <a:pt x="1225296" y="1581912"/>
                  <a:pt x="1216152" y="1609344"/>
                </a:cubicBezTo>
                <a:cubicBezTo>
                  <a:pt x="1216152" y="1636776"/>
                  <a:pt x="1216152" y="1664208"/>
                  <a:pt x="1216152" y="1682496"/>
                </a:cubicBezTo>
                <a:cubicBezTo>
                  <a:pt x="1225296" y="1709928"/>
                  <a:pt x="1252728" y="1719072"/>
                  <a:pt x="1271016" y="1700784"/>
                </a:cubicBezTo>
                <a:cubicBezTo>
                  <a:pt x="1280160" y="1682496"/>
                  <a:pt x="1280160" y="1664208"/>
                  <a:pt x="1271016" y="1645920"/>
                </a:cubicBezTo>
                <a:cubicBezTo>
                  <a:pt x="1271016" y="1636776"/>
                  <a:pt x="1271016" y="1627632"/>
                  <a:pt x="1271016" y="1618488"/>
                </a:cubicBezTo>
                <a:cubicBezTo>
                  <a:pt x="1271016" y="1609344"/>
                  <a:pt x="1271016" y="1609344"/>
                  <a:pt x="1271016" y="1600200"/>
                </a:cubicBezTo>
                <a:cubicBezTo>
                  <a:pt x="1271016" y="1572768"/>
                  <a:pt x="1280160" y="1545336"/>
                  <a:pt x="1261872" y="1527048"/>
                </a:cubicBezTo>
                <a:moveTo>
                  <a:pt x="1033272" y="1682496"/>
                </a:moveTo>
                <a:cubicBezTo>
                  <a:pt x="1042416" y="1664208"/>
                  <a:pt x="1060704" y="1664208"/>
                  <a:pt x="1060704" y="1673352"/>
                </a:cubicBezTo>
                <a:cubicBezTo>
                  <a:pt x="1078992" y="1700784"/>
                  <a:pt x="1078992" y="1728216"/>
                  <a:pt x="1088136" y="1764792"/>
                </a:cubicBezTo>
                <a:cubicBezTo>
                  <a:pt x="1088136" y="1783080"/>
                  <a:pt x="1088136" y="1810512"/>
                  <a:pt x="1097280" y="1837944"/>
                </a:cubicBezTo>
                <a:cubicBezTo>
                  <a:pt x="1115568" y="1892808"/>
                  <a:pt x="1024128" y="1901952"/>
                  <a:pt x="1033272" y="1837944"/>
                </a:cubicBezTo>
                <a:cubicBezTo>
                  <a:pt x="1033272" y="1819656"/>
                  <a:pt x="1033272" y="1801368"/>
                  <a:pt x="1033272" y="1773936"/>
                </a:cubicBezTo>
                <a:cubicBezTo>
                  <a:pt x="1033272" y="1746504"/>
                  <a:pt x="1024128" y="1709928"/>
                  <a:pt x="1033272" y="1682496"/>
                </a:cubicBezTo>
                <a:moveTo>
                  <a:pt x="493776" y="941832"/>
                </a:moveTo>
                <a:lnTo>
                  <a:pt x="493776" y="941832"/>
                </a:lnTo>
                <a:cubicBezTo>
                  <a:pt x="475488" y="923544"/>
                  <a:pt x="466344" y="914400"/>
                  <a:pt x="457200" y="905256"/>
                </a:cubicBezTo>
                <a:cubicBezTo>
                  <a:pt x="438912" y="896112"/>
                  <a:pt x="429768" y="886968"/>
                  <a:pt x="411480" y="877824"/>
                </a:cubicBezTo>
                <a:cubicBezTo>
                  <a:pt x="402336" y="868680"/>
                  <a:pt x="402336" y="868680"/>
                  <a:pt x="393192" y="859536"/>
                </a:cubicBezTo>
                <a:cubicBezTo>
                  <a:pt x="365760" y="850392"/>
                  <a:pt x="338328" y="877824"/>
                  <a:pt x="356616" y="905256"/>
                </a:cubicBezTo>
                <a:cubicBezTo>
                  <a:pt x="365760" y="914400"/>
                  <a:pt x="365760" y="914400"/>
                  <a:pt x="374904" y="914400"/>
                </a:cubicBezTo>
                <a:cubicBezTo>
                  <a:pt x="384048" y="914400"/>
                  <a:pt x="384048" y="914400"/>
                  <a:pt x="384048" y="914400"/>
                </a:cubicBezTo>
                <a:cubicBezTo>
                  <a:pt x="384048" y="923544"/>
                  <a:pt x="384048" y="923544"/>
                  <a:pt x="393192" y="923544"/>
                </a:cubicBezTo>
                <a:cubicBezTo>
                  <a:pt x="402336" y="923544"/>
                  <a:pt x="411480" y="932688"/>
                  <a:pt x="420624" y="941832"/>
                </a:cubicBezTo>
                <a:cubicBezTo>
                  <a:pt x="420624" y="941832"/>
                  <a:pt x="429768" y="950976"/>
                  <a:pt x="438912" y="950976"/>
                </a:cubicBezTo>
                <a:cubicBezTo>
                  <a:pt x="457200" y="960120"/>
                  <a:pt x="466344" y="969264"/>
                  <a:pt x="484632" y="978408"/>
                </a:cubicBezTo>
                <a:cubicBezTo>
                  <a:pt x="493776" y="978408"/>
                  <a:pt x="502920" y="969264"/>
                  <a:pt x="502920" y="960120"/>
                </a:cubicBezTo>
                <a:cubicBezTo>
                  <a:pt x="502920" y="950976"/>
                  <a:pt x="502920" y="950976"/>
                  <a:pt x="493776" y="941832"/>
                </a:cubicBezTo>
                <a:moveTo>
                  <a:pt x="192024" y="694944"/>
                </a:moveTo>
                <a:cubicBezTo>
                  <a:pt x="219456" y="685800"/>
                  <a:pt x="246888" y="685800"/>
                  <a:pt x="274320" y="694944"/>
                </a:cubicBezTo>
                <a:cubicBezTo>
                  <a:pt x="292608" y="694944"/>
                  <a:pt x="310896" y="704088"/>
                  <a:pt x="329184" y="713232"/>
                </a:cubicBezTo>
                <a:cubicBezTo>
                  <a:pt x="329184" y="722376"/>
                  <a:pt x="329184" y="722376"/>
                  <a:pt x="329184" y="731520"/>
                </a:cubicBezTo>
                <a:cubicBezTo>
                  <a:pt x="320040" y="740664"/>
                  <a:pt x="292608" y="740664"/>
                  <a:pt x="274320" y="740664"/>
                </a:cubicBezTo>
                <a:lnTo>
                  <a:pt x="274320" y="740664"/>
                </a:lnTo>
                <a:cubicBezTo>
                  <a:pt x="246888" y="749808"/>
                  <a:pt x="219456" y="749808"/>
                  <a:pt x="192024" y="758952"/>
                </a:cubicBezTo>
                <a:cubicBezTo>
                  <a:pt x="155448" y="768096"/>
                  <a:pt x="146304" y="694944"/>
                  <a:pt x="192024" y="694944"/>
                </a:cubicBezTo>
                <a:moveTo>
                  <a:pt x="137160" y="384048"/>
                </a:moveTo>
                <a:cubicBezTo>
                  <a:pt x="128016" y="384048"/>
                  <a:pt x="109728" y="393192"/>
                  <a:pt x="91440" y="402336"/>
                </a:cubicBezTo>
                <a:lnTo>
                  <a:pt x="91440" y="402336"/>
                </a:lnTo>
                <a:cubicBezTo>
                  <a:pt x="82296" y="402336"/>
                  <a:pt x="82296" y="402336"/>
                  <a:pt x="73152" y="402336"/>
                </a:cubicBezTo>
                <a:cubicBezTo>
                  <a:pt x="54864" y="411480"/>
                  <a:pt x="36576" y="420624"/>
                  <a:pt x="18288" y="429768"/>
                </a:cubicBezTo>
                <a:cubicBezTo>
                  <a:pt x="-27432" y="466344"/>
                  <a:pt x="36576" y="530352"/>
                  <a:pt x="64008" y="484632"/>
                </a:cubicBezTo>
                <a:cubicBezTo>
                  <a:pt x="73152" y="475488"/>
                  <a:pt x="82296" y="466344"/>
                  <a:pt x="91440" y="457200"/>
                </a:cubicBezTo>
                <a:lnTo>
                  <a:pt x="91440" y="457200"/>
                </a:lnTo>
                <a:cubicBezTo>
                  <a:pt x="100584" y="457200"/>
                  <a:pt x="100584" y="457200"/>
                  <a:pt x="100584" y="457200"/>
                </a:cubicBezTo>
                <a:cubicBezTo>
                  <a:pt x="100584" y="448056"/>
                  <a:pt x="109728" y="448056"/>
                  <a:pt x="109728" y="448056"/>
                </a:cubicBezTo>
                <a:lnTo>
                  <a:pt x="109728" y="448056"/>
                </a:lnTo>
                <a:lnTo>
                  <a:pt x="109728" y="448056"/>
                </a:lnTo>
                <a:cubicBezTo>
                  <a:pt x="118872" y="448056"/>
                  <a:pt x="118872" y="438912"/>
                  <a:pt x="128016" y="438912"/>
                </a:cubicBezTo>
                <a:cubicBezTo>
                  <a:pt x="137160" y="429768"/>
                  <a:pt x="137160" y="429768"/>
                  <a:pt x="146304" y="420624"/>
                </a:cubicBezTo>
                <a:cubicBezTo>
                  <a:pt x="155448" y="411480"/>
                  <a:pt x="146304" y="393192"/>
                  <a:pt x="137160" y="384048"/>
                </a:cubicBezTo>
                <a:moveTo>
                  <a:pt x="960120" y="192024"/>
                </a:moveTo>
                <a:lnTo>
                  <a:pt x="960120" y="192024"/>
                </a:lnTo>
                <a:cubicBezTo>
                  <a:pt x="969264" y="201168"/>
                  <a:pt x="987552" y="201168"/>
                  <a:pt x="996696" y="210312"/>
                </a:cubicBezTo>
                <a:cubicBezTo>
                  <a:pt x="1033272" y="246888"/>
                  <a:pt x="1078992" y="182880"/>
                  <a:pt x="1042416" y="155448"/>
                </a:cubicBezTo>
                <a:cubicBezTo>
                  <a:pt x="1033272" y="146304"/>
                  <a:pt x="1024128" y="146304"/>
                  <a:pt x="1014984" y="137160"/>
                </a:cubicBezTo>
                <a:cubicBezTo>
                  <a:pt x="1005840" y="137160"/>
                  <a:pt x="1005840" y="137160"/>
                  <a:pt x="996696" y="137160"/>
                </a:cubicBezTo>
                <a:cubicBezTo>
                  <a:pt x="996696" y="128016"/>
                  <a:pt x="987552" y="128016"/>
                  <a:pt x="978408" y="128016"/>
                </a:cubicBezTo>
                <a:cubicBezTo>
                  <a:pt x="978408" y="118872"/>
                  <a:pt x="978408" y="118872"/>
                  <a:pt x="969264" y="118872"/>
                </a:cubicBezTo>
                <a:cubicBezTo>
                  <a:pt x="950976" y="109728"/>
                  <a:pt x="932688" y="100584"/>
                  <a:pt x="914400" y="109728"/>
                </a:cubicBezTo>
                <a:cubicBezTo>
                  <a:pt x="896112" y="118872"/>
                  <a:pt x="896112" y="137160"/>
                  <a:pt x="905256" y="146304"/>
                </a:cubicBezTo>
                <a:cubicBezTo>
                  <a:pt x="914400" y="155448"/>
                  <a:pt x="923544" y="155448"/>
                  <a:pt x="932688" y="164592"/>
                </a:cubicBezTo>
                <a:cubicBezTo>
                  <a:pt x="932688" y="173736"/>
                  <a:pt x="941832" y="173736"/>
                  <a:pt x="950976" y="182880"/>
                </a:cubicBezTo>
                <a:cubicBezTo>
                  <a:pt x="950976" y="182880"/>
                  <a:pt x="960120" y="192024"/>
                  <a:pt x="960120" y="192024"/>
                </a:cubicBezTo>
                <a:moveTo>
                  <a:pt x="978408" y="877824"/>
                </a:moveTo>
                <a:cubicBezTo>
                  <a:pt x="978408" y="877824"/>
                  <a:pt x="978408" y="877824"/>
                  <a:pt x="978408" y="877824"/>
                </a:cubicBezTo>
                <a:cubicBezTo>
                  <a:pt x="1014984" y="896112"/>
                  <a:pt x="987552" y="950976"/>
                  <a:pt x="960120" y="932688"/>
                </a:cubicBezTo>
                <a:cubicBezTo>
                  <a:pt x="941832" y="923544"/>
                  <a:pt x="923544" y="914400"/>
                  <a:pt x="914400" y="896112"/>
                </a:cubicBezTo>
                <a:cubicBezTo>
                  <a:pt x="914400" y="886968"/>
                  <a:pt x="905256" y="886968"/>
                  <a:pt x="896112" y="877824"/>
                </a:cubicBezTo>
                <a:cubicBezTo>
                  <a:pt x="877824" y="859536"/>
                  <a:pt x="859536" y="832104"/>
                  <a:pt x="850392" y="804672"/>
                </a:cubicBezTo>
                <a:cubicBezTo>
                  <a:pt x="850392" y="786384"/>
                  <a:pt x="859536" y="777240"/>
                  <a:pt x="877824" y="777240"/>
                </a:cubicBezTo>
                <a:cubicBezTo>
                  <a:pt x="896112" y="786384"/>
                  <a:pt x="905256" y="804672"/>
                  <a:pt x="923544" y="813816"/>
                </a:cubicBezTo>
                <a:cubicBezTo>
                  <a:pt x="923544" y="822960"/>
                  <a:pt x="923544" y="822960"/>
                  <a:pt x="932688" y="832104"/>
                </a:cubicBezTo>
                <a:lnTo>
                  <a:pt x="960120" y="859536"/>
                </a:lnTo>
                <a:cubicBezTo>
                  <a:pt x="969264" y="868680"/>
                  <a:pt x="969264" y="868680"/>
                  <a:pt x="978408" y="877824"/>
                </a:cubicBezTo>
                <a:lnTo>
                  <a:pt x="978408" y="877824"/>
                </a:lnTo>
                <a:moveTo>
                  <a:pt x="1014984" y="484632"/>
                </a:moveTo>
                <a:cubicBezTo>
                  <a:pt x="987552" y="466344"/>
                  <a:pt x="960120" y="448056"/>
                  <a:pt x="932688" y="438912"/>
                </a:cubicBezTo>
                <a:cubicBezTo>
                  <a:pt x="932688" y="438912"/>
                  <a:pt x="932688" y="438912"/>
                  <a:pt x="932688" y="438912"/>
                </a:cubicBezTo>
                <a:cubicBezTo>
                  <a:pt x="914400" y="429768"/>
                  <a:pt x="886968" y="420624"/>
                  <a:pt x="868680" y="429768"/>
                </a:cubicBezTo>
                <a:cubicBezTo>
                  <a:pt x="859536" y="429768"/>
                  <a:pt x="868680" y="448056"/>
                  <a:pt x="877824" y="448056"/>
                </a:cubicBezTo>
                <a:cubicBezTo>
                  <a:pt x="886968" y="457200"/>
                  <a:pt x="886968" y="457200"/>
                  <a:pt x="896112" y="466344"/>
                </a:cubicBezTo>
                <a:lnTo>
                  <a:pt x="896112" y="466344"/>
                </a:lnTo>
                <a:cubicBezTo>
                  <a:pt x="896112" y="466344"/>
                  <a:pt x="896112" y="466344"/>
                  <a:pt x="896112" y="466344"/>
                </a:cubicBezTo>
                <a:lnTo>
                  <a:pt x="923544" y="484632"/>
                </a:lnTo>
                <a:cubicBezTo>
                  <a:pt x="932688" y="493776"/>
                  <a:pt x="941832" y="502920"/>
                  <a:pt x="950976" y="512064"/>
                </a:cubicBezTo>
                <a:cubicBezTo>
                  <a:pt x="960120" y="512064"/>
                  <a:pt x="969264" y="521208"/>
                  <a:pt x="978408" y="530352"/>
                </a:cubicBezTo>
                <a:cubicBezTo>
                  <a:pt x="1005840" y="548640"/>
                  <a:pt x="1033272" y="512064"/>
                  <a:pt x="1014984" y="484632"/>
                </a:cubicBezTo>
                <a:moveTo>
                  <a:pt x="914400" y="1453896"/>
                </a:moveTo>
                <a:lnTo>
                  <a:pt x="914400" y="1453896"/>
                </a:lnTo>
                <a:cubicBezTo>
                  <a:pt x="923544" y="1453896"/>
                  <a:pt x="923544" y="1463040"/>
                  <a:pt x="923544" y="1463040"/>
                </a:cubicBezTo>
                <a:cubicBezTo>
                  <a:pt x="932688" y="1472184"/>
                  <a:pt x="932688" y="1472184"/>
                  <a:pt x="941832" y="1481328"/>
                </a:cubicBezTo>
                <a:lnTo>
                  <a:pt x="941832" y="1481328"/>
                </a:lnTo>
                <a:cubicBezTo>
                  <a:pt x="941832" y="1481328"/>
                  <a:pt x="950976" y="1490472"/>
                  <a:pt x="960120" y="1499616"/>
                </a:cubicBezTo>
                <a:cubicBezTo>
                  <a:pt x="978408" y="1527048"/>
                  <a:pt x="932688" y="1563624"/>
                  <a:pt x="914400" y="1536192"/>
                </a:cubicBezTo>
                <a:cubicBezTo>
                  <a:pt x="905256" y="1527048"/>
                  <a:pt x="905256" y="1517904"/>
                  <a:pt x="896112" y="1508760"/>
                </a:cubicBezTo>
                <a:lnTo>
                  <a:pt x="896112" y="1508760"/>
                </a:lnTo>
                <a:lnTo>
                  <a:pt x="896112" y="1508760"/>
                </a:lnTo>
                <a:cubicBezTo>
                  <a:pt x="896112" y="1499616"/>
                  <a:pt x="886968" y="1490472"/>
                  <a:pt x="886968" y="1490472"/>
                </a:cubicBezTo>
                <a:cubicBezTo>
                  <a:pt x="868680" y="1472184"/>
                  <a:pt x="859536" y="1463040"/>
                  <a:pt x="859536" y="1444752"/>
                </a:cubicBezTo>
                <a:cubicBezTo>
                  <a:pt x="859536" y="1426464"/>
                  <a:pt x="886968" y="1417320"/>
                  <a:pt x="896112" y="1435608"/>
                </a:cubicBezTo>
                <a:cubicBezTo>
                  <a:pt x="896112" y="1435608"/>
                  <a:pt x="905256" y="1444752"/>
                  <a:pt x="914400" y="1453896"/>
                </a:cubicBezTo>
                <a:moveTo>
                  <a:pt x="1252728" y="1920240"/>
                </a:moveTo>
                <a:cubicBezTo>
                  <a:pt x="1225296" y="1929384"/>
                  <a:pt x="1216152" y="1956816"/>
                  <a:pt x="1207008" y="1984248"/>
                </a:cubicBezTo>
                <a:cubicBezTo>
                  <a:pt x="1207008" y="1984248"/>
                  <a:pt x="1207008" y="1984248"/>
                  <a:pt x="1207008" y="1993392"/>
                </a:cubicBezTo>
                <a:lnTo>
                  <a:pt x="1197864" y="2020824"/>
                </a:lnTo>
                <a:lnTo>
                  <a:pt x="1197864" y="2020824"/>
                </a:lnTo>
                <a:cubicBezTo>
                  <a:pt x="1197864" y="2020824"/>
                  <a:pt x="1188720" y="2029968"/>
                  <a:pt x="1188720" y="2029968"/>
                </a:cubicBezTo>
                <a:cubicBezTo>
                  <a:pt x="1188720" y="2029968"/>
                  <a:pt x="1188720" y="2039112"/>
                  <a:pt x="1179576" y="2039112"/>
                </a:cubicBezTo>
                <a:cubicBezTo>
                  <a:pt x="1170432" y="2057400"/>
                  <a:pt x="1188720" y="2084832"/>
                  <a:pt x="1207008" y="2084832"/>
                </a:cubicBezTo>
                <a:lnTo>
                  <a:pt x="1216152" y="2084832"/>
                </a:lnTo>
                <a:cubicBezTo>
                  <a:pt x="1225296" y="2084832"/>
                  <a:pt x="1243584" y="2084832"/>
                  <a:pt x="1252728" y="2075688"/>
                </a:cubicBezTo>
                <a:cubicBezTo>
                  <a:pt x="1261872" y="2057400"/>
                  <a:pt x="1261872" y="2048256"/>
                  <a:pt x="1261872" y="2029968"/>
                </a:cubicBezTo>
                <a:cubicBezTo>
                  <a:pt x="1261872" y="2020824"/>
                  <a:pt x="1261872" y="2020824"/>
                  <a:pt x="1261872" y="2020824"/>
                </a:cubicBezTo>
                <a:cubicBezTo>
                  <a:pt x="1271016" y="1993392"/>
                  <a:pt x="1271016" y="1965960"/>
                  <a:pt x="1280160" y="1938528"/>
                </a:cubicBezTo>
                <a:cubicBezTo>
                  <a:pt x="1280160" y="1938528"/>
                  <a:pt x="1271016" y="1920240"/>
                  <a:pt x="1252728" y="1920240"/>
                </a:cubicBezTo>
                <a:moveTo>
                  <a:pt x="192024" y="201168"/>
                </a:moveTo>
                <a:cubicBezTo>
                  <a:pt x="182880" y="201168"/>
                  <a:pt x="182880" y="210312"/>
                  <a:pt x="173736" y="210312"/>
                </a:cubicBezTo>
                <a:cubicBezTo>
                  <a:pt x="155448" y="219456"/>
                  <a:pt x="137160" y="210312"/>
                  <a:pt x="137160" y="192024"/>
                </a:cubicBezTo>
                <a:cubicBezTo>
                  <a:pt x="128016" y="164592"/>
                  <a:pt x="155448" y="146304"/>
                  <a:pt x="173736" y="137160"/>
                </a:cubicBezTo>
                <a:cubicBezTo>
                  <a:pt x="201168" y="128016"/>
                  <a:pt x="228600" y="109728"/>
                  <a:pt x="256032" y="109728"/>
                </a:cubicBezTo>
                <a:cubicBezTo>
                  <a:pt x="274320" y="109728"/>
                  <a:pt x="274320" y="128016"/>
                  <a:pt x="265176" y="137160"/>
                </a:cubicBezTo>
                <a:cubicBezTo>
                  <a:pt x="265176" y="137160"/>
                  <a:pt x="265176" y="146304"/>
                  <a:pt x="256032" y="146304"/>
                </a:cubicBezTo>
                <a:cubicBezTo>
                  <a:pt x="256032" y="155448"/>
                  <a:pt x="246888" y="155448"/>
                  <a:pt x="237744" y="164592"/>
                </a:cubicBezTo>
                <a:cubicBezTo>
                  <a:pt x="228600" y="164592"/>
                  <a:pt x="228600" y="164592"/>
                  <a:pt x="219456" y="173736"/>
                </a:cubicBezTo>
                <a:cubicBezTo>
                  <a:pt x="219456" y="173736"/>
                  <a:pt x="219456" y="173736"/>
                  <a:pt x="210312" y="173736"/>
                </a:cubicBezTo>
                <a:cubicBezTo>
                  <a:pt x="210312" y="182880"/>
                  <a:pt x="210312" y="182880"/>
                  <a:pt x="210312" y="182880"/>
                </a:cubicBezTo>
                <a:cubicBezTo>
                  <a:pt x="201168" y="182880"/>
                  <a:pt x="201168" y="192024"/>
                  <a:pt x="192024" y="192024"/>
                </a:cubicBezTo>
                <a:cubicBezTo>
                  <a:pt x="192024" y="192024"/>
                  <a:pt x="192024" y="192024"/>
                  <a:pt x="192024" y="201168"/>
                </a:cubicBezTo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ea typeface="汉仪正圆 55简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ea typeface="汉仪正圆 55简" charset="0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3977640" y="4095243"/>
            <a:ext cx="6745512" cy="1703006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lt1">
                    <a:lumMod val="100000"/>
                  </a:schemeClr>
                </a:solidFill>
                <a:latin typeface="汉仪正圆 55简" charset="0"/>
                <a:ea typeface="汉仪正圆 55简" charset="0"/>
                <a:cs typeface="汉仪正圆 55简" charset="0"/>
                <a:sym typeface="汉仪正圆 55简" charset="0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3977640" y="2077848"/>
            <a:ext cx="6745513" cy="180296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400">
                <a:solidFill>
                  <a:schemeClr val="lt1">
                    <a:lumMod val="100000"/>
                  </a:schemeClr>
                </a:solidFill>
                <a:latin typeface="汉仪正圆-75W" charset="0"/>
                <a:ea typeface="汉仪正圆-75W" charset="0"/>
                <a:cs typeface="汉仪正圆-75W" charset="0"/>
                <a:sym typeface="汉仪正圆-75W" charset="0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ctor-2096&amp;3052"/>
          <p:cNvSpPr/>
          <p:nvPr userDrawn="1">
            <p:custDataLst>
              <p:tags r:id="rId2"/>
            </p:custDataLst>
          </p:nvPr>
        </p:nvSpPr>
        <p:spPr>
          <a:xfrm>
            <a:off x="987552" y="0"/>
            <a:ext cx="4498848" cy="2916936"/>
          </a:xfrm>
          <a:custGeom>
            <a:avLst/>
            <a:gdLst/>
            <a:ahLst/>
            <a:cxnLst/>
            <a:rect l="l" t="t" r="r" b="b"/>
            <a:pathLst>
              <a:path w="4498848" h="2916936">
                <a:moveTo>
                  <a:pt x="4343400" y="1719072"/>
                </a:moveTo>
                <a:cubicBezTo>
                  <a:pt x="4590288" y="1207008"/>
                  <a:pt x="4517136" y="585216"/>
                  <a:pt x="4261104" y="128016"/>
                </a:cubicBezTo>
                <a:lnTo>
                  <a:pt x="4261104" y="128016"/>
                </a:lnTo>
                <a:cubicBezTo>
                  <a:pt x="4233672" y="82296"/>
                  <a:pt x="4206240" y="45720"/>
                  <a:pt x="4178808" y="0"/>
                </a:cubicBezTo>
                <a:lnTo>
                  <a:pt x="219456" y="0"/>
                </a:lnTo>
                <a:cubicBezTo>
                  <a:pt x="-137160" y="704088"/>
                  <a:pt x="-54864" y="1664208"/>
                  <a:pt x="448056" y="2258568"/>
                </a:cubicBezTo>
                <a:cubicBezTo>
                  <a:pt x="1417320" y="3410712"/>
                  <a:pt x="3749040" y="2953512"/>
                  <a:pt x="4343400" y="1719072"/>
                </a:cubicBezTo>
              </a:path>
            </a:pathLst>
          </a:custGeom>
          <a:solidFill>
            <a:schemeClr val="accent1">
              <a:lumMod val="75000"/>
            </a:schemeClr>
          </a:solidFill>
        </p:spPr>
      </p:sp>
      <p:sp>
        <p:nvSpPr>
          <p:cNvPr id="6" name="Vector (Stroke)-2096&amp;3055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3401568" cy="557784"/>
          </a:xfrm>
          <a:custGeom>
            <a:avLst/>
            <a:gdLst/>
            <a:ahLst/>
            <a:cxnLst/>
            <a:rect l="l" t="t" r="r" b="b"/>
            <a:pathLst>
              <a:path w="3401568" h="557784">
                <a:moveTo>
                  <a:pt x="0" y="402336"/>
                </a:moveTo>
                <a:cubicBezTo>
                  <a:pt x="749808" y="548640"/>
                  <a:pt x="1828800" y="612648"/>
                  <a:pt x="2980944" y="137160"/>
                </a:cubicBezTo>
                <a:cubicBezTo>
                  <a:pt x="3090672" y="91440"/>
                  <a:pt x="3191256" y="45720"/>
                  <a:pt x="3291840" y="0"/>
                </a:cubicBezTo>
                <a:lnTo>
                  <a:pt x="3401568" y="0"/>
                </a:lnTo>
                <a:cubicBezTo>
                  <a:pt x="3273552" y="64008"/>
                  <a:pt x="3145536" y="128016"/>
                  <a:pt x="2999232" y="182880"/>
                </a:cubicBezTo>
                <a:lnTo>
                  <a:pt x="2999232" y="182880"/>
                </a:lnTo>
                <a:cubicBezTo>
                  <a:pt x="1837944" y="658368"/>
                  <a:pt x="749808" y="603504"/>
                  <a:pt x="0" y="457200"/>
                </a:cubicBezTo>
                <a:lnTo>
                  <a:pt x="0" y="402336"/>
                </a:lnTo>
              </a:path>
            </a:pathLst>
          </a:custGeom>
          <a:solidFill>
            <a:schemeClr val="bg1">
              <a:alpha val="30000"/>
            </a:schemeClr>
          </a:solidFill>
        </p:spPr>
      </p:sp>
      <p:sp>
        <p:nvSpPr>
          <p:cNvPr id="4" name="Vector-2096&amp;3049"/>
          <p:cNvSpPr/>
          <p:nvPr userDrawn="1">
            <p:custDataLst>
              <p:tags r:id="rId4"/>
            </p:custDataLst>
          </p:nvPr>
        </p:nvSpPr>
        <p:spPr>
          <a:xfrm>
            <a:off x="0" y="3822192"/>
            <a:ext cx="4462272" cy="3035808"/>
          </a:xfrm>
          <a:custGeom>
            <a:avLst/>
            <a:gdLst/>
            <a:ahLst/>
            <a:cxnLst/>
            <a:rect l="l" t="t" r="r" b="b"/>
            <a:pathLst>
              <a:path w="4462272" h="3035808">
                <a:moveTo>
                  <a:pt x="4462272" y="3035808"/>
                </a:moveTo>
                <a:cubicBezTo>
                  <a:pt x="4361688" y="2871216"/>
                  <a:pt x="4242816" y="2724912"/>
                  <a:pt x="4096512" y="2633472"/>
                </a:cubicBezTo>
                <a:cubicBezTo>
                  <a:pt x="3694176" y="2395728"/>
                  <a:pt x="3154680" y="2578608"/>
                  <a:pt x="2615184" y="2761488"/>
                </a:cubicBezTo>
                <a:lnTo>
                  <a:pt x="2615184" y="2761488"/>
                </a:lnTo>
                <a:cubicBezTo>
                  <a:pt x="2322576" y="2862072"/>
                  <a:pt x="2084832" y="2953512"/>
                  <a:pt x="1892808" y="3035808"/>
                </a:cubicBezTo>
                <a:lnTo>
                  <a:pt x="4462272" y="3035808"/>
                </a:lnTo>
                <a:moveTo>
                  <a:pt x="768096" y="3035808"/>
                </a:moveTo>
                <a:lnTo>
                  <a:pt x="0" y="3035808"/>
                </a:lnTo>
                <a:lnTo>
                  <a:pt x="0" y="0"/>
                </a:lnTo>
                <a:cubicBezTo>
                  <a:pt x="137160" y="0"/>
                  <a:pt x="283464" y="27432"/>
                  <a:pt x="420624" y="82296"/>
                </a:cubicBezTo>
                <a:cubicBezTo>
                  <a:pt x="987552" y="301752"/>
                  <a:pt x="1426464" y="960120"/>
                  <a:pt x="1325880" y="1472184"/>
                </a:cubicBezTo>
                <a:cubicBezTo>
                  <a:pt x="1289304" y="1700784"/>
                  <a:pt x="1143000" y="1847088"/>
                  <a:pt x="1005840" y="1993392"/>
                </a:cubicBezTo>
                <a:cubicBezTo>
                  <a:pt x="841248" y="2157984"/>
                  <a:pt x="676656" y="2322576"/>
                  <a:pt x="649224" y="2624328"/>
                </a:cubicBezTo>
                <a:cubicBezTo>
                  <a:pt x="630936" y="2788920"/>
                  <a:pt x="676656" y="2926080"/>
                  <a:pt x="768096" y="3035808"/>
                </a:cubicBezTo>
              </a:path>
            </a:pathLst>
          </a:custGeom>
          <a:solidFill>
            <a:schemeClr val="accent3"/>
          </a:solidFill>
        </p:spPr>
      </p:sp>
      <p:sp>
        <p:nvSpPr>
          <p:cNvPr id="10" name="Union-2096&amp;2067"/>
          <p:cNvSpPr/>
          <p:nvPr userDrawn="1">
            <p:custDataLst>
              <p:tags r:id="rId5"/>
            </p:custDataLst>
          </p:nvPr>
        </p:nvSpPr>
        <p:spPr>
          <a:xfrm>
            <a:off x="10460736" y="128016"/>
            <a:ext cx="1536192" cy="2084832"/>
          </a:xfrm>
          <a:custGeom>
            <a:avLst/>
            <a:gdLst/>
            <a:ahLst/>
            <a:cxnLst/>
            <a:rect l="l" t="t" r="r" b="b"/>
            <a:pathLst>
              <a:path w="1536192" h="2084832">
                <a:moveTo>
                  <a:pt x="621792" y="73152"/>
                </a:moveTo>
                <a:cubicBezTo>
                  <a:pt x="603504" y="73152"/>
                  <a:pt x="585216" y="64008"/>
                  <a:pt x="566928" y="45720"/>
                </a:cubicBezTo>
                <a:cubicBezTo>
                  <a:pt x="548640" y="36576"/>
                  <a:pt x="557784" y="9144"/>
                  <a:pt x="576072" y="0"/>
                </a:cubicBezTo>
                <a:cubicBezTo>
                  <a:pt x="594360" y="0"/>
                  <a:pt x="603504" y="0"/>
                  <a:pt x="612648" y="9144"/>
                </a:cubicBezTo>
                <a:cubicBezTo>
                  <a:pt x="621792" y="9144"/>
                  <a:pt x="630936" y="9144"/>
                  <a:pt x="630936" y="9144"/>
                </a:cubicBezTo>
                <a:cubicBezTo>
                  <a:pt x="640080" y="9144"/>
                  <a:pt x="658368" y="9144"/>
                  <a:pt x="667512" y="18288"/>
                </a:cubicBezTo>
                <a:cubicBezTo>
                  <a:pt x="676656" y="18288"/>
                  <a:pt x="685800" y="18288"/>
                  <a:pt x="694944" y="18288"/>
                </a:cubicBezTo>
                <a:cubicBezTo>
                  <a:pt x="749808" y="27432"/>
                  <a:pt x="731520" y="109728"/>
                  <a:pt x="685800" y="91440"/>
                </a:cubicBezTo>
                <a:cubicBezTo>
                  <a:pt x="676656" y="91440"/>
                  <a:pt x="667512" y="91440"/>
                  <a:pt x="649224" y="82296"/>
                </a:cubicBezTo>
                <a:cubicBezTo>
                  <a:pt x="640080" y="82296"/>
                  <a:pt x="630936" y="82296"/>
                  <a:pt x="621792" y="73152"/>
                </a:cubicBezTo>
                <a:moveTo>
                  <a:pt x="1362456" y="210312"/>
                </a:moveTo>
                <a:lnTo>
                  <a:pt x="1362456" y="210312"/>
                </a:lnTo>
                <a:cubicBezTo>
                  <a:pt x="1371600" y="219456"/>
                  <a:pt x="1371600" y="219456"/>
                  <a:pt x="1371600" y="228600"/>
                </a:cubicBezTo>
                <a:cubicBezTo>
                  <a:pt x="1389888" y="246888"/>
                  <a:pt x="1435608" y="237744"/>
                  <a:pt x="1435608" y="201168"/>
                </a:cubicBezTo>
                <a:cubicBezTo>
                  <a:pt x="1426464" y="192024"/>
                  <a:pt x="1426464" y="182880"/>
                  <a:pt x="1417320" y="182880"/>
                </a:cubicBezTo>
                <a:cubicBezTo>
                  <a:pt x="1417320" y="173736"/>
                  <a:pt x="1408176" y="173736"/>
                  <a:pt x="1408176" y="173736"/>
                </a:cubicBezTo>
                <a:cubicBezTo>
                  <a:pt x="1408176" y="164592"/>
                  <a:pt x="1399032" y="164592"/>
                  <a:pt x="1399032" y="155448"/>
                </a:cubicBezTo>
                <a:cubicBezTo>
                  <a:pt x="1389888" y="155448"/>
                  <a:pt x="1389888" y="146304"/>
                  <a:pt x="1380744" y="146304"/>
                </a:cubicBezTo>
                <a:cubicBezTo>
                  <a:pt x="1371600" y="137160"/>
                  <a:pt x="1362456" y="128016"/>
                  <a:pt x="1362456" y="118872"/>
                </a:cubicBezTo>
                <a:lnTo>
                  <a:pt x="1362456" y="118872"/>
                </a:lnTo>
                <a:lnTo>
                  <a:pt x="1362456" y="118872"/>
                </a:lnTo>
                <a:lnTo>
                  <a:pt x="1362456" y="118872"/>
                </a:lnTo>
                <a:cubicBezTo>
                  <a:pt x="1344168" y="109728"/>
                  <a:pt x="1335024" y="91440"/>
                  <a:pt x="1325880" y="82296"/>
                </a:cubicBezTo>
                <a:cubicBezTo>
                  <a:pt x="1316736" y="73152"/>
                  <a:pt x="1298448" y="73152"/>
                  <a:pt x="1298448" y="82296"/>
                </a:cubicBezTo>
                <a:cubicBezTo>
                  <a:pt x="1298448" y="100584"/>
                  <a:pt x="1307592" y="128016"/>
                  <a:pt x="1316736" y="146304"/>
                </a:cubicBezTo>
                <a:lnTo>
                  <a:pt x="1316736" y="146304"/>
                </a:lnTo>
                <a:lnTo>
                  <a:pt x="1316736" y="146304"/>
                </a:lnTo>
                <a:cubicBezTo>
                  <a:pt x="1325880" y="146304"/>
                  <a:pt x="1325880" y="155448"/>
                  <a:pt x="1325880" y="155448"/>
                </a:cubicBezTo>
                <a:cubicBezTo>
                  <a:pt x="1335024" y="164592"/>
                  <a:pt x="1335024" y="173736"/>
                  <a:pt x="1344168" y="173736"/>
                </a:cubicBezTo>
                <a:lnTo>
                  <a:pt x="1344168" y="173736"/>
                </a:lnTo>
                <a:lnTo>
                  <a:pt x="1344168" y="173736"/>
                </a:lnTo>
                <a:cubicBezTo>
                  <a:pt x="1344168" y="182880"/>
                  <a:pt x="1353312" y="192024"/>
                  <a:pt x="1353312" y="201168"/>
                </a:cubicBezTo>
                <a:cubicBezTo>
                  <a:pt x="1353312" y="201168"/>
                  <a:pt x="1362456" y="210312"/>
                  <a:pt x="1362456" y="210312"/>
                </a:cubicBezTo>
                <a:moveTo>
                  <a:pt x="1261872" y="420624"/>
                </a:moveTo>
                <a:cubicBezTo>
                  <a:pt x="1252728" y="420624"/>
                  <a:pt x="1252728" y="411480"/>
                  <a:pt x="1252728" y="411480"/>
                </a:cubicBezTo>
                <a:cubicBezTo>
                  <a:pt x="1243584" y="402336"/>
                  <a:pt x="1243584" y="393192"/>
                  <a:pt x="1234440" y="384048"/>
                </a:cubicBezTo>
                <a:lnTo>
                  <a:pt x="1234440" y="384048"/>
                </a:lnTo>
                <a:cubicBezTo>
                  <a:pt x="1234440" y="384048"/>
                  <a:pt x="1225296" y="374904"/>
                  <a:pt x="1225296" y="365760"/>
                </a:cubicBezTo>
                <a:cubicBezTo>
                  <a:pt x="1216152" y="365760"/>
                  <a:pt x="1216152" y="356616"/>
                  <a:pt x="1216152" y="356616"/>
                </a:cubicBezTo>
                <a:lnTo>
                  <a:pt x="1216152" y="356616"/>
                </a:lnTo>
                <a:lnTo>
                  <a:pt x="1216152" y="356616"/>
                </a:lnTo>
                <a:cubicBezTo>
                  <a:pt x="1207008" y="338328"/>
                  <a:pt x="1188720" y="310896"/>
                  <a:pt x="1188720" y="292608"/>
                </a:cubicBezTo>
                <a:cubicBezTo>
                  <a:pt x="1197864" y="283464"/>
                  <a:pt x="1216152" y="283464"/>
                  <a:pt x="1216152" y="292608"/>
                </a:cubicBezTo>
                <a:cubicBezTo>
                  <a:pt x="1225296" y="301752"/>
                  <a:pt x="1243584" y="320040"/>
                  <a:pt x="1252728" y="329184"/>
                </a:cubicBezTo>
                <a:cubicBezTo>
                  <a:pt x="1261872" y="338328"/>
                  <a:pt x="1271016" y="347472"/>
                  <a:pt x="1280160" y="356616"/>
                </a:cubicBezTo>
                <a:cubicBezTo>
                  <a:pt x="1280160" y="356616"/>
                  <a:pt x="1289304" y="365760"/>
                  <a:pt x="1289304" y="365760"/>
                </a:cubicBezTo>
                <a:cubicBezTo>
                  <a:pt x="1298448" y="374904"/>
                  <a:pt x="1298448" y="374904"/>
                  <a:pt x="1307592" y="384048"/>
                </a:cubicBezTo>
                <a:cubicBezTo>
                  <a:pt x="1307592" y="384048"/>
                  <a:pt x="1307592" y="384048"/>
                  <a:pt x="1307592" y="393192"/>
                </a:cubicBezTo>
                <a:cubicBezTo>
                  <a:pt x="1316736" y="393192"/>
                  <a:pt x="1325880" y="402336"/>
                  <a:pt x="1325880" y="411480"/>
                </a:cubicBezTo>
                <a:cubicBezTo>
                  <a:pt x="1335024" y="448056"/>
                  <a:pt x="1289304" y="457200"/>
                  <a:pt x="1271016" y="438912"/>
                </a:cubicBezTo>
                <a:cubicBezTo>
                  <a:pt x="1271016" y="429768"/>
                  <a:pt x="1261872" y="429768"/>
                  <a:pt x="1261872" y="420624"/>
                </a:cubicBezTo>
                <a:lnTo>
                  <a:pt x="1261872" y="420624"/>
                </a:lnTo>
                <a:moveTo>
                  <a:pt x="1252728" y="850392"/>
                </a:moveTo>
                <a:cubicBezTo>
                  <a:pt x="1261872" y="896112"/>
                  <a:pt x="1197864" y="914400"/>
                  <a:pt x="1188720" y="859536"/>
                </a:cubicBezTo>
                <a:cubicBezTo>
                  <a:pt x="1188720" y="877824"/>
                  <a:pt x="1170432" y="850392"/>
                  <a:pt x="1170432" y="850392"/>
                </a:cubicBezTo>
                <a:cubicBezTo>
                  <a:pt x="1170432" y="850392"/>
                  <a:pt x="1161288" y="841248"/>
                  <a:pt x="1161288" y="841248"/>
                </a:cubicBezTo>
                <a:cubicBezTo>
                  <a:pt x="1161288" y="832104"/>
                  <a:pt x="1152144" y="822960"/>
                  <a:pt x="1152144" y="813816"/>
                </a:cubicBezTo>
                <a:cubicBezTo>
                  <a:pt x="1143000" y="813816"/>
                  <a:pt x="1143000" y="804672"/>
                  <a:pt x="1143000" y="795528"/>
                </a:cubicBezTo>
                <a:cubicBezTo>
                  <a:pt x="1133856" y="795528"/>
                  <a:pt x="1133856" y="786384"/>
                  <a:pt x="1124712" y="777240"/>
                </a:cubicBezTo>
                <a:lnTo>
                  <a:pt x="1124712" y="777240"/>
                </a:lnTo>
                <a:cubicBezTo>
                  <a:pt x="1115568" y="758952"/>
                  <a:pt x="1106424" y="749808"/>
                  <a:pt x="1106424" y="731520"/>
                </a:cubicBezTo>
                <a:cubicBezTo>
                  <a:pt x="1097280" y="704088"/>
                  <a:pt x="1133856" y="685800"/>
                  <a:pt x="1143000" y="713232"/>
                </a:cubicBezTo>
                <a:cubicBezTo>
                  <a:pt x="1152144" y="713232"/>
                  <a:pt x="1152144" y="722376"/>
                  <a:pt x="1161288" y="731520"/>
                </a:cubicBezTo>
                <a:cubicBezTo>
                  <a:pt x="1161288" y="731520"/>
                  <a:pt x="1170432" y="731520"/>
                  <a:pt x="1170432" y="740664"/>
                </a:cubicBezTo>
                <a:cubicBezTo>
                  <a:pt x="1179576" y="740664"/>
                  <a:pt x="1179576" y="749808"/>
                  <a:pt x="1188720" y="758952"/>
                </a:cubicBezTo>
                <a:cubicBezTo>
                  <a:pt x="1188720" y="768096"/>
                  <a:pt x="1197864" y="768096"/>
                  <a:pt x="1197864" y="777240"/>
                </a:cubicBezTo>
                <a:cubicBezTo>
                  <a:pt x="1207008" y="795528"/>
                  <a:pt x="1216152" y="804672"/>
                  <a:pt x="1225296" y="822960"/>
                </a:cubicBezTo>
                <a:cubicBezTo>
                  <a:pt x="1234440" y="822960"/>
                  <a:pt x="1234440" y="822960"/>
                  <a:pt x="1234440" y="832104"/>
                </a:cubicBezTo>
                <a:cubicBezTo>
                  <a:pt x="1243584" y="832104"/>
                  <a:pt x="1243584" y="841248"/>
                  <a:pt x="1252728" y="850392"/>
                </a:cubicBezTo>
                <a:moveTo>
                  <a:pt x="1399032" y="685800"/>
                </a:moveTo>
                <a:cubicBezTo>
                  <a:pt x="1408176" y="704088"/>
                  <a:pt x="1417320" y="722376"/>
                  <a:pt x="1426464" y="731520"/>
                </a:cubicBezTo>
                <a:cubicBezTo>
                  <a:pt x="1444752" y="777240"/>
                  <a:pt x="1389888" y="795528"/>
                  <a:pt x="1362456" y="758952"/>
                </a:cubicBezTo>
                <a:cubicBezTo>
                  <a:pt x="1362456" y="749808"/>
                  <a:pt x="1353312" y="740664"/>
                  <a:pt x="1344168" y="731520"/>
                </a:cubicBezTo>
                <a:cubicBezTo>
                  <a:pt x="1344168" y="722376"/>
                  <a:pt x="1335024" y="713232"/>
                  <a:pt x="1335024" y="704088"/>
                </a:cubicBezTo>
                <a:cubicBezTo>
                  <a:pt x="1325880" y="694944"/>
                  <a:pt x="1325880" y="694944"/>
                  <a:pt x="1325880" y="685800"/>
                </a:cubicBezTo>
                <a:cubicBezTo>
                  <a:pt x="1316736" y="676656"/>
                  <a:pt x="1307592" y="667512"/>
                  <a:pt x="1307592" y="649224"/>
                </a:cubicBezTo>
                <a:cubicBezTo>
                  <a:pt x="1307592" y="640080"/>
                  <a:pt x="1307592" y="630936"/>
                  <a:pt x="1316736" y="621792"/>
                </a:cubicBezTo>
                <a:lnTo>
                  <a:pt x="1316736" y="621792"/>
                </a:lnTo>
                <a:cubicBezTo>
                  <a:pt x="1344168" y="612648"/>
                  <a:pt x="1362456" y="640080"/>
                  <a:pt x="1371600" y="658368"/>
                </a:cubicBezTo>
                <a:cubicBezTo>
                  <a:pt x="1380744" y="667512"/>
                  <a:pt x="1389888" y="676656"/>
                  <a:pt x="1399032" y="685800"/>
                </a:cubicBezTo>
                <a:moveTo>
                  <a:pt x="1289304" y="1133856"/>
                </a:moveTo>
                <a:cubicBezTo>
                  <a:pt x="1280160" y="1115568"/>
                  <a:pt x="1261872" y="1097280"/>
                  <a:pt x="1243584" y="1078992"/>
                </a:cubicBezTo>
                <a:cubicBezTo>
                  <a:pt x="1234440" y="1069848"/>
                  <a:pt x="1216152" y="1069848"/>
                  <a:pt x="1216152" y="1088136"/>
                </a:cubicBezTo>
                <a:cubicBezTo>
                  <a:pt x="1207008" y="1106424"/>
                  <a:pt x="1225296" y="1124712"/>
                  <a:pt x="1234440" y="1143000"/>
                </a:cubicBezTo>
                <a:cubicBezTo>
                  <a:pt x="1234440" y="1143000"/>
                  <a:pt x="1243584" y="1152144"/>
                  <a:pt x="1243584" y="1161288"/>
                </a:cubicBezTo>
                <a:cubicBezTo>
                  <a:pt x="1243584" y="1170432"/>
                  <a:pt x="1243584" y="1170432"/>
                  <a:pt x="1252728" y="1170432"/>
                </a:cubicBezTo>
                <a:cubicBezTo>
                  <a:pt x="1261872" y="1197864"/>
                  <a:pt x="1271016" y="1216152"/>
                  <a:pt x="1289304" y="1225296"/>
                </a:cubicBezTo>
                <a:cubicBezTo>
                  <a:pt x="1316736" y="1252728"/>
                  <a:pt x="1344168" y="1207008"/>
                  <a:pt x="1325880" y="1179576"/>
                </a:cubicBezTo>
                <a:cubicBezTo>
                  <a:pt x="1316736" y="1179576"/>
                  <a:pt x="1307592" y="1161288"/>
                  <a:pt x="1298448" y="1152144"/>
                </a:cubicBezTo>
                <a:cubicBezTo>
                  <a:pt x="1298448" y="1152144"/>
                  <a:pt x="1289304" y="1143000"/>
                  <a:pt x="1289304" y="1133856"/>
                </a:cubicBezTo>
                <a:moveTo>
                  <a:pt x="1069848" y="1225296"/>
                </a:moveTo>
                <a:cubicBezTo>
                  <a:pt x="1078992" y="1225296"/>
                  <a:pt x="1078992" y="1234440"/>
                  <a:pt x="1088136" y="1234440"/>
                </a:cubicBezTo>
                <a:cubicBezTo>
                  <a:pt x="1097280" y="1252728"/>
                  <a:pt x="1115568" y="1261872"/>
                  <a:pt x="1124712" y="1280160"/>
                </a:cubicBezTo>
                <a:cubicBezTo>
                  <a:pt x="1133856" y="1298448"/>
                  <a:pt x="1133856" y="1307592"/>
                  <a:pt x="1124712" y="1325880"/>
                </a:cubicBezTo>
                <a:cubicBezTo>
                  <a:pt x="1115568" y="1325880"/>
                  <a:pt x="1097280" y="1325880"/>
                  <a:pt x="1088136" y="1316736"/>
                </a:cubicBezTo>
                <a:cubicBezTo>
                  <a:pt x="1078992" y="1307592"/>
                  <a:pt x="1060704" y="1289304"/>
                  <a:pt x="1051560" y="1280160"/>
                </a:cubicBezTo>
                <a:lnTo>
                  <a:pt x="1051560" y="1280160"/>
                </a:lnTo>
                <a:cubicBezTo>
                  <a:pt x="1033272" y="1261872"/>
                  <a:pt x="1024128" y="1243584"/>
                  <a:pt x="1005840" y="1225296"/>
                </a:cubicBezTo>
                <a:cubicBezTo>
                  <a:pt x="996696" y="1197864"/>
                  <a:pt x="1024128" y="1179576"/>
                  <a:pt x="1042416" y="1188720"/>
                </a:cubicBezTo>
                <a:cubicBezTo>
                  <a:pt x="1051560" y="1197864"/>
                  <a:pt x="1060704" y="1207008"/>
                  <a:pt x="1069848" y="1225296"/>
                </a:cubicBez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moveTo>
                  <a:pt x="777240" y="1152144"/>
                </a:moveTo>
                <a:cubicBezTo>
                  <a:pt x="768096" y="1143000"/>
                  <a:pt x="758952" y="1124712"/>
                  <a:pt x="749808" y="1115568"/>
                </a:cubicBezTo>
                <a:cubicBezTo>
                  <a:pt x="740664" y="1115568"/>
                  <a:pt x="740664" y="1115568"/>
                  <a:pt x="740664" y="1106424"/>
                </a:cubicBezTo>
                <a:cubicBezTo>
                  <a:pt x="722376" y="1088136"/>
                  <a:pt x="713232" y="1069848"/>
                  <a:pt x="685800" y="1069848"/>
                </a:cubicBezTo>
                <a:cubicBezTo>
                  <a:pt x="676656" y="1069848"/>
                  <a:pt x="667512" y="1088136"/>
                  <a:pt x="667512" y="1097280"/>
                </a:cubicBezTo>
                <a:cubicBezTo>
                  <a:pt x="685800" y="1115568"/>
                  <a:pt x="694944" y="1143000"/>
                  <a:pt x="713232" y="1161288"/>
                </a:cubicBezTo>
                <a:cubicBezTo>
                  <a:pt x="722376" y="1179576"/>
                  <a:pt x="740664" y="1207008"/>
                  <a:pt x="749808" y="1225296"/>
                </a:cubicBezTo>
                <a:cubicBezTo>
                  <a:pt x="777240" y="1271016"/>
                  <a:pt x="841248" y="1216152"/>
                  <a:pt x="804672" y="1179576"/>
                </a:cubicBezTo>
                <a:cubicBezTo>
                  <a:pt x="804672" y="1179576"/>
                  <a:pt x="804672" y="1179576"/>
                  <a:pt x="804672" y="1179576"/>
                </a:cubicBezTo>
                <a:cubicBezTo>
                  <a:pt x="795528" y="1170432"/>
                  <a:pt x="786384" y="1161288"/>
                  <a:pt x="777240" y="1152144"/>
                </a:cubicBezTo>
                <a:moveTo>
                  <a:pt x="630936" y="768096"/>
                </a:moveTo>
                <a:cubicBezTo>
                  <a:pt x="649224" y="786384"/>
                  <a:pt x="667512" y="795528"/>
                  <a:pt x="676656" y="795528"/>
                </a:cubicBezTo>
                <a:cubicBezTo>
                  <a:pt x="722376" y="804672"/>
                  <a:pt x="694944" y="868680"/>
                  <a:pt x="658368" y="859536"/>
                </a:cubicBezTo>
                <a:cubicBezTo>
                  <a:pt x="649224" y="850392"/>
                  <a:pt x="630936" y="841248"/>
                  <a:pt x="621792" y="832104"/>
                </a:cubicBezTo>
                <a:lnTo>
                  <a:pt x="621792" y="832104"/>
                </a:lnTo>
                <a:cubicBezTo>
                  <a:pt x="612648" y="832104"/>
                  <a:pt x="603504" y="822960"/>
                  <a:pt x="603504" y="822960"/>
                </a:cubicBezTo>
                <a:cubicBezTo>
                  <a:pt x="585216" y="813816"/>
                  <a:pt x="557784" y="795528"/>
                  <a:pt x="557784" y="768096"/>
                </a:cubicBezTo>
                <a:cubicBezTo>
                  <a:pt x="548640" y="758952"/>
                  <a:pt x="557784" y="749808"/>
                  <a:pt x="566928" y="749808"/>
                </a:cubicBezTo>
                <a:cubicBezTo>
                  <a:pt x="594360" y="740664"/>
                  <a:pt x="612648" y="758952"/>
                  <a:pt x="630936" y="768096"/>
                </a:cubicBezTo>
                <a:moveTo>
                  <a:pt x="429768" y="539496"/>
                </a:moveTo>
                <a:cubicBezTo>
                  <a:pt x="457200" y="557784"/>
                  <a:pt x="484632" y="502920"/>
                  <a:pt x="448056" y="484632"/>
                </a:cubicBezTo>
                <a:cubicBezTo>
                  <a:pt x="420624" y="475488"/>
                  <a:pt x="393192" y="466344"/>
                  <a:pt x="356616" y="457200"/>
                </a:cubicBezTo>
                <a:cubicBezTo>
                  <a:pt x="356616" y="457200"/>
                  <a:pt x="356616" y="457200"/>
                  <a:pt x="356616" y="457200"/>
                </a:cubicBezTo>
                <a:cubicBezTo>
                  <a:pt x="338328" y="448056"/>
                  <a:pt x="320040" y="448056"/>
                  <a:pt x="301752" y="457200"/>
                </a:cubicBezTo>
                <a:cubicBezTo>
                  <a:pt x="292608" y="466344"/>
                  <a:pt x="301752" y="484632"/>
                  <a:pt x="310896" y="484632"/>
                </a:cubicBezTo>
                <a:cubicBezTo>
                  <a:pt x="310896" y="484632"/>
                  <a:pt x="310896" y="484632"/>
                  <a:pt x="320040" y="484632"/>
                </a:cubicBezTo>
                <a:cubicBezTo>
                  <a:pt x="320040" y="484632"/>
                  <a:pt x="320040" y="493776"/>
                  <a:pt x="329184" y="493776"/>
                </a:cubicBezTo>
                <a:cubicBezTo>
                  <a:pt x="329184" y="493776"/>
                  <a:pt x="338328" y="493776"/>
                  <a:pt x="338328" y="493776"/>
                </a:cubicBezTo>
                <a:cubicBezTo>
                  <a:pt x="347472" y="502920"/>
                  <a:pt x="356616" y="502920"/>
                  <a:pt x="356616" y="502920"/>
                </a:cubicBezTo>
                <a:cubicBezTo>
                  <a:pt x="374904" y="512064"/>
                  <a:pt x="384048" y="512064"/>
                  <a:pt x="393192" y="521208"/>
                </a:cubicBez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cubicBezTo>
                  <a:pt x="402336" y="530352"/>
                  <a:pt x="411480" y="530352"/>
                  <a:pt x="429768" y="539496"/>
                </a:cubicBezTo>
                <a:moveTo>
                  <a:pt x="402336" y="283464"/>
                </a:moveTo>
                <a:cubicBezTo>
                  <a:pt x="393192" y="283464"/>
                  <a:pt x="393192" y="283464"/>
                  <a:pt x="384048" y="274320"/>
                </a:cubicBezTo>
                <a:cubicBezTo>
                  <a:pt x="365760" y="274320"/>
                  <a:pt x="338328" y="256032"/>
                  <a:pt x="329184" y="237744"/>
                </a:cubicBezTo>
                <a:cubicBezTo>
                  <a:pt x="320040" y="210312"/>
                  <a:pt x="384048" y="228600"/>
                  <a:pt x="393192" y="228600"/>
                </a:cubicBezTo>
                <a:cubicBezTo>
                  <a:pt x="402336" y="237744"/>
                  <a:pt x="411480" y="237744"/>
                  <a:pt x="420624" y="237744"/>
                </a:cubicBezTo>
                <a:cubicBezTo>
                  <a:pt x="457200" y="237744"/>
                  <a:pt x="484632" y="246888"/>
                  <a:pt x="493776" y="274320"/>
                </a:cubicBezTo>
                <a:cubicBezTo>
                  <a:pt x="493776" y="301752"/>
                  <a:pt x="466344" y="320040"/>
                  <a:pt x="448056" y="310896"/>
                </a:cubicBezTo>
                <a:cubicBezTo>
                  <a:pt x="448056" y="301752"/>
                  <a:pt x="448056" y="301752"/>
                  <a:pt x="438912" y="301752"/>
                </a:cubicBezTo>
                <a:cubicBezTo>
                  <a:pt x="438912" y="301752"/>
                  <a:pt x="438912" y="301752"/>
                  <a:pt x="438912" y="301752"/>
                </a:cubicBezTo>
                <a:cubicBezTo>
                  <a:pt x="429768" y="292608"/>
                  <a:pt x="420624" y="292608"/>
                  <a:pt x="420624" y="292608"/>
                </a:cubicBezTo>
                <a:cubicBezTo>
                  <a:pt x="411480" y="292608"/>
                  <a:pt x="411480" y="283464"/>
                  <a:pt x="402336" y="283464"/>
                </a:cubicBezTo>
                <a:moveTo>
                  <a:pt x="649224" y="493776"/>
                </a:moveTo>
                <a:cubicBezTo>
                  <a:pt x="649224" y="484632"/>
                  <a:pt x="649224" y="484632"/>
                  <a:pt x="640080" y="484632"/>
                </a:cubicBezTo>
                <a:cubicBezTo>
                  <a:pt x="630936" y="475488"/>
                  <a:pt x="612648" y="457200"/>
                  <a:pt x="603504" y="466344"/>
                </a:cubicBezTo>
                <a:cubicBezTo>
                  <a:pt x="594360" y="475488"/>
                  <a:pt x="594360" y="484632"/>
                  <a:pt x="603504" y="484632"/>
                </a:cubicBezTo>
                <a:cubicBezTo>
                  <a:pt x="603504" y="493776"/>
                  <a:pt x="603504" y="493776"/>
                  <a:pt x="603504" y="493776"/>
                </a:cubicBezTo>
                <a:cubicBezTo>
                  <a:pt x="603504" y="493776"/>
                  <a:pt x="603504" y="502920"/>
                  <a:pt x="612648" y="502920"/>
                </a:cubicBezTo>
                <a:cubicBezTo>
                  <a:pt x="612648" y="512064"/>
                  <a:pt x="621792" y="530352"/>
                  <a:pt x="640080" y="539496"/>
                </a:cubicBezTo>
                <a:cubicBezTo>
                  <a:pt x="658368" y="557784"/>
                  <a:pt x="676656" y="585216"/>
                  <a:pt x="694944" y="594360"/>
                </a:cubicBezTo>
                <a:cubicBezTo>
                  <a:pt x="731520" y="612648"/>
                  <a:pt x="758952" y="576072"/>
                  <a:pt x="731520" y="557784"/>
                </a:cubicBezTo>
                <a:cubicBezTo>
                  <a:pt x="722376" y="539496"/>
                  <a:pt x="704088" y="530352"/>
                  <a:pt x="694944" y="521208"/>
                </a:cubicBezTo>
                <a:cubicBezTo>
                  <a:pt x="685800" y="521208"/>
                  <a:pt x="676656" y="512064"/>
                  <a:pt x="667512" y="502920"/>
                </a:cubicBezTo>
                <a:lnTo>
                  <a:pt x="667512" y="502920"/>
                </a:lnTo>
                <a:cubicBezTo>
                  <a:pt x="667512" y="502920"/>
                  <a:pt x="658368" y="493776"/>
                  <a:pt x="649224" y="493776"/>
                </a:cubicBezTo>
                <a:moveTo>
                  <a:pt x="667512" y="228600"/>
                </a:moveTo>
                <a:cubicBezTo>
                  <a:pt x="667512" y="228600"/>
                  <a:pt x="676656" y="228600"/>
                  <a:pt x="685800" y="228600"/>
                </a:cubicBezTo>
                <a:cubicBezTo>
                  <a:pt x="704088" y="228600"/>
                  <a:pt x="731520" y="228600"/>
                  <a:pt x="749808" y="246888"/>
                </a:cubicBezTo>
                <a:cubicBezTo>
                  <a:pt x="758952" y="265176"/>
                  <a:pt x="740664" y="292608"/>
                  <a:pt x="722376" y="292608"/>
                </a:cubicBezTo>
                <a:cubicBezTo>
                  <a:pt x="713232" y="283464"/>
                  <a:pt x="704088" y="283464"/>
                  <a:pt x="694944" y="283464"/>
                </a:cubicBezTo>
                <a:cubicBezTo>
                  <a:pt x="685800" y="274320"/>
                  <a:pt x="685800" y="274320"/>
                  <a:pt x="676656" y="274320"/>
                </a:cubicBezTo>
                <a:cubicBezTo>
                  <a:pt x="658368" y="274320"/>
                  <a:pt x="640080" y="265176"/>
                  <a:pt x="621792" y="256032"/>
                </a:cubicBezTo>
                <a:cubicBezTo>
                  <a:pt x="612648" y="256032"/>
                  <a:pt x="612648" y="246888"/>
                  <a:pt x="612648" y="237744"/>
                </a:cubicBezTo>
                <a:cubicBezTo>
                  <a:pt x="630936" y="228600"/>
                  <a:pt x="649224" y="228600"/>
                  <a:pt x="667512" y="228600"/>
                </a:cubicBezTo>
                <a:moveTo>
                  <a:pt x="1517904" y="1088136"/>
                </a:moveTo>
                <a:lnTo>
                  <a:pt x="1517904" y="1088136"/>
                </a:lnTo>
                <a:cubicBezTo>
                  <a:pt x="1517904" y="1069848"/>
                  <a:pt x="1517904" y="1051560"/>
                  <a:pt x="1508760" y="1033272"/>
                </a:cubicBezTo>
                <a:cubicBezTo>
                  <a:pt x="1490472" y="1024128"/>
                  <a:pt x="1472184" y="1033272"/>
                  <a:pt x="1472184" y="1051560"/>
                </a:cubicBezTo>
                <a:cubicBezTo>
                  <a:pt x="1472184" y="1078992"/>
                  <a:pt x="1472184" y="1097280"/>
                  <a:pt x="1472184" y="1124712"/>
                </a:cubicBezTo>
                <a:cubicBezTo>
                  <a:pt x="1472184" y="1133856"/>
                  <a:pt x="1472184" y="1143000"/>
                  <a:pt x="1472184" y="1152144"/>
                </a:cubicBezTo>
                <a:cubicBezTo>
                  <a:pt x="1472184" y="1170432"/>
                  <a:pt x="1472184" y="1197864"/>
                  <a:pt x="1499616" y="1207008"/>
                </a:cubicBezTo>
                <a:cubicBezTo>
                  <a:pt x="1508760" y="1216152"/>
                  <a:pt x="1517904" y="1216152"/>
                  <a:pt x="1527048" y="1207008"/>
                </a:cubicBezTo>
                <a:cubicBezTo>
                  <a:pt x="1545336" y="1188720"/>
                  <a:pt x="1536192" y="1152144"/>
                  <a:pt x="1527048" y="1124712"/>
                </a:cubicBezTo>
                <a:cubicBezTo>
                  <a:pt x="1527048" y="1124712"/>
                  <a:pt x="1527048" y="1115568"/>
                  <a:pt x="1527048" y="1106424"/>
                </a:cubicBezTo>
                <a:cubicBezTo>
                  <a:pt x="1527048" y="1106424"/>
                  <a:pt x="1527048" y="1097280"/>
                  <a:pt x="1517904" y="1088136"/>
                </a:cubicBezTo>
                <a:moveTo>
                  <a:pt x="1444752" y="1453896"/>
                </a:moveTo>
                <a:cubicBezTo>
                  <a:pt x="1444752" y="1463040"/>
                  <a:pt x="1453896" y="1463040"/>
                  <a:pt x="1453896" y="1463040"/>
                </a:cubicBezTo>
                <a:cubicBezTo>
                  <a:pt x="1444752" y="1472184"/>
                  <a:pt x="1453896" y="1490472"/>
                  <a:pt x="1453896" y="1499616"/>
                </a:cubicBezTo>
                <a:cubicBezTo>
                  <a:pt x="1453896" y="1508760"/>
                  <a:pt x="1453896" y="1508760"/>
                  <a:pt x="1453896" y="1517904"/>
                </a:cubicBezTo>
                <a:cubicBezTo>
                  <a:pt x="1463040" y="1554480"/>
                  <a:pt x="1463040" y="1581912"/>
                  <a:pt x="1463040" y="1609344"/>
                </a:cubicBezTo>
                <a:lnTo>
                  <a:pt x="1463040" y="1609344"/>
                </a:lnTo>
                <a:cubicBezTo>
                  <a:pt x="1463040" y="1645920"/>
                  <a:pt x="1399032" y="1645920"/>
                  <a:pt x="1408176" y="1600200"/>
                </a:cubicBezTo>
                <a:cubicBezTo>
                  <a:pt x="1408176" y="1563624"/>
                  <a:pt x="1417320" y="1536192"/>
                  <a:pt x="1417320" y="1499616"/>
                </a:cubicBezTo>
                <a:lnTo>
                  <a:pt x="1417320" y="1499616"/>
                </a:lnTo>
                <a:cubicBezTo>
                  <a:pt x="1417320" y="1481328"/>
                  <a:pt x="1426464" y="1453896"/>
                  <a:pt x="1444752" y="1453896"/>
                </a:cubicBezTo>
                <a:moveTo>
                  <a:pt x="1261872" y="1527048"/>
                </a:moveTo>
                <a:cubicBezTo>
                  <a:pt x="1261872" y="1517904"/>
                  <a:pt x="1243584" y="1517904"/>
                  <a:pt x="1234440" y="1536192"/>
                </a:cubicBezTo>
                <a:cubicBezTo>
                  <a:pt x="1225296" y="1563624"/>
                  <a:pt x="1225296" y="1581912"/>
                  <a:pt x="1216152" y="1609344"/>
                </a:cubicBezTo>
                <a:cubicBezTo>
                  <a:pt x="1216152" y="1636776"/>
                  <a:pt x="1216152" y="1664208"/>
                  <a:pt x="1216152" y="1682496"/>
                </a:cubicBezTo>
                <a:cubicBezTo>
                  <a:pt x="1225296" y="1709928"/>
                  <a:pt x="1252728" y="1719072"/>
                  <a:pt x="1271016" y="1700784"/>
                </a:cubicBezTo>
                <a:cubicBezTo>
                  <a:pt x="1280160" y="1682496"/>
                  <a:pt x="1280160" y="1664208"/>
                  <a:pt x="1271016" y="1645920"/>
                </a:cubicBezTo>
                <a:cubicBezTo>
                  <a:pt x="1271016" y="1636776"/>
                  <a:pt x="1271016" y="1627632"/>
                  <a:pt x="1271016" y="1618488"/>
                </a:cubicBezTo>
                <a:cubicBezTo>
                  <a:pt x="1271016" y="1609344"/>
                  <a:pt x="1271016" y="1609344"/>
                  <a:pt x="1271016" y="1600200"/>
                </a:cubicBezTo>
                <a:cubicBezTo>
                  <a:pt x="1271016" y="1572768"/>
                  <a:pt x="1280160" y="1545336"/>
                  <a:pt x="1261872" y="1527048"/>
                </a:cubicBezTo>
                <a:moveTo>
                  <a:pt x="1033272" y="1682496"/>
                </a:moveTo>
                <a:cubicBezTo>
                  <a:pt x="1042416" y="1664208"/>
                  <a:pt x="1060704" y="1664208"/>
                  <a:pt x="1060704" y="1673352"/>
                </a:cubicBezTo>
                <a:cubicBezTo>
                  <a:pt x="1078992" y="1700784"/>
                  <a:pt x="1078992" y="1728216"/>
                  <a:pt x="1088136" y="1764792"/>
                </a:cubicBezTo>
                <a:cubicBezTo>
                  <a:pt x="1088136" y="1783080"/>
                  <a:pt x="1088136" y="1810512"/>
                  <a:pt x="1097280" y="1837944"/>
                </a:cubicBezTo>
                <a:cubicBezTo>
                  <a:pt x="1115568" y="1892808"/>
                  <a:pt x="1024128" y="1901952"/>
                  <a:pt x="1033272" y="1837944"/>
                </a:cubicBezTo>
                <a:cubicBezTo>
                  <a:pt x="1033272" y="1819656"/>
                  <a:pt x="1033272" y="1801368"/>
                  <a:pt x="1033272" y="1773936"/>
                </a:cubicBezTo>
                <a:cubicBezTo>
                  <a:pt x="1033272" y="1746504"/>
                  <a:pt x="1024128" y="1709928"/>
                  <a:pt x="1033272" y="1682496"/>
                </a:cubicBezTo>
                <a:moveTo>
                  <a:pt x="493776" y="941832"/>
                </a:moveTo>
                <a:lnTo>
                  <a:pt x="493776" y="941832"/>
                </a:lnTo>
                <a:cubicBezTo>
                  <a:pt x="475488" y="923544"/>
                  <a:pt x="466344" y="914400"/>
                  <a:pt x="457200" y="905256"/>
                </a:cubicBezTo>
                <a:cubicBezTo>
                  <a:pt x="438912" y="896112"/>
                  <a:pt x="429768" y="886968"/>
                  <a:pt x="411480" y="877824"/>
                </a:cubicBezTo>
                <a:cubicBezTo>
                  <a:pt x="402336" y="868680"/>
                  <a:pt x="402336" y="868680"/>
                  <a:pt x="393192" y="859536"/>
                </a:cubicBezTo>
                <a:cubicBezTo>
                  <a:pt x="365760" y="850392"/>
                  <a:pt x="338328" y="877824"/>
                  <a:pt x="356616" y="905256"/>
                </a:cubicBezTo>
                <a:cubicBezTo>
                  <a:pt x="365760" y="914400"/>
                  <a:pt x="365760" y="914400"/>
                  <a:pt x="374904" y="914400"/>
                </a:cubicBezTo>
                <a:cubicBezTo>
                  <a:pt x="384048" y="914400"/>
                  <a:pt x="384048" y="914400"/>
                  <a:pt x="384048" y="914400"/>
                </a:cubicBezTo>
                <a:cubicBezTo>
                  <a:pt x="384048" y="923544"/>
                  <a:pt x="384048" y="923544"/>
                  <a:pt x="393192" y="923544"/>
                </a:cubicBezTo>
                <a:cubicBezTo>
                  <a:pt x="402336" y="923544"/>
                  <a:pt x="411480" y="932688"/>
                  <a:pt x="420624" y="941832"/>
                </a:cubicBezTo>
                <a:cubicBezTo>
                  <a:pt x="420624" y="941832"/>
                  <a:pt x="429768" y="950976"/>
                  <a:pt x="438912" y="950976"/>
                </a:cubicBezTo>
                <a:cubicBezTo>
                  <a:pt x="457200" y="960120"/>
                  <a:pt x="466344" y="969264"/>
                  <a:pt x="484632" y="978408"/>
                </a:cubicBezTo>
                <a:cubicBezTo>
                  <a:pt x="493776" y="978408"/>
                  <a:pt x="502920" y="969264"/>
                  <a:pt x="502920" y="960120"/>
                </a:cubicBezTo>
                <a:cubicBezTo>
                  <a:pt x="502920" y="950976"/>
                  <a:pt x="502920" y="950976"/>
                  <a:pt x="493776" y="941832"/>
                </a:cubicBezTo>
                <a:moveTo>
                  <a:pt x="192024" y="694944"/>
                </a:moveTo>
                <a:cubicBezTo>
                  <a:pt x="219456" y="685800"/>
                  <a:pt x="246888" y="685800"/>
                  <a:pt x="274320" y="694944"/>
                </a:cubicBezTo>
                <a:cubicBezTo>
                  <a:pt x="292608" y="694944"/>
                  <a:pt x="310896" y="704088"/>
                  <a:pt x="329184" y="713232"/>
                </a:cubicBezTo>
                <a:cubicBezTo>
                  <a:pt x="329184" y="722376"/>
                  <a:pt x="329184" y="722376"/>
                  <a:pt x="329184" y="731520"/>
                </a:cubicBezTo>
                <a:cubicBezTo>
                  <a:pt x="320040" y="740664"/>
                  <a:pt x="292608" y="740664"/>
                  <a:pt x="274320" y="740664"/>
                </a:cubicBezTo>
                <a:lnTo>
                  <a:pt x="274320" y="740664"/>
                </a:lnTo>
                <a:cubicBezTo>
                  <a:pt x="246888" y="749808"/>
                  <a:pt x="219456" y="749808"/>
                  <a:pt x="192024" y="758952"/>
                </a:cubicBezTo>
                <a:cubicBezTo>
                  <a:pt x="155448" y="768096"/>
                  <a:pt x="146304" y="694944"/>
                  <a:pt x="192024" y="694944"/>
                </a:cubicBezTo>
                <a:moveTo>
                  <a:pt x="137160" y="384048"/>
                </a:moveTo>
                <a:cubicBezTo>
                  <a:pt x="128016" y="384048"/>
                  <a:pt x="109728" y="393192"/>
                  <a:pt x="91440" y="402336"/>
                </a:cubicBezTo>
                <a:lnTo>
                  <a:pt x="91440" y="402336"/>
                </a:lnTo>
                <a:cubicBezTo>
                  <a:pt x="82296" y="402336"/>
                  <a:pt x="82296" y="402336"/>
                  <a:pt x="73152" y="402336"/>
                </a:cubicBezTo>
                <a:cubicBezTo>
                  <a:pt x="54864" y="411480"/>
                  <a:pt x="36576" y="420624"/>
                  <a:pt x="18288" y="429768"/>
                </a:cubicBezTo>
                <a:cubicBezTo>
                  <a:pt x="-27432" y="466344"/>
                  <a:pt x="36576" y="530352"/>
                  <a:pt x="64008" y="484632"/>
                </a:cubicBezTo>
                <a:cubicBezTo>
                  <a:pt x="73152" y="475488"/>
                  <a:pt x="82296" y="466344"/>
                  <a:pt x="91440" y="457200"/>
                </a:cubicBezTo>
                <a:lnTo>
                  <a:pt x="91440" y="457200"/>
                </a:lnTo>
                <a:cubicBezTo>
                  <a:pt x="100584" y="457200"/>
                  <a:pt x="100584" y="457200"/>
                  <a:pt x="100584" y="457200"/>
                </a:cubicBezTo>
                <a:cubicBezTo>
                  <a:pt x="100584" y="448056"/>
                  <a:pt x="109728" y="448056"/>
                  <a:pt x="109728" y="448056"/>
                </a:cubicBezTo>
                <a:lnTo>
                  <a:pt x="109728" y="448056"/>
                </a:lnTo>
                <a:lnTo>
                  <a:pt x="109728" y="448056"/>
                </a:lnTo>
                <a:cubicBezTo>
                  <a:pt x="118872" y="448056"/>
                  <a:pt x="118872" y="438912"/>
                  <a:pt x="128016" y="438912"/>
                </a:cubicBezTo>
                <a:cubicBezTo>
                  <a:pt x="137160" y="429768"/>
                  <a:pt x="137160" y="429768"/>
                  <a:pt x="146304" y="420624"/>
                </a:cubicBezTo>
                <a:cubicBezTo>
                  <a:pt x="155448" y="411480"/>
                  <a:pt x="146304" y="393192"/>
                  <a:pt x="137160" y="384048"/>
                </a:cubicBezTo>
                <a:moveTo>
                  <a:pt x="960120" y="192024"/>
                </a:moveTo>
                <a:lnTo>
                  <a:pt x="960120" y="192024"/>
                </a:lnTo>
                <a:cubicBezTo>
                  <a:pt x="969264" y="201168"/>
                  <a:pt x="987552" y="201168"/>
                  <a:pt x="996696" y="210312"/>
                </a:cubicBezTo>
                <a:cubicBezTo>
                  <a:pt x="1033272" y="246888"/>
                  <a:pt x="1078992" y="182880"/>
                  <a:pt x="1042416" y="155448"/>
                </a:cubicBezTo>
                <a:cubicBezTo>
                  <a:pt x="1033272" y="146304"/>
                  <a:pt x="1024128" y="146304"/>
                  <a:pt x="1014984" y="137160"/>
                </a:cubicBezTo>
                <a:cubicBezTo>
                  <a:pt x="1005840" y="137160"/>
                  <a:pt x="1005840" y="137160"/>
                  <a:pt x="996696" y="137160"/>
                </a:cubicBezTo>
                <a:cubicBezTo>
                  <a:pt x="996696" y="128016"/>
                  <a:pt x="987552" y="128016"/>
                  <a:pt x="978408" y="128016"/>
                </a:cubicBezTo>
                <a:cubicBezTo>
                  <a:pt x="978408" y="118872"/>
                  <a:pt x="978408" y="118872"/>
                  <a:pt x="969264" y="118872"/>
                </a:cubicBezTo>
                <a:cubicBezTo>
                  <a:pt x="950976" y="109728"/>
                  <a:pt x="932688" y="100584"/>
                  <a:pt x="914400" y="109728"/>
                </a:cubicBezTo>
                <a:cubicBezTo>
                  <a:pt x="896112" y="118872"/>
                  <a:pt x="896112" y="137160"/>
                  <a:pt x="905256" y="146304"/>
                </a:cubicBezTo>
                <a:cubicBezTo>
                  <a:pt x="914400" y="155448"/>
                  <a:pt x="923544" y="155448"/>
                  <a:pt x="932688" y="164592"/>
                </a:cubicBezTo>
                <a:cubicBezTo>
                  <a:pt x="932688" y="173736"/>
                  <a:pt x="941832" y="173736"/>
                  <a:pt x="950976" y="182880"/>
                </a:cubicBezTo>
                <a:cubicBezTo>
                  <a:pt x="950976" y="182880"/>
                  <a:pt x="960120" y="192024"/>
                  <a:pt x="960120" y="192024"/>
                </a:cubicBezTo>
                <a:moveTo>
                  <a:pt x="978408" y="877824"/>
                </a:moveTo>
                <a:cubicBezTo>
                  <a:pt x="978408" y="877824"/>
                  <a:pt x="978408" y="877824"/>
                  <a:pt x="978408" y="877824"/>
                </a:cubicBezTo>
                <a:cubicBezTo>
                  <a:pt x="1014984" y="896112"/>
                  <a:pt x="987552" y="950976"/>
                  <a:pt x="960120" y="932688"/>
                </a:cubicBezTo>
                <a:cubicBezTo>
                  <a:pt x="941832" y="923544"/>
                  <a:pt x="923544" y="914400"/>
                  <a:pt x="914400" y="896112"/>
                </a:cubicBezTo>
                <a:cubicBezTo>
                  <a:pt x="914400" y="886968"/>
                  <a:pt x="905256" y="886968"/>
                  <a:pt x="896112" y="877824"/>
                </a:cubicBezTo>
                <a:cubicBezTo>
                  <a:pt x="877824" y="859536"/>
                  <a:pt x="859536" y="832104"/>
                  <a:pt x="850392" y="804672"/>
                </a:cubicBezTo>
                <a:cubicBezTo>
                  <a:pt x="850392" y="786384"/>
                  <a:pt x="859536" y="777240"/>
                  <a:pt x="877824" y="777240"/>
                </a:cubicBezTo>
                <a:cubicBezTo>
                  <a:pt x="896112" y="786384"/>
                  <a:pt x="905256" y="804672"/>
                  <a:pt x="923544" y="813816"/>
                </a:cubicBezTo>
                <a:cubicBezTo>
                  <a:pt x="923544" y="822960"/>
                  <a:pt x="923544" y="822960"/>
                  <a:pt x="932688" y="832104"/>
                </a:cubicBezTo>
                <a:lnTo>
                  <a:pt x="960120" y="859536"/>
                </a:lnTo>
                <a:cubicBezTo>
                  <a:pt x="969264" y="868680"/>
                  <a:pt x="969264" y="868680"/>
                  <a:pt x="978408" y="877824"/>
                </a:cubicBezTo>
                <a:lnTo>
                  <a:pt x="978408" y="877824"/>
                </a:lnTo>
                <a:moveTo>
                  <a:pt x="1014984" y="484632"/>
                </a:moveTo>
                <a:cubicBezTo>
                  <a:pt x="987552" y="466344"/>
                  <a:pt x="960120" y="448056"/>
                  <a:pt x="932688" y="438912"/>
                </a:cubicBezTo>
                <a:cubicBezTo>
                  <a:pt x="932688" y="438912"/>
                  <a:pt x="932688" y="438912"/>
                  <a:pt x="932688" y="438912"/>
                </a:cubicBezTo>
                <a:cubicBezTo>
                  <a:pt x="914400" y="429768"/>
                  <a:pt x="886968" y="420624"/>
                  <a:pt x="868680" y="429768"/>
                </a:cubicBezTo>
                <a:cubicBezTo>
                  <a:pt x="859536" y="429768"/>
                  <a:pt x="868680" y="448056"/>
                  <a:pt x="877824" y="448056"/>
                </a:cubicBezTo>
                <a:cubicBezTo>
                  <a:pt x="886968" y="457200"/>
                  <a:pt x="886968" y="457200"/>
                  <a:pt x="896112" y="466344"/>
                </a:cubicBezTo>
                <a:lnTo>
                  <a:pt x="896112" y="466344"/>
                </a:lnTo>
                <a:cubicBezTo>
                  <a:pt x="896112" y="466344"/>
                  <a:pt x="896112" y="466344"/>
                  <a:pt x="896112" y="466344"/>
                </a:cubicBezTo>
                <a:lnTo>
                  <a:pt x="923544" y="484632"/>
                </a:lnTo>
                <a:cubicBezTo>
                  <a:pt x="932688" y="493776"/>
                  <a:pt x="941832" y="502920"/>
                  <a:pt x="950976" y="512064"/>
                </a:cubicBezTo>
                <a:cubicBezTo>
                  <a:pt x="960120" y="512064"/>
                  <a:pt x="969264" y="521208"/>
                  <a:pt x="978408" y="530352"/>
                </a:cubicBezTo>
                <a:cubicBezTo>
                  <a:pt x="1005840" y="548640"/>
                  <a:pt x="1033272" y="512064"/>
                  <a:pt x="1014984" y="484632"/>
                </a:cubicBezTo>
                <a:moveTo>
                  <a:pt x="914400" y="1453896"/>
                </a:moveTo>
                <a:lnTo>
                  <a:pt x="914400" y="1453896"/>
                </a:lnTo>
                <a:cubicBezTo>
                  <a:pt x="923544" y="1453896"/>
                  <a:pt x="923544" y="1463040"/>
                  <a:pt x="923544" y="1463040"/>
                </a:cubicBezTo>
                <a:cubicBezTo>
                  <a:pt x="932688" y="1472184"/>
                  <a:pt x="932688" y="1472184"/>
                  <a:pt x="941832" y="1481328"/>
                </a:cubicBezTo>
                <a:lnTo>
                  <a:pt x="941832" y="1481328"/>
                </a:lnTo>
                <a:cubicBezTo>
                  <a:pt x="941832" y="1481328"/>
                  <a:pt x="950976" y="1490472"/>
                  <a:pt x="960120" y="1499616"/>
                </a:cubicBezTo>
                <a:cubicBezTo>
                  <a:pt x="978408" y="1527048"/>
                  <a:pt x="932688" y="1563624"/>
                  <a:pt x="914400" y="1536192"/>
                </a:cubicBezTo>
                <a:cubicBezTo>
                  <a:pt x="905256" y="1527048"/>
                  <a:pt x="905256" y="1517904"/>
                  <a:pt x="896112" y="1508760"/>
                </a:cubicBezTo>
                <a:lnTo>
                  <a:pt x="896112" y="1508760"/>
                </a:lnTo>
                <a:lnTo>
                  <a:pt x="896112" y="1508760"/>
                </a:lnTo>
                <a:cubicBezTo>
                  <a:pt x="896112" y="1499616"/>
                  <a:pt x="886968" y="1490472"/>
                  <a:pt x="886968" y="1490472"/>
                </a:cubicBezTo>
                <a:cubicBezTo>
                  <a:pt x="868680" y="1472184"/>
                  <a:pt x="859536" y="1463040"/>
                  <a:pt x="859536" y="1444752"/>
                </a:cubicBezTo>
                <a:cubicBezTo>
                  <a:pt x="859536" y="1426464"/>
                  <a:pt x="886968" y="1417320"/>
                  <a:pt x="896112" y="1435608"/>
                </a:cubicBezTo>
                <a:cubicBezTo>
                  <a:pt x="896112" y="1435608"/>
                  <a:pt x="905256" y="1444752"/>
                  <a:pt x="914400" y="1453896"/>
                </a:cubicBezTo>
                <a:moveTo>
                  <a:pt x="1252728" y="1920240"/>
                </a:moveTo>
                <a:cubicBezTo>
                  <a:pt x="1225296" y="1929384"/>
                  <a:pt x="1216152" y="1956816"/>
                  <a:pt x="1207008" y="1984248"/>
                </a:cubicBezTo>
                <a:cubicBezTo>
                  <a:pt x="1207008" y="1984248"/>
                  <a:pt x="1207008" y="1984248"/>
                  <a:pt x="1207008" y="1993392"/>
                </a:cubicBezTo>
                <a:lnTo>
                  <a:pt x="1197864" y="2020824"/>
                </a:lnTo>
                <a:lnTo>
                  <a:pt x="1197864" y="2020824"/>
                </a:lnTo>
                <a:cubicBezTo>
                  <a:pt x="1197864" y="2020824"/>
                  <a:pt x="1188720" y="2029968"/>
                  <a:pt x="1188720" y="2029968"/>
                </a:cubicBezTo>
                <a:cubicBezTo>
                  <a:pt x="1188720" y="2029968"/>
                  <a:pt x="1188720" y="2039112"/>
                  <a:pt x="1179576" y="2039112"/>
                </a:cubicBezTo>
                <a:cubicBezTo>
                  <a:pt x="1170432" y="2057400"/>
                  <a:pt x="1188720" y="2084832"/>
                  <a:pt x="1207008" y="2084832"/>
                </a:cubicBezTo>
                <a:lnTo>
                  <a:pt x="1216152" y="2084832"/>
                </a:lnTo>
                <a:cubicBezTo>
                  <a:pt x="1225296" y="2084832"/>
                  <a:pt x="1243584" y="2084832"/>
                  <a:pt x="1252728" y="2075688"/>
                </a:cubicBezTo>
                <a:cubicBezTo>
                  <a:pt x="1261872" y="2057400"/>
                  <a:pt x="1261872" y="2048256"/>
                  <a:pt x="1261872" y="2029968"/>
                </a:cubicBezTo>
                <a:cubicBezTo>
                  <a:pt x="1261872" y="2020824"/>
                  <a:pt x="1261872" y="2020824"/>
                  <a:pt x="1261872" y="2020824"/>
                </a:cubicBezTo>
                <a:cubicBezTo>
                  <a:pt x="1271016" y="1993392"/>
                  <a:pt x="1271016" y="1965960"/>
                  <a:pt x="1280160" y="1938528"/>
                </a:cubicBezTo>
                <a:cubicBezTo>
                  <a:pt x="1280160" y="1938528"/>
                  <a:pt x="1271016" y="1920240"/>
                  <a:pt x="1252728" y="1920240"/>
                </a:cubicBezTo>
                <a:moveTo>
                  <a:pt x="192024" y="201168"/>
                </a:moveTo>
                <a:cubicBezTo>
                  <a:pt x="182880" y="201168"/>
                  <a:pt x="182880" y="210312"/>
                  <a:pt x="173736" y="210312"/>
                </a:cubicBezTo>
                <a:cubicBezTo>
                  <a:pt x="155448" y="219456"/>
                  <a:pt x="137160" y="210312"/>
                  <a:pt x="137160" y="192024"/>
                </a:cubicBezTo>
                <a:cubicBezTo>
                  <a:pt x="128016" y="164592"/>
                  <a:pt x="155448" y="146304"/>
                  <a:pt x="173736" y="137160"/>
                </a:cubicBezTo>
                <a:cubicBezTo>
                  <a:pt x="201168" y="128016"/>
                  <a:pt x="228600" y="109728"/>
                  <a:pt x="256032" y="109728"/>
                </a:cubicBezTo>
                <a:cubicBezTo>
                  <a:pt x="274320" y="109728"/>
                  <a:pt x="274320" y="128016"/>
                  <a:pt x="265176" y="137160"/>
                </a:cubicBezTo>
                <a:cubicBezTo>
                  <a:pt x="265176" y="137160"/>
                  <a:pt x="265176" y="146304"/>
                  <a:pt x="256032" y="146304"/>
                </a:cubicBezTo>
                <a:cubicBezTo>
                  <a:pt x="256032" y="155448"/>
                  <a:pt x="246888" y="155448"/>
                  <a:pt x="237744" y="164592"/>
                </a:cubicBezTo>
                <a:cubicBezTo>
                  <a:pt x="228600" y="164592"/>
                  <a:pt x="228600" y="164592"/>
                  <a:pt x="219456" y="173736"/>
                </a:cubicBezTo>
                <a:cubicBezTo>
                  <a:pt x="219456" y="173736"/>
                  <a:pt x="219456" y="173736"/>
                  <a:pt x="210312" y="173736"/>
                </a:cubicBezTo>
                <a:cubicBezTo>
                  <a:pt x="210312" y="182880"/>
                  <a:pt x="210312" y="182880"/>
                  <a:pt x="210312" y="182880"/>
                </a:cubicBezTo>
                <a:cubicBezTo>
                  <a:pt x="201168" y="182880"/>
                  <a:pt x="201168" y="192024"/>
                  <a:pt x="192024" y="192024"/>
                </a:cubicBezTo>
                <a:cubicBezTo>
                  <a:pt x="192024" y="192024"/>
                  <a:pt x="192024" y="192024"/>
                  <a:pt x="192024" y="201168"/>
                </a:cubicBezTo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700784" y="917924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6000">
                <a:solidFill>
                  <a:schemeClr val="accent1">
                    <a:lumMod val="20000"/>
                    <a:lumOff val="8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ctor_#color-2096&amp;3058"/>
          <p:cNvSpPr/>
          <p:nvPr userDrawn="1">
            <p:custDataLst>
              <p:tags r:id="rId2"/>
            </p:custDataLst>
          </p:nvPr>
        </p:nvSpPr>
        <p:spPr>
          <a:xfrm>
            <a:off x="4626864" y="1984248"/>
            <a:ext cx="7562088" cy="4873752"/>
          </a:xfrm>
          <a:custGeom>
            <a:avLst/>
            <a:gdLst/>
            <a:ahLst/>
            <a:cxnLst/>
            <a:rect l="l" t="t" r="r" b="b"/>
            <a:pathLst>
              <a:path w="7562088" h="4873752">
                <a:moveTo>
                  <a:pt x="7562088" y="411480"/>
                </a:moveTo>
                <a:lnTo>
                  <a:pt x="7562088" y="4873752"/>
                </a:lnTo>
                <a:lnTo>
                  <a:pt x="0" y="4873752"/>
                </a:lnTo>
                <a:cubicBezTo>
                  <a:pt x="82296" y="4334256"/>
                  <a:pt x="347472" y="3822192"/>
                  <a:pt x="740664" y="3584448"/>
                </a:cubicBezTo>
                <a:cubicBezTo>
                  <a:pt x="1289304" y="3255264"/>
                  <a:pt x="2020824" y="3502152"/>
                  <a:pt x="2752344" y="3749040"/>
                </a:cubicBezTo>
                <a:lnTo>
                  <a:pt x="2752344" y="3749040"/>
                </a:lnTo>
                <a:cubicBezTo>
                  <a:pt x="3200400" y="3904488"/>
                  <a:pt x="3547872" y="4041648"/>
                  <a:pt x="3822192" y="4160520"/>
                </a:cubicBezTo>
                <a:cubicBezTo>
                  <a:pt x="4370832" y="4389120"/>
                  <a:pt x="4654296" y="4507992"/>
                  <a:pt x="4965192" y="4352544"/>
                </a:cubicBezTo>
                <a:cubicBezTo>
                  <a:pt x="5294376" y="4178808"/>
                  <a:pt x="5458968" y="3922776"/>
                  <a:pt x="5422392" y="3557016"/>
                </a:cubicBezTo>
                <a:cubicBezTo>
                  <a:pt x="5385816" y="3154680"/>
                  <a:pt x="5166360" y="2926080"/>
                  <a:pt x="4946904" y="2706624"/>
                </a:cubicBezTo>
                <a:cubicBezTo>
                  <a:pt x="4754880" y="2514600"/>
                  <a:pt x="4562856" y="2313432"/>
                  <a:pt x="4498848" y="2002536"/>
                </a:cubicBezTo>
                <a:cubicBezTo>
                  <a:pt x="4370832" y="1298448"/>
                  <a:pt x="4974336" y="411480"/>
                  <a:pt x="5733288" y="109728"/>
                </a:cubicBezTo>
                <a:cubicBezTo>
                  <a:pt x="6400800" y="-155448"/>
                  <a:pt x="7059168" y="91440"/>
                  <a:pt x="7562088" y="411480"/>
                </a:cubicBezTo>
              </a:path>
            </a:pathLst>
          </a:custGeom>
          <a:solidFill>
            <a:schemeClr val="accent1">
              <a:lumMod val="75000"/>
            </a:schemeClr>
          </a:solidFill>
        </p:spPr>
      </p:sp>
      <p:sp>
        <p:nvSpPr>
          <p:cNvPr id="9" name="Vector_#color-2096&amp;3061"/>
          <p:cNvSpPr/>
          <p:nvPr userDrawn="1">
            <p:custDataLst>
              <p:tags r:id="rId3"/>
            </p:custDataLst>
          </p:nvPr>
        </p:nvSpPr>
        <p:spPr>
          <a:xfrm>
            <a:off x="6199632" y="0"/>
            <a:ext cx="4059936" cy="1600200"/>
          </a:xfrm>
          <a:custGeom>
            <a:avLst/>
            <a:gdLst/>
            <a:ahLst/>
            <a:cxnLst/>
            <a:rect l="l" t="t" r="r" b="b"/>
            <a:pathLst>
              <a:path w="4059936" h="1600200">
                <a:moveTo>
                  <a:pt x="4059936" y="0"/>
                </a:moveTo>
                <a:lnTo>
                  <a:pt x="0" y="0"/>
                </a:lnTo>
                <a:cubicBezTo>
                  <a:pt x="9144" y="173736"/>
                  <a:pt x="54864" y="347472"/>
                  <a:pt x="137160" y="512064"/>
                </a:cubicBezTo>
                <a:cubicBezTo>
                  <a:pt x="667512" y="1627632"/>
                  <a:pt x="2788920" y="2048256"/>
                  <a:pt x="3666744" y="996696"/>
                </a:cubicBezTo>
                <a:cubicBezTo>
                  <a:pt x="3895344" y="722376"/>
                  <a:pt x="4032504" y="365760"/>
                  <a:pt x="4059936" y="0"/>
                </a:cubicBezTo>
              </a:path>
            </a:pathLst>
          </a:custGeom>
          <a:solidFill>
            <a:schemeClr val="accent5"/>
          </a:solidFill>
        </p:spPr>
      </p:sp>
      <p:sp>
        <p:nvSpPr>
          <p:cNvPr id="10" name="Union-2096&amp;3612"/>
          <p:cNvSpPr/>
          <p:nvPr userDrawn="1">
            <p:custDataLst>
              <p:tags r:id="rId4"/>
            </p:custDataLst>
          </p:nvPr>
        </p:nvSpPr>
        <p:spPr>
          <a:xfrm>
            <a:off x="6473952" y="923544"/>
            <a:ext cx="2743200" cy="1060704"/>
          </a:xfrm>
          <a:custGeom>
            <a:avLst/>
            <a:gdLst/>
            <a:ahLst/>
            <a:cxnLst/>
            <a:rect l="l" t="t" r="r" b="b"/>
            <a:pathLst>
              <a:path w="2743200" h="1060704">
                <a:moveTo>
                  <a:pt x="1956816" y="64008"/>
                </a:moveTo>
                <a:cubicBezTo>
                  <a:pt x="1929384" y="64008"/>
                  <a:pt x="1901952" y="64008"/>
                  <a:pt x="1874520" y="64008"/>
                </a:cubicBezTo>
                <a:cubicBezTo>
                  <a:pt x="1874520" y="64008"/>
                  <a:pt x="1865376" y="64008"/>
                  <a:pt x="1856232" y="64008"/>
                </a:cubicBezTo>
                <a:cubicBezTo>
                  <a:pt x="1847088" y="64008"/>
                  <a:pt x="1837944" y="64008"/>
                  <a:pt x="1819656" y="54864"/>
                </a:cubicBezTo>
                <a:cubicBezTo>
                  <a:pt x="1819656" y="54864"/>
                  <a:pt x="1819656" y="45720"/>
                  <a:pt x="1819656" y="45720"/>
                </a:cubicBezTo>
                <a:cubicBezTo>
                  <a:pt x="1828800" y="36576"/>
                  <a:pt x="1847088" y="27432"/>
                  <a:pt x="1856232" y="27432"/>
                </a:cubicBezTo>
                <a:cubicBezTo>
                  <a:pt x="1856232" y="27432"/>
                  <a:pt x="1865376" y="27432"/>
                  <a:pt x="1865376" y="27432"/>
                </a:cubicBezTo>
                <a:cubicBezTo>
                  <a:pt x="1892808" y="18288"/>
                  <a:pt x="1911096" y="9144"/>
                  <a:pt x="1938528" y="0"/>
                </a:cubicBezTo>
                <a:cubicBezTo>
                  <a:pt x="1984248" y="-9144"/>
                  <a:pt x="1993392" y="54864"/>
                  <a:pt x="1956816" y="64008"/>
                </a:cubicBezTo>
                <a:moveTo>
                  <a:pt x="1581912" y="109728"/>
                </a:moveTo>
                <a:lnTo>
                  <a:pt x="1636776" y="109728"/>
                </a:lnTo>
                <a:cubicBezTo>
                  <a:pt x="1655064" y="109728"/>
                  <a:pt x="1682496" y="100584"/>
                  <a:pt x="1709928" y="100584"/>
                </a:cubicBezTo>
                <a:cubicBezTo>
                  <a:pt x="1728216" y="91440"/>
                  <a:pt x="1728216" y="45720"/>
                  <a:pt x="1700784" y="45720"/>
                </a:cubicBezTo>
                <a:cubicBezTo>
                  <a:pt x="1691640" y="45720"/>
                  <a:pt x="1682496" y="45720"/>
                  <a:pt x="1673352" y="45720"/>
                </a:cubicBezTo>
                <a:cubicBezTo>
                  <a:pt x="1673352" y="45720"/>
                  <a:pt x="1673352" y="54864"/>
                  <a:pt x="1673352" y="54864"/>
                </a:cubicBezTo>
                <a:cubicBezTo>
                  <a:pt x="1655064" y="54864"/>
                  <a:pt x="1645920" y="64008"/>
                  <a:pt x="1627632" y="64008"/>
                </a:cubicBezTo>
                <a:cubicBezTo>
                  <a:pt x="1618488" y="64008"/>
                  <a:pt x="1618488" y="64008"/>
                  <a:pt x="1609344" y="73152"/>
                </a:cubicBezTo>
                <a:cubicBezTo>
                  <a:pt x="1591056" y="73152"/>
                  <a:pt x="1572768" y="73152"/>
                  <a:pt x="1563624" y="91440"/>
                </a:cubicBezTo>
                <a:cubicBezTo>
                  <a:pt x="1554480" y="91440"/>
                  <a:pt x="1554480" y="100584"/>
                  <a:pt x="1563624" y="100584"/>
                </a:cubicBezTo>
                <a:cubicBezTo>
                  <a:pt x="1572768" y="109728"/>
                  <a:pt x="1572768" y="109728"/>
                  <a:pt x="1581912" y="109728"/>
                </a:cubicBezTo>
                <a:moveTo>
                  <a:pt x="694944" y="54864"/>
                </a:moveTo>
                <a:cubicBezTo>
                  <a:pt x="722376" y="45720"/>
                  <a:pt x="749808" y="45720"/>
                  <a:pt x="777240" y="54864"/>
                </a:cubicBezTo>
                <a:cubicBezTo>
                  <a:pt x="795528" y="64008"/>
                  <a:pt x="795528" y="82296"/>
                  <a:pt x="777240" y="91440"/>
                </a:cubicBezTo>
                <a:cubicBezTo>
                  <a:pt x="758952" y="100584"/>
                  <a:pt x="722376" y="100584"/>
                  <a:pt x="694944" y="100584"/>
                </a:cubicBezTo>
                <a:cubicBezTo>
                  <a:pt x="676656" y="109728"/>
                  <a:pt x="649224" y="109728"/>
                  <a:pt x="621792" y="118872"/>
                </a:cubicBezTo>
                <a:cubicBezTo>
                  <a:pt x="576072" y="128016"/>
                  <a:pt x="566928" y="36576"/>
                  <a:pt x="621792" y="45720"/>
                </a:cubicBezTo>
                <a:cubicBezTo>
                  <a:pt x="649224" y="54864"/>
                  <a:pt x="667512" y="54864"/>
                  <a:pt x="694944" y="54864"/>
                </a:cubicBezTo>
                <a:moveTo>
                  <a:pt x="2688336" y="173736"/>
                </a:moveTo>
                <a:cubicBezTo>
                  <a:pt x="2706624" y="173736"/>
                  <a:pt x="2724912" y="173736"/>
                  <a:pt x="2734056" y="182880"/>
                </a:cubicBezTo>
                <a:cubicBezTo>
                  <a:pt x="2752344" y="192024"/>
                  <a:pt x="2743200" y="210312"/>
                  <a:pt x="2724912" y="210312"/>
                </a:cubicBezTo>
                <a:cubicBezTo>
                  <a:pt x="2715768" y="210312"/>
                  <a:pt x="2697480" y="210312"/>
                  <a:pt x="2688336" y="219456"/>
                </a:cubicBezTo>
                <a:cubicBezTo>
                  <a:pt x="2679192" y="219456"/>
                  <a:pt x="2660904" y="219456"/>
                  <a:pt x="2651760" y="219456"/>
                </a:cubicBezTo>
                <a:cubicBezTo>
                  <a:pt x="2642616" y="228600"/>
                  <a:pt x="2633472" y="228600"/>
                  <a:pt x="2633472" y="228600"/>
                </a:cubicBezTo>
                <a:cubicBezTo>
                  <a:pt x="2624328" y="228600"/>
                  <a:pt x="2615184" y="228600"/>
                  <a:pt x="2606040" y="228600"/>
                </a:cubicBezTo>
                <a:cubicBezTo>
                  <a:pt x="2606040" y="228600"/>
                  <a:pt x="2606040" y="228600"/>
                  <a:pt x="2606040" y="228600"/>
                </a:cubicBezTo>
                <a:cubicBezTo>
                  <a:pt x="2596896" y="237744"/>
                  <a:pt x="2587752" y="237744"/>
                  <a:pt x="2569464" y="228600"/>
                </a:cubicBezTo>
                <a:cubicBezTo>
                  <a:pt x="2542032" y="219456"/>
                  <a:pt x="2560320" y="173736"/>
                  <a:pt x="2587752" y="173736"/>
                </a:cubicBezTo>
                <a:cubicBezTo>
                  <a:pt x="2587752" y="173736"/>
                  <a:pt x="2596896" y="173736"/>
                  <a:pt x="2596896" y="173736"/>
                </a:cubicBezTo>
                <a:cubicBezTo>
                  <a:pt x="2606040" y="173736"/>
                  <a:pt x="2615184" y="173736"/>
                  <a:pt x="2615184" y="173736"/>
                </a:cubicBezTo>
                <a:lnTo>
                  <a:pt x="2670048" y="173736"/>
                </a:lnTo>
                <a:cubicBezTo>
                  <a:pt x="2670048" y="173736"/>
                  <a:pt x="2679192" y="173736"/>
                  <a:pt x="2688336" y="173736"/>
                </a:cubicBezTo>
                <a:moveTo>
                  <a:pt x="1435608" y="713232"/>
                </a:moveTo>
                <a:cubicBezTo>
                  <a:pt x="1417320" y="713232"/>
                  <a:pt x="1399032" y="713232"/>
                  <a:pt x="1389888" y="713232"/>
                </a:cubicBezTo>
                <a:cubicBezTo>
                  <a:pt x="1380744" y="704088"/>
                  <a:pt x="1371600" y="704088"/>
                  <a:pt x="1362456" y="704088"/>
                </a:cubicBezTo>
                <a:cubicBezTo>
                  <a:pt x="1353312" y="704088"/>
                  <a:pt x="1344168" y="704088"/>
                  <a:pt x="1335024" y="704088"/>
                </a:cubicBezTo>
                <a:cubicBezTo>
                  <a:pt x="1335024" y="704088"/>
                  <a:pt x="1325880" y="704088"/>
                  <a:pt x="1316736" y="704088"/>
                </a:cubicBezTo>
                <a:lnTo>
                  <a:pt x="1298448" y="704088"/>
                </a:lnTo>
                <a:cubicBezTo>
                  <a:pt x="1298448" y="704088"/>
                  <a:pt x="1280160" y="704088"/>
                  <a:pt x="1280160" y="704088"/>
                </a:cubicBezTo>
                <a:cubicBezTo>
                  <a:pt x="1243584" y="694944"/>
                  <a:pt x="1216152" y="749808"/>
                  <a:pt x="1261872" y="768096"/>
                </a:cubicBezTo>
                <a:cubicBezTo>
                  <a:pt x="1271016" y="768096"/>
                  <a:pt x="1280160" y="768096"/>
                  <a:pt x="1280160" y="768096"/>
                </a:cubicBezTo>
                <a:cubicBezTo>
                  <a:pt x="1289304" y="768096"/>
                  <a:pt x="1289304" y="768096"/>
                  <a:pt x="1298448" y="768096"/>
                </a:cubicBezTo>
                <a:cubicBezTo>
                  <a:pt x="1307592" y="758952"/>
                  <a:pt x="1325880" y="758952"/>
                  <a:pt x="1344168" y="758952"/>
                </a:cubicBezTo>
                <a:cubicBezTo>
                  <a:pt x="1353312" y="758952"/>
                  <a:pt x="1353312" y="768096"/>
                  <a:pt x="1362456" y="768096"/>
                </a:cubicBezTo>
                <a:cubicBezTo>
                  <a:pt x="1371600" y="768096"/>
                  <a:pt x="1380744" y="768096"/>
                  <a:pt x="1389888" y="758952"/>
                </a:cubicBezTo>
                <a:cubicBezTo>
                  <a:pt x="1399032" y="758952"/>
                  <a:pt x="1399032" y="758952"/>
                  <a:pt x="1408176" y="758952"/>
                </a:cubicBezTo>
                <a:cubicBezTo>
                  <a:pt x="1408176" y="758952"/>
                  <a:pt x="1417320" y="758952"/>
                  <a:pt x="1426464" y="758952"/>
                </a:cubicBezTo>
                <a:cubicBezTo>
                  <a:pt x="1444752" y="758952"/>
                  <a:pt x="1453896" y="722376"/>
                  <a:pt x="1435608" y="713232"/>
                </a:cubicBezTo>
                <a:moveTo>
                  <a:pt x="1655064" y="1005840"/>
                </a:moveTo>
                <a:lnTo>
                  <a:pt x="1609344" y="1005840"/>
                </a:lnTo>
                <a:cubicBezTo>
                  <a:pt x="1600200" y="1005840"/>
                  <a:pt x="1600200" y="1005840"/>
                  <a:pt x="1591056" y="1005840"/>
                </a:cubicBezTo>
                <a:lnTo>
                  <a:pt x="1591056" y="1005840"/>
                </a:lnTo>
                <a:lnTo>
                  <a:pt x="1591056" y="1005840"/>
                </a:lnTo>
                <a:lnTo>
                  <a:pt x="1591056" y="1005840"/>
                </a:lnTo>
                <a:lnTo>
                  <a:pt x="1591056" y="1005840"/>
                </a:lnTo>
                <a:cubicBezTo>
                  <a:pt x="1581912" y="1005840"/>
                  <a:pt x="1581912" y="1005840"/>
                  <a:pt x="1572768" y="1005840"/>
                </a:cubicBezTo>
                <a:cubicBezTo>
                  <a:pt x="1545336" y="1005840"/>
                  <a:pt x="1536192" y="1051560"/>
                  <a:pt x="1563624" y="1060704"/>
                </a:cubicBezTo>
                <a:cubicBezTo>
                  <a:pt x="1581912" y="1069848"/>
                  <a:pt x="1581912" y="1060704"/>
                  <a:pt x="1591056" y="1060704"/>
                </a:cubicBezTo>
                <a:cubicBezTo>
                  <a:pt x="1600200" y="1060704"/>
                  <a:pt x="1600200" y="1060704"/>
                  <a:pt x="1600200" y="1060704"/>
                </a:cubicBezTo>
                <a:cubicBezTo>
                  <a:pt x="1600200" y="1060704"/>
                  <a:pt x="1600200" y="1060704"/>
                  <a:pt x="1600200" y="1060704"/>
                </a:cubicBezTo>
                <a:cubicBezTo>
                  <a:pt x="1609344" y="1060704"/>
                  <a:pt x="1609344" y="1060704"/>
                  <a:pt x="1618488" y="1060704"/>
                </a:cubicBezTo>
                <a:cubicBezTo>
                  <a:pt x="1627632" y="1060704"/>
                  <a:pt x="1636776" y="1060704"/>
                  <a:pt x="1636776" y="1051560"/>
                </a:cubicBezTo>
                <a:cubicBezTo>
                  <a:pt x="1655064" y="1051560"/>
                  <a:pt x="1664208" y="1051560"/>
                  <a:pt x="1682496" y="1051560"/>
                </a:cubicBezTo>
                <a:lnTo>
                  <a:pt x="1682496" y="1051560"/>
                </a:lnTo>
                <a:lnTo>
                  <a:pt x="1682496" y="1051560"/>
                </a:lnTo>
                <a:cubicBezTo>
                  <a:pt x="1691640" y="1042416"/>
                  <a:pt x="1709928" y="1042416"/>
                  <a:pt x="1719072" y="1042416"/>
                </a:cubicBezTo>
                <a:cubicBezTo>
                  <a:pt x="1728216" y="1042416"/>
                  <a:pt x="1737360" y="1024128"/>
                  <a:pt x="1728216" y="1014984"/>
                </a:cubicBezTo>
                <a:cubicBezTo>
                  <a:pt x="1709928" y="1005840"/>
                  <a:pt x="1691640" y="1005840"/>
                  <a:pt x="1673352" y="1005840"/>
                </a:cubicBezTo>
                <a:cubicBezTo>
                  <a:pt x="1664208" y="1005840"/>
                  <a:pt x="1664208" y="1005840"/>
                  <a:pt x="1655064" y="1005840"/>
                </a:cubicBezTo>
                <a:moveTo>
                  <a:pt x="1380744" y="914400"/>
                </a:moveTo>
                <a:cubicBezTo>
                  <a:pt x="1362456" y="914400"/>
                  <a:pt x="1344168" y="914400"/>
                  <a:pt x="1325880" y="914400"/>
                </a:cubicBezTo>
                <a:cubicBezTo>
                  <a:pt x="1307592" y="914400"/>
                  <a:pt x="1289304" y="914400"/>
                  <a:pt x="1271016" y="905256"/>
                </a:cubicBezTo>
                <a:cubicBezTo>
                  <a:pt x="1225296" y="905256"/>
                  <a:pt x="1216152" y="960120"/>
                  <a:pt x="1252728" y="969264"/>
                </a:cubicBezTo>
                <a:cubicBezTo>
                  <a:pt x="1271016" y="969264"/>
                  <a:pt x="1289304" y="969264"/>
                  <a:pt x="1307592" y="969264"/>
                </a:cubicBezTo>
                <a:cubicBezTo>
                  <a:pt x="1316736" y="969264"/>
                  <a:pt x="1325880" y="969264"/>
                  <a:pt x="1335024" y="969264"/>
                </a:cubicBezTo>
                <a:cubicBezTo>
                  <a:pt x="1353312" y="969264"/>
                  <a:pt x="1389888" y="969264"/>
                  <a:pt x="1399032" y="941832"/>
                </a:cubicBezTo>
                <a:lnTo>
                  <a:pt x="1399032" y="941832"/>
                </a:lnTo>
                <a:cubicBezTo>
                  <a:pt x="1399032" y="932688"/>
                  <a:pt x="1389888" y="914400"/>
                  <a:pt x="1380744" y="914400"/>
                </a:cubicBezTo>
                <a:moveTo>
                  <a:pt x="996696" y="594360"/>
                </a:moveTo>
                <a:lnTo>
                  <a:pt x="996696" y="594360"/>
                </a:lnTo>
                <a:cubicBezTo>
                  <a:pt x="1005840" y="594360"/>
                  <a:pt x="1014984" y="594360"/>
                  <a:pt x="1014984" y="594360"/>
                </a:cubicBezTo>
                <a:cubicBezTo>
                  <a:pt x="1024128" y="594360"/>
                  <a:pt x="1024128" y="594360"/>
                  <a:pt x="1033272" y="603504"/>
                </a:cubicBezTo>
                <a:cubicBezTo>
                  <a:pt x="1051560" y="603504"/>
                  <a:pt x="1078992" y="603504"/>
                  <a:pt x="1097280" y="621792"/>
                </a:cubicBezTo>
                <a:cubicBezTo>
                  <a:pt x="1106424" y="630936"/>
                  <a:pt x="1097280" y="649224"/>
                  <a:pt x="1078992" y="649224"/>
                </a:cubicBezTo>
                <a:lnTo>
                  <a:pt x="1014984" y="649224"/>
                </a:lnTo>
                <a:cubicBezTo>
                  <a:pt x="1005840" y="649224"/>
                  <a:pt x="1005840" y="649224"/>
                  <a:pt x="996696" y="649224"/>
                </a:cubicBezTo>
                <a:cubicBezTo>
                  <a:pt x="987552" y="640080"/>
                  <a:pt x="969264" y="640080"/>
                  <a:pt x="960120" y="649224"/>
                </a:cubicBezTo>
                <a:cubicBezTo>
                  <a:pt x="923544" y="658368"/>
                  <a:pt x="914400" y="603504"/>
                  <a:pt x="941832" y="594360"/>
                </a:cubicBezTo>
                <a:cubicBezTo>
                  <a:pt x="960120" y="585216"/>
                  <a:pt x="978408" y="594360"/>
                  <a:pt x="996696" y="594360"/>
                </a:cubicBezTo>
                <a:moveTo>
                  <a:pt x="1097280" y="374904"/>
                </a:moveTo>
                <a:cubicBezTo>
                  <a:pt x="1069848" y="374904"/>
                  <a:pt x="1051560" y="384048"/>
                  <a:pt x="1033272" y="384048"/>
                </a:cubicBezTo>
                <a:cubicBezTo>
                  <a:pt x="1014984" y="384048"/>
                  <a:pt x="996696" y="393192"/>
                  <a:pt x="978408" y="393192"/>
                </a:cubicBezTo>
                <a:cubicBezTo>
                  <a:pt x="960120" y="393192"/>
                  <a:pt x="950976" y="402336"/>
                  <a:pt x="950976" y="420624"/>
                </a:cubicBezTo>
                <a:cubicBezTo>
                  <a:pt x="960120" y="438912"/>
                  <a:pt x="969264" y="438912"/>
                  <a:pt x="987552" y="438912"/>
                </a:cubicBezTo>
                <a:cubicBezTo>
                  <a:pt x="996696" y="438912"/>
                  <a:pt x="1014984" y="438912"/>
                  <a:pt x="1024128" y="438912"/>
                </a:cubicBez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cubicBezTo>
                  <a:pt x="1033272" y="429768"/>
                  <a:pt x="1033272" y="429768"/>
                  <a:pt x="1042416" y="429768"/>
                </a:cubicBezTo>
                <a:cubicBezTo>
                  <a:pt x="1042416" y="429768"/>
                  <a:pt x="1051560" y="429768"/>
                  <a:pt x="1060704" y="429768"/>
                </a:cubicBezTo>
                <a:cubicBezTo>
                  <a:pt x="1078992" y="429768"/>
                  <a:pt x="1088136" y="429768"/>
                  <a:pt x="1097280" y="420624"/>
                </a:cubicBezTo>
                <a:cubicBezTo>
                  <a:pt x="1115568" y="411480"/>
                  <a:pt x="1115568" y="384048"/>
                  <a:pt x="1097280" y="374904"/>
                </a:cubicBezTo>
                <a:moveTo>
                  <a:pt x="1298448" y="228600"/>
                </a:moveTo>
                <a:cubicBezTo>
                  <a:pt x="1289304" y="228600"/>
                  <a:pt x="1280160" y="228600"/>
                  <a:pt x="1271016" y="237744"/>
                </a:cubicBezTo>
                <a:cubicBezTo>
                  <a:pt x="1261872" y="237744"/>
                  <a:pt x="1261872" y="237744"/>
                  <a:pt x="1252728" y="237744"/>
                </a:cubicBezTo>
                <a:cubicBezTo>
                  <a:pt x="1243584" y="237744"/>
                  <a:pt x="1243584" y="237744"/>
                  <a:pt x="1234440" y="237744"/>
                </a:cubicBezTo>
                <a:cubicBezTo>
                  <a:pt x="1188720" y="246888"/>
                  <a:pt x="1179576" y="173736"/>
                  <a:pt x="1225296" y="173736"/>
                </a:cubicBezTo>
                <a:cubicBezTo>
                  <a:pt x="1252728" y="173736"/>
                  <a:pt x="1280160" y="173736"/>
                  <a:pt x="1298448" y="173736"/>
                </a:cubicBezTo>
                <a:cubicBezTo>
                  <a:pt x="1325880" y="173736"/>
                  <a:pt x="1353312" y="173736"/>
                  <a:pt x="1371600" y="173736"/>
                </a:cubicBezTo>
                <a:cubicBezTo>
                  <a:pt x="1389888" y="173736"/>
                  <a:pt x="1389888" y="192024"/>
                  <a:pt x="1389888" y="201168"/>
                </a:cubicBezTo>
                <a:cubicBezTo>
                  <a:pt x="1371600" y="219456"/>
                  <a:pt x="1353312" y="219456"/>
                  <a:pt x="1325880" y="228600"/>
                </a:cubicBezTo>
                <a:cubicBezTo>
                  <a:pt x="1325880" y="228600"/>
                  <a:pt x="1325880" y="228600"/>
                  <a:pt x="1316736" y="228600"/>
                </a:cubicBezTo>
                <a:cubicBezTo>
                  <a:pt x="1307592" y="228600"/>
                  <a:pt x="1298448" y="228600"/>
                  <a:pt x="1298448" y="228600"/>
                </a:cubicBezTo>
                <a:moveTo>
                  <a:pt x="1609344" y="338328"/>
                </a:moveTo>
                <a:cubicBezTo>
                  <a:pt x="1618488" y="329184"/>
                  <a:pt x="1636776" y="329184"/>
                  <a:pt x="1655064" y="320040"/>
                </a:cubicBezTo>
                <a:cubicBezTo>
                  <a:pt x="1673352" y="310896"/>
                  <a:pt x="1691640" y="301752"/>
                  <a:pt x="1709928" y="283464"/>
                </a:cubicBezTo>
                <a:cubicBezTo>
                  <a:pt x="1709928" y="274320"/>
                  <a:pt x="1700784" y="265176"/>
                  <a:pt x="1691640" y="256032"/>
                </a:cubicBezTo>
                <a:cubicBezTo>
                  <a:pt x="1673352" y="256032"/>
                  <a:pt x="1655064" y="265176"/>
                  <a:pt x="1636776" y="265176"/>
                </a:cubicBezTo>
                <a:cubicBezTo>
                  <a:pt x="1627632" y="265176"/>
                  <a:pt x="1627632" y="265176"/>
                  <a:pt x="1627632" y="274320"/>
                </a:cubicBezTo>
                <a:cubicBezTo>
                  <a:pt x="1618488" y="274320"/>
                  <a:pt x="1609344" y="274320"/>
                  <a:pt x="1600200" y="283464"/>
                </a:cubicBezTo>
                <a:cubicBezTo>
                  <a:pt x="1591056" y="283464"/>
                  <a:pt x="1581912" y="292608"/>
                  <a:pt x="1563624" y="292608"/>
                </a:cubicBezTo>
                <a:cubicBezTo>
                  <a:pt x="1536192" y="320040"/>
                  <a:pt x="1572768" y="365760"/>
                  <a:pt x="1609344" y="338328"/>
                </a:cubicBezTo>
                <a:moveTo>
                  <a:pt x="2039112" y="292608"/>
                </a:moveTo>
                <a:cubicBezTo>
                  <a:pt x="2011680" y="301752"/>
                  <a:pt x="1984248" y="301752"/>
                  <a:pt x="1947672" y="310896"/>
                </a:cubicBezTo>
                <a:cubicBezTo>
                  <a:pt x="1911096" y="310896"/>
                  <a:pt x="1911096" y="246888"/>
                  <a:pt x="1947672" y="246888"/>
                </a:cubicBezTo>
                <a:cubicBezTo>
                  <a:pt x="1956816" y="246888"/>
                  <a:pt x="1975104" y="246888"/>
                  <a:pt x="1984248" y="246888"/>
                </a:cubicBezTo>
                <a:cubicBezTo>
                  <a:pt x="1993392" y="246888"/>
                  <a:pt x="2011680" y="246888"/>
                  <a:pt x="2020824" y="246888"/>
                </a:cubicBezTo>
                <a:lnTo>
                  <a:pt x="2057400" y="246888"/>
                </a:lnTo>
                <a:cubicBezTo>
                  <a:pt x="2057400" y="246888"/>
                  <a:pt x="2075688" y="246888"/>
                  <a:pt x="2066544" y="256032"/>
                </a:cubicBezTo>
                <a:cubicBezTo>
                  <a:pt x="2075688" y="246888"/>
                  <a:pt x="2093976" y="256032"/>
                  <a:pt x="2093976" y="274320"/>
                </a:cubicBezTo>
                <a:cubicBezTo>
                  <a:pt x="2084832" y="292608"/>
                  <a:pt x="2066544" y="292608"/>
                  <a:pt x="2048256" y="292608"/>
                </a:cubicBezTo>
                <a:cubicBezTo>
                  <a:pt x="2048256" y="292608"/>
                  <a:pt x="2048256" y="292608"/>
                  <a:pt x="2039112" y="292608"/>
                </a:cubicBezTo>
                <a:moveTo>
                  <a:pt x="2249424" y="411480"/>
                </a:moveTo>
                <a:cubicBezTo>
                  <a:pt x="2231136" y="402336"/>
                  <a:pt x="2203704" y="402336"/>
                  <a:pt x="2185416" y="402336"/>
                </a:cubicBezTo>
                <a:lnTo>
                  <a:pt x="2148840" y="402336"/>
                </a:lnTo>
                <a:lnTo>
                  <a:pt x="2139696" y="402336"/>
                </a:lnTo>
                <a:cubicBezTo>
                  <a:pt x="2130552" y="402336"/>
                  <a:pt x="2130552" y="402336"/>
                  <a:pt x="2130552" y="393192"/>
                </a:cubicBezTo>
                <a:cubicBezTo>
                  <a:pt x="2130552" y="393192"/>
                  <a:pt x="2121408" y="393192"/>
                  <a:pt x="2121408" y="393192"/>
                </a:cubicBezTo>
                <a:cubicBezTo>
                  <a:pt x="2103120" y="393192"/>
                  <a:pt x="2075688" y="420624"/>
                  <a:pt x="2093976" y="438912"/>
                </a:cubicBezTo>
                <a:cubicBezTo>
                  <a:pt x="2112264" y="466344"/>
                  <a:pt x="2148840" y="457200"/>
                  <a:pt x="2176272" y="448056"/>
                </a:cubicBezTo>
                <a:cubicBezTo>
                  <a:pt x="2185416" y="448056"/>
                  <a:pt x="2185416" y="448056"/>
                  <a:pt x="2194560" y="448056"/>
                </a:cubicBezTo>
                <a:cubicBezTo>
                  <a:pt x="2203704" y="448056"/>
                  <a:pt x="2267712" y="429768"/>
                  <a:pt x="2249424" y="411480"/>
                </a:cubicBezTo>
                <a:moveTo>
                  <a:pt x="1892808" y="448056"/>
                </a:moveTo>
                <a:cubicBezTo>
                  <a:pt x="1901952" y="448056"/>
                  <a:pt x="1911096" y="448056"/>
                  <a:pt x="1911096" y="457200"/>
                </a:cubicBezTo>
                <a:cubicBezTo>
                  <a:pt x="1911096" y="475488"/>
                  <a:pt x="1892808" y="475488"/>
                  <a:pt x="1874520" y="484632"/>
                </a:cubicBezTo>
                <a:lnTo>
                  <a:pt x="1874520" y="484632"/>
                </a:lnTo>
                <a:lnTo>
                  <a:pt x="1874520" y="484632"/>
                </a:lnTo>
                <a:lnTo>
                  <a:pt x="1874520" y="484632"/>
                </a:lnTo>
                <a:cubicBezTo>
                  <a:pt x="1874520" y="484632"/>
                  <a:pt x="1865376" y="484632"/>
                  <a:pt x="1865376" y="484632"/>
                </a:cubicBezTo>
                <a:cubicBezTo>
                  <a:pt x="1847088" y="493776"/>
                  <a:pt x="1828800" y="493776"/>
                  <a:pt x="1810512" y="502920"/>
                </a:cubicBezTo>
                <a:cubicBezTo>
                  <a:pt x="1810512" y="502920"/>
                  <a:pt x="1801368" y="502920"/>
                  <a:pt x="1792224" y="512064"/>
                </a:cubicBezTo>
                <a:cubicBezTo>
                  <a:pt x="1783080" y="512064"/>
                  <a:pt x="1773936" y="512064"/>
                  <a:pt x="1773936" y="512064"/>
                </a:cubicBezTo>
                <a:cubicBezTo>
                  <a:pt x="1737360" y="521208"/>
                  <a:pt x="1728216" y="475488"/>
                  <a:pt x="1755648" y="466344"/>
                </a:cubicBezTo>
                <a:cubicBezTo>
                  <a:pt x="1783080" y="457200"/>
                  <a:pt x="1810512" y="448056"/>
                  <a:pt x="1837944" y="448056"/>
                </a:cubicBezTo>
                <a:cubicBezTo>
                  <a:pt x="1847088" y="448056"/>
                  <a:pt x="1865376" y="448056"/>
                  <a:pt x="1874520" y="448056"/>
                </a:cubicBezTo>
                <a:lnTo>
                  <a:pt x="1892808" y="448056"/>
                </a:lnTo>
                <a:moveTo>
                  <a:pt x="2084832" y="621792"/>
                </a:moveTo>
                <a:cubicBezTo>
                  <a:pt x="2066544" y="621792"/>
                  <a:pt x="2048256" y="621792"/>
                  <a:pt x="2029968" y="621792"/>
                </a:cubicBezTo>
                <a:cubicBezTo>
                  <a:pt x="2020824" y="621792"/>
                  <a:pt x="2011680" y="621792"/>
                  <a:pt x="2002536" y="621792"/>
                </a:cubicBezTo>
                <a:cubicBezTo>
                  <a:pt x="1993392" y="621792"/>
                  <a:pt x="1993392" y="621792"/>
                  <a:pt x="1984248" y="621792"/>
                </a:cubicBezTo>
                <a:cubicBezTo>
                  <a:pt x="1956816" y="621792"/>
                  <a:pt x="1956816" y="658368"/>
                  <a:pt x="1975104" y="667512"/>
                </a:cubicBezTo>
                <a:cubicBezTo>
                  <a:pt x="1993392" y="676656"/>
                  <a:pt x="2011680" y="676656"/>
                  <a:pt x="2029968" y="667512"/>
                </a:cubicBezTo>
                <a:cubicBezTo>
                  <a:pt x="2029968" y="667512"/>
                  <a:pt x="2039112" y="667512"/>
                  <a:pt x="2039112" y="667512"/>
                </a:cubicBezTo>
                <a:cubicBezTo>
                  <a:pt x="2039112" y="658368"/>
                  <a:pt x="2048256" y="658368"/>
                  <a:pt x="2057400" y="658368"/>
                </a:cubicBezTo>
                <a:cubicBezTo>
                  <a:pt x="2066544" y="649224"/>
                  <a:pt x="2084832" y="649224"/>
                  <a:pt x="2093976" y="630936"/>
                </a:cubicBezTo>
                <a:cubicBezTo>
                  <a:pt x="2103120" y="630936"/>
                  <a:pt x="2093976" y="621792"/>
                  <a:pt x="2084832" y="621792"/>
                </a:cubicBezTo>
                <a:moveTo>
                  <a:pt x="2496312" y="521208"/>
                </a:moveTo>
                <a:cubicBezTo>
                  <a:pt x="2523744" y="512064"/>
                  <a:pt x="2532888" y="512064"/>
                  <a:pt x="2560320" y="512064"/>
                </a:cubicBezTo>
                <a:cubicBezTo>
                  <a:pt x="2560320" y="512064"/>
                  <a:pt x="2569464" y="521208"/>
                  <a:pt x="2560320" y="530352"/>
                </a:cubicBezTo>
                <a:cubicBezTo>
                  <a:pt x="2551176" y="539496"/>
                  <a:pt x="2542032" y="548640"/>
                  <a:pt x="2523744" y="548640"/>
                </a:cubicBezTo>
                <a:cubicBezTo>
                  <a:pt x="2523744" y="557784"/>
                  <a:pt x="2514600" y="557784"/>
                  <a:pt x="2505456" y="557784"/>
                </a:cubicBezTo>
                <a:cubicBezTo>
                  <a:pt x="2505456" y="557784"/>
                  <a:pt x="2505456" y="566928"/>
                  <a:pt x="2505456" y="566928"/>
                </a:cubicBezTo>
                <a:lnTo>
                  <a:pt x="2505456" y="566928"/>
                </a:lnTo>
                <a:cubicBezTo>
                  <a:pt x="2487168" y="566928"/>
                  <a:pt x="2459736" y="576072"/>
                  <a:pt x="2441448" y="566928"/>
                </a:cubicBezTo>
                <a:cubicBezTo>
                  <a:pt x="2423160" y="548640"/>
                  <a:pt x="2432304" y="521208"/>
                  <a:pt x="2450592" y="521208"/>
                </a:cubicBezTo>
                <a:cubicBezTo>
                  <a:pt x="2459736" y="521208"/>
                  <a:pt x="2468880" y="521208"/>
                  <a:pt x="2468880" y="521208"/>
                </a:cubicBezTo>
                <a:cubicBezTo>
                  <a:pt x="2478024" y="521208"/>
                  <a:pt x="2487168" y="521208"/>
                  <a:pt x="2496312" y="521208"/>
                </a:cubicBezTo>
                <a:moveTo>
                  <a:pt x="978408" y="804672"/>
                </a:moveTo>
                <a:lnTo>
                  <a:pt x="978408" y="804672"/>
                </a:lnTo>
                <a:cubicBezTo>
                  <a:pt x="950976" y="795528"/>
                  <a:pt x="932688" y="795528"/>
                  <a:pt x="905256" y="795528"/>
                </a:cubicBezTo>
                <a:cubicBezTo>
                  <a:pt x="896112" y="795528"/>
                  <a:pt x="886968" y="795528"/>
                  <a:pt x="877824" y="795528"/>
                </a:cubicBezTo>
                <a:lnTo>
                  <a:pt x="877824" y="795528"/>
                </a:lnTo>
                <a:cubicBezTo>
                  <a:pt x="859536" y="795528"/>
                  <a:pt x="841248" y="786384"/>
                  <a:pt x="822960" y="804672"/>
                </a:cubicBezTo>
                <a:cubicBezTo>
                  <a:pt x="813816" y="813816"/>
                  <a:pt x="813816" y="822960"/>
                  <a:pt x="822960" y="832104"/>
                </a:cubicBezTo>
                <a:cubicBezTo>
                  <a:pt x="841248" y="850392"/>
                  <a:pt x="877824" y="850392"/>
                  <a:pt x="905256" y="841248"/>
                </a:cubicBezTo>
                <a:lnTo>
                  <a:pt x="905256" y="841248"/>
                </a:lnTo>
                <a:lnTo>
                  <a:pt x="905256" y="841248"/>
                </a:lnTo>
                <a:cubicBezTo>
                  <a:pt x="905256" y="841248"/>
                  <a:pt x="914400" y="841248"/>
                  <a:pt x="914400" y="841248"/>
                </a:cubicBezTo>
                <a:cubicBezTo>
                  <a:pt x="923544" y="841248"/>
                  <a:pt x="932688" y="841248"/>
                  <a:pt x="941832" y="841248"/>
                </a:cubicBezTo>
                <a:cubicBezTo>
                  <a:pt x="960120" y="841248"/>
                  <a:pt x="978408" y="841248"/>
                  <a:pt x="987552" y="832104"/>
                </a:cubicBezTo>
                <a:cubicBezTo>
                  <a:pt x="1005840" y="822960"/>
                  <a:pt x="996696" y="804672"/>
                  <a:pt x="987552" y="804672"/>
                </a:cubicBezTo>
                <a:lnTo>
                  <a:pt x="978408" y="804672"/>
                </a:lnTo>
                <a:moveTo>
                  <a:pt x="667512" y="630936"/>
                </a:moveTo>
                <a:cubicBezTo>
                  <a:pt x="676656" y="640080"/>
                  <a:pt x="694944" y="640080"/>
                  <a:pt x="704088" y="640080"/>
                </a:cubicBezTo>
                <a:cubicBezTo>
                  <a:pt x="713232" y="640080"/>
                  <a:pt x="740664" y="649224"/>
                  <a:pt x="740664" y="667512"/>
                </a:cubicBezTo>
                <a:cubicBezTo>
                  <a:pt x="740664" y="676656"/>
                  <a:pt x="731520" y="676656"/>
                  <a:pt x="731520" y="676656"/>
                </a:cubicBezTo>
                <a:cubicBezTo>
                  <a:pt x="722376" y="667512"/>
                  <a:pt x="713232" y="676656"/>
                  <a:pt x="704088" y="676656"/>
                </a:cubicBezTo>
                <a:cubicBezTo>
                  <a:pt x="694944" y="676656"/>
                  <a:pt x="685800" y="676656"/>
                  <a:pt x="685800" y="676656"/>
                </a:cubicBezTo>
                <a:cubicBezTo>
                  <a:pt x="649224" y="676656"/>
                  <a:pt x="621792" y="676656"/>
                  <a:pt x="585216" y="676656"/>
                </a:cubicBezTo>
                <a:cubicBezTo>
                  <a:pt x="557784" y="667512"/>
                  <a:pt x="566928" y="612648"/>
                  <a:pt x="603504" y="621792"/>
                </a:cubicBezTo>
                <a:cubicBezTo>
                  <a:pt x="621792" y="630936"/>
                  <a:pt x="649224" y="630936"/>
                  <a:pt x="667512" y="630936"/>
                </a:cubicBezTo>
                <a:moveTo>
                  <a:pt x="740664" y="365760"/>
                </a:moveTo>
                <a:cubicBezTo>
                  <a:pt x="713232" y="347472"/>
                  <a:pt x="694944" y="338328"/>
                  <a:pt x="667512" y="329184"/>
                </a:cubicBezTo>
                <a:cubicBezTo>
                  <a:pt x="658368" y="329184"/>
                  <a:pt x="658368" y="329184"/>
                  <a:pt x="658368" y="329184"/>
                </a:cubicBezTo>
                <a:lnTo>
                  <a:pt x="658368" y="329184"/>
                </a:lnTo>
                <a:lnTo>
                  <a:pt x="658368" y="329184"/>
                </a:lnTo>
                <a:lnTo>
                  <a:pt x="658368" y="329184"/>
                </a:lnTo>
                <a:lnTo>
                  <a:pt x="658368" y="329184"/>
                </a:lnTo>
                <a:lnTo>
                  <a:pt x="658368" y="329184"/>
                </a:lnTo>
                <a:cubicBezTo>
                  <a:pt x="640080" y="320040"/>
                  <a:pt x="621792" y="320040"/>
                  <a:pt x="603504" y="320040"/>
                </a:cubicBezTo>
                <a:cubicBezTo>
                  <a:pt x="576072" y="320040"/>
                  <a:pt x="557784" y="338328"/>
                  <a:pt x="576072" y="365760"/>
                </a:cubicBezTo>
                <a:cubicBezTo>
                  <a:pt x="585216" y="374904"/>
                  <a:pt x="612648" y="384048"/>
                  <a:pt x="630936" y="384048"/>
                </a:cubicBezTo>
                <a:cubicBezTo>
                  <a:pt x="640080" y="384048"/>
                  <a:pt x="640080" y="384048"/>
                  <a:pt x="649224" y="384048"/>
                </a:cubicBezTo>
                <a:cubicBezTo>
                  <a:pt x="658368" y="384048"/>
                  <a:pt x="667512" y="384048"/>
                  <a:pt x="667512" y="384048"/>
                </a:cubicBezTo>
                <a:lnTo>
                  <a:pt x="667512" y="384048"/>
                </a:lnTo>
                <a:cubicBezTo>
                  <a:pt x="694944" y="393192"/>
                  <a:pt x="722376" y="393192"/>
                  <a:pt x="731520" y="393192"/>
                </a:cubicBezTo>
                <a:cubicBezTo>
                  <a:pt x="749808" y="384048"/>
                  <a:pt x="749808" y="365760"/>
                  <a:pt x="740664" y="365760"/>
                </a:cubicBezTo>
                <a:moveTo>
                  <a:pt x="2203704" y="91440"/>
                </a:moveTo>
                <a:cubicBezTo>
                  <a:pt x="2221992" y="91440"/>
                  <a:pt x="2240280" y="91440"/>
                  <a:pt x="2258568" y="82296"/>
                </a:cubicBezTo>
                <a:cubicBezTo>
                  <a:pt x="2313432" y="64008"/>
                  <a:pt x="2267712" y="-9144"/>
                  <a:pt x="2231136" y="27432"/>
                </a:cubicBezTo>
                <a:cubicBezTo>
                  <a:pt x="2221992" y="36576"/>
                  <a:pt x="2203704" y="36576"/>
                  <a:pt x="2194560" y="45720"/>
                </a:cubicBezTo>
                <a:cubicBezTo>
                  <a:pt x="2185416" y="45720"/>
                  <a:pt x="2185416" y="45720"/>
                  <a:pt x="2176272" y="45720"/>
                </a:cubicBezTo>
                <a:cubicBezTo>
                  <a:pt x="2176272" y="45720"/>
                  <a:pt x="2167128" y="45720"/>
                  <a:pt x="2167128" y="45720"/>
                </a:cubicBezTo>
                <a:cubicBezTo>
                  <a:pt x="2157984" y="45720"/>
                  <a:pt x="2157984" y="54864"/>
                  <a:pt x="2157984" y="54864"/>
                </a:cubicBezTo>
                <a:lnTo>
                  <a:pt x="2157984" y="54864"/>
                </a:lnTo>
                <a:cubicBezTo>
                  <a:pt x="2148840" y="54864"/>
                  <a:pt x="2148840" y="54864"/>
                  <a:pt x="2139696" y="54864"/>
                </a:cubicBezTo>
                <a:cubicBezTo>
                  <a:pt x="2121408" y="64008"/>
                  <a:pt x="2121408" y="82296"/>
                  <a:pt x="2139696" y="91440"/>
                </a:cubicBezTo>
                <a:cubicBezTo>
                  <a:pt x="2148840" y="100584"/>
                  <a:pt x="2167128" y="100584"/>
                  <a:pt x="2185416" y="91440"/>
                </a:cubicBezTo>
                <a:cubicBezTo>
                  <a:pt x="2194560" y="91440"/>
                  <a:pt x="2194560" y="91440"/>
                  <a:pt x="2203704" y="91440"/>
                </a:cubicBezTo>
                <a:moveTo>
                  <a:pt x="2276856" y="685800"/>
                </a:moveTo>
                <a:lnTo>
                  <a:pt x="2276856" y="685800"/>
                </a:lnTo>
                <a:lnTo>
                  <a:pt x="2276856" y="685800"/>
                </a:lnTo>
                <a:lnTo>
                  <a:pt x="2276856" y="685800"/>
                </a:lnTo>
                <a:cubicBezTo>
                  <a:pt x="2276856" y="685800"/>
                  <a:pt x="2276856" y="685800"/>
                  <a:pt x="2286000" y="685800"/>
                </a:cubicBezTo>
                <a:cubicBezTo>
                  <a:pt x="2304288" y="694944"/>
                  <a:pt x="2304288" y="722376"/>
                  <a:pt x="2295144" y="731520"/>
                </a:cubicBezTo>
                <a:cubicBezTo>
                  <a:pt x="2286000" y="740664"/>
                  <a:pt x="2267712" y="740664"/>
                  <a:pt x="2258568" y="740664"/>
                </a:cubicBezTo>
                <a:cubicBezTo>
                  <a:pt x="2249424" y="749808"/>
                  <a:pt x="2249424" y="749808"/>
                  <a:pt x="2240280" y="749808"/>
                </a:cubicBezTo>
                <a:cubicBezTo>
                  <a:pt x="2231136" y="749808"/>
                  <a:pt x="2212848" y="749808"/>
                  <a:pt x="2203704" y="749808"/>
                </a:cubicBezTo>
                <a:cubicBezTo>
                  <a:pt x="2194560" y="758952"/>
                  <a:pt x="2185416" y="758952"/>
                  <a:pt x="2176272" y="758952"/>
                </a:cubicBezTo>
                <a:cubicBezTo>
                  <a:pt x="2130552" y="768096"/>
                  <a:pt x="2121408" y="694944"/>
                  <a:pt x="2157984" y="685800"/>
                </a:cubicBezTo>
                <a:cubicBezTo>
                  <a:pt x="2167128" y="685800"/>
                  <a:pt x="2167128" y="685800"/>
                  <a:pt x="2167128" y="685800"/>
                </a:cubicBezTo>
                <a:cubicBezTo>
                  <a:pt x="2194560" y="685800"/>
                  <a:pt x="2203704" y="676656"/>
                  <a:pt x="2231136" y="676656"/>
                </a:cubicBezTo>
                <a:cubicBezTo>
                  <a:pt x="2240280" y="676656"/>
                  <a:pt x="2258568" y="685800"/>
                  <a:pt x="2276856" y="685800"/>
                </a:cubicBezTo>
                <a:lnTo>
                  <a:pt x="2276856" y="685800"/>
                </a:lnTo>
                <a:moveTo>
                  <a:pt x="2011680" y="905256"/>
                </a:moveTo>
                <a:lnTo>
                  <a:pt x="1956816" y="896112"/>
                </a:lnTo>
                <a:cubicBezTo>
                  <a:pt x="1947672" y="896112"/>
                  <a:pt x="1920240" y="896112"/>
                  <a:pt x="1911096" y="886968"/>
                </a:cubicBezTo>
                <a:cubicBezTo>
                  <a:pt x="1865376" y="877824"/>
                  <a:pt x="1847088" y="950976"/>
                  <a:pt x="1892808" y="950976"/>
                </a:cubicBezTo>
                <a:cubicBezTo>
                  <a:pt x="1901952" y="960120"/>
                  <a:pt x="1911096" y="960120"/>
                  <a:pt x="1911096" y="960120"/>
                </a:cubicBezTo>
                <a:cubicBezTo>
                  <a:pt x="1920240" y="960120"/>
                  <a:pt x="1920240" y="950976"/>
                  <a:pt x="1920240" y="950976"/>
                </a:cubicBezTo>
                <a:lnTo>
                  <a:pt x="1956816" y="950976"/>
                </a:lnTo>
                <a:cubicBezTo>
                  <a:pt x="1965960" y="950976"/>
                  <a:pt x="1965960" y="950976"/>
                  <a:pt x="1965960" y="950976"/>
                </a:cubicBezTo>
                <a:cubicBezTo>
                  <a:pt x="1993392" y="950976"/>
                  <a:pt x="2002536" y="950976"/>
                  <a:pt x="2020824" y="932688"/>
                </a:cubicBezTo>
                <a:cubicBezTo>
                  <a:pt x="2029968" y="923544"/>
                  <a:pt x="2029968" y="905256"/>
                  <a:pt x="2011680" y="905256"/>
                </a:cubicBezTo>
                <a:moveTo>
                  <a:pt x="1426464" y="475488"/>
                </a:moveTo>
                <a:cubicBezTo>
                  <a:pt x="1453896" y="475488"/>
                  <a:pt x="1481328" y="475488"/>
                  <a:pt x="1508760" y="475488"/>
                </a:cubicBezTo>
                <a:cubicBezTo>
                  <a:pt x="1527048" y="484632"/>
                  <a:pt x="1527048" y="502920"/>
                  <a:pt x="1517904" y="512064"/>
                </a:cubicBezTo>
                <a:cubicBezTo>
                  <a:pt x="1499616" y="521208"/>
                  <a:pt x="1481328" y="521208"/>
                  <a:pt x="1472184" y="521208"/>
                </a:cubicBezTo>
                <a:cubicBezTo>
                  <a:pt x="1463040" y="521208"/>
                  <a:pt x="1453896" y="521208"/>
                  <a:pt x="1444752" y="521208"/>
                </a:cubicBezTo>
                <a:cubicBezTo>
                  <a:pt x="1435608" y="521208"/>
                  <a:pt x="1435608" y="521208"/>
                  <a:pt x="1426464" y="530352"/>
                </a:cubicBezTo>
                <a:cubicBezTo>
                  <a:pt x="1417320" y="530352"/>
                  <a:pt x="1408176" y="530352"/>
                  <a:pt x="1399032" y="530352"/>
                </a:cubicBezTo>
                <a:cubicBezTo>
                  <a:pt x="1399032" y="530352"/>
                  <a:pt x="1389888" y="530352"/>
                  <a:pt x="1389888" y="530352"/>
                </a:cubicBezTo>
                <a:cubicBezTo>
                  <a:pt x="1389888" y="530352"/>
                  <a:pt x="1380744" y="530352"/>
                  <a:pt x="1380744" y="530352"/>
                </a:cubicBezTo>
                <a:cubicBezTo>
                  <a:pt x="1353312" y="548640"/>
                  <a:pt x="1325880" y="502920"/>
                  <a:pt x="1353312" y="484632"/>
                </a:cubicBezTo>
                <a:cubicBezTo>
                  <a:pt x="1371600" y="484632"/>
                  <a:pt x="1389888" y="475488"/>
                  <a:pt x="1408176" y="475488"/>
                </a:cubicBezTo>
                <a:cubicBezTo>
                  <a:pt x="1417320" y="475488"/>
                  <a:pt x="1417320" y="475488"/>
                  <a:pt x="1426464" y="475488"/>
                </a:cubicBezTo>
                <a:moveTo>
                  <a:pt x="1773936" y="685800"/>
                </a:moveTo>
                <a:cubicBezTo>
                  <a:pt x="1773936" y="685800"/>
                  <a:pt x="1764792" y="685800"/>
                  <a:pt x="1764792" y="685800"/>
                </a:cubicBezTo>
                <a:cubicBezTo>
                  <a:pt x="1755648" y="685800"/>
                  <a:pt x="1755648" y="685800"/>
                  <a:pt x="1746504" y="694944"/>
                </a:cubicBezTo>
                <a:cubicBezTo>
                  <a:pt x="1737360" y="694944"/>
                  <a:pt x="1728216" y="694944"/>
                  <a:pt x="1719072" y="704088"/>
                </a:cubicBezTo>
                <a:cubicBezTo>
                  <a:pt x="1709928" y="704088"/>
                  <a:pt x="1700784" y="704088"/>
                  <a:pt x="1691640" y="704088"/>
                </a:cubicBezTo>
                <a:cubicBezTo>
                  <a:pt x="1682496" y="713232"/>
                  <a:pt x="1673352" y="713232"/>
                  <a:pt x="1655064" y="713232"/>
                </a:cubicBezTo>
                <a:cubicBezTo>
                  <a:pt x="1627632" y="731520"/>
                  <a:pt x="1636776" y="777240"/>
                  <a:pt x="1673352" y="768096"/>
                </a:cubicBezTo>
                <a:cubicBezTo>
                  <a:pt x="1700784" y="758952"/>
                  <a:pt x="1728216" y="749808"/>
                  <a:pt x="1755648" y="740664"/>
                </a:cubicBezTo>
                <a:cubicBezTo>
                  <a:pt x="1755648" y="731520"/>
                  <a:pt x="1755648" y="731520"/>
                  <a:pt x="1764792" y="731520"/>
                </a:cubicBezTo>
                <a:cubicBezTo>
                  <a:pt x="1773936" y="722376"/>
                  <a:pt x="1792224" y="713232"/>
                  <a:pt x="1792224" y="694944"/>
                </a:cubicBezTo>
                <a:cubicBezTo>
                  <a:pt x="1792224" y="685800"/>
                  <a:pt x="1783080" y="676656"/>
                  <a:pt x="1773936" y="685800"/>
                </a:cubicBezTo>
                <a:moveTo>
                  <a:pt x="923544" y="182880"/>
                </a:moveTo>
                <a:cubicBezTo>
                  <a:pt x="914400" y="192024"/>
                  <a:pt x="914400" y="192024"/>
                  <a:pt x="905256" y="192024"/>
                </a:cubicBezTo>
                <a:cubicBezTo>
                  <a:pt x="868680" y="201168"/>
                  <a:pt x="868680" y="137160"/>
                  <a:pt x="905256" y="137160"/>
                </a:cubicBezTo>
                <a:lnTo>
                  <a:pt x="950976" y="137160"/>
                </a:lnTo>
                <a:cubicBezTo>
                  <a:pt x="969264" y="137160"/>
                  <a:pt x="987552" y="137160"/>
                  <a:pt x="996696" y="146304"/>
                </a:cubicBezTo>
                <a:cubicBezTo>
                  <a:pt x="1014984" y="146304"/>
                  <a:pt x="1005840" y="173736"/>
                  <a:pt x="987552" y="173736"/>
                </a:cubicBezTo>
                <a:cubicBezTo>
                  <a:pt x="978408" y="173736"/>
                  <a:pt x="969264" y="173736"/>
                  <a:pt x="960120" y="182880"/>
                </a:cubicBezTo>
                <a:cubicBezTo>
                  <a:pt x="950976" y="182880"/>
                  <a:pt x="950976" y="182880"/>
                  <a:pt x="950976" y="182880"/>
                </a:cubicBezTo>
                <a:cubicBezTo>
                  <a:pt x="941832" y="182880"/>
                  <a:pt x="932688" y="182880"/>
                  <a:pt x="923544" y="182880"/>
                </a:cubicBezTo>
                <a:moveTo>
                  <a:pt x="347472" y="164592"/>
                </a:moveTo>
                <a:cubicBezTo>
                  <a:pt x="374904" y="155448"/>
                  <a:pt x="402336" y="155448"/>
                  <a:pt x="420624" y="155448"/>
                </a:cubicBezTo>
                <a:cubicBezTo>
                  <a:pt x="429768" y="155448"/>
                  <a:pt x="448056" y="137160"/>
                  <a:pt x="438912" y="137160"/>
                </a:cubicBezTo>
                <a:cubicBezTo>
                  <a:pt x="429768" y="109728"/>
                  <a:pt x="402336" y="109728"/>
                  <a:pt x="384048" y="109728"/>
                </a:cubicBezTo>
                <a:cubicBezTo>
                  <a:pt x="374904" y="109728"/>
                  <a:pt x="365760" y="109728"/>
                  <a:pt x="365760" y="109728"/>
                </a:cubicBezTo>
                <a:cubicBezTo>
                  <a:pt x="356616" y="109728"/>
                  <a:pt x="347472" y="109728"/>
                  <a:pt x="338328" y="100584"/>
                </a:cubicBezTo>
                <a:lnTo>
                  <a:pt x="329184" y="100584"/>
                </a:lnTo>
                <a:cubicBezTo>
                  <a:pt x="329184" y="100584"/>
                  <a:pt x="310896" y="100584"/>
                  <a:pt x="310896" y="100584"/>
                </a:cubicBezTo>
                <a:cubicBezTo>
                  <a:pt x="292608" y="91440"/>
                  <a:pt x="274320" y="109728"/>
                  <a:pt x="274320" y="137160"/>
                </a:cubicBezTo>
                <a:lnTo>
                  <a:pt x="274320" y="137160"/>
                </a:lnTo>
                <a:cubicBezTo>
                  <a:pt x="274320" y="146304"/>
                  <a:pt x="283464" y="164592"/>
                  <a:pt x="292608" y="164592"/>
                </a:cubicBezTo>
                <a:cubicBezTo>
                  <a:pt x="310896" y="173736"/>
                  <a:pt x="329184" y="164592"/>
                  <a:pt x="347472" y="164592"/>
                </a:cubicBezTo>
                <a:lnTo>
                  <a:pt x="347472" y="164592"/>
                </a:lnTo>
                <a:cubicBezTo>
                  <a:pt x="347472" y="164592"/>
                  <a:pt x="347472" y="164592"/>
                  <a:pt x="347472" y="164592"/>
                </a:cubicBezTo>
                <a:moveTo>
                  <a:pt x="365760" y="438912"/>
                </a:moveTo>
                <a:cubicBezTo>
                  <a:pt x="374904" y="448056"/>
                  <a:pt x="384048" y="448056"/>
                  <a:pt x="393192" y="448056"/>
                </a:cubicBezTo>
                <a:cubicBezTo>
                  <a:pt x="402336" y="448056"/>
                  <a:pt x="402336" y="448056"/>
                  <a:pt x="411480" y="448056"/>
                </a:cubicBezTo>
                <a:lnTo>
                  <a:pt x="411480" y="448056"/>
                </a:lnTo>
                <a:lnTo>
                  <a:pt x="411480" y="448056"/>
                </a:lnTo>
                <a:cubicBezTo>
                  <a:pt x="429768" y="448056"/>
                  <a:pt x="457200" y="448056"/>
                  <a:pt x="466344" y="475488"/>
                </a:cubicBezTo>
                <a:cubicBezTo>
                  <a:pt x="475488" y="484632"/>
                  <a:pt x="466344" y="502920"/>
                  <a:pt x="457200" y="502920"/>
                </a:cubicBezTo>
                <a:cubicBezTo>
                  <a:pt x="429768" y="502920"/>
                  <a:pt x="402336" y="502920"/>
                  <a:pt x="384048" y="502920"/>
                </a:cubicBezTo>
                <a:lnTo>
                  <a:pt x="374904" y="502920"/>
                </a:lnTo>
                <a:cubicBezTo>
                  <a:pt x="356616" y="512064"/>
                  <a:pt x="347472" y="512064"/>
                  <a:pt x="329184" y="502920"/>
                </a:cubicBezTo>
                <a:cubicBezTo>
                  <a:pt x="310896" y="502920"/>
                  <a:pt x="301752" y="484632"/>
                  <a:pt x="301752" y="475488"/>
                </a:cubicBezTo>
                <a:lnTo>
                  <a:pt x="301752" y="475488"/>
                </a:lnTo>
                <a:cubicBezTo>
                  <a:pt x="301752" y="448056"/>
                  <a:pt x="329184" y="429768"/>
                  <a:pt x="347472" y="438912"/>
                </a:cubicBezTo>
                <a:cubicBezTo>
                  <a:pt x="347472" y="438912"/>
                  <a:pt x="356616" y="438912"/>
                  <a:pt x="365760" y="438912"/>
                </a:cubicBezTo>
                <a:lnTo>
                  <a:pt x="365760" y="438912"/>
                </a:lnTo>
                <a:moveTo>
                  <a:pt x="91440" y="283464"/>
                </a:moveTo>
                <a:cubicBezTo>
                  <a:pt x="82296" y="283464"/>
                  <a:pt x="73152" y="283464"/>
                  <a:pt x="64008" y="274320"/>
                </a:cubicBezTo>
                <a:lnTo>
                  <a:pt x="54864" y="274320"/>
                </a:lnTo>
                <a:cubicBezTo>
                  <a:pt x="54864" y="274320"/>
                  <a:pt x="36576" y="274320"/>
                  <a:pt x="36576" y="274320"/>
                </a:cubicBezTo>
                <a:cubicBezTo>
                  <a:pt x="18288" y="274320"/>
                  <a:pt x="0" y="283464"/>
                  <a:pt x="0" y="310896"/>
                </a:cubicBezTo>
                <a:lnTo>
                  <a:pt x="0" y="310896"/>
                </a:lnTo>
                <a:cubicBezTo>
                  <a:pt x="0" y="329184"/>
                  <a:pt x="9144" y="338328"/>
                  <a:pt x="18288" y="338328"/>
                </a:cubicBezTo>
                <a:cubicBezTo>
                  <a:pt x="36576" y="347472"/>
                  <a:pt x="54864" y="347472"/>
                  <a:pt x="73152" y="347472"/>
                </a:cubicBezTo>
                <a:lnTo>
                  <a:pt x="73152" y="338328"/>
                </a:lnTo>
                <a:cubicBezTo>
                  <a:pt x="100584" y="338328"/>
                  <a:pt x="128016" y="338328"/>
                  <a:pt x="146304" y="338328"/>
                </a:cubicBezTo>
                <a:lnTo>
                  <a:pt x="146304" y="338328"/>
                </a:lnTo>
                <a:cubicBezTo>
                  <a:pt x="155448" y="338328"/>
                  <a:pt x="173736" y="320040"/>
                  <a:pt x="164592" y="310896"/>
                </a:cubicBezTo>
                <a:cubicBezTo>
                  <a:pt x="155448" y="283464"/>
                  <a:pt x="128016" y="283464"/>
                  <a:pt x="100584" y="283464"/>
                </a:cubicBezTo>
                <a:cubicBezTo>
                  <a:pt x="100584" y="283464"/>
                  <a:pt x="91440" y="283464"/>
                  <a:pt x="91440" y="283464"/>
                </a:cubicBezTo>
                <a:moveTo>
                  <a:pt x="2386584" y="283464"/>
                </a:moveTo>
                <a:cubicBezTo>
                  <a:pt x="2395728" y="283464"/>
                  <a:pt x="2404872" y="274320"/>
                  <a:pt x="2414016" y="274320"/>
                </a:cubicBezTo>
                <a:cubicBezTo>
                  <a:pt x="2423160" y="274320"/>
                  <a:pt x="2441448" y="283464"/>
                  <a:pt x="2432304" y="301752"/>
                </a:cubicBezTo>
                <a:cubicBezTo>
                  <a:pt x="2432304" y="329184"/>
                  <a:pt x="2404872" y="338328"/>
                  <a:pt x="2377440" y="338328"/>
                </a:cubicBezTo>
                <a:cubicBezTo>
                  <a:pt x="2350008" y="338328"/>
                  <a:pt x="2322576" y="338328"/>
                  <a:pt x="2295144" y="338328"/>
                </a:cubicBezTo>
                <a:cubicBezTo>
                  <a:pt x="2286000" y="329184"/>
                  <a:pt x="2286000" y="310896"/>
                  <a:pt x="2295144" y="310896"/>
                </a:cubicBezTo>
                <a:cubicBezTo>
                  <a:pt x="2304288" y="301752"/>
                  <a:pt x="2313432" y="301752"/>
                  <a:pt x="2313432" y="301752"/>
                </a:cubicBezTo>
                <a:cubicBezTo>
                  <a:pt x="2322576" y="301752"/>
                  <a:pt x="2322576" y="301752"/>
                  <a:pt x="2331720" y="292608"/>
                </a:cubicBezTo>
                <a:cubicBezTo>
                  <a:pt x="2340864" y="292608"/>
                  <a:pt x="2350008" y="292608"/>
                  <a:pt x="2359152" y="292608"/>
                </a:cubicBezTo>
                <a:cubicBezTo>
                  <a:pt x="2368296" y="292608"/>
                  <a:pt x="2368296" y="292608"/>
                  <a:pt x="2368296" y="292608"/>
                </a:cubicBezTo>
                <a:cubicBezTo>
                  <a:pt x="2377440" y="292608"/>
                  <a:pt x="2377440" y="292608"/>
                  <a:pt x="2386584" y="283464"/>
                </a:cubicBezTo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</p:spPr>
      </p:sp>
      <p:sp>
        <p:nvSpPr>
          <p:cNvPr id="11" name="Vector (Stroke)_#color-2096&amp;3064"/>
          <p:cNvSpPr/>
          <p:nvPr userDrawn="1">
            <p:custDataLst>
              <p:tags r:id="rId5"/>
            </p:custDataLst>
          </p:nvPr>
        </p:nvSpPr>
        <p:spPr>
          <a:xfrm>
            <a:off x="246888" y="5678424"/>
            <a:ext cx="5980176" cy="1179576"/>
          </a:xfrm>
          <a:custGeom>
            <a:avLst/>
            <a:gdLst/>
            <a:ahLst/>
            <a:cxnLst/>
            <a:rect l="l" t="t" r="r" b="b"/>
            <a:pathLst>
              <a:path w="5980176" h="1179576">
                <a:moveTo>
                  <a:pt x="100584" y="1179576"/>
                </a:moveTo>
                <a:lnTo>
                  <a:pt x="0" y="1179576"/>
                </a:lnTo>
                <a:cubicBezTo>
                  <a:pt x="1207008" y="466344"/>
                  <a:pt x="2258568" y="228600"/>
                  <a:pt x="2898648" y="128016"/>
                </a:cubicBezTo>
                <a:cubicBezTo>
                  <a:pt x="3319272" y="64008"/>
                  <a:pt x="3913632" y="-18288"/>
                  <a:pt x="4471416" y="9144"/>
                </a:cubicBezTo>
                <a:cubicBezTo>
                  <a:pt x="5029200" y="36576"/>
                  <a:pt x="5550408" y="173736"/>
                  <a:pt x="5806440" y="585216"/>
                </a:cubicBezTo>
                <a:lnTo>
                  <a:pt x="5806440" y="585216"/>
                </a:lnTo>
                <a:cubicBezTo>
                  <a:pt x="5925312" y="768096"/>
                  <a:pt x="5971032" y="978408"/>
                  <a:pt x="5980176" y="1179576"/>
                </a:cubicBezTo>
                <a:lnTo>
                  <a:pt x="5925312" y="1179576"/>
                </a:lnTo>
                <a:cubicBezTo>
                  <a:pt x="5925312" y="978408"/>
                  <a:pt x="5879592" y="786384"/>
                  <a:pt x="5769864" y="612648"/>
                </a:cubicBezTo>
                <a:cubicBezTo>
                  <a:pt x="5522976" y="228600"/>
                  <a:pt x="5020056" y="82296"/>
                  <a:pt x="4471416" y="54864"/>
                </a:cubicBezTo>
                <a:cubicBezTo>
                  <a:pt x="3922776" y="27432"/>
                  <a:pt x="3328416" y="118872"/>
                  <a:pt x="2907792" y="182880"/>
                </a:cubicBezTo>
                <a:cubicBezTo>
                  <a:pt x="2276856" y="274320"/>
                  <a:pt x="1271016" y="502920"/>
                  <a:pt x="100584" y="1179576"/>
                </a:cubicBezTo>
              </a:path>
            </a:pathLst>
          </a:custGeom>
          <a:solidFill>
            <a:schemeClr val="bg1">
              <a:alpha val="30000"/>
            </a:schemeClr>
          </a:solidFill>
        </p:spPr>
      </p:sp>
      <p:sp>
        <p:nvSpPr>
          <p:cNvPr id="12" name="Vector (Stroke)_#color-2096&amp;3067"/>
          <p:cNvSpPr/>
          <p:nvPr userDrawn="1">
            <p:custDataLst>
              <p:tags r:id="rId6"/>
            </p:custDataLst>
          </p:nvPr>
        </p:nvSpPr>
        <p:spPr>
          <a:xfrm>
            <a:off x="7754112" y="0"/>
            <a:ext cx="3072384" cy="6858000"/>
          </a:xfrm>
          <a:custGeom>
            <a:avLst/>
            <a:gdLst/>
            <a:ahLst/>
            <a:cxnLst/>
            <a:rect l="l" t="t" r="r" b="b"/>
            <a:pathLst>
              <a:path w="3072384" h="6858000">
                <a:moveTo>
                  <a:pt x="219456" y="0"/>
                </a:moveTo>
                <a:cubicBezTo>
                  <a:pt x="-36576" y="448056"/>
                  <a:pt x="-36576" y="731520"/>
                  <a:pt x="54864" y="932688"/>
                </a:cubicBezTo>
                <a:cubicBezTo>
                  <a:pt x="118872" y="1078992"/>
                  <a:pt x="246888" y="1170432"/>
                  <a:pt x="402336" y="1234440"/>
                </a:cubicBezTo>
                <a:cubicBezTo>
                  <a:pt x="548640" y="1289304"/>
                  <a:pt x="722376" y="1325880"/>
                  <a:pt x="914400" y="1362456"/>
                </a:cubicBezTo>
                <a:cubicBezTo>
                  <a:pt x="923544" y="1362456"/>
                  <a:pt x="932688" y="1362456"/>
                  <a:pt x="950976" y="1362456"/>
                </a:cubicBezTo>
                <a:cubicBezTo>
                  <a:pt x="1353312" y="1444752"/>
                  <a:pt x="1828800" y="1536192"/>
                  <a:pt x="2231136" y="1901952"/>
                </a:cubicBezTo>
                <a:cubicBezTo>
                  <a:pt x="2569464" y="2212848"/>
                  <a:pt x="2825496" y="2660904"/>
                  <a:pt x="2944368" y="3136392"/>
                </a:cubicBezTo>
                <a:cubicBezTo>
                  <a:pt x="3063240" y="3621024"/>
                  <a:pt x="3054096" y="4114800"/>
                  <a:pt x="2862072" y="4526280"/>
                </a:cubicBezTo>
                <a:cubicBezTo>
                  <a:pt x="2606040" y="5084064"/>
                  <a:pt x="2066544" y="5303520"/>
                  <a:pt x="1536192" y="5504688"/>
                </a:cubicBezTo>
                <a:cubicBezTo>
                  <a:pt x="1517904" y="5504688"/>
                  <a:pt x="1508760" y="5513832"/>
                  <a:pt x="1490472" y="5513832"/>
                </a:cubicBezTo>
                <a:lnTo>
                  <a:pt x="1490472" y="5522976"/>
                </a:lnTo>
                <a:lnTo>
                  <a:pt x="1490472" y="5522976"/>
                </a:lnTo>
                <a:cubicBezTo>
                  <a:pt x="1243584" y="5614416"/>
                  <a:pt x="996696" y="5705856"/>
                  <a:pt x="786384" y="5833872"/>
                </a:cubicBezTo>
                <a:cubicBezTo>
                  <a:pt x="566928" y="5961888"/>
                  <a:pt x="384048" y="6135624"/>
                  <a:pt x="292608" y="6391656"/>
                </a:cubicBezTo>
                <a:cubicBezTo>
                  <a:pt x="237744" y="6519672"/>
                  <a:pt x="210312" y="6675120"/>
                  <a:pt x="219456" y="6858000"/>
                </a:cubicBezTo>
                <a:lnTo>
                  <a:pt x="265176" y="6858000"/>
                </a:lnTo>
                <a:cubicBezTo>
                  <a:pt x="256032" y="6675120"/>
                  <a:pt x="292608" y="6528816"/>
                  <a:pt x="338328" y="6409944"/>
                </a:cubicBezTo>
                <a:cubicBezTo>
                  <a:pt x="429768" y="6172200"/>
                  <a:pt x="603504" y="5998464"/>
                  <a:pt x="813816" y="5870448"/>
                </a:cubicBezTo>
                <a:cubicBezTo>
                  <a:pt x="1014984" y="5751576"/>
                  <a:pt x="1261872" y="5660136"/>
                  <a:pt x="1508760" y="5568696"/>
                </a:cubicBezTo>
                <a:lnTo>
                  <a:pt x="1508760" y="5568696"/>
                </a:lnTo>
                <a:cubicBezTo>
                  <a:pt x="1527048" y="5559552"/>
                  <a:pt x="1536192" y="5559552"/>
                  <a:pt x="1554480" y="5550408"/>
                </a:cubicBezTo>
                <a:cubicBezTo>
                  <a:pt x="2075688" y="5349240"/>
                  <a:pt x="2633472" y="5129784"/>
                  <a:pt x="2907792" y="4544568"/>
                </a:cubicBezTo>
                <a:cubicBezTo>
                  <a:pt x="3108960" y="4123944"/>
                  <a:pt x="3118104" y="3611880"/>
                  <a:pt x="2990088" y="3127248"/>
                </a:cubicBezTo>
                <a:cubicBezTo>
                  <a:pt x="2871216" y="2642616"/>
                  <a:pt x="2615184" y="2176272"/>
                  <a:pt x="2267712" y="1865376"/>
                </a:cubicBezTo>
                <a:cubicBezTo>
                  <a:pt x="1847088" y="1490472"/>
                  <a:pt x="1362456" y="1389888"/>
                  <a:pt x="960120" y="1316736"/>
                </a:cubicBezTo>
                <a:cubicBezTo>
                  <a:pt x="950976" y="1316736"/>
                  <a:pt x="932688" y="1316736"/>
                  <a:pt x="923544" y="1307592"/>
                </a:cubicBezTo>
                <a:cubicBezTo>
                  <a:pt x="731520" y="1280160"/>
                  <a:pt x="566928" y="1243584"/>
                  <a:pt x="420624" y="1188720"/>
                </a:cubicBezTo>
                <a:cubicBezTo>
                  <a:pt x="274320" y="1133856"/>
                  <a:pt x="164592" y="1042416"/>
                  <a:pt x="100584" y="905256"/>
                </a:cubicBezTo>
                <a:cubicBezTo>
                  <a:pt x="18288" y="731520"/>
                  <a:pt x="9144" y="457200"/>
                  <a:pt x="274320" y="0"/>
                </a:cubicBezTo>
                <a:lnTo>
                  <a:pt x="219456" y="0"/>
                </a:lnTo>
              </a:path>
            </a:pathLst>
          </a:custGeom>
          <a:solidFill>
            <a:schemeClr val="bg1">
              <a:alpha val="30000"/>
            </a:schemeClr>
          </a:solidFill>
        </p:spPr>
      </p:sp>
      <p:sp>
        <p:nvSpPr>
          <p:cNvPr id="13" name="Vector_#color-2096&amp;2101"/>
          <p:cNvSpPr/>
          <p:nvPr userDrawn="1">
            <p:custDataLst>
              <p:tags r:id="rId7"/>
            </p:custDataLst>
          </p:nvPr>
        </p:nvSpPr>
        <p:spPr>
          <a:xfrm>
            <a:off x="2029968" y="1755648"/>
            <a:ext cx="2130552" cy="1865376"/>
          </a:xfrm>
          <a:custGeom>
            <a:avLst/>
            <a:gdLst/>
            <a:ahLst/>
            <a:cxnLst/>
            <a:rect l="l" t="t" r="r" b="b"/>
            <a:pathLst>
              <a:path w="2130552" h="1865376">
                <a:moveTo>
                  <a:pt x="109728" y="539496"/>
                </a:moveTo>
                <a:cubicBezTo>
                  <a:pt x="-9144" y="749808"/>
                  <a:pt x="-45720" y="1051560"/>
                  <a:pt x="73152" y="1298448"/>
                </a:cubicBezTo>
                <a:cubicBezTo>
                  <a:pt x="356616" y="1883664"/>
                  <a:pt x="1463040" y="2103120"/>
                  <a:pt x="1920240" y="1554480"/>
                </a:cubicBezTo>
                <a:cubicBezTo>
                  <a:pt x="2194560" y="1225296"/>
                  <a:pt x="2203704" y="658368"/>
                  <a:pt x="1938528" y="329184"/>
                </a:cubicBezTo>
                <a:cubicBezTo>
                  <a:pt x="1499616" y="-219456"/>
                  <a:pt x="438912" y="-36576"/>
                  <a:pt x="109728" y="539496"/>
                </a:cubicBezTo>
                <a:lnTo>
                  <a:pt x="109728" y="539496"/>
                </a:lnTo>
              </a:path>
            </a:pathLst>
          </a:custGeom>
          <a:solidFill>
            <a:schemeClr val="accent4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2024380" y="4012399"/>
            <a:ext cx="6979920" cy="1364273"/>
          </a:xfrm>
        </p:spPr>
        <p:txBody>
          <a:bodyPr wrap="square" anchor="t">
            <a:normAutofit/>
          </a:bodyPr>
          <a:lstStyle>
            <a:lvl1pPr algn="l">
              <a:defRPr sz="5000"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编辑母版标题</a:t>
            </a:r>
            <a:r>
              <a:rPr lang="en-US" altLang="zh-CN">
                <a:sym typeface="+mn-ea"/>
              </a:rPr>
              <a:t>78kckyk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2024380" y="1755648"/>
            <a:ext cx="2224532" cy="1865376"/>
          </a:xfrm>
        </p:spPr>
        <p:txBody>
          <a:bodyPr wrap="square" anchor="ctr">
            <a:normAutofit/>
          </a:bodyPr>
          <a:lstStyle>
            <a:lvl1pPr marL="0" indent="0" algn="ctr">
              <a:buNone/>
              <a:defRPr sz="5400" b="1">
                <a:solidFill>
                  <a:schemeClr val="lt1">
                    <a:lumMod val="100000"/>
                  </a:schemeClr>
                </a:solidFill>
                <a:latin typeface="+mn-ea"/>
                <a:ea typeface="+mn-ea"/>
                <a:cs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19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Vector_#color-2096&amp;3076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7955280" cy="3986784"/>
          </a:xfrm>
          <a:custGeom>
            <a:avLst/>
            <a:gdLst/>
            <a:ahLst/>
            <a:cxnLst/>
            <a:rect l="l" t="t" r="r" b="b"/>
            <a:pathLst>
              <a:path w="7955280" h="3986784">
                <a:moveTo>
                  <a:pt x="7845552" y="0"/>
                </a:moveTo>
                <a:lnTo>
                  <a:pt x="0" y="0"/>
                </a:lnTo>
                <a:lnTo>
                  <a:pt x="0" y="3392424"/>
                </a:lnTo>
                <a:cubicBezTo>
                  <a:pt x="219456" y="3602736"/>
                  <a:pt x="475488" y="3767328"/>
                  <a:pt x="749808" y="3867912"/>
                </a:cubicBezTo>
                <a:cubicBezTo>
                  <a:pt x="1554480" y="4151376"/>
                  <a:pt x="2679192" y="3922776"/>
                  <a:pt x="3054096" y="3282696"/>
                </a:cubicBezTo>
                <a:cubicBezTo>
                  <a:pt x="3236976" y="2962656"/>
                  <a:pt x="3172968" y="2642616"/>
                  <a:pt x="3118104" y="2331720"/>
                </a:cubicBezTo>
                <a:cubicBezTo>
                  <a:pt x="3063240" y="1984248"/>
                  <a:pt x="2999232" y="1645920"/>
                  <a:pt x="3236976" y="1307592"/>
                </a:cubicBezTo>
                <a:cubicBezTo>
                  <a:pt x="3520440" y="914400"/>
                  <a:pt x="4087368" y="685800"/>
                  <a:pt x="4544568" y="777240"/>
                </a:cubicBezTo>
                <a:cubicBezTo>
                  <a:pt x="4846320" y="832104"/>
                  <a:pt x="5001768" y="1005840"/>
                  <a:pt x="5157216" y="1188720"/>
                </a:cubicBezTo>
                <a:cubicBezTo>
                  <a:pt x="5312664" y="1362456"/>
                  <a:pt x="5468112" y="1545336"/>
                  <a:pt x="5760720" y="1664208"/>
                </a:cubicBezTo>
                <a:cubicBezTo>
                  <a:pt x="6391656" y="1938528"/>
                  <a:pt x="7278624" y="1828800"/>
                  <a:pt x="7644384" y="1325880"/>
                </a:cubicBezTo>
                <a:cubicBezTo>
                  <a:pt x="8010144" y="832104"/>
                  <a:pt x="8019288" y="393192"/>
                  <a:pt x="7845552" y="0"/>
                </a:cubicBezTo>
              </a:path>
            </a:pathLst>
          </a:custGeom>
          <a:solidFill>
            <a:schemeClr val="accent3"/>
          </a:solidFill>
        </p:spPr>
      </p:sp>
      <p:sp>
        <p:nvSpPr>
          <p:cNvPr id="9" name="Union1_#color-2096&amp;1988"/>
          <p:cNvSpPr/>
          <p:nvPr userDrawn="1">
            <p:custDataLst>
              <p:tags r:id="rId4"/>
            </p:custDataLst>
          </p:nvPr>
        </p:nvSpPr>
        <p:spPr>
          <a:xfrm rot="16200000">
            <a:off x="2650490" y="1910715"/>
            <a:ext cx="1147445" cy="1888490"/>
          </a:xfrm>
          <a:custGeom>
            <a:avLst/>
            <a:gdLst/>
            <a:ahLst/>
            <a:cxnLst/>
            <a:rect l="l" t="t" r="r" b="b"/>
            <a:pathLst>
              <a:path w="1289304" h="2121408">
                <a:moveTo>
                  <a:pt x="36576" y="201168"/>
                </a:moveTo>
                <a:cubicBezTo>
                  <a:pt x="64008" y="182880"/>
                  <a:pt x="64008" y="128016"/>
                  <a:pt x="64008" y="100584"/>
                </a:cubicBezTo>
                <a:cubicBezTo>
                  <a:pt x="64008" y="91440"/>
                  <a:pt x="64008" y="82296"/>
                  <a:pt x="64008" y="73152"/>
                </a:cubicBezTo>
                <a:lnTo>
                  <a:pt x="64008" y="73152"/>
                </a:lnTo>
                <a:cubicBezTo>
                  <a:pt x="73152" y="54864"/>
                  <a:pt x="73152" y="45720"/>
                  <a:pt x="64008" y="27432"/>
                </a:cubicBezTo>
                <a:cubicBezTo>
                  <a:pt x="54864" y="-18288"/>
                  <a:pt x="-18288" y="0"/>
                  <a:pt x="0" y="36576"/>
                </a:cubicBezTo>
                <a:cubicBezTo>
                  <a:pt x="9144" y="45720"/>
                  <a:pt x="9144" y="64008"/>
                  <a:pt x="0" y="82296"/>
                </a:cubicBezTo>
                <a:cubicBezTo>
                  <a:pt x="0" y="82296"/>
                  <a:pt x="0" y="91440"/>
                  <a:pt x="0" y="100584"/>
                </a:cubicBezTo>
                <a:cubicBezTo>
                  <a:pt x="0" y="109728"/>
                  <a:pt x="9144" y="128016"/>
                  <a:pt x="9144" y="137160"/>
                </a:cubicBezTo>
                <a:cubicBezTo>
                  <a:pt x="9144" y="155448"/>
                  <a:pt x="18288" y="173736"/>
                  <a:pt x="18288" y="192024"/>
                </a:cubicBezTo>
                <a:cubicBezTo>
                  <a:pt x="18288" y="201168"/>
                  <a:pt x="27432" y="210312"/>
                  <a:pt x="36576" y="201168"/>
                </a:cubicBezTo>
                <a:moveTo>
                  <a:pt x="868680" y="146304"/>
                </a:moveTo>
                <a:cubicBezTo>
                  <a:pt x="868680" y="173736"/>
                  <a:pt x="868680" y="228600"/>
                  <a:pt x="841248" y="256032"/>
                </a:cubicBezTo>
                <a:cubicBezTo>
                  <a:pt x="832104" y="265176"/>
                  <a:pt x="822960" y="256032"/>
                  <a:pt x="813816" y="237744"/>
                </a:cubicBezTo>
                <a:cubicBezTo>
                  <a:pt x="813816" y="228600"/>
                  <a:pt x="813816" y="210312"/>
                  <a:pt x="804672" y="192024"/>
                </a:cubicBezTo>
                <a:cubicBezTo>
                  <a:pt x="804672" y="173736"/>
                  <a:pt x="804672" y="164592"/>
                  <a:pt x="804672" y="146304"/>
                </a:cubicBezTo>
                <a:cubicBezTo>
                  <a:pt x="804672" y="146304"/>
                  <a:pt x="804672" y="137160"/>
                  <a:pt x="804672" y="128016"/>
                </a:cubicBezTo>
                <a:cubicBezTo>
                  <a:pt x="804672" y="118872"/>
                  <a:pt x="804672" y="100584"/>
                  <a:pt x="804672" y="82296"/>
                </a:cubicBezTo>
                <a:cubicBezTo>
                  <a:pt x="786384" y="45720"/>
                  <a:pt x="859536" y="36576"/>
                  <a:pt x="868680" y="73152"/>
                </a:cubicBezTo>
                <a:cubicBezTo>
                  <a:pt x="868680" y="91440"/>
                  <a:pt x="868680" y="109728"/>
                  <a:pt x="868680" y="118872"/>
                </a:cubicBezTo>
                <a:cubicBezTo>
                  <a:pt x="868680" y="128016"/>
                  <a:pt x="868680" y="137160"/>
                  <a:pt x="868680" y="146304"/>
                </a:cubicBezTo>
                <a:moveTo>
                  <a:pt x="283464" y="329184"/>
                </a:moveTo>
                <a:cubicBezTo>
                  <a:pt x="292608" y="329184"/>
                  <a:pt x="301752" y="320040"/>
                  <a:pt x="310896" y="310896"/>
                </a:cubicBezTo>
                <a:cubicBezTo>
                  <a:pt x="310896" y="301752"/>
                  <a:pt x="320040" y="283464"/>
                  <a:pt x="320040" y="265176"/>
                </a:cubicBezTo>
                <a:cubicBezTo>
                  <a:pt x="320040" y="256032"/>
                  <a:pt x="320040" y="246888"/>
                  <a:pt x="320040" y="237744"/>
                </a:cubicBezTo>
                <a:cubicBezTo>
                  <a:pt x="320040" y="228600"/>
                  <a:pt x="320040" y="228600"/>
                  <a:pt x="320040" y="219456"/>
                </a:cubicBezTo>
                <a:cubicBezTo>
                  <a:pt x="320040" y="201168"/>
                  <a:pt x="320040" y="192024"/>
                  <a:pt x="320040" y="173736"/>
                </a:cubicBezTo>
                <a:cubicBezTo>
                  <a:pt x="329184" y="128016"/>
                  <a:pt x="256032" y="100584"/>
                  <a:pt x="246888" y="146304"/>
                </a:cubicBezTo>
                <a:cubicBezTo>
                  <a:pt x="237744" y="173736"/>
                  <a:pt x="237744" y="201168"/>
                  <a:pt x="237744" y="219456"/>
                </a:cubicBezTo>
                <a:lnTo>
                  <a:pt x="237744" y="219456"/>
                </a:lnTo>
                <a:lnTo>
                  <a:pt x="237744" y="219456"/>
                </a:lnTo>
                <a:lnTo>
                  <a:pt x="237744" y="219456"/>
                </a:lnTo>
                <a:cubicBezTo>
                  <a:pt x="246888" y="228600"/>
                  <a:pt x="246888" y="246888"/>
                  <a:pt x="246888" y="256032"/>
                </a:cubicBezTo>
                <a:cubicBezTo>
                  <a:pt x="246888" y="274320"/>
                  <a:pt x="246888" y="320040"/>
                  <a:pt x="283464" y="329184"/>
                </a:cubicBezTo>
                <a:moveTo>
                  <a:pt x="658368" y="402336"/>
                </a:moveTo>
                <a:cubicBezTo>
                  <a:pt x="658368" y="429768"/>
                  <a:pt x="658368" y="448056"/>
                  <a:pt x="649224" y="466344"/>
                </a:cubicBezTo>
                <a:cubicBezTo>
                  <a:pt x="640080" y="484632"/>
                  <a:pt x="603504" y="484632"/>
                  <a:pt x="603504" y="457200"/>
                </a:cubicBezTo>
                <a:lnTo>
                  <a:pt x="603504" y="420624"/>
                </a:lnTo>
                <a:lnTo>
                  <a:pt x="603504" y="365760"/>
                </a:lnTo>
                <a:cubicBezTo>
                  <a:pt x="603504" y="356616"/>
                  <a:pt x="594360" y="338328"/>
                  <a:pt x="594360" y="320040"/>
                </a:cubicBezTo>
                <a:cubicBezTo>
                  <a:pt x="585216" y="310896"/>
                  <a:pt x="585216" y="310896"/>
                  <a:pt x="585216" y="301752"/>
                </a:cubicBezTo>
                <a:cubicBezTo>
                  <a:pt x="585216" y="292608"/>
                  <a:pt x="585216" y="274320"/>
                  <a:pt x="585216" y="265176"/>
                </a:cubicBezTo>
                <a:cubicBezTo>
                  <a:pt x="603504" y="210312"/>
                  <a:pt x="676656" y="237744"/>
                  <a:pt x="667512" y="283464"/>
                </a:cubicBezTo>
                <a:cubicBezTo>
                  <a:pt x="667512" y="283464"/>
                  <a:pt x="667512" y="301752"/>
                  <a:pt x="667512" y="301752"/>
                </a:cubicBezTo>
                <a:lnTo>
                  <a:pt x="667512" y="329184"/>
                </a:lnTo>
                <a:lnTo>
                  <a:pt x="667512" y="374904"/>
                </a:lnTo>
                <a:cubicBezTo>
                  <a:pt x="658368" y="384048"/>
                  <a:pt x="658368" y="393192"/>
                  <a:pt x="658368" y="402336"/>
                </a:cubicBezTo>
                <a:lnTo>
                  <a:pt x="658368" y="402336"/>
                </a:lnTo>
                <a:moveTo>
                  <a:pt x="219456" y="603504"/>
                </a:moveTo>
                <a:cubicBezTo>
                  <a:pt x="219456" y="630936"/>
                  <a:pt x="210312" y="658368"/>
                  <a:pt x="192024" y="685800"/>
                </a:cubicBezTo>
                <a:cubicBezTo>
                  <a:pt x="182880" y="694944"/>
                  <a:pt x="164592" y="694944"/>
                  <a:pt x="164592" y="685800"/>
                </a:cubicBezTo>
                <a:cubicBezTo>
                  <a:pt x="164592" y="667512"/>
                  <a:pt x="164592" y="649224"/>
                  <a:pt x="164592" y="630936"/>
                </a:cubicBezTo>
                <a:lnTo>
                  <a:pt x="164592" y="630936"/>
                </a:lnTo>
                <a:cubicBezTo>
                  <a:pt x="155448" y="612648"/>
                  <a:pt x="155448" y="594360"/>
                  <a:pt x="155448" y="585216"/>
                </a:cubicBezTo>
                <a:cubicBezTo>
                  <a:pt x="155448" y="576072"/>
                  <a:pt x="155448" y="566928"/>
                  <a:pt x="146304" y="557784"/>
                </a:cubicBezTo>
                <a:cubicBezTo>
                  <a:pt x="146304" y="548640"/>
                  <a:pt x="146304" y="539496"/>
                  <a:pt x="146304" y="530352"/>
                </a:cubicBezTo>
                <a:cubicBezTo>
                  <a:pt x="146304" y="530352"/>
                  <a:pt x="146304" y="530352"/>
                  <a:pt x="146304" y="530352"/>
                </a:cubicBezTo>
                <a:cubicBezTo>
                  <a:pt x="137160" y="512064"/>
                  <a:pt x="137160" y="493776"/>
                  <a:pt x="146304" y="484632"/>
                </a:cubicBezTo>
                <a:cubicBezTo>
                  <a:pt x="155448" y="448056"/>
                  <a:pt x="219456" y="466344"/>
                  <a:pt x="219456" y="502920"/>
                </a:cubicBezTo>
                <a:lnTo>
                  <a:pt x="219456" y="539496"/>
                </a:lnTo>
                <a:cubicBezTo>
                  <a:pt x="219456" y="557784"/>
                  <a:pt x="219456" y="576072"/>
                  <a:pt x="219456" y="585216"/>
                </a:cubicBezTo>
                <a:cubicBezTo>
                  <a:pt x="219456" y="594360"/>
                  <a:pt x="219456" y="603504"/>
                  <a:pt x="219456" y="603504"/>
                </a:cubicBezTo>
                <a:moveTo>
                  <a:pt x="1133856" y="201168"/>
                </a:moveTo>
                <a:cubicBezTo>
                  <a:pt x="1133856" y="237744"/>
                  <a:pt x="1124712" y="274320"/>
                  <a:pt x="1124712" y="301752"/>
                </a:cubicBezTo>
                <a:cubicBezTo>
                  <a:pt x="1115568" y="329184"/>
                  <a:pt x="1088136" y="310896"/>
                  <a:pt x="1078992" y="292608"/>
                </a:cubicBezTo>
                <a:cubicBezTo>
                  <a:pt x="1078992" y="265176"/>
                  <a:pt x="1069848" y="246888"/>
                  <a:pt x="1069848" y="228600"/>
                </a:cubicBezTo>
                <a:lnTo>
                  <a:pt x="1069848" y="164592"/>
                </a:lnTo>
                <a:cubicBezTo>
                  <a:pt x="1069848" y="146304"/>
                  <a:pt x="1078992" y="128016"/>
                  <a:pt x="1097280" y="128016"/>
                </a:cubicBezTo>
                <a:cubicBezTo>
                  <a:pt x="1115568" y="128016"/>
                  <a:pt x="1133856" y="146304"/>
                  <a:pt x="1133856" y="164592"/>
                </a:cubicBezTo>
                <a:cubicBezTo>
                  <a:pt x="1133856" y="173736"/>
                  <a:pt x="1133856" y="192024"/>
                  <a:pt x="1133856" y="201168"/>
                </a:cubicBezTo>
                <a:moveTo>
                  <a:pt x="1271016" y="621792"/>
                </a:moveTo>
                <a:cubicBezTo>
                  <a:pt x="1271016" y="603504"/>
                  <a:pt x="1271016" y="585216"/>
                  <a:pt x="1271016" y="566928"/>
                </a:cubicBezTo>
                <a:cubicBezTo>
                  <a:pt x="1271016" y="521208"/>
                  <a:pt x="1271016" y="475488"/>
                  <a:pt x="1271016" y="438912"/>
                </a:cubicBezTo>
                <a:cubicBezTo>
                  <a:pt x="1271016" y="384048"/>
                  <a:pt x="1188720" y="402336"/>
                  <a:pt x="1197864" y="457200"/>
                </a:cubicBezTo>
                <a:cubicBezTo>
                  <a:pt x="1197864" y="466344"/>
                  <a:pt x="1197864" y="466344"/>
                  <a:pt x="1207008" y="475488"/>
                </a:cubicBezTo>
                <a:lnTo>
                  <a:pt x="1207008" y="475488"/>
                </a:lnTo>
                <a:cubicBezTo>
                  <a:pt x="1207008" y="475488"/>
                  <a:pt x="1207008" y="484632"/>
                  <a:pt x="1207008" y="493776"/>
                </a:cubicBezTo>
                <a:cubicBezTo>
                  <a:pt x="1207008" y="502920"/>
                  <a:pt x="1207008" y="512064"/>
                  <a:pt x="1207008" y="521208"/>
                </a:cubicBezTo>
                <a:lnTo>
                  <a:pt x="1207008" y="521208"/>
                </a:lnTo>
                <a:lnTo>
                  <a:pt x="1207008" y="521208"/>
                </a:lnTo>
                <a:cubicBezTo>
                  <a:pt x="1207008" y="530352"/>
                  <a:pt x="1207008" y="539496"/>
                  <a:pt x="1207008" y="539496"/>
                </a:cubicBezTo>
                <a:cubicBezTo>
                  <a:pt x="1216152" y="576072"/>
                  <a:pt x="1225296" y="612648"/>
                  <a:pt x="1243584" y="630936"/>
                </a:cubicBezTo>
                <a:cubicBezTo>
                  <a:pt x="1261872" y="640080"/>
                  <a:pt x="1271016" y="630936"/>
                  <a:pt x="1271016" y="621792"/>
                </a:cubicBezTo>
                <a:moveTo>
                  <a:pt x="1042416" y="877824"/>
                </a:moveTo>
                <a:cubicBezTo>
                  <a:pt x="1042416" y="905256"/>
                  <a:pt x="1042416" y="932688"/>
                  <a:pt x="1033272" y="950976"/>
                </a:cubicBezTo>
                <a:cubicBezTo>
                  <a:pt x="1024128" y="960120"/>
                  <a:pt x="996696" y="969264"/>
                  <a:pt x="996696" y="960120"/>
                </a:cubicBezTo>
                <a:cubicBezTo>
                  <a:pt x="969264" y="941832"/>
                  <a:pt x="969264" y="914400"/>
                  <a:pt x="978408" y="886968"/>
                </a:cubicBezTo>
                <a:cubicBezTo>
                  <a:pt x="978408" y="859536"/>
                  <a:pt x="978408" y="841248"/>
                  <a:pt x="969264" y="822960"/>
                </a:cubicBezTo>
                <a:cubicBezTo>
                  <a:pt x="950976" y="777240"/>
                  <a:pt x="1014984" y="749808"/>
                  <a:pt x="1033272" y="795528"/>
                </a:cubicBezTo>
                <a:cubicBezTo>
                  <a:pt x="1042416" y="822960"/>
                  <a:pt x="1042416" y="841248"/>
                  <a:pt x="1042416" y="877824"/>
                </a:cubicBezTo>
                <a:cubicBezTo>
                  <a:pt x="1042416" y="877824"/>
                  <a:pt x="1042416" y="877824"/>
                  <a:pt x="1042416" y="877824"/>
                </a:cubicBezTo>
                <a:moveTo>
                  <a:pt x="932688" y="1371600"/>
                </a:moveTo>
                <a:cubicBezTo>
                  <a:pt x="932688" y="1371600"/>
                  <a:pt x="932688" y="1362456"/>
                  <a:pt x="932688" y="1353312"/>
                </a:cubicBezTo>
                <a:cubicBezTo>
                  <a:pt x="932688" y="1344168"/>
                  <a:pt x="932688" y="1344168"/>
                  <a:pt x="932688" y="1344168"/>
                </a:cubicBezTo>
                <a:cubicBezTo>
                  <a:pt x="923544" y="1335024"/>
                  <a:pt x="923544" y="1325880"/>
                  <a:pt x="923544" y="1316736"/>
                </a:cubicBezTo>
                <a:lnTo>
                  <a:pt x="923544" y="1316736"/>
                </a:lnTo>
                <a:lnTo>
                  <a:pt x="923544" y="1316736"/>
                </a:lnTo>
                <a:lnTo>
                  <a:pt x="923544" y="1316736"/>
                </a:lnTo>
                <a:cubicBezTo>
                  <a:pt x="923544" y="1316736"/>
                  <a:pt x="914400" y="1307592"/>
                  <a:pt x="914400" y="1307592"/>
                </a:cubicBezTo>
                <a:cubicBezTo>
                  <a:pt x="914400" y="1280160"/>
                  <a:pt x="905256" y="1261872"/>
                  <a:pt x="905256" y="1234440"/>
                </a:cubicBezTo>
                <a:cubicBezTo>
                  <a:pt x="905256" y="1234440"/>
                  <a:pt x="905256" y="1234440"/>
                  <a:pt x="905256" y="1225296"/>
                </a:cubicBezTo>
                <a:cubicBezTo>
                  <a:pt x="896112" y="1188720"/>
                  <a:pt x="822960" y="1207008"/>
                  <a:pt x="841248" y="1243584"/>
                </a:cubicBezTo>
                <a:cubicBezTo>
                  <a:pt x="850392" y="1271016"/>
                  <a:pt x="859536" y="1298448"/>
                  <a:pt x="877824" y="1335024"/>
                </a:cubicBezTo>
                <a:cubicBezTo>
                  <a:pt x="877824" y="1335024"/>
                  <a:pt x="877824" y="1344168"/>
                  <a:pt x="877824" y="1344168"/>
                </a:cubicBezTo>
                <a:cubicBezTo>
                  <a:pt x="877824" y="1344168"/>
                  <a:pt x="877824" y="1353312"/>
                  <a:pt x="877824" y="1353312"/>
                </a:cubicBezTo>
                <a:cubicBezTo>
                  <a:pt x="886968" y="1371600"/>
                  <a:pt x="896112" y="1389888"/>
                  <a:pt x="914400" y="1399032"/>
                </a:cubicBezTo>
                <a:cubicBezTo>
                  <a:pt x="923544" y="1399032"/>
                  <a:pt x="932688" y="1380744"/>
                  <a:pt x="932688" y="1371600"/>
                </a:cubicBezTo>
                <a:moveTo>
                  <a:pt x="685800" y="1472184"/>
                </a:moveTo>
                <a:cubicBezTo>
                  <a:pt x="685800" y="1490472"/>
                  <a:pt x="685800" y="1508760"/>
                  <a:pt x="676656" y="1517904"/>
                </a:cubicBezTo>
                <a:cubicBezTo>
                  <a:pt x="649224" y="1536192"/>
                  <a:pt x="649224" y="1490472"/>
                  <a:pt x="640080" y="1472184"/>
                </a:cubicBezTo>
                <a:lnTo>
                  <a:pt x="640080" y="1472184"/>
                </a:lnTo>
                <a:lnTo>
                  <a:pt x="640080" y="1472184"/>
                </a:lnTo>
                <a:lnTo>
                  <a:pt x="640080" y="1472184"/>
                </a:lnTo>
                <a:cubicBezTo>
                  <a:pt x="640080" y="1463040"/>
                  <a:pt x="640080" y="1463040"/>
                  <a:pt x="640080" y="1453896"/>
                </a:cubicBezTo>
                <a:cubicBezTo>
                  <a:pt x="640080" y="1444752"/>
                  <a:pt x="630936" y="1435608"/>
                  <a:pt x="630936" y="1417320"/>
                </a:cubicBezTo>
                <a:cubicBezTo>
                  <a:pt x="621792" y="1380744"/>
                  <a:pt x="621792" y="1344168"/>
                  <a:pt x="649224" y="1335024"/>
                </a:cubicBezTo>
                <a:cubicBezTo>
                  <a:pt x="676656" y="1316736"/>
                  <a:pt x="704088" y="1344168"/>
                  <a:pt x="704088" y="1371600"/>
                </a:cubicBezTo>
                <a:cubicBezTo>
                  <a:pt x="704088" y="1371600"/>
                  <a:pt x="694944" y="1380744"/>
                  <a:pt x="694944" y="1380744"/>
                </a:cubicBezTo>
                <a:cubicBezTo>
                  <a:pt x="694944" y="1389888"/>
                  <a:pt x="685800" y="1389888"/>
                  <a:pt x="685800" y="1399032"/>
                </a:cubicBezTo>
                <a:cubicBezTo>
                  <a:pt x="694944" y="1380744"/>
                  <a:pt x="704088" y="1408176"/>
                  <a:pt x="704088" y="1408176"/>
                </a:cubicBezTo>
                <a:cubicBezTo>
                  <a:pt x="704088" y="1417320"/>
                  <a:pt x="694944" y="1426464"/>
                  <a:pt x="694944" y="1426464"/>
                </a:cubicBezTo>
                <a:cubicBezTo>
                  <a:pt x="694944" y="1435608"/>
                  <a:pt x="685800" y="1435608"/>
                  <a:pt x="685800" y="1444752"/>
                </a:cubicBezTo>
                <a:cubicBezTo>
                  <a:pt x="685800" y="1453896"/>
                  <a:pt x="685800" y="1463040"/>
                  <a:pt x="685800" y="1472184"/>
                </a:cubicBezTo>
                <a:lnTo>
                  <a:pt x="685800" y="1472184"/>
                </a:lnTo>
                <a:moveTo>
                  <a:pt x="329184" y="1837944"/>
                </a:moveTo>
                <a:cubicBezTo>
                  <a:pt x="347472" y="1828800"/>
                  <a:pt x="347472" y="1801368"/>
                  <a:pt x="347472" y="1783080"/>
                </a:cubicBezTo>
                <a:cubicBezTo>
                  <a:pt x="347472" y="1773936"/>
                  <a:pt x="347472" y="1764792"/>
                  <a:pt x="347472" y="1764792"/>
                </a:cubicBezTo>
                <a:cubicBezTo>
                  <a:pt x="347472" y="1755648"/>
                  <a:pt x="347472" y="1755648"/>
                  <a:pt x="347472" y="1746504"/>
                </a:cubicBezTo>
                <a:cubicBezTo>
                  <a:pt x="356616" y="1737360"/>
                  <a:pt x="356616" y="1737360"/>
                  <a:pt x="356616" y="1728216"/>
                </a:cubicBezTo>
                <a:cubicBezTo>
                  <a:pt x="356616" y="1728216"/>
                  <a:pt x="347472" y="1691640"/>
                  <a:pt x="347472" y="1709928"/>
                </a:cubicBezTo>
                <a:cubicBezTo>
                  <a:pt x="347472" y="1709928"/>
                  <a:pt x="347472" y="1700784"/>
                  <a:pt x="347472" y="1700784"/>
                </a:cubicBezTo>
                <a:cubicBezTo>
                  <a:pt x="356616" y="1691640"/>
                  <a:pt x="356616" y="1691640"/>
                  <a:pt x="356616" y="1682496"/>
                </a:cubicBezTo>
                <a:cubicBezTo>
                  <a:pt x="365760" y="1664208"/>
                  <a:pt x="329184" y="1636776"/>
                  <a:pt x="310896" y="1645920"/>
                </a:cubicBezTo>
                <a:cubicBezTo>
                  <a:pt x="274320" y="1664208"/>
                  <a:pt x="283464" y="1700784"/>
                  <a:pt x="292608" y="1737360"/>
                </a:cubicBezTo>
                <a:cubicBezTo>
                  <a:pt x="292608" y="1746504"/>
                  <a:pt x="292608" y="1764792"/>
                  <a:pt x="292608" y="1773936"/>
                </a:cubicBezTo>
                <a:cubicBezTo>
                  <a:pt x="292608" y="1773936"/>
                  <a:pt x="292608" y="1783080"/>
                  <a:pt x="301752" y="1792224"/>
                </a:cubicBezTo>
                <a:cubicBezTo>
                  <a:pt x="301752" y="1810512"/>
                  <a:pt x="310896" y="1856232"/>
                  <a:pt x="329184" y="1837944"/>
                </a:cubicBezTo>
                <a:moveTo>
                  <a:pt x="740664" y="1088136"/>
                </a:moveTo>
                <a:lnTo>
                  <a:pt x="740664" y="1106424"/>
                </a:lnTo>
                <a:cubicBezTo>
                  <a:pt x="740664" y="1115568"/>
                  <a:pt x="722376" y="1124712"/>
                  <a:pt x="713232" y="1115568"/>
                </a:cubicBezTo>
                <a:cubicBezTo>
                  <a:pt x="694944" y="1106424"/>
                  <a:pt x="694944" y="1088136"/>
                  <a:pt x="704088" y="1069848"/>
                </a:cubicBezTo>
                <a:cubicBezTo>
                  <a:pt x="704088" y="1060704"/>
                  <a:pt x="704088" y="1060704"/>
                  <a:pt x="704088" y="1051560"/>
                </a:cubicBezTo>
                <a:lnTo>
                  <a:pt x="704088" y="987552"/>
                </a:lnTo>
                <a:cubicBezTo>
                  <a:pt x="704088" y="978408"/>
                  <a:pt x="704088" y="978408"/>
                  <a:pt x="704088" y="969264"/>
                </a:cubicBezTo>
                <a:cubicBezTo>
                  <a:pt x="704088" y="960120"/>
                  <a:pt x="694944" y="950976"/>
                  <a:pt x="704088" y="941832"/>
                </a:cubicBezTo>
                <a:cubicBezTo>
                  <a:pt x="704088" y="896112"/>
                  <a:pt x="758952" y="896112"/>
                  <a:pt x="768096" y="941832"/>
                </a:cubicBezTo>
                <a:cubicBezTo>
                  <a:pt x="768096" y="969264"/>
                  <a:pt x="758952" y="1014984"/>
                  <a:pt x="749808" y="1042416"/>
                </a:cubicBezTo>
                <a:cubicBezTo>
                  <a:pt x="749808" y="1042416"/>
                  <a:pt x="749808" y="1042416"/>
                  <a:pt x="749808" y="1051560"/>
                </a:cubicBezTo>
                <a:cubicBezTo>
                  <a:pt x="749808" y="1060704"/>
                  <a:pt x="740664" y="1078992"/>
                  <a:pt x="740664" y="1088136"/>
                </a:cubicBezTo>
                <a:moveTo>
                  <a:pt x="475488" y="1252728"/>
                </a:moveTo>
                <a:cubicBezTo>
                  <a:pt x="475488" y="1243584"/>
                  <a:pt x="475488" y="1225296"/>
                  <a:pt x="475488" y="1216152"/>
                </a:cubicBezTo>
                <a:cubicBezTo>
                  <a:pt x="475488" y="1207008"/>
                  <a:pt x="475488" y="1197864"/>
                  <a:pt x="475488" y="1188720"/>
                </a:cubicBezTo>
                <a:cubicBezTo>
                  <a:pt x="475488" y="1179576"/>
                  <a:pt x="475488" y="1170432"/>
                  <a:pt x="475488" y="1170432"/>
                </a:cubicBezTo>
                <a:cubicBezTo>
                  <a:pt x="484632" y="1161288"/>
                  <a:pt x="484632" y="1152144"/>
                  <a:pt x="484632" y="1143000"/>
                </a:cubicBezTo>
                <a:cubicBezTo>
                  <a:pt x="484632" y="1115568"/>
                  <a:pt x="457200" y="1097280"/>
                  <a:pt x="438912" y="1115568"/>
                </a:cubicBezTo>
                <a:cubicBezTo>
                  <a:pt x="420624" y="1133856"/>
                  <a:pt x="420624" y="1161288"/>
                  <a:pt x="429768" y="1179576"/>
                </a:cubicBezTo>
                <a:lnTo>
                  <a:pt x="429768" y="1179576"/>
                </a:lnTo>
                <a:lnTo>
                  <a:pt x="429768" y="1179576"/>
                </a:lnTo>
                <a:lnTo>
                  <a:pt x="429768" y="1179576"/>
                </a:lnTo>
                <a:lnTo>
                  <a:pt x="429768" y="1179576"/>
                </a:lnTo>
                <a:cubicBezTo>
                  <a:pt x="429768" y="1179576"/>
                  <a:pt x="429768" y="1188720"/>
                  <a:pt x="438912" y="1188720"/>
                </a:cubicBezTo>
                <a:cubicBezTo>
                  <a:pt x="438912" y="1197864"/>
                  <a:pt x="438912" y="1216152"/>
                  <a:pt x="438912" y="1225296"/>
                </a:cubicBezTo>
                <a:cubicBezTo>
                  <a:pt x="438912" y="1234440"/>
                  <a:pt x="438912" y="1252728"/>
                  <a:pt x="448056" y="1271016"/>
                </a:cubicBezTo>
                <a:cubicBezTo>
                  <a:pt x="457200" y="1271016"/>
                  <a:pt x="475488" y="1261872"/>
                  <a:pt x="475488" y="1252728"/>
                </a:cubicBezTo>
                <a:moveTo>
                  <a:pt x="1225296" y="896112"/>
                </a:moveTo>
                <a:cubicBezTo>
                  <a:pt x="1225296" y="886968"/>
                  <a:pt x="1225296" y="868680"/>
                  <a:pt x="1234440" y="859536"/>
                </a:cubicBezTo>
                <a:cubicBezTo>
                  <a:pt x="1243584" y="850392"/>
                  <a:pt x="1252728" y="859536"/>
                  <a:pt x="1261872" y="877824"/>
                </a:cubicBezTo>
                <a:cubicBezTo>
                  <a:pt x="1271016" y="886968"/>
                  <a:pt x="1271016" y="914400"/>
                  <a:pt x="1271016" y="932688"/>
                </a:cubicBezTo>
                <a:cubicBezTo>
                  <a:pt x="1271016" y="941832"/>
                  <a:pt x="1271016" y="950976"/>
                  <a:pt x="1271016" y="960120"/>
                </a:cubicBezTo>
                <a:cubicBezTo>
                  <a:pt x="1271016" y="978408"/>
                  <a:pt x="1280160" y="978408"/>
                  <a:pt x="1280160" y="987552"/>
                </a:cubicBezTo>
                <a:cubicBezTo>
                  <a:pt x="1280160" y="987552"/>
                  <a:pt x="1280160" y="996696"/>
                  <a:pt x="1289304" y="996696"/>
                </a:cubicBezTo>
                <a:cubicBezTo>
                  <a:pt x="1289304" y="1014984"/>
                  <a:pt x="1289304" y="1024128"/>
                  <a:pt x="1289304" y="1042416"/>
                </a:cubicBezTo>
                <a:cubicBezTo>
                  <a:pt x="1271016" y="1069848"/>
                  <a:pt x="1216152" y="1078992"/>
                  <a:pt x="1207008" y="1042416"/>
                </a:cubicBezTo>
                <a:cubicBezTo>
                  <a:pt x="1207008" y="1005840"/>
                  <a:pt x="1207008" y="978408"/>
                  <a:pt x="1207008" y="950976"/>
                </a:cubicBezTo>
                <a:cubicBezTo>
                  <a:pt x="1207008" y="941832"/>
                  <a:pt x="1216152" y="932688"/>
                  <a:pt x="1216152" y="923544"/>
                </a:cubicBezTo>
                <a:lnTo>
                  <a:pt x="1216152" y="923544"/>
                </a:lnTo>
                <a:cubicBezTo>
                  <a:pt x="1216152" y="914400"/>
                  <a:pt x="1216152" y="905256"/>
                  <a:pt x="1225296" y="896112"/>
                </a:cubicBezTo>
                <a:moveTo>
                  <a:pt x="1197864" y="1179576"/>
                </a:moveTo>
                <a:cubicBezTo>
                  <a:pt x="1179576" y="1188720"/>
                  <a:pt x="1179576" y="1207008"/>
                  <a:pt x="1179576" y="1225296"/>
                </a:cubicBezTo>
                <a:cubicBezTo>
                  <a:pt x="1170432" y="1225296"/>
                  <a:pt x="1170432" y="1234440"/>
                  <a:pt x="1170432" y="1243584"/>
                </a:cubicBezTo>
                <a:cubicBezTo>
                  <a:pt x="1161288" y="1271016"/>
                  <a:pt x="1161288" y="1298448"/>
                  <a:pt x="1161288" y="1335024"/>
                </a:cubicBezTo>
                <a:cubicBezTo>
                  <a:pt x="1161288" y="1380744"/>
                  <a:pt x="1243584" y="1380744"/>
                  <a:pt x="1234440" y="1335024"/>
                </a:cubicBezTo>
                <a:cubicBezTo>
                  <a:pt x="1234440" y="1316736"/>
                  <a:pt x="1234440" y="1307592"/>
                  <a:pt x="1225296" y="1298448"/>
                </a:cubicBezTo>
                <a:cubicBezTo>
                  <a:pt x="1225296" y="1280160"/>
                  <a:pt x="1225296" y="1261872"/>
                  <a:pt x="1225296" y="1243584"/>
                </a:cubicBezTo>
                <a:cubicBezTo>
                  <a:pt x="1225296" y="1243584"/>
                  <a:pt x="1225296" y="1234440"/>
                  <a:pt x="1225296" y="1234440"/>
                </a:cubicBezTo>
                <a:lnTo>
                  <a:pt x="1225296" y="1234440"/>
                </a:lnTo>
                <a:cubicBezTo>
                  <a:pt x="1225296" y="1216152"/>
                  <a:pt x="1225296" y="1188720"/>
                  <a:pt x="1207008" y="1179576"/>
                </a:cubicBezTo>
                <a:cubicBezTo>
                  <a:pt x="1207008" y="1179576"/>
                  <a:pt x="1197864" y="1179576"/>
                  <a:pt x="1197864" y="1179576"/>
                </a:cubicBezTo>
                <a:moveTo>
                  <a:pt x="1005840" y="1591056"/>
                </a:moveTo>
                <a:cubicBezTo>
                  <a:pt x="1005840" y="1572768"/>
                  <a:pt x="1005840" y="1545336"/>
                  <a:pt x="1014984" y="1517904"/>
                </a:cubicBezTo>
                <a:cubicBezTo>
                  <a:pt x="1033272" y="1508760"/>
                  <a:pt x="1051560" y="1508760"/>
                  <a:pt x="1060704" y="1517904"/>
                </a:cubicBezTo>
                <a:cubicBezTo>
                  <a:pt x="1060704" y="1527048"/>
                  <a:pt x="1060704" y="1536192"/>
                  <a:pt x="1060704" y="1536192"/>
                </a:cubicBezTo>
                <a:lnTo>
                  <a:pt x="1060704" y="1536192"/>
                </a:lnTo>
                <a:cubicBezTo>
                  <a:pt x="1069848" y="1545336"/>
                  <a:pt x="1069848" y="1554480"/>
                  <a:pt x="1069848" y="1563624"/>
                </a:cubicBezTo>
                <a:lnTo>
                  <a:pt x="1069848" y="1581912"/>
                </a:lnTo>
                <a:cubicBezTo>
                  <a:pt x="1069848" y="1600200"/>
                  <a:pt x="1078992" y="1618488"/>
                  <a:pt x="1097280" y="1636776"/>
                </a:cubicBezTo>
                <a:lnTo>
                  <a:pt x="1097280" y="1636776"/>
                </a:lnTo>
                <a:lnTo>
                  <a:pt x="1097280" y="1636776"/>
                </a:lnTo>
                <a:lnTo>
                  <a:pt x="1097280" y="1636776"/>
                </a:lnTo>
                <a:lnTo>
                  <a:pt x="1097280" y="1636776"/>
                </a:lnTo>
                <a:cubicBezTo>
                  <a:pt x="1124712" y="1691640"/>
                  <a:pt x="1024128" y="1737360"/>
                  <a:pt x="1005840" y="1673352"/>
                </a:cubicBezTo>
                <a:cubicBezTo>
                  <a:pt x="1005840" y="1655064"/>
                  <a:pt x="1005840" y="1627632"/>
                  <a:pt x="1005840" y="1600200"/>
                </a:cubicBezTo>
                <a:cubicBezTo>
                  <a:pt x="1005840" y="1600200"/>
                  <a:pt x="1005840" y="1591056"/>
                  <a:pt x="1005840" y="1591056"/>
                </a:cubicBezTo>
                <a:lnTo>
                  <a:pt x="1005840" y="1591056"/>
                </a:lnTo>
                <a:moveTo>
                  <a:pt x="329184" y="1435608"/>
                </a:moveTo>
                <a:lnTo>
                  <a:pt x="329184" y="1435608"/>
                </a:lnTo>
                <a:cubicBezTo>
                  <a:pt x="338328" y="1417320"/>
                  <a:pt x="347472" y="1399032"/>
                  <a:pt x="347472" y="1380744"/>
                </a:cubicBezTo>
                <a:cubicBezTo>
                  <a:pt x="347472" y="1362456"/>
                  <a:pt x="347472" y="1344168"/>
                  <a:pt x="347472" y="1335024"/>
                </a:cubicBezTo>
                <a:cubicBezTo>
                  <a:pt x="347472" y="1325880"/>
                  <a:pt x="347472" y="1316736"/>
                  <a:pt x="347472" y="1307592"/>
                </a:cubicBezTo>
                <a:cubicBezTo>
                  <a:pt x="347472" y="1252728"/>
                  <a:pt x="256032" y="1243584"/>
                  <a:pt x="256032" y="1307592"/>
                </a:cubicBezTo>
                <a:lnTo>
                  <a:pt x="256032" y="1380744"/>
                </a:lnTo>
                <a:cubicBezTo>
                  <a:pt x="256032" y="1380744"/>
                  <a:pt x="256032" y="1389888"/>
                  <a:pt x="256032" y="1389888"/>
                </a:cubicBezTo>
                <a:cubicBezTo>
                  <a:pt x="256032" y="1408176"/>
                  <a:pt x="256032" y="1435608"/>
                  <a:pt x="265176" y="1453896"/>
                </a:cubicBezTo>
                <a:cubicBezTo>
                  <a:pt x="283464" y="1481328"/>
                  <a:pt x="310896" y="1481328"/>
                  <a:pt x="320040" y="1453896"/>
                </a:cubicBezTo>
                <a:cubicBezTo>
                  <a:pt x="320040" y="1453896"/>
                  <a:pt x="329184" y="1444752"/>
                  <a:pt x="329184" y="1435608"/>
                </a:cubicBezTo>
                <a:moveTo>
                  <a:pt x="219456" y="1033272"/>
                </a:moveTo>
                <a:cubicBezTo>
                  <a:pt x="219456" y="1033272"/>
                  <a:pt x="219456" y="1042416"/>
                  <a:pt x="219456" y="1051560"/>
                </a:cubicBezTo>
                <a:cubicBezTo>
                  <a:pt x="219456" y="1069848"/>
                  <a:pt x="192024" y="1088136"/>
                  <a:pt x="182880" y="1078992"/>
                </a:cubicBezTo>
                <a:cubicBezTo>
                  <a:pt x="155448" y="1060704"/>
                  <a:pt x="155448" y="1033272"/>
                  <a:pt x="146304" y="1014984"/>
                </a:cubicBezTo>
                <a:lnTo>
                  <a:pt x="146304" y="1014984"/>
                </a:lnTo>
                <a:lnTo>
                  <a:pt x="146304" y="1014984"/>
                </a:lnTo>
                <a:lnTo>
                  <a:pt x="146304" y="1014984"/>
                </a:lnTo>
                <a:lnTo>
                  <a:pt x="146304" y="1014984"/>
                </a:lnTo>
                <a:cubicBezTo>
                  <a:pt x="146304" y="1005840"/>
                  <a:pt x="146304" y="1005840"/>
                  <a:pt x="146304" y="996696"/>
                </a:cubicBezTo>
                <a:cubicBezTo>
                  <a:pt x="137160" y="996696"/>
                  <a:pt x="137160" y="987552"/>
                  <a:pt x="137160" y="978408"/>
                </a:cubicBezTo>
                <a:cubicBezTo>
                  <a:pt x="146304" y="969264"/>
                  <a:pt x="146304" y="969264"/>
                  <a:pt x="146304" y="960120"/>
                </a:cubicBezTo>
                <a:cubicBezTo>
                  <a:pt x="137160" y="960120"/>
                  <a:pt x="137160" y="960120"/>
                  <a:pt x="137160" y="950976"/>
                </a:cubicBezTo>
                <a:cubicBezTo>
                  <a:pt x="137160" y="941832"/>
                  <a:pt x="128016" y="932688"/>
                  <a:pt x="128016" y="923544"/>
                </a:cubicBezTo>
                <a:cubicBezTo>
                  <a:pt x="128016" y="868680"/>
                  <a:pt x="228600" y="868680"/>
                  <a:pt x="219456" y="923544"/>
                </a:cubicBezTo>
                <a:cubicBezTo>
                  <a:pt x="219456" y="932688"/>
                  <a:pt x="219456" y="950976"/>
                  <a:pt x="219456" y="969264"/>
                </a:cubicBezTo>
                <a:cubicBezTo>
                  <a:pt x="219456" y="969264"/>
                  <a:pt x="219456" y="978408"/>
                  <a:pt x="219456" y="987552"/>
                </a:cubicBezTo>
                <a:cubicBezTo>
                  <a:pt x="219456" y="996696"/>
                  <a:pt x="219456" y="1014984"/>
                  <a:pt x="219456" y="1033272"/>
                </a:cubicBezTo>
                <a:moveTo>
                  <a:pt x="868680" y="658368"/>
                </a:moveTo>
                <a:cubicBezTo>
                  <a:pt x="877824" y="621792"/>
                  <a:pt x="877824" y="585216"/>
                  <a:pt x="877824" y="557784"/>
                </a:cubicBezTo>
                <a:cubicBezTo>
                  <a:pt x="877824" y="530352"/>
                  <a:pt x="877824" y="493776"/>
                  <a:pt x="868680" y="466344"/>
                </a:cubicBezTo>
                <a:cubicBezTo>
                  <a:pt x="850392" y="429768"/>
                  <a:pt x="795528" y="457200"/>
                  <a:pt x="813816" y="493776"/>
                </a:cubicBezTo>
                <a:cubicBezTo>
                  <a:pt x="813816" y="493776"/>
                  <a:pt x="813816" y="502920"/>
                  <a:pt x="813816" y="512064"/>
                </a:cubicBezTo>
                <a:cubicBezTo>
                  <a:pt x="813816" y="512064"/>
                  <a:pt x="813816" y="512064"/>
                  <a:pt x="813816" y="521208"/>
                </a:cubicBezTo>
                <a:cubicBezTo>
                  <a:pt x="813816" y="530352"/>
                  <a:pt x="822960" y="530352"/>
                  <a:pt x="822960" y="539496"/>
                </a:cubicBezTo>
                <a:cubicBezTo>
                  <a:pt x="822960" y="548640"/>
                  <a:pt x="832104" y="557784"/>
                  <a:pt x="832104" y="566928"/>
                </a:cubicBezTo>
                <a:cubicBezTo>
                  <a:pt x="832104" y="576072"/>
                  <a:pt x="822960" y="585216"/>
                  <a:pt x="822960" y="603504"/>
                </a:cubicBezTo>
                <a:lnTo>
                  <a:pt x="822960" y="603504"/>
                </a:lnTo>
                <a:cubicBezTo>
                  <a:pt x="822960" y="621792"/>
                  <a:pt x="822960" y="640080"/>
                  <a:pt x="832104" y="658368"/>
                </a:cubicBezTo>
                <a:cubicBezTo>
                  <a:pt x="832104" y="676656"/>
                  <a:pt x="859536" y="676656"/>
                  <a:pt x="868680" y="658368"/>
                </a:cubicBezTo>
                <a:moveTo>
                  <a:pt x="512064" y="859536"/>
                </a:moveTo>
                <a:cubicBezTo>
                  <a:pt x="512064" y="859536"/>
                  <a:pt x="512064" y="868680"/>
                  <a:pt x="512064" y="877824"/>
                </a:cubicBezTo>
                <a:cubicBezTo>
                  <a:pt x="512064" y="886968"/>
                  <a:pt x="493776" y="905256"/>
                  <a:pt x="484632" y="896112"/>
                </a:cubicBezTo>
                <a:cubicBezTo>
                  <a:pt x="466344" y="896112"/>
                  <a:pt x="466344" y="868680"/>
                  <a:pt x="466344" y="850392"/>
                </a:cubicBezTo>
                <a:cubicBezTo>
                  <a:pt x="466344" y="841248"/>
                  <a:pt x="466344" y="832104"/>
                  <a:pt x="457200" y="822960"/>
                </a:cubicBezTo>
                <a:cubicBezTo>
                  <a:pt x="448056" y="786384"/>
                  <a:pt x="448056" y="758952"/>
                  <a:pt x="448056" y="722376"/>
                </a:cubicBezTo>
                <a:cubicBezTo>
                  <a:pt x="448056" y="676656"/>
                  <a:pt x="502920" y="685800"/>
                  <a:pt x="512064" y="731520"/>
                </a:cubicBezTo>
                <a:lnTo>
                  <a:pt x="512064" y="813816"/>
                </a:lnTo>
                <a:cubicBezTo>
                  <a:pt x="512064" y="813816"/>
                  <a:pt x="512064" y="832104"/>
                  <a:pt x="512064" y="841248"/>
                </a:cubicBezTo>
                <a:cubicBezTo>
                  <a:pt x="512064" y="841248"/>
                  <a:pt x="512064" y="841248"/>
                  <a:pt x="512064" y="850392"/>
                </a:cubicBezTo>
                <a:cubicBezTo>
                  <a:pt x="512064" y="850392"/>
                  <a:pt x="512064" y="859536"/>
                  <a:pt x="512064" y="859536"/>
                </a:cubicBezTo>
                <a:moveTo>
                  <a:pt x="685800" y="1609344"/>
                </a:moveTo>
                <a:cubicBezTo>
                  <a:pt x="676656" y="1636776"/>
                  <a:pt x="667512" y="1673352"/>
                  <a:pt x="667512" y="1700784"/>
                </a:cubicBezTo>
                <a:cubicBezTo>
                  <a:pt x="658368" y="1728216"/>
                  <a:pt x="667512" y="1764792"/>
                  <a:pt x="704088" y="1773936"/>
                </a:cubicBezTo>
                <a:cubicBezTo>
                  <a:pt x="722376" y="1783080"/>
                  <a:pt x="731520" y="1764792"/>
                  <a:pt x="740664" y="1746504"/>
                </a:cubicBezTo>
                <a:cubicBezTo>
                  <a:pt x="740664" y="1737360"/>
                  <a:pt x="740664" y="1719072"/>
                  <a:pt x="740664" y="1709928"/>
                </a:cubicBezTo>
                <a:cubicBezTo>
                  <a:pt x="740664" y="1709928"/>
                  <a:pt x="740664" y="1709928"/>
                  <a:pt x="731520" y="1709928"/>
                </a:cubicBezTo>
                <a:lnTo>
                  <a:pt x="731520" y="1709928"/>
                </a:lnTo>
                <a:cubicBezTo>
                  <a:pt x="731520" y="1700784"/>
                  <a:pt x="731520" y="1691640"/>
                  <a:pt x="722376" y="1682496"/>
                </a:cubicBezTo>
                <a:lnTo>
                  <a:pt x="722376" y="1664208"/>
                </a:lnTo>
                <a:cubicBezTo>
                  <a:pt x="722376" y="1655064"/>
                  <a:pt x="731520" y="1655064"/>
                  <a:pt x="731520" y="1645920"/>
                </a:cubicBezTo>
                <a:lnTo>
                  <a:pt x="731520" y="1645920"/>
                </a:lnTo>
                <a:cubicBezTo>
                  <a:pt x="731520" y="1636776"/>
                  <a:pt x="731520" y="1618488"/>
                  <a:pt x="722376" y="1609344"/>
                </a:cubicBezTo>
                <a:cubicBezTo>
                  <a:pt x="722376" y="1591056"/>
                  <a:pt x="694944" y="1591056"/>
                  <a:pt x="685800" y="1609344"/>
                </a:cubicBezTo>
                <a:moveTo>
                  <a:pt x="539496" y="2039112"/>
                </a:moveTo>
                <a:cubicBezTo>
                  <a:pt x="539496" y="2011680"/>
                  <a:pt x="548640" y="1975104"/>
                  <a:pt x="557784" y="1956816"/>
                </a:cubicBezTo>
                <a:cubicBezTo>
                  <a:pt x="576072" y="1938528"/>
                  <a:pt x="594360" y="1929384"/>
                  <a:pt x="603504" y="1956816"/>
                </a:cubicBezTo>
                <a:cubicBezTo>
                  <a:pt x="603504" y="1965960"/>
                  <a:pt x="603504" y="1975104"/>
                  <a:pt x="603504" y="1993392"/>
                </a:cubicBezTo>
                <a:cubicBezTo>
                  <a:pt x="603504" y="1993392"/>
                  <a:pt x="603504" y="2002536"/>
                  <a:pt x="603504" y="2002536"/>
                </a:cubicBezTo>
                <a:lnTo>
                  <a:pt x="603504" y="2029968"/>
                </a:lnTo>
                <a:cubicBezTo>
                  <a:pt x="603504" y="2029968"/>
                  <a:pt x="603504" y="2039112"/>
                  <a:pt x="603504" y="2039112"/>
                </a:cubicBezTo>
                <a:cubicBezTo>
                  <a:pt x="603504" y="2057400"/>
                  <a:pt x="612648" y="2066544"/>
                  <a:pt x="612648" y="2066544"/>
                </a:cubicBezTo>
                <a:cubicBezTo>
                  <a:pt x="612648" y="2075688"/>
                  <a:pt x="612648" y="2075688"/>
                  <a:pt x="612648" y="2093976"/>
                </a:cubicBezTo>
                <a:cubicBezTo>
                  <a:pt x="612648" y="2103120"/>
                  <a:pt x="594360" y="2121408"/>
                  <a:pt x="576072" y="2121408"/>
                </a:cubicBezTo>
                <a:cubicBezTo>
                  <a:pt x="539496" y="2112264"/>
                  <a:pt x="530352" y="2075688"/>
                  <a:pt x="539496" y="2039112"/>
                </a:cubicBezTo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Vector_#color-2096&amp;2143"/>
          <p:cNvSpPr/>
          <p:nvPr userDrawn="1">
            <p:custDataLst>
              <p:tags r:id="rId5"/>
            </p:custDataLst>
          </p:nvPr>
        </p:nvSpPr>
        <p:spPr>
          <a:xfrm>
            <a:off x="1774063" y="4343654"/>
            <a:ext cx="1965960" cy="1984248"/>
          </a:xfrm>
          <a:custGeom>
            <a:avLst/>
            <a:gdLst/>
            <a:ahLst/>
            <a:cxnLst/>
            <a:rect l="l" t="t" r="r" b="b"/>
            <a:pathLst>
              <a:path w="1965960" h="1984248">
                <a:moveTo>
                  <a:pt x="749808" y="18288"/>
                </a:moveTo>
                <a:cubicBezTo>
                  <a:pt x="256032" y="128016"/>
                  <a:pt x="-137160" y="722376"/>
                  <a:pt x="45720" y="1289304"/>
                </a:cubicBezTo>
                <a:cubicBezTo>
                  <a:pt x="219456" y="1837944"/>
                  <a:pt x="822960" y="2103120"/>
                  <a:pt x="1316736" y="1938528"/>
                </a:cubicBezTo>
                <a:cubicBezTo>
                  <a:pt x="1664208" y="1819656"/>
                  <a:pt x="1929384" y="1490472"/>
                  <a:pt x="1956816" y="1143000"/>
                </a:cubicBezTo>
                <a:cubicBezTo>
                  <a:pt x="2020824" y="521208"/>
                  <a:pt x="1362456" y="-118872"/>
                  <a:pt x="749808" y="18288"/>
                </a:cubicBezTo>
                <a:lnTo>
                  <a:pt x="749808" y="18288"/>
                </a:lnTo>
              </a:path>
            </a:pathLst>
          </a:custGeom>
          <a:solidFill>
            <a:schemeClr val="accent5"/>
          </a:solidFill>
        </p:spPr>
      </p:sp>
      <p:sp>
        <p:nvSpPr>
          <p:cNvPr id="12" name="Vector_#color-2096&amp;3079"/>
          <p:cNvSpPr/>
          <p:nvPr userDrawn="1">
            <p:custDataLst>
              <p:tags r:id="rId6"/>
            </p:custDataLst>
          </p:nvPr>
        </p:nvSpPr>
        <p:spPr>
          <a:xfrm>
            <a:off x="0" y="4864608"/>
            <a:ext cx="1527048" cy="1993392"/>
          </a:xfrm>
          <a:custGeom>
            <a:avLst/>
            <a:gdLst/>
            <a:ahLst/>
            <a:cxnLst/>
            <a:rect l="l" t="t" r="r" b="b"/>
            <a:pathLst>
              <a:path w="1527048" h="1993392">
                <a:moveTo>
                  <a:pt x="1527048" y="1993392"/>
                </a:moveTo>
                <a:lnTo>
                  <a:pt x="0" y="1993392"/>
                </a:lnTo>
                <a:lnTo>
                  <a:pt x="0" y="0"/>
                </a:lnTo>
                <a:cubicBezTo>
                  <a:pt x="402336" y="118872"/>
                  <a:pt x="822960" y="484632"/>
                  <a:pt x="1060704" y="795528"/>
                </a:cubicBezTo>
                <a:cubicBezTo>
                  <a:pt x="1307592" y="1133856"/>
                  <a:pt x="1472184" y="1563624"/>
                  <a:pt x="1527048" y="1993392"/>
                </a:cubicBezTo>
              </a:path>
            </a:pathLst>
          </a:custGeom>
          <a:solidFill>
            <a:schemeClr val="accent6"/>
          </a:solidFill>
        </p:spPr>
      </p:sp>
      <p:sp>
        <p:nvSpPr>
          <p:cNvPr id="13" name="Vector_#color-2096&amp;3082"/>
          <p:cNvSpPr/>
          <p:nvPr userDrawn="1">
            <p:custDataLst>
              <p:tags r:id="rId7"/>
            </p:custDataLst>
          </p:nvPr>
        </p:nvSpPr>
        <p:spPr>
          <a:xfrm>
            <a:off x="10920984" y="5394960"/>
            <a:ext cx="1271016" cy="1463040"/>
          </a:xfrm>
          <a:custGeom>
            <a:avLst/>
            <a:gdLst/>
            <a:ahLst/>
            <a:cxnLst/>
            <a:rect l="l" t="t" r="r" b="b"/>
            <a:pathLst>
              <a:path w="1271016" h="1463040">
                <a:moveTo>
                  <a:pt x="1271016" y="45720"/>
                </a:moveTo>
                <a:lnTo>
                  <a:pt x="1271016" y="1463040"/>
                </a:lnTo>
                <a:lnTo>
                  <a:pt x="109728" y="1463040"/>
                </a:lnTo>
                <a:cubicBezTo>
                  <a:pt x="82296" y="1417320"/>
                  <a:pt x="64008" y="1371600"/>
                  <a:pt x="45720" y="1316736"/>
                </a:cubicBezTo>
                <a:cubicBezTo>
                  <a:pt x="-118872" y="822960"/>
                  <a:pt x="146304" y="219456"/>
                  <a:pt x="694944" y="45720"/>
                </a:cubicBezTo>
                <a:cubicBezTo>
                  <a:pt x="886968" y="-18288"/>
                  <a:pt x="1088136" y="-9144"/>
                  <a:pt x="1271016" y="45720"/>
                </a:cubicBezTo>
              </a:path>
            </a:pathLst>
          </a:custGeom>
          <a:solidFill>
            <a:schemeClr val="accent3"/>
          </a:solidFill>
        </p:spPr>
      </p:sp>
      <p:sp>
        <p:nvSpPr>
          <p:cNvPr id="15" name="Vector (Stroke)_#color-2096&amp;3085"/>
          <p:cNvSpPr/>
          <p:nvPr userDrawn="1">
            <p:custDataLst>
              <p:tags r:id="rId8"/>
            </p:custDataLst>
          </p:nvPr>
        </p:nvSpPr>
        <p:spPr>
          <a:xfrm>
            <a:off x="9400032" y="0"/>
            <a:ext cx="2788920" cy="3630168"/>
          </a:xfrm>
          <a:custGeom>
            <a:avLst/>
            <a:gdLst/>
            <a:ahLst/>
            <a:cxnLst/>
            <a:rect l="l" t="t" r="r" b="b"/>
            <a:pathLst>
              <a:path w="2788920" h="3630168">
                <a:moveTo>
                  <a:pt x="27432" y="0"/>
                </a:moveTo>
                <a:cubicBezTo>
                  <a:pt x="-45720" y="512064"/>
                  <a:pt x="36576" y="1014984"/>
                  <a:pt x="301752" y="1408176"/>
                </a:cubicBezTo>
                <a:lnTo>
                  <a:pt x="301752" y="1408176"/>
                </a:lnTo>
                <a:cubicBezTo>
                  <a:pt x="630936" y="1901952"/>
                  <a:pt x="1179576" y="2157984"/>
                  <a:pt x="1755648" y="2240280"/>
                </a:cubicBezTo>
                <a:cubicBezTo>
                  <a:pt x="1746504" y="2423160"/>
                  <a:pt x="1773936" y="2596896"/>
                  <a:pt x="1837944" y="2770632"/>
                </a:cubicBezTo>
                <a:lnTo>
                  <a:pt x="1837944" y="2770632"/>
                </a:lnTo>
                <a:cubicBezTo>
                  <a:pt x="1993392" y="3154680"/>
                  <a:pt x="2340864" y="3456432"/>
                  <a:pt x="2788920" y="3630168"/>
                </a:cubicBezTo>
                <a:lnTo>
                  <a:pt x="2788920" y="3575304"/>
                </a:lnTo>
                <a:cubicBezTo>
                  <a:pt x="2359152" y="3410712"/>
                  <a:pt x="2029968" y="3108960"/>
                  <a:pt x="1892808" y="2752344"/>
                </a:cubicBezTo>
                <a:cubicBezTo>
                  <a:pt x="1819656" y="2587752"/>
                  <a:pt x="1801368" y="2414016"/>
                  <a:pt x="1810512" y="2249424"/>
                </a:cubicBezTo>
                <a:cubicBezTo>
                  <a:pt x="1965960" y="2267712"/>
                  <a:pt x="2121408" y="2276856"/>
                  <a:pt x="2276856" y="2267712"/>
                </a:cubicBezTo>
                <a:cubicBezTo>
                  <a:pt x="2459736" y="2267712"/>
                  <a:pt x="2624328" y="2249424"/>
                  <a:pt x="2788920" y="2221992"/>
                </a:cubicBezTo>
                <a:lnTo>
                  <a:pt x="2788920" y="2167128"/>
                </a:lnTo>
                <a:cubicBezTo>
                  <a:pt x="2624328" y="2194560"/>
                  <a:pt x="2459736" y="2212848"/>
                  <a:pt x="2276856" y="2221992"/>
                </a:cubicBezTo>
                <a:cubicBezTo>
                  <a:pt x="2121408" y="2221992"/>
                  <a:pt x="1965960" y="2212848"/>
                  <a:pt x="1810512" y="2194560"/>
                </a:cubicBezTo>
                <a:cubicBezTo>
                  <a:pt x="1847088" y="1801368"/>
                  <a:pt x="2048256" y="1408176"/>
                  <a:pt x="2304288" y="1088136"/>
                </a:cubicBezTo>
                <a:cubicBezTo>
                  <a:pt x="2459736" y="905256"/>
                  <a:pt x="2624328" y="749808"/>
                  <a:pt x="2788920" y="630936"/>
                </a:cubicBezTo>
                <a:lnTo>
                  <a:pt x="2788920" y="566928"/>
                </a:lnTo>
                <a:cubicBezTo>
                  <a:pt x="2606040" y="694944"/>
                  <a:pt x="2432304" y="859536"/>
                  <a:pt x="2267712" y="1060704"/>
                </a:cubicBezTo>
                <a:cubicBezTo>
                  <a:pt x="2002536" y="1380744"/>
                  <a:pt x="1801368" y="1783080"/>
                  <a:pt x="1764792" y="2185416"/>
                </a:cubicBezTo>
                <a:cubicBezTo>
                  <a:pt x="1197864" y="2103120"/>
                  <a:pt x="658368" y="1856232"/>
                  <a:pt x="347472" y="1380744"/>
                </a:cubicBezTo>
                <a:cubicBezTo>
                  <a:pt x="91440" y="996696"/>
                  <a:pt x="0" y="512064"/>
                  <a:pt x="73152" y="0"/>
                </a:cubicBezTo>
                <a:lnTo>
                  <a:pt x="27432" y="0"/>
                </a:lnTo>
              </a:path>
            </a:pathLst>
          </a:custGeom>
          <a:solidFill>
            <a:schemeClr val="bg1">
              <a:alpha val="6000"/>
            </a:schemeClr>
          </a:solidFill>
        </p:spPr>
      </p:sp>
      <p:sp>
        <p:nvSpPr>
          <p:cNvPr id="16" name="Vector (Stroke)_#color-2096&amp;3088"/>
          <p:cNvSpPr/>
          <p:nvPr userDrawn="1">
            <p:custDataLst>
              <p:tags r:id="rId9"/>
            </p:custDataLst>
          </p:nvPr>
        </p:nvSpPr>
        <p:spPr>
          <a:xfrm>
            <a:off x="9787128" y="6464808"/>
            <a:ext cx="2404872" cy="393192"/>
          </a:xfrm>
          <a:custGeom>
            <a:avLst/>
            <a:gdLst/>
            <a:ahLst/>
            <a:cxnLst/>
            <a:rect l="l" t="t" r="r" b="b"/>
            <a:pathLst>
              <a:path w="2404872" h="393192">
                <a:moveTo>
                  <a:pt x="109728" y="393192"/>
                </a:moveTo>
                <a:lnTo>
                  <a:pt x="0" y="393192"/>
                </a:lnTo>
                <a:cubicBezTo>
                  <a:pt x="164592" y="310896"/>
                  <a:pt x="338328" y="228600"/>
                  <a:pt x="530352" y="164592"/>
                </a:cubicBezTo>
                <a:cubicBezTo>
                  <a:pt x="1133856" y="-27432"/>
                  <a:pt x="1783080" y="-45720"/>
                  <a:pt x="2404872" y="82296"/>
                </a:cubicBezTo>
                <a:lnTo>
                  <a:pt x="2404872" y="137160"/>
                </a:lnTo>
                <a:cubicBezTo>
                  <a:pt x="1783080" y="0"/>
                  <a:pt x="1143000" y="18288"/>
                  <a:pt x="548640" y="219456"/>
                </a:cubicBezTo>
                <a:cubicBezTo>
                  <a:pt x="393192" y="265176"/>
                  <a:pt x="246888" y="329184"/>
                  <a:pt x="109728" y="393192"/>
                </a:cubicBezTo>
              </a:path>
            </a:pathLst>
          </a:custGeom>
          <a:solidFill>
            <a:schemeClr val="bg1">
              <a:alpha val="30000"/>
            </a:schemeClr>
          </a:solidFill>
        </p:spPr>
      </p:sp>
      <p:sp>
        <p:nvSpPr>
          <p:cNvPr id="17" name="Vector 2 (Stroke)_#color-2096&amp;309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6428232" cy="6858000"/>
          </a:xfrm>
          <a:custGeom>
            <a:avLst/>
            <a:gdLst/>
            <a:ahLst/>
            <a:cxnLst/>
            <a:rect l="l" t="t" r="r" b="b"/>
            <a:pathLst>
              <a:path w="6428232" h="6858000">
                <a:moveTo>
                  <a:pt x="6336792" y="0"/>
                </a:moveTo>
                <a:cubicBezTo>
                  <a:pt x="6382512" y="310896"/>
                  <a:pt x="6400800" y="731520"/>
                  <a:pt x="6327648" y="1124712"/>
                </a:cubicBezTo>
                <a:cubicBezTo>
                  <a:pt x="6236208" y="1600200"/>
                  <a:pt x="6016752" y="2029968"/>
                  <a:pt x="5550408" y="2212848"/>
                </a:cubicBezTo>
                <a:cubicBezTo>
                  <a:pt x="5266944" y="2322576"/>
                  <a:pt x="4937760" y="2286000"/>
                  <a:pt x="4599432" y="2185416"/>
                </a:cubicBezTo>
                <a:cubicBezTo>
                  <a:pt x="4352544" y="2121408"/>
                  <a:pt x="4096512" y="2011680"/>
                  <a:pt x="3840480" y="1911096"/>
                </a:cubicBezTo>
                <a:lnTo>
                  <a:pt x="3840480" y="1911096"/>
                </a:lnTo>
                <a:lnTo>
                  <a:pt x="3840480" y="1911096"/>
                </a:lnTo>
                <a:cubicBezTo>
                  <a:pt x="3739896" y="1865376"/>
                  <a:pt x="3639312" y="1828800"/>
                  <a:pt x="3538728" y="1783080"/>
                </a:cubicBezTo>
                <a:cubicBezTo>
                  <a:pt x="3182112" y="1645920"/>
                  <a:pt x="2834640" y="1536192"/>
                  <a:pt x="2514600" y="1536192"/>
                </a:cubicBezTo>
                <a:cubicBezTo>
                  <a:pt x="2185416" y="1536192"/>
                  <a:pt x="1883664" y="1655064"/>
                  <a:pt x="1645920" y="1975104"/>
                </a:cubicBezTo>
                <a:cubicBezTo>
                  <a:pt x="1362456" y="2359152"/>
                  <a:pt x="1289304" y="2697480"/>
                  <a:pt x="1353312" y="3017520"/>
                </a:cubicBezTo>
                <a:cubicBezTo>
                  <a:pt x="1408176" y="3337560"/>
                  <a:pt x="1600200" y="3621024"/>
                  <a:pt x="1828800" y="3895344"/>
                </a:cubicBezTo>
                <a:cubicBezTo>
                  <a:pt x="1938528" y="4023360"/>
                  <a:pt x="2066544" y="4160520"/>
                  <a:pt x="2185416" y="4279392"/>
                </a:cubicBezTo>
                <a:cubicBezTo>
                  <a:pt x="2212848" y="4306824"/>
                  <a:pt x="2240280" y="4334256"/>
                  <a:pt x="2267712" y="4361688"/>
                </a:cubicBezTo>
                <a:lnTo>
                  <a:pt x="2267712" y="4361688"/>
                </a:lnTo>
                <a:cubicBezTo>
                  <a:pt x="2359152" y="4462272"/>
                  <a:pt x="2450592" y="4553712"/>
                  <a:pt x="2542032" y="4654296"/>
                </a:cubicBezTo>
                <a:cubicBezTo>
                  <a:pt x="2761488" y="4892040"/>
                  <a:pt x="2926080" y="5120640"/>
                  <a:pt x="2962656" y="5340096"/>
                </a:cubicBezTo>
                <a:cubicBezTo>
                  <a:pt x="3063240" y="5907024"/>
                  <a:pt x="2871216" y="6327648"/>
                  <a:pt x="2578608" y="6601968"/>
                </a:cubicBezTo>
                <a:cubicBezTo>
                  <a:pt x="2478024" y="6711696"/>
                  <a:pt x="2359152" y="6793992"/>
                  <a:pt x="2240280" y="6858000"/>
                </a:cubicBezTo>
                <a:lnTo>
                  <a:pt x="2340864" y="6858000"/>
                </a:lnTo>
                <a:cubicBezTo>
                  <a:pt x="2441448" y="6793992"/>
                  <a:pt x="2532888" y="6720840"/>
                  <a:pt x="2615184" y="6638544"/>
                </a:cubicBezTo>
                <a:cubicBezTo>
                  <a:pt x="2916936" y="6345936"/>
                  <a:pt x="3118104" y="5916168"/>
                  <a:pt x="3017520" y="5330952"/>
                </a:cubicBezTo>
                <a:cubicBezTo>
                  <a:pt x="2971800" y="5093208"/>
                  <a:pt x="2798064" y="4855464"/>
                  <a:pt x="2578608" y="4617720"/>
                </a:cubicBezTo>
                <a:cubicBezTo>
                  <a:pt x="2487168" y="4517136"/>
                  <a:pt x="2395728" y="4425696"/>
                  <a:pt x="2304288" y="4325112"/>
                </a:cubicBezTo>
                <a:cubicBezTo>
                  <a:pt x="2276856" y="4297680"/>
                  <a:pt x="2249424" y="4270248"/>
                  <a:pt x="2221992" y="4242816"/>
                </a:cubicBezTo>
                <a:cubicBezTo>
                  <a:pt x="2103120" y="4123944"/>
                  <a:pt x="1975104" y="3995928"/>
                  <a:pt x="1865376" y="3858768"/>
                </a:cubicBezTo>
                <a:cubicBezTo>
                  <a:pt x="1645920" y="3593592"/>
                  <a:pt x="1463040" y="3310128"/>
                  <a:pt x="1399032" y="3008376"/>
                </a:cubicBezTo>
                <a:cubicBezTo>
                  <a:pt x="1344168" y="2706624"/>
                  <a:pt x="1408176" y="2377440"/>
                  <a:pt x="1682496" y="2011680"/>
                </a:cubicBezTo>
                <a:cubicBezTo>
                  <a:pt x="1920240" y="1700784"/>
                  <a:pt x="2203704" y="1581912"/>
                  <a:pt x="2514600" y="1581912"/>
                </a:cubicBezTo>
                <a:cubicBezTo>
                  <a:pt x="2825496" y="1581912"/>
                  <a:pt x="3163824" y="1691640"/>
                  <a:pt x="3520440" y="1837944"/>
                </a:cubicBezTo>
                <a:cubicBezTo>
                  <a:pt x="3621024" y="1874520"/>
                  <a:pt x="3721608" y="1911096"/>
                  <a:pt x="3822192" y="1956816"/>
                </a:cubicBezTo>
                <a:cubicBezTo>
                  <a:pt x="4078224" y="2057400"/>
                  <a:pt x="4334256" y="2167128"/>
                  <a:pt x="4581144" y="2240280"/>
                </a:cubicBezTo>
                <a:cubicBezTo>
                  <a:pt x="4928616" y="2340864"/>
                  <a:pt x="5266944" y="2377440"/>
                  <a:pt x="5568696" y="2258568"/>
                </a:cubicBezTo>
                <a:cubicBezTo>
                  <a:pt x="6053328" y="2066544"/>
                  <a:pt x="6281928" y="1618488"/>
                  <a:pt x="6373368" y="1133856"/>
                </a:cubicBezTo>
                <a:cubicBezTo>
                  <a:pt x="6455664" y="740664"/>
                  <a:pt x="6437376" y="320040"/>
                  <a:pt x="6391656" y="0"/>
                </a:cubicBezTo>
                <a:lnTo>
                  <a:pt x="6336792" y="0"/>
                </a:lnTo>
                <a:moveTo>
                  <a:pt x="320040" y="6858000"/>
                </a:moveTo>
                <a:lnTo>
                  <a:pt x="457200" y="6858000"/>
                </a:lnTo>
                <a:cubicBezTo>
                  <a:pt x="301752" y="6793992"/>
                  <a:pt x="146304" y="6720840"/>
                  <a:pt x="0" y="6620256"/>
                </a:cubicBezTo>
                <a:lnTo>
                  <a:pt x="0" y="6684264"/>
                </a:lnTo>
                <a:cubicBezTo>
                  <a:pt x="109728" y="6748272"/>
                  <a:pt x="219456" y="6812280"/>
                  <a:pt x="320040" y="6858000"/>
                </a:cubicBezTo>
              </a:path>
            </a:pathLst>
          </a:custGeom>
          <a:solidFill>
            <a:schemeClr val="bg1">
              <a:alpha val="15000"/>
            </a:schemeClr>
          </a:solidFill>
        </p:spPr>
      </p:sp>
      <p:sp>
        <p:nvSpPr>
          <p:cNvPr id="19" name="Union_#color-2096&amp;2175"/>
          <p:cNvSpPr/>
          <p:nvPr userDrawn="1">
            <p:custDataLst>
              <p:tags r:id="rId11"/>
            </p:custDataLst>
          </p:nvPr>
        </p:nvSpPr>
        <p:spPr>
          <a:xfrm>
            <a:off x="9985248" y="886968"/>
            <a:ext cx="1536192" cy="2084832"/>
          </a:xfrm>
          <a:custGeom>
            <a:avLst/>
            <a:gdLst/>
            <a:ahLst/>
            <a:cxnLst/>
            <a:rect l="l" t="t" r="r" b="b"/>
            <a:pathLst>
              <a:path w="1536192" h="2084832">
                <a:moveTo>
                  <a:pt x="621792" y="73152"/>
                </a:moveTo>
                <a:cubicBezTo>
                  <a:pt x="603504" y="73152"/>
                  <a:pt x="585216" y="64008"/>
                  <a:pt x="566928" y="45720"/>
                </a:cubicBezTo>
                <a:cubicBezTo>
                  <a:pt x="548640" y="36576"/>
                  <a:pt x="557784" y="9144"/>
                  <a:pt x="576072" y="0"/>
                </a:cubicBezTo>
                <a:cubicBezTo>
                  <a:pt x="594360" y="0"/>
                  <a:pt x="603504" y="0"/>
                  <a:pt x="612648" y="9144"/>
                </a:cubicBezTo>
                <a:cubicBezTo>
                  <a:pt x="621792" y="9144"/>
                  <a:pt x="630936" y="9144"/>
                  <a:pt x="630936" y="9144"/>
                </a:cubicBezTo>
                <a:cubicBezTo>
                  <a:pt x="640080" y="9144"/>
                  <a:pt x="658368" y="9144"/>
                  <a:pt x="667512" y="18288"/>
                </a:cubicBezTo>
                <a:cubicBezTo>
                  <a:pt x="676656" y="18288"/>
                  <a:pt x="685800" y="18288"/>
                  <a:pt x="694944" y="18288"/>
                </a:cubicBezTo>
                <a:cubicBezTo>
                  <a:pt x="749808" y="27432"/>
                  <a:pt x="731520" y="109728"/>
                  <a:pt x="685800" y="91440"/>
                </a:cubicBezTo>
                <a:cubicBezTo>
                  <a:pt x="676656" y="91440"/>
                  <a:pt x="667512" y="91440"/>
                  <a:pt x="649224" y="82296"/>
                </a:cubicBezTo>
                <a:cubicBezTo>
                  <a:pt x="640080" y="82296"/>
                  <a:pt x="630936" y="82296"/>
                  <a:pt x="621792" y="73152"/>
                </a:cubicBezTo>
                <a:moveTo>
                  <a:pt x="1362456" y="210312"/>
                </a:moveTo>
                <a:lnTo>
                  <a:pt x="1362456" y="210312"/>
                </a:lnTo>
                <a:cubicBezTo>
                  <a:pt x="1371600" y="219456"/>
                  <a:pt x="1371600" y="219456"/>
                  <a:pt x="1371600" y="228600"/>
                </a:cubicBezTo>
                <a:cubicBezTo>
                  <a:pt x="1389888" y="246888"/>
                  <a:pt x="1435608" y="237744"/>
                  <a:pt x="1435608" y="201168"/>
                </a:cubicBezTo>
                <a:cubicBezTo>
                  <a:pt x="1426464" y="192024"/>
                  <a:pt x="1426464" y="182880"/>
                  <a:pt x="1417320" y="182880"/>
                </a:cubicBezTo>
                <a:cubicBezTo>
                  <a:pt x="1417320" y="173736"/>
                  <a:pt x="1408176" y="173736"/>
                  <a:pt x="1408176" y="173736"/>
                </a:cubicBezTo>
                <a:cubicBezTo>
                  <a:pt x="1408176" y="164592"/>
                  <a:pt x="1399032" y="164592"/>
                  <a:pt x="1399032" y="155448"/>
                </a:cubicBezTo>
                <a:cubicBezTo>
                  <a:pt x="1389888" y="155448"/>
                  <a:pt x="1389888" y="146304"/>
                  <a:pt x="1380744" y="146304"/>
                </a:cubicBezTo>
                <a:cubicBezTo>
                  <a:pt x="1371600" y="137160"/>
                  <a:pt x="1362456" y="128016"/>
                  <a:pt x="1362456" y="118872"/>
                </a:cubicBezTo>
                <a:lnTo>
                  <a:pt x="1362456" y="118872"/>
                </a:lnTo>
                <a:lnTo>
                  <a:pt x="1362456" y="118872"/>
                </a:lnTo>
                <a:lnTo>
                  <a:pt x="1362456" y="118872"/>
                </a:lnTo>
                <a:cubicBezTo>
                  <a:pt x="1344168" y="109728"/>
                  <a:pt x="1335024" y="91440"/>
                  <a:pt x="1325880" y="82296"/>
                </a:cubicBezTo>
                <a:cubicBezTo>
                  <a:pt x="1316736" y="73152"/>
                  <a:pt x="1298448" y="73152"/>
                  <a:pt x="1298448" y="82296"/>
                </a:cubicBezTo>
                <a:cubicBezTo>
                  <a:pt x="1298448" y="100584"/>
                  <a:pt x="1307592" y="128016"/>
                  <a:pt x="1316736" y="146304"/>
                </a:cubicBezTo>
                <a:lnTo>
                  <a:pt x="1316736" y="146304"/>
                </a:lnTo>
                <a:lnTo>
                  <a:pt x="1316736" y="146304"/>
                </a:lnTo>
                <a:cubicBezTo>
                  <a:pt x="1325880" y="146304"/>
                  <a:pt x="1325880" y="155448"/>
                  <a:pt x="1325880" y="155448"/>
                </a:cubicBezTo>
                <a:cubicBezTo>
                  <a:pt x="1335024" y="164592"/>
                  <a:pt x="1335024" y="173736"/>
                  <a:pt x="1344168" y="173736"/>
                </a:cubicBezTo>
                <a:lnTo>
                  <a:pt x="1344168" y="173736"/>
                </a:lnTo>
                <a:lnTo>
                  <a:pt x="1344168" y="173736"/>
                </a:lnTo>
                <a:cubicBezTo>
                  <a:pt x="1344168" y="182880"/>
                  <a:pt x="1353312" y="192024"/>
                  <a:pt x="1353312" y="201168"/>
                </a:cubicBezTo>
                <a:cubicBezTo>
                  <a:pt x="1353312" y="201168"/>
                  <a:pt x="1362456" y="210312"/>
                  <a:pt x="1362456" y="210312"/>
                </a:cubicBezTo>
                <a:moveTo>
                  <a:pt x="1261872" y="420624"/>
                </a:moveTo>
                <a:cubicBezTo>
                  <a:pt x="1252728" y="420624"/>
                  <a:pt x="1252728" y="411480"/>
                  <a:pt x="1252728" y="411480"/>
                </a:cubicBezTo>
                <a:cubicBezTo>
                  <a:pt x="1243584" y="402336"/>
                  <a:pt x="1243584" y="393192"/>
                  <a:pt x="1234440" y="384048"/>
                </a:cubicBezTo>
                <a:lnTo>
                  <a:pt x="1234440" y="384048"/>
                </a:lnTo>
                <a:cubicBezTo>
                  <a:pt x="1234440" y="384048"/>
                  <a:pt x="1225296" y="374904"/>
                  <a:pt x="1225296" y="365760"/>
                </a:cubicBezTo>
                <a:cubicBezTo>
                  <a:pt x="1216152" y="365760"/>
                  <a:pt x="1216152" y="356616"/>
                  <a:pt x="1216152" y="356616"/>
                </a:cubicBezTo>
                <a:lnTo>
                  <a:pt x="1216152" y="356616"/>
                </a:lnTo>
                <a:lnTo>
                  <a:pt x="1216152" y="356616"/>
                </a:lnTo>
                <a:cubicBezTo>
                  <a:pt x="1207008" y="338328"/>
                  <a:pt x="1188720" y="310896"/>
                  <a:pt x="1188720" y="292608"/>
                </a:cubicBezTo>
                <a:cubicBezTo>
                  <a:pt x="1197864" y="283464"/>
                  <a:pt x="1216152" y="283464"/>
                  <a:pt x="1216152" y="292608"/>
                </a:cubicBezTo>
                <a:cubicBezTo>
                  <a:pt x="1225296" y="301752"/>
                  <a:pt x="1243584" y="320040"/>
                  <a:pt x="1252728" y="329184"/>
                </a:cubicBezTo>
                <a:cubicBezTo>
                  <a:pt x="1261872" y="338328"/>
                  <a:pt x="1271016" y="347472"/>
                  <a:pt x="1280160" y="356616"/>
                </a:cubicBezTo>
                <a:cubicBezTo>
                  <a:pt x="1280160" y="356616"/>
                  <a:pt x="1289304" y="365760"/>
                  <a:pt x="1289304" y="365760"/>
                </a:cubicBezTo>
                <a:cubicBezTo>
                  <a:pt x="1298448" y="374904"/>
                  <a:pt x="1298448" y="374904"/>
                  <a:pt x="1307592" y="384048"/>
                </a:cubicBezTo>
                <a:cubicBezTo>
                  <a:pt x="1307592" y="384048"/>
                  <a:pt x="1307592" y="384048"/>
                  <a:pt x="1307592" y="393192"/>
                </a:cubicBezTo>
                <a:cubicBezTo>
                  <a:pt x="1316736" y="393192"/>
                  <a:pt x="1325880" y="402336"/>
                  <a:pt x="1325880" y="411480"/>
                </a:cubicBezTo>
                <a:cubicBezTo>
                  <a:pt x="1335024" y="448056"/>
                  <a:pt x="1289304" y="457200"/>
                  <a:pt x="1271016" y="438912"/>
                </a:cubicBezTo>
                <a:cubicBezTo>
                  <a:pt x="1271016" y="429768"/>
                  <a:pt x="1261872" y="429768"/>
                  <a:pt x="1261872" y="420624"/>
                </a:cubicBezTo>
                <a:lnTo>
                  <a:pt x="1261872" y="420624"/>
                </a:lnTo>
                <a:moveTo>
                  <a:pt x="1252728" y="850392"/>
                </a:moveTo>
                <a:cubicBezTo>
                  <a:pt x="1261872" y="896112"/>
                  <a:pt x="1197864" y="914400"/>
                  <a:pt x="1188720" y="859536"/>
                </a:cubicBezTo>
                <a:cubicBezTo>
                  <a:pt x="1188720" y="877824"/>
                  <a:pt x="1170432" y="850392"/>
                  <a:pt x="1170432" y="850392"/>
                </a:cubicBezTo>
                <a:cubicBezTo>
                  <a:pt x="1170432" y="850392"/>
                  <a:pt x="1161288" y="841248"/>
                  <a:pt x="1161288" y="841248"/>
                </a:cubicBezTo>
                <a:cubicBezTo>
                  <a:pt x="1161288" y="832104"/>
                  <a:pt x="1152144" y="822960"/>
                  <a:pt x="1152144" y="813816"/>
                </a:cubicBezTo>
                <a:cubicBezTo>
                  <a:pt x="1143000" y="813816"/>
                  <a:pt x="1143000" y="804672"/>
                  <a:pt x="1143000" y="795528"/>
                </a:cubicBezTo>
                <a:cubicBezTo>
                  <a:pt x="1133856" y="795528"/>
                  <a:pt x="1133856" y="786384"/>
                  <a:pt x="1124712" y="777240"/>
                </a:cubicBezTo>
                <a:lnTo>
                  <a:pt x="1124712" y="777240"/>
                </a:lnTo>
                <a:cubicBezTo>
                  <a:pt x="1115568" y="758952"/>
                  <a:pt x="1106424" y="749808"/>
                  <a:pt x="1106424" y="731520"/>
                </a:cubicBezTo>
                <a:cubicBezTo>
                  <a:pt x="1097280" y="704088"/>
                  <a:pt x="1133856" y="685800"/>
                  <a:pt x="1143000" y="713232"/>
                </a:cubicBezTo>
                <a:cubicBezTo>
                  <a:pt x="1152144" y="713232"/>
                  <a:pt x="1152144" y="722376"/>
                  <a:pt x="1161288" y="731520"/>
                </a:cubicBezTo>
                <a:cubicBezTo>
                  <a:pt x="1161288" y="731520"/>
                  <a:pt x="1170432" y="731520"/>
                  <a:pt x="1170432" y="740664"/>
                </a:cubicBezTo>
                <a:cubicBezTo>
                  <a:pt x="1179576" y="740664"/>
                  <a:pt x="1179576" y="749808"/>
                  <a:pt x="1188720" y="758952"/>
                </a:cubicBezTo>
                <a:cubicBezTo>
                  <a:pt x="1188720" y="768096"/>
                  <a:pt x="1197864" y="768096"/>
                  <a:pt x="1197864" y="777240"/>
                </a:cubicBezTo>
                <a:cubicBezTo>
                  <a:pt x="1207008" y="795528"/>
                  <a:pt x="1216152" y="804672"/>
                  <a:pt x="1225296" y="822960"/>
                </a:cubicBezTo>
                <a:cubicBezTo>
                  <a:pt x="1234440" y="822960"/>
                  <a:pt x="1234440" y="822960"/>
                  <a:pt x="1234440" y="832104"/>
                </a:cubicBezTo>
                <a:cubicBezTo>
                  <a:pt x="1243584" y="832104"/>
                  <a:pt x="1243584" y="841248"/>
                  <a:pt x="1252728" y="850392"/>
                </a:cubicBezTo>
                <a:moveTo>
                  <a:pt x="1399032" y="685800"/>
                </a:moveTo>
                <a:cubicBezTo>
                  <a:pt x="1408176" y="704088"/>
                  <a:pt x="1417320" y="722376"/>
                  <a:pt x="1426464" y="731520"/>
                </a:cubicBezTo>
                <a:cubicBezTo>
                  <a:pt x="1444752" y="777240"/>
                  <a:pt x="1389888" y="795528"/>
                  <a:pt x="1362456" y="758952"/>
                </a:cubicBezTo>
                <a:cubicBezTo>
                  <a:pt x="1362456" y="749808"/>
                  <a:pt x="1353312" y="740664"/>
                  <a:pt x="1344168" y="731520"/>
                </a:cubicBezTo>
                <a:cubicBezTo>
                  <a:pt x="1344168" y="722376"/>
                  <a:pt x="1335024" y="713232"/>
                  <a:pt x="1335024" y="704088"/>
                </a:cubicBezTo>
                <a:cubicBezTo>
                  <a:pt x="1325880" y="694944"/>
                  <a:pt x="1325880" y="694944"/>
                  <a:pt x="1325880" y="685800"/>
                </a:cubicBezTo>
                <a:cubicBezTo>
                  <a:pt x="1316736" y="676656"/>
                  <a:pt x="1307592" y="667512"/>
                  <a:pt x="1307592" y="649224"/>
                </a:cubicBezTo>
                <a:cubicBezTo>
                  <a:pt x="1307592" y="640080"/>
                  <a:pt x="1307592" y="630936"/>
                  <a:pt x="1316736" y="621792"/>
                </a:cubicBezTo>
                <a:lnTo>
                  <a:pt x="1316736" y="621792"/>
                </a:lnTo>
                <a:cubicBezTo>
                  <a:pt x="1344168" y="612648"/>
                  <a:pt x="1362456" y="640080"/>
                  <a:pt x="1371600" y="658368"/>
                </a:cubicBezTo>
                <a:cubicBezTo>
                  <a:pt x="1380744" y="667512"/>
                  <a:pt x="1389888" y="676656"/>
                  <a:pt x="1399032" y="685800"/>
                </a:cubicBezTo>
                <a:moveTo>
                  <a:pt x="1289304" y="1133856"/>
                </a:moveTo>
                <a:cubicBezTo>
                  <a:pt x="1280160" y="1115568"/>
                  <a:pt x="1261872" y="1097280"/>
                  <a:pt x="1243584" y="1078992"/>
                </a:cubicBezTo>
                <a:cubicBezTo>
                  <a:pt x="1234440" y="1069848"/>
                  <a:pt x="1216152" y="1069848"/>
                  <a:pt x="1216152" y="1088136"/>
                </a:cubicBezTo>
                <a:cubicBezTo>
                  <a:pt x="1207008" y="1106424"/>
                  <a:pt x="1225296" y="1124712"/>
                  <a:pt x="1234440" y="1143000"/>
                </a:cubicBezTo>
                <a:cubicBezTo>
                  <a:pt x="1234440" y="1143000"/>
                  <a:pt x="1243584" y="1152144"/>
                  <a:pt x="1243584" y="1161288"/>
                </a:cubicBezTo>
                <a:cubicBezTo>
                  <a:pt x="1243584" y="1170432"/>
                  <a:pt x="1243584" y="1170432"/>
                  <a:pt x="1252728" y="1170432"/>
                </a:cubicBezTo>
                <a:cubicBezTo>
                  <a:pt x="1261872" y="1197864"/>
                  <a:pt x="1271016" y="1216152"/>
                  <a:pt x="1289304" y="1225296"/>
                </a:cubicBezTo>
                <a:cubicBezTo>
                  <a:pt x="1316736" y="1252728"/>
                  <a:pt x="1344168" y="1207008"/>
                  <a:pt x="1325880" y="1179576"/>
                </a:cubicBezTo>
                <a:cubicBezTo>
                  <a:pt x="1316736" y="1179576"/>
                  <a:pt x="1307592" y="1161288"/>
                  <a:pt x="1298448" y="1152144"/>
                </a:cubicBezTo>
                <a:cubicBezTo>
                  <a:pt x="1298448" y="1152144"/>
                  <a:pt x="1289304" y="1143000"/>
                  <a:pt x="1289304" y="1133856"/>
                </a:cubicBezTo>
                <a:moveTo>
                  <a:pt x="1069848" y="1225296"/>
                </a:moveTo>
                <a:cubicBezTo>
                  <a:pt x="1078992" y="1225296"/>
                  <a:pt x="1078992" y="1234440"/>
                  <a:pt x="1088136" y="1234440"/>
                </a:cubicBezTo>
                <a:cubicBezTo>
                  <a:pt x="1097280" y="1252728"/>
                  <a:pt x="1115568" y="1261872"/>
                  <a:pt x="1124712" y="1280160"/>
                </a:cubicBezTo>
                <a:cubicBezTo>
                  <a:pt x="1133856" y="1298448"/>
                  <a:pt x="1133856" y="1307592"/>
                  <a:pt x="1124712" y="1325880"/>
                </a:cubicBezTo>
                <a:cubicBezTo>
                  <a:pt x="1115568" y="1325880"/>
                  <a:pt x="1097280" y="1325880"/>
                  <a:pt x="1088136" y="1316736"/>
                </a:cubicBezTo>
                <a:cubicBezTo>
                  <a:pt x="1078992" y="1307592"/>
                  <a:pt x="1060704" y="1289304"/>
                  <a:pt x="1051560" y="1280160"/>
                </a:cubicBezTo>
                <a:lnTo>
                  <a:pt x="1051560" y="1280160"/>
                </a:lnTo>
                <a:cubicBezTo>
                  <a:pt x="1033272" y="1261872"/>
                  <a:pt x="1024128" y="1243584"/>
                  <a:pt x="1005840" y="1225296"/>
                </a:cubicBezTo>
                <a:cubicBezTo>
                  <a:pt x="996696" y="1197864"/>
                  <a:pt x="1024128" y="1179576"/>
                  <a:pt x="1042416" y="1188720"/>
                </a:cubicBezTo>
                <a:cubicBezTo>
                  <a:pt x="1051560" y="1197864"/>
                  <a:pt x="1060704" y="1207008"/>
                  <a:pt x="1069848" y="1225296"/>
                </a:cubicBez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lnTo>
                  <a:pt x="1069848" y="1225296"/>
                </a:lnTo>
                <a:moveTo>
                  <a:pt x="777240" y="1152144"/>
                </a:moveTo>
                <a:cubicBezTo>
                  <a:pt x="768096" y="1143000"/>
                  <a:pt x="758952" y="1124712"/>
                  <a:pt x="749808" y="1115568"/>
                </a:cubicBezTo>
                <a:cubicBezTo>
                  <a:pt x="740664" y="1115568"/>
                  <a:pt x="740664" y="1115568"/>
                  <a:pt x="740664" y="1106424"/>
                </a:cubicBezTo>
                <a:cubicBezTo>
                  <a:pt x="722376" y="1088136"/>
                  <a:pt x="713232" y="1069848"/>
                  <a:pt x="685800" y="1069848"/>
                </a:cubicBezTo>
                <a:cubicBezTo>
                  <a:pt x="676656" y="1069848"/>
                  <a:pt x="667512" y="1088136"/>
                  <a:pt x="667512" y="1097280"/>
                </a:cubicBezTo>
                <a:cubicBezTo>
                  <a:pt x="685800" y="1115568"/>
                  <a:pt x="694944" y="1143000"/>
                  <a:pt x="713232" y="1161288"/>
                </a:cubicBezTo>
                <a:cubicBezTo>
                  <a:pt x="722376" y="1179576"/>
                  <a:pt x="740664" y="1207008"/>
                  <a:pt x="749808" y="1225296"/>
                </a:cubicBezTo>
                <a:cubicBezTo>
                  <a:pt x="777240" y="1271016"/>
                  <a:pt x="841248" y="1216152"/>
                  <a:pt x="804672" y="1179576"/>
                </a:cubicBezTo>
                <a:cubicBezTo>
                  <a:pt x="804672" y="1179576"/>
                  <a:pt x="804672" y="1179576"/>
                  <a:pt x="804672" y="1179576"/>
                </a:cubicBezTo>
                <a:cubicBezTo>
                  <a:pt x="795528" y="1170432"/>
                  <a:pt x="786384" y="1161288"/>
                  <a:pt x="777240" y="1152144"/>
                </a:cubicBezTo>
                <a:moveTo>
                  <a:pt x="630936" y="768096"/>
                </a:moveTo>
                <a:cubicBezTo>
                  <a:pt x="649224" y="786384"/>
                  <a:pt x="667512" y="795528"/>
                  <a:pt x="676656" y="795528"/>
                </a:cubicBezTo>
                <a:cubicBezTo>
                  <a:pt x="722376" y="804672"/>
                  <a:pt x="694944" y="868680"/>
                  <a:pt x="658368" y="859536"/>
                </a:cubicBezTo>
                <a:cubicBezTo>
                  <a:pt x="649224" y="850392"/>
                  <a:pt x="630936" y="841248"/>
                  <a:pt x="621792" y="832104"/>
                </a:cubicBezTo>
                <a:lnTo>
                  <a:pt x="621792" y="832104"/>
                </a:lnTo>
                <a:cubicBezTo>
                  <a:pt x="612648" y="832104"/>
                  <a:pt x="603504" y="822960"/>
                  <a:pt x="603504" y="822960"/>
                </a:cubicBezTo>
                <a:cubicBezTo>
                  <a:pt x="585216" y="813816"/>
                  <a:pt x="557784" y="795528"/>
                  <a:pt x="557784" y="768096"/>
                </a:cubicBezTo>
                <a:cubicBezTo>
                  <a:pt x="548640" y="758952"/>
                  <a:pt x="557784" y="749808"/>
                  <a:pt x="566928" y="749808"/>
                </a:cubicBezTo>
                <a:cubicBezTo>
                  <a:pt x="594360" y="740664"/>
                  <a:pt x="612648" y="758952"/>
                  <a:pt x="630936" y="768096"/>
                </a:cubicBezTo>
                <a:moveTo>
                  <a:pt x="429768" y="539496"/>
                </a:moveTo>
                <a:cubicBezTo>
                  <a:pt x="457200" y="557784"/>
                  <a:pt x="484632" y="502920"/>
                  <a:pt x="448056" y="484632"/>
                </a:cubicBezTo>
                <a:cubicBezTo>
                  <a:pt x="420624" y="475488"/>
                  <a:pt x="393192" y="466344"/>
                  <a:pt x="356616" y="457200"/>
                </a:cubicBezTo>
                <a:cubicBezTo>
                  <a:pt x="356616" y="457200"/>
                  <a:pt x="356616" y="457200"/>
                  <a:pt x="356616" y="457200"/>
                </a:cubicBezTo>
                <a:cubicBezTo>
                  <a:pt x="338328" y="448056"/>
                  <a:pt x="320040" y="448056"/>
                  <a:pt x="301752" y="457200"/>
                </a:cubicBezTo>
                <a:cubicBezTo>
                  <a:pt x="292608" y="466344"/>
                  <a:pt x="301752" y="484632"/>
                  <a:pt x="310896" y="484632"/>
                </a:cubicBezTo>
                <a:cubicBezTo>
                  <a:pt x="310896" y="484632"/>
                  <a:pt x="310896" y="484632"/>
                  <a:pt x="320040" y="484632"/>
                </a:cubicBezTo>
                <a:cubicBezTo>
                  <a:pt x="320040" y="484632"/>
                  <a:pt x="320040" y="493776"/>
                  <a:pt x="329184" y="493776"/>
                </a:cubicBezTo>
                <a:cubicBezTo>
                  <a:pt x="329184" y="493776"/>
                  <a:pt x="338328" y="493776"/>
                  <a:pt x="338328" y="493776"/>
                </a:cubicBezTo>
                <a:cubicBezTo>
                  <a:pt x="347472" y="502920"/>
                  <a:pt x="356616" y="502920"/>
                  <a:pt x="356616" y="502920"/>
                </a:cubicBezTo>
                <a:cubicBezTo>
                  <a:pt x="374904" y="512064"/>
                  <a:pt x="384048" y="512064"/>
                  <a:pt x="393192" y="521208"/>
                </a:cubicBez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lnTo>
                  <a:pt x="393192" y="521208"/>
                </a:lnTo>
                <a:cubicBezTo>
                  <a:pt x="402336" y="530352"/>
                  <a:pt x="411480" y="530352"/>
                  <a:pt x="429768" y="539496"/>
                </a:cubicBezTo>
                <a:moveTo>
                  <a:pt x="402336" y="283464"/>
                </a:moveTo>
                <a:cubicBezTo>
                  <a:pt x="393192" y="283464"/>
                  <a:pt x="393192" y="283464"/>
                  <a:pt x="384048" y="274320"/>
                </a:cubicBezTo>
                <a:cubicBezTo>
                  <a:pt x="365760" y="274320"/>
                  <a:pt x="338328" y="256032"/>
                  <a:pt x="329184" y="237744"/>
                </a:cubicBezTo>
                <a:cubicBezTo>
                  <a:pt x="320040" y="210312"/>
                  <a:pt x="384048" y="228600"/>
                  <a:pt x="393192" y="228600"/>
                </a:cubicBezTo>
                <a:cubicBezTo>
                  <a:pt x="402336" y="237744"/>
                  <a:pt x="411480" y="237744"/>
                  <a:pt x="420624" y="237744"/>
                </a:cubicBezTo>
                <a:cubicBezTo>
                  <a:pt x="457200" y="237744"/>
                  <a:pt x="484632" y="246888"/>
                  <a:pt x="493776" y="274320"/>
                </a:cubicBezTo>
                <a:cubicBezTo>
                  <a:pt x="493776" y="301752"/>
                  <a:pt x="466344" y="320040"/>
                  <a:pt x="448056" y="310896"/>
                </a:cubicBezTo>
                <a:cubicBezTo>
                  <a:pt x="448056" y="301752"/>
                  <a:pt x="448056" y="301752"/>
                  <a:pt x="438912" y="301752"/>
                </a:cubicBezTo>
                <a:cubicBezTo>
                  <a:pt x="438912" y="301752"/>
                  <a:pt x="438912" y="301752"/>
                  <a:pt x="438912" y="301752"/>
                </a:cubicBezTo>
                <a:cubicBezTo>
                  <a:pt x="429768" y="292608"/>
                  <a:pt x="420624" y="292608"/>
                  <a:pt x="420624" y="292608"/>
                </a:cubicBezTo>
                <a:cubicBezTo>
                  <a:pt x="411480" y="292608"/>
                  <a:pt x="411480" y="283464"/>
                  <a:pt x="402336" y="283464"/>
                </a:cubicBezTo>
                <a:moveTo>
                  <a:pt x="649224" y="493776"/>
                </a:moveTo>
                <a:cubicBezTo>
                  <a:pt x="649224" y="484632"/>
                  <a:pt x="649224" y="484632"/>
                  <a:pt x="640080" y="484632"/>
                </a:cubicBezTo>
                <a:cubicBezTo>
                  <a:pt x="630936" y="475488"/>
                  <a:pt x="612648" y="457200"/>
                  <a:pt x="603504" y="466344"/>
                </a:cubicBezTo>
                <a:cubicBezTo>
                  <a:pt x="594360" y="475488"/>
                  <a:pt x="594360" y="484632"/>
                  <a:pt x="603504" y="484632"/>
                </a:cubicBezTo>
                <a:cubicBezTo>
                  <a:pt x="603504" y="493776"/>
                  <a:pt x="603504" y="493776"/>
                  <a:pt x="603504" y="493776"/>
                </a:cubicBezTo>
                <a:cubicBezTo>
                  <a:pt x="603504" y="493776"/>
                  <a:pt x="603504" y="502920"/>
                  <a:pt x="612648" y="502920"/>
                </a:cubicBezTo>
                <a:cubicBezTo>
                  <a:pt x="612648" y="512064"/>
                  <a:pt x="621792" y="530352"/>
                  <a:pt x="640080" y="539496"/>
                </a:cubicBezTo>
                <a:cubicBezTo>
                  <a:pt x="658368" y="557784"/>
                  <a:pt x="676656" y="585216"/>
                  <a:pt x="694944" y="594360"/>
                </a:cubicBezTo>
                <a:cubicBezTo>
                  <a:pt x="731520" y="612648"/>
                  <a:pt x="758952" y="576072"/>
                  <a:pt x="731520" y="557784"/>
                </a:cubicBezTo>
                <a:cubicBezTo>
                  <a:pt x="722376" y="539496"/>
                  <a:pt x="704088" y="530352"/>
                  <a:pt x="694944" y="521208"/>
                </a:cubicBezTo>
                <a:cubicBezTo>
                  <a:pt x="685800" y="521208"/>
                  <a:pt x="676656" y="512064"/>
                  <a:pt x="667512" y="502920"/>
                </a:cubicBezTo>
                <a:lnTo>
                  <a:pt x="667512" y="502920"/>
                </a:lnTo>
                <a:cubicBezTo>
                  <a:pt x="667512" y="502920"/>
                  <a:pt x="658368" y="493776"/>
                  <a:pt x="649224" y="493776"/>
                </a:cubicBezTo>
                <a:moveTo>
                  <a:pt x="667512" y="228600"/>
                </a:moveTo>
                <a:cubicBezTo>
                  <a:pt x="667512" y="228600"/>
                  <a:pt x="676656" y="228600"/>
                  <a:pt x="685800" y="228600"/>
                </a:cubicBezTo>
                <a:cubicBezTo>
                  <a:pt x="704088" y="228600"/>
                  <a:pt x="731520" y="228600"/>
                  <a:pt x="749808" y="246888"/>
                </a:cubicBezTo>
                <a:cubicBezTo>
                  <a:pt x="758952" y="265176"/>
                  <a:pt x="740664" y="292608"/>
                  <a:pt x="722376" y="292608"/>
                </a:cubicBezTo>
                <a:cubicBezTo>
                  <a:pt x="713232" y="283464"/>
                  <a:pt x="704088" y="283464"/>
                  <a:pt x="694944" y="283464"/>
                </a:cubicBezTo>
                <a:cubicBezTo>
                  <a:pt x="685800" y="274320"/>
                  <a:pt x="685800" y="274320"/>
                  <a:pt x="676656" y="274320"/>
                </a:cubicBezTo>
                <a:cubicBezTo>
                  <a:pt x="658368" y="274320"/>
                  <a:pt x="640080" y="265176"/>
                  <a:pt x="621792" y="256032"/>
                </a:cubicBezTo>
                <a:cubicBezTo>
                  <a:pt x="612648" y="256032"/>
                  <a:pt x="612648" y="246888"/>
                  <a:pt x="612648" y="237744"/>
                </a:cubicBezTo>
                <a:cubicBezTo>
                  <a:pt x="630936" y="228600"/>
                  <a:pt x="649224" y="228600"/>
                  <a:pt x="667512" y="228600"/>
                </a:cubicBezTo>
                <a:moveTo>
                  <a:pt x="1517904" y="1088136"/>
                </a:moveTo>
                <a:lnTo>
                  <a:pt x="1517904" y="1088136"/>
                </a:lnTo>
                <a:cubicBezTo>
                  <a:pt x="1517904" y="1069848"/>
                  <a:pt x="1517904" y="1051560"/>
                  <a:pt x="1508760" y="1033272"/>
                </a:cubicBezTo>
                <a:cubicBezTo>
                  <a:pt x="1490472" y="1024128"/>
                  <a:pt x="1472184" y="1033272"/>
                  <a:pt x="1472184" y="1051560"/>
                </a:cubicBezTo>
                <a:cubicBezTo>
                  <a:pt x="1472184" y="1078992"/>
                  <a:pt x="1472184" y="1097280"/>
                  <a:pt x="1472184" y="1124712"/>
                </a:cubicBezTo>
                <a:cubicBezTo>
                  <a:pt x="1472184" y="1133856"/>
                  <a:pt x="1472184" y="1143000"/>
                  <a:pt x="1472184" y="1152144"/>
                </a:cubicBezTo>
                <a:cubicBezTo>
                  <a:pt x="1472184" y="1170432"/>
                  <a:pt x="1472184" y="1197864"/>
                  <a:pt x="1499616" y="1207008"/>
                </a:cubicBezTo>
                <a:cubicBezTo>
                  <a:pt x="1508760" y="1216152"/>
                  <a:pt x="1517904" y="1216152"/>
                  <a:pt x="1527048" y="1207008"/>
                </a:cubicBezTo>
                <a:cubicBezTo>
                  <a:pt x="1545336" y="1188720"/>
                  <a:pt x="1536192" y="1152144"/>
                  <a:pt x="1527048" y="1124712"/>
                </a:cubicBezTo>
                <a:cubicBezTo>
                  <a:pt x="1527048" y="1124712"/>
                  <a:pt x="1527048" y="1115568"/>
                  <a:pt x="1527048" y="1106424"/>
                </a:cubicBezTo>
                <a:cubicBezTo>
                  <a:pt x="1527048" y="1106424"/>
                  <a:pt x="1527048" y="1097280"/>
                  <a:pt x="1517904" y="1088136"/>
                </a:cubicBezTo>
                <a:moveTo>
                  <a:pt x="1444752" y="1453896"/>
                </a:moveTo>
                <a:cubicBezTo>
                  <a:pt x="1444752" y="1463040"/>
                  <a:pt x="1453896" y="1463040"/>
                  <a:pt x="1453896" y="1463040"/>
                </a:cubicBezTo>
                <a:cubicBezTo>
                  <a:pt x="1444752" y="1472184"/>
                  <a:pt x="1453896" y="1490472"/>
                  <a:pt x="1453896" y="1499616"/>
                </a:cubicBezTo>
                <a:cubicBezTo>
                  <a:pt x="1453896" y="1508760"/>
                  <a:pt x="1453896" y="1508760"/>
                  <a:pt x="1453896" y="1517904"/>
                </a:cubicBezTo>
                <a:cubicBezTo>
                  <a:pt x="1463040" y="1554480"/>
                  <a:pt x="1463040" y="1581912"/>
                  <a:pt x="1463040" y="1609344"/>
                </a:cubicBezTo>
                <a:lnTo>
                  <a:pt x="1463040" y="1609344"/>
                </a:lnTo>
                <a:cubicBezTo>
                  <a:pt x="1463040" y="1645920"/>
                  <a:pt x="1399032" y="1645920"/>
                  <a:pt x="1408176" y="1600200"/>
                </a:cubicBezTo>
                <a:cubicBezTo>
                  <a:pt x="1408176" y="1563624"/>
                  <a:pt x="1417320" y="1536192"/>
                  <a:pt x="1417320" y="1499616"/>
                </a:cubicBezTo>
                <a:lnTo>
                  <a:pt x="1417320" y="1499616"/>
                </a:lnTo>
                <a:cubicBezTo>
                  <a:pt x="1417320" y="1481328"/>
                  <a:pt x="1426464" y="1453896"/>
                  <a:pt x="1444752" y="1453896"/>
                </a:cubicBezTo>
                <a:moveTo>
                  <a:pt x="1261872" y="1527048"/>
                </a:moveTo>
                <a:cubicBezTo>
                  <a:pt x="1261872" y="1517904"/>
                  <a:pt x="1243584" y="1517904"/>
                  <a:pt x="1234440" y="1536192"/>
                </a:cubicBezTo>
                <a:cubicBezTo>
                  <a:pt x="1225296" y="1563624"/>
                  <a:pt x="1225296" y="1581912"/>
                  <a:pt x="1216152" y="1609344"/>
                </a:cubicBezTo>
                <a:cubicBezTo>
                  <a:pt x="1216152" y="1636776"/>
                  <a:pt x="1216152" y="1664208"/>
                  <a:pt x="1216152" y="1682496"/>
                </a:cubicBezTo>
                <a:cubicBezTo>
                  <a:pt x="1225296" y="1709928"/>
                  <a:pt x="1252728" y="1719072"/>
                  <a:pt x="1271016" y="1700784"/>
                </a:cubicBezTo>
                <a:cubicBezTo>
                  <a:pt x="1280160" y="1682496"/>
                  <a:pt x="1280160" y="1664208"/>
                  <a:pt x="1271016" y="1645920"/>
                </a:cubicBezTo>
                <a:cubicBezTo>
                  <a:pt x="1271016" y="1636776"/>
                  <a:pt x="1271016" y="1627632"/>
                  <a:pt x="1271016" y="1618488"/>
                </a:cubicBezTo>
                <a:cubicBezTo>
                  <a:pt x="1271016" y="1609344"/>
                  <a:pt x="1271016" y="1609344"/>
                  <a:pt x="1271016" y="1600200"/>
                </a:cubicBezTo>
                <a:cubicBezTo>
                  <a:pt x="1271016" y="1572768"/>
                  <a:pt x="1280160" y="1545336"/>
                  <a:pt x="1261872" y="1527048"/>
                </a:cubicBezTo>
                <a:moveTo>
                  <a:pt x="1033272" y="1682496"/>
                </a:moveTo>
                <a:cubicBezTo>
                  <a:pt x="1042416" y="1664208"/>
                  <a:pt x="1060704" y="1664208"/>
                  <a:pt x="1060704" y="1673352"/>
                </a:cubicBezTo>
                <a:cubicBezTo>
                  <a:pt x="1078992" y="1700784"/>
                  <a:pt x="1078992" y="1728216"/>
                  <a:pt x="1088136" y="1764792"/>
                </a:cubicBezTo>
                <a:cubicBezTo>
                  <a:pt x="1088136" y="1783080"/>
                  <a:pt x="1088136" y="1810512"/>
                  <a:pt x="1097280" y="1837944"/>
                </a:cubicBezTo>
                <a:cubicBezTo>
                  <a:pt x="1115568" y="1892808"/>
                  <a:pt x="1024128" y="1901952"/>
                  <a:pt x="1033272" y="1837944"/>
                </a:cubicBezTo>
                <a:cubicBezTo>
                  <a:pt x="1033272" y="1819656"/>
                  <a:pt x="1033272" y="1801368"/>
                  <a:pt x="1033272" y="1773936"/>
                </a:cubicBezTo>
                <a:cubicBezTo>
                  <a:pt x="1033272" y="1746504"/>
                  <a:pt x="1024128" y="1709928"/>
                  <a:pt x="1033272" y="1682496"/>
                </a:cubicBezTo>
                <a:moveTo>
                  <a:pt x="493776" y="941832"/>
                </a:moveTo>
                <a:lnTo>
                  <a:pt x="493776" y="941832"/>
                </a:lnTo>
                <a:cubicBezTo>
                  <a:pt x="475488" y="923544"/>
                  <a:pt x="466344" y="914400"/>
                  <a:pt x="457200" y="905256"/>
                </a:cubicBezTo>
                <a:cubicBezTo>
                  <a:pt x="438912" y="896112"/>
                  <a:pt x="429768" y="886968"/>
                  <a:pt x="411480" y="877824"/>
                </a:cubicBezTo>
                <a:cubicBezTo>
                  <a:pt x="402336" y="868680"/>
                  <a:pt x="402336" y="868680"/>
                  <a:pt x="393192" y="859536"/>
                </a:cubicBezTo>
                <a:cubicBezTo>
                  <a:pt x="365760" y="850392"/>
                  <a:pt x="338328" y="877824"/>
                  <a:pt x="356616" y="905256"/>
                </a:cubicBezTo>
                <a:cubicBezTo>
                  <a:pt x="365760" y="914400"/>
                  <a:pt x="365760" y="914400"/>
                  <a:pt x="374904" y="914400"/>
                </a:cubicBezTo>
                <a:cubicBezTo>
                  <a:pt x="384048" y="914400"/>
                  <a:pt x="384048" y="914400"/>
                  <a:pt x="384048" y="914400"/>
                </a:cubicBezTo>
                <a:cubicBezTo>
                  <a:pt x="384048" y="923544"/>
                  <a:pt x="384048" y="923544"/>
                  <a:pt x="393192" y="923544"/>
                </a:cubicBezTo>
                <a:cubicBezTo>
                  <a:pt x="402336" y="923544"/>
                  <a:pt x="411480" y="932688"/>
                  <a:pt x="420624" y="941832"/>
                </a:cubicBezTo>
                <a:cubicBezTo>
                  <a:pt x="420624" y="941832"/>
                  <a:pt x="429768" y="950976"/>
                  <a:pt x="438912" y="950976"/>
                </a:cubicBezTo>
                <a:cubicBezTo>
                  <a:pt x="457200" y="960120"/>
                  <a:pt x="466344" y="969264"/>
                  <a:pt x="484632" y="978408"/>
                </a:cubicBezTo>
                <a:cubicBezTo>
                  <a:pt x="493776" y="978408"/>
                  <a:pt x="502920" y="969264"/>
                  <a:pt x="502920" y="960120"/>
                </a:cubicBezTo>
                <a:cubicBezTo>
                  <a:pt x="502920" y="950976"/>
                  <a:pt x="502920" y="950976"/>
                  <a:pt x="493776" y="941832"/>
                </a:cubicBezTo>
                <a:moveTo>
                  <a:pt x="192024" y="694944"/>
                </a:moveTo>
                <a:cubicBezTo>
                  <a:pt x="219456" y="685800"/>
                  <a:pt x="246888" y="685800"/>
                  <a:pt x="274320" y="694944"/>
                </a:cubicBezTo>
                <a:cubicBezTo>
                  <a:pt x="292608" y="694944"/>
                  <a:pt x="310896" y="704088"/>
                  <a:pt x="329184" y="713232"/>
                </a:cubicBezTo>
                <a:cubicBezTo>
                  <a:pt x="329184" y="722376"/>
                  <a:pt x="329184" y="722376"/>
                  <a:pt x="329184" y="731520"/>
                </a:cubicBezTo>
                <a:cubicBezTo>
                  <a:pt x="320040" y="740664"/>
                  <a:pt x="292608" y="740664"/>
                  <a:pt x="274320" y="740664"/>
                </a:cubicBezTo>
                <a:lnTo>
                  <a:pt x="274320" y="740664"/>
                </a:lnTo>
                <a:cubicBezTo>
                  <a:pt x="246888" y="749808"/>
                  <a:pt x="219456" y="749808"/>
                  <a:pt x="192024" y="758952"/>
                </a:cubicBezTo>
                <a:cubicBezTo>
                  <a:pt x="155448" y="768096"/>
                  <a:pt x="146304" y="694944"/>
                  <a:pt x="192024" y="694944"/>
                </a:cubicBezTo>
                <a:moveTo>
                  <a:pt x="137160" y="384048"/>
                </a:moveTo>
                <a:cubicBezTo>
                  <a:pt x="128016" y="384048"/>
                  <a:pt x="109728" y="393192"/>
                  <a:pt x="91440" y="402336"/>
                </a:cubicBezTo>
                <a:lnTo>
                  <a:pt x="91440" y="402336"/>
                </a:lnTo>
                <a:cubicBezTo>
                  <a:pt x="82296" y="402336"/>
                  <a:pt x="82296" y="402336"/>
                  <a:pt x="73152" y="402336"/>
                </a:cubicBezTo>
                <a:cubicBezTo>
                  <a:pt x="54864" y="411480"/>
                  <a:pt x="36576" y="420624"/>
                  <a:pt x="18288" y="429768"/>
                </a:cubicBezTo>
                <a:cubicBezTo>
                  <a:pt x="-27432" y="466344"/>
                  <a:pt x="36576" y="530352"/>
                  <a:pt x="64008" y="484632"/>
                </a:cubicBezTo>
                <a:cubicBezTo>
                  <a:pt x="73152" y="475488"/>
                  <a:pt x="82296" y="466344"/>
                  <a:pt x="91440" y="457200"/>
                </a:cubicBezTo>
                <a:lnTo>
                  <a:pt x="91440" y="457200"/>
                </a:lnTo>
                <a:cubicBezTo>
                  <a:pt x="100584" y="457200"/>
                  <a:pt x="100584" y="457200"/>
                  <a:pt x="100584" y="457200"/>
                </a:cubicBezTo>
                <a:cubicBezTo>
                  <a:pt x="100584" y="448056"/>
                  <a:pt x="109728" y="448056"/>
                  <a:pt x="109728" y="448056"/>
                </a:cubicBezTo>
                <a:lnTo>
                  <a:pt x="109728" y="448056"/>
                </a:lnTo>
                <a:lnTo>
                  <a:pt x="109728" y="448056"/>
                </a:lnTo>
                <a:cubicBezTo>
                  <a:pt x="118872" y="448056"/>
                  <a:pt x="118872" y="438912"/>
                  <a:pt x="128016" y="438912"/>
                </a:cubicBezTo>
                <a:cubicBezTo>
                  <a:pt x="137160" y="429768"/>
                  <a:pt x="137160" y="429768"/>
                  <a:pt x="146304" y="420624"/>
                </a:cubicBezTo>
                <a:cubicBezTo>
                  <a:pt x="155448" y="411480"/>
                  <a:pt x="146304" y="393192"/>
                  <a:pt x="137160" y="384048"/>
                </a:cubicBezTo>
                <a:moveTo>
                  <a:pt x="960120" y="192024"/>
                </a:moveTo>
                <a:lnTo>
                  <a:pt x="960120" y="192024"/>
                </a:lnTo>
                <a:cubicBezTo>
                  <a:pt x="969264" y="201168"/>
                  <a:pt x="987552" y="201168"/>
                  <a:pt x="996696" y="210312"/>
                </a:cubicBezTo>
                <a:cubicBezTo>
                  <a:pt x="1033272" y="246888"/>
                  <a:pt x="1078992" y="182880"/>
                  <a:pt x="1042416" y="155448"/>
                </a:cubicBezTo>
                <a:cubicBezTo>
                  <a:pt x="1033272" y="146304"/>
                  <a:pt x="1024128" y="146304"/>
                  <a:pt x="1014984" y="137160"/>
                </a:cubicBezTo>
                <a:cubicBezTo>
                  <a:pt x="1005840" y="137160"/>
                  <a:pt x="1005840" y="137160"/>
                  <a:pt x="996696" y="137160"/>
                </a:cubicBezTo>
                <a:cubicBezTo>
                  <a:pt x="996696" y="128016"/>
                  <a:pt x="987552" y="128016"/>
                  <a:pt x="978408" y="128016"/>
                </a:cubicBezTo>
                <a:cubicBezTo>
                  <a:pt x="978408" y="118872"/>
                  <a:pt x="978408" y="118872"/>
                  <a:pt x="969264" y="118872"/>
                </a:cubicBezTo>
                <a:cubicBezTo>
                  <a:pt x="950976" y="109728"/>
                  <a:pt x="932688" y="100584"/>
                  <a:pt x="914400" y="109728"/>
                </a:cubicBezTo>
                <a:cubicBezTo>
                  <a:pt x="896112" y="118872"/>
                  <a:pt x="896112" y="137160"/>
                  <a:pt x="905256" y="146304"/>
                </a:cubicBezTo>
                <a:cubicBezTo>
                  <a:pt x="914400" y="155448"/>
                  <a:pt x="923544" y="155448"/>
                  <a:pt x="932688" y="164592"/>
                </a:cubicBezTo>
                <a:cubicBezTo>
                  <a:pt x="932688" y="173736"/>
                  <a:pt x="941832" y="173736"/>
                  <a:pt x="950976" y="182880"/>
                </a:cubicBezTo>
                <a:cubicBezTo>
                  <a:pt x="950976" y="182880"/>
                  <a:pt x="960120" y="192024"/>
                  <a:pt x="960120" y="192024"/>
                </a:cubicBezTo>
                <a:moveTo>
                  <a:pt x="978408" y="877824"/>
                </a:moveTo>
                <a:cubicBezTo>
                  <a:pt x="978408" y="877824"/>
                  <a:pt x="978408" y="877824"/>
                  <a:pt x="978408" y="877824"/>
                </a:cubicBezTo>
                <a:cubicBezTo>
                  <a:pt x="1014984" y="896112"/>
                  <a:pt x="987552" y="950976"/>
                  <a:pt x="960120" y="932688"/>
                </a:cubicBezTo>
                <a:cubicBezTo>
                  <a:pt x="941832" y="923544"/>
                  <a:pt x="923544" y="914400"/>
                  <a:pt x="914400" y="896112"/>
                </a:cubicBezTo>
                <a:cubicBezTo>
                  <a:pt x="914400" y="886968"/>
                  <a:pt x="905256" y="886968"/>
                  <a:pt x="896112" y="877824"/>
                </a:cubicBezTo>
                <a:cubicBezTo>
                  <a:pt x="877824" y="859536"/>
                  <a:pt x="859536" y="832104"/>
                  <a:pt x="850392" y="804672"/>
                </a:cubicBezTo>
                <a:cubicBezTo>
                  <a:pt x="850392" y="786384"/>
                  <a:pt x="859536" y="777240"/>
                  <a:pt x="877824" y="777240"/>
                </a:cubicBezTo>
                <a:cubicBezTo>
                  <a:pt x="896112" y="786384"/>
                  <a:pt x="905256" y="804672"/>
                  <a:pt x="923544" y="813816"/>
                </a:cubicBezTo>
                <a:cubicBezTo>
                  <a:pt x="923544" y="822960"/>
                  <a:pt x="923544" y="822960"/>
                  <a:pt x="932688" y="832104"/>
                </a:cubicBezTo>
                <a:lnTo>
                  <a:pt x="960120" y="859536"/>
                </a:lnTo>
                <a:cubicBezTo>
                  <a:pt x="969264" y="868680"/>
                  <a:pt x="969264" y="868680"/>
                  <a:pt x="978408" y="877824"/>
                </a:cubicBezTo>
                <a:lnTo>
                  <a:pt x="978408" y="877824"/>
                </a:lnTo>
                <a:moveTo>
                  <a:pt x="1014984" y="484632"/>
                </a:moveTo>
                <a:cubicBezTo>
                  <a:pt x="987552" y="466344"/>
                  <a:pt x="960120" y="448056"/>
                  <a:pt x="932688" y="438912"/>
                </a:cubicBezTo>
                <a:cubicBezTo>
                  <a:pt x="932688" y="438912"/>
                  <a:pt x="932688" y="438912"/>
                  <a:pt x="932688" y="438912"/>
                </a:cubicBezTo>
                <a:cubicBezTo>
                  <a:pt x="914400" y="429768"/>
                  <a:pt x="886968" y="420624"/>
                  <a:pt x="868680" y="429768"/>
                </a:cubicBezTo>
                <a:cubicBezTo>
                  <a:pt x="859536" y="429768"/>
                  <a:pt x="868680" y="448056"/>
                  <a:pt x="877824" y="448056"/>
                </a:cubicBezTo>
                <a:cubicBezTo>
                  <a:pt x="886968" y="457200"/>
                  <a:pt x="886968" y="457200"/>
                  <a:pt x="896112" y="466344"/>
                </a:cubicBezTo>
                <a:lnTo>
                  <a:pt x="896112" y="466344"/>
                </a:lnTo>
                <a:cubicBezTo>
                  <a:pt x="896112" y="466344"/>
                  <a:pt x="896112" y="466344"/>
                  <a:pt x="896112" y="466344"/>
                </a:cubicBezTo>
                <a:lnTo>
                  <a:pt x="923544" y="484632"/>
                </a:lnTo>
                <a:cubicBezTo>
                  <a:pt x="932688" y="493776"/>
                  <a:pt x="941832" y="502920"/>
                  <a:pt x="950976" y="512064"/>
                </a:cubicBezTo>
                <a:cubicBezTo>
                  <a:pt x="960120" y="512064"/>
                  <a:pt x="969264" y="521208"/>
                  <a:pt x="978408" y="530352"/>
                </a:cubicBezTo>
                <a:cubicBezTo>
                  <a:pt x="1005840" y="548640"/>
                  <a:pt x="1033272" y="512064"/>
                  <a:pt x="1014984" y="484632"/>
                </a:cubicBezTo>
                <a:moveTo>
                  <a:pt x="914400" y="1453896"/>
                </a:moveTo>
                <a:lnTo>
                  <a:pt x="914400" y="1453896"/>
                </a:lnTo>
                <a:cubicBezTo>
                  <a:pt x="923544" y="1453896"/>
                  <a:pt x="923544" y="1463040"/>
                  <a:pt x="923544" y="1463040"/>
                </a:cubicBezTo>
                <a:cubicBezTo>
                  <a:pt x="932688" y="1472184"/>
                  <a:pt x="932688" y="1472184"/>
                  <a:pt x="941832" y="1481328"/>
                </a:cubicBezTo>
                <a:lnTo>
                  <a:pt x="941832" y="1481328"/>
                </a:lnTo>
                <a:cubicBezTo>
                  <a:pt x="941832" y="1481328"/>
                  <a:pt x="950976" y="1490472"/>
                  <a:pt x="960120" y="1499616"/>
                </a:cubicBezTo>
                <a:cubicBezTo>
                  <a:pt x="978408" y="1527048"/>
                  <a:pt x="932688" y="1563624"/>
                  <a:pt x="914400" y="1536192"/>
                </a:cubicBezTo>
                <a:cubicBezTo>
                  <a:pt x="905256" y="1527048"/>
                  <a:pt x="905256" y="1517904"/>
                  <a:pt x="896112" y="1508760"/>
                </a:cubicBezTo>
                <a:lnTo>
                  <a:pt x="896112" y="1508760"/>
                </a:lnTo>
                <a:lnTo>
                  <a:pt x="896112" y="1508760"/>
                </a:lnTo>
                <a:cubicBezTo>
                  <a:pt x="896112" y="1499616"/>
                  <a:pt x="886968" y="1490472"/>
                  <a:pt x="886968" y="1490472"/>
                </a:cubicBezTo>
                <a:cubicBezTo>
                  <a:pt x="868680" y="1472184"/>
                  <a:pt x="859536" y="1463040"/>
                  <a:pt x="859536" y="1444752"/>
                </a:cubicBezTo>
                <a:cubicBezTo>
                  <a:pt x="859536" y="1426464"/>
                  <a:pt x="886968" y="1417320"/>
                  <a:pt x="896112" y="1435608"/>
                </a:cubicBezTo>
                <a:cubicBezTo>
                  <a:pt x="896112" y="1435608"/>
                  <a:pt x="905256" y="1444752"/>
                  <a:pt x="914400" y="1453896"/>
                </a:cubicBezTo>
                <a:moveTo>
                  <a:pt x="1252728" y="1920240"/>
                </a:moveTo>
                <a:cubicBezTo>
                  <a:pt x="1225296" y="1929384"/>
                  <a:pt x="1216152" y="1956816"/>
                  <a:pt x="1207008" y="1984248"/>
                </a:cubicBezTo>
                <a:cubicBezTo>
                  <a:pt x="1207008" y="1984248"/>
                  <a:pt x="1207008" y="1984248"/>
                  <a:pt x="1207008" y="1993392"/>
                </a:cubicBezTo>
                <a:lnTo>
                  <a:pt x="1197864" y="2020824"/>
                </a:lnTo>
                <a:lnTo>
                  <a:pt x="1197864" y="2020824"/>
                </a:lnTo>
                <a:cubicBezTo>
                  <a:pt x="1197864" y="2020824"/>
                  <a:pt x="1188720" y="2029968"/>
                  <a:pt x="1188720" y="2029968"/>
                </a:cubicBezTo>
                <a:cubicBezTo>
                  <a:pt x="1188720" y="2029968"/>
                  <a:pt x="1188720" y="2039112"/>
                  <a:pt x="1179576" y="2039112"/>
                </a:cubicBezTo>
                <a:cubicBezTo>
                  <a:pt x="1170432" y="2057400"/>
                  <a:pt x="1188720" y="2084832"/>
                  <a:pt x="1207008" y="2084832"/>
                </a:cubicBezTo>
                <a:lnTo>
                  <a:pt x="1216152" y="2084832"/>
                </a:lnTo>
                <a:cubicBezTo>
                  <a:pt x="1225296" y="2084832"/>
                  <a:pt x="1243584" y="2084832"/>
                  <a:pt x="1252728" y="2075688"/>
                </a:cubicBezTo>
                <a:cubicBezTo>
                  <a:pt x="1261872" y="2057400"/>
                  <a:pt x="1261872" y="2048256"/>
                  <a:pt x="1261872" y="2029968"/>
                </a:cubicBezTo>
                <a:cubicBezTo>
                  <a:pt x="1261872" y="2020824"/>
                  <a:pt x="1261872" y="2020824"/>
                  <a:pt x="1261872" y="2020824"/>
                </a:cubicBezTo>
                <a:cubicBezTo>
                  <a:pt x="1271016" y="1993392"/>
                  <a:pt x="1271016" y="1965960"/>
                  <a:pt x="1280160" y="1938528"/>
                </a:cubicBezTo>
                <a:cubicBezTo>
                  <a:pt x="1280160" y="1938528"/>
                  <a:pt x="1271016" y="1920240"/>
                  <a:pt x="1252728" y="1920240"/>
                </a:cubicBezTo>
                <a:moveTo>
                  <a:pt x="192024" y="201168"/>
                </a:moveTo>
                <a:cubicBezTo>
                  <a:pt x="182880" y="201168"/>
                  <a:pt x="182880" y="210312"/>
                  <a:pt x="173736" y="210312"/>
                </a:cubicBezTo>
                <a:cubicBezTo>
                  <a:pt x="155448" y="219456"/>
                  <a:pt x="137160" y="210312"/>
                  <a:pt x="137160" y="192024"/>
                </a:cubicBezTo>
                <a:cubicBezTo>
                  <a:pt x="128016" y="164592"/>
                  <a:pt x="155448" y="146304"/>
                  <a:pt x="173736" y="137160"/>
                </a:cubicBezTo>
                <a:cubicBezTo>
                  <a:pt x="201168" y="128016"/>
                  <a:pt x="228600" y="109728"/>
                  <a:pt x="256032" y="109728"/>
                </a:cubicBezTo>
                <a:cubicBezTo>
                  <a:pt x="274320" y="109728"/>
                  <a:pt x="274320" y="128016"/>
                  <a:pt x="265176" y="137160"/>
                </a:cubicBezTo>
                <a:cubicBezTo>
                  <a:pt x="265176" y="137160"/>
                  <a:pt x="265176" y="146304"/>
                  <a:pt x="256032" y="146304"/>
                </a:cubicBezTo>
                <a:cubicBezTo>
                  <a:pt x="256032" y="155448"/>
                  <a:pt x="246888" y="155448"/>
                  <a:pt x="237744" y="164592"/>
                </a:cubicBezTo>
                <a:cubicBezTo>
                  <a:pt x="228600" y="164592"/>
                  <a:pt x="228600" y="164592"/>
                  <a:pt x="219456" y="173736"/>
                </a:cubicBezTo>
                <a:cubicBezTo>
                  <a:pt x="219456" y="173736"/>
                  <a:pt x="219456" y="173736"/>
                  <a:pt x="210312" y="173736"/>
                </a:cubicBezTo>
                <a:cubicBezTo>
                  <a:pt x="210312" y="182880"/>
                  <a:pt x="210312" y="182880"/>
                  <a:pt x="210312" y="182880"/>
                </a:cubicBezTo>
                <a:cubicBezTo>
                  <a:pt x="201168" y="182880"/>
                  <a:pt x="201168" y="192024"/>
                  <a:pt x="192024" y="192024"/>
                </a:cubicBezTo>
                <a:cubicBezTo>
                  <a:pt x="192024" y="192024"/>
                  <a:pt x="192024" y="192024"/>
                  <a:pt x="192024" y="201168"/>
                </a:cubicBezTo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3977640" y="4095243"/>
            <a:ext cx="6745512" cy="1703006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lt1">
                    <a:lumMod val="100000"/>
                  </a:schemeClr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3977640" y="2077848"/>
            <a:ext cx="6745513" cy="180296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4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ctor_#color-2096&amp;3058"/>
          <p:cNvSpPr/>
          <p:nvPr userDrawn="1">
            <p:custDataLst>
              <p:tags r:id="rId2"/>
            </p:custDataLst>
          </p:nvPr>
        </p:nvSpPr>
        <p:spPr>
          <a:xfrm>
            <a:off x="4626864" y="1984248"/>
            <a:ext cx="7562088" cy="4873752"/>
          </a:xfrm>
          <a:custGeom>
            <a:avLst/>
            <a:gdLst/>
            <a:ahLst/>
            <a:cxnLst/>
            <a:rect l="l" t="t" r="r" b="b"/>
            <a:pathLst>
              <a:path w="7562088" h="4873752">
                <a:moveTo>
                  <a:pt x="7562088" y="411480"/>
                </a:moveTo>
                <a:lnTo>
                  <a:pt x="7562088" y="4873752"/>
                </a:lnTo>
                <a:lnTo>
                  <a:pt x="0" y="4873752"/>
                </a:lnTo>
                <a:cubicBezTo>
                  <a:pt x="82296" y="4334256"/>
                  <a:pt x="347472" y="3822192"/>
                  <a:pt x="740664" y="3584448"/>
                </a:cubicBezTo>
                <a:cubicBezTo>
                  <a:pt x="1289304" y="3255264"/>
                  <a:pt x="2020824" y="3502152"/>
                  <a:pt x="2752344" y="3749040"/>
                </a:cubicBezTo>
                <a:lnTo>
                  <a:pt x="2752344" y="3749040"/>
                </a:lnTo>
                <a:cubicBezTo>
                  <a:pt x="3200400" y="3904488"/>
                  <a:pt x="3547872" y="4041648"/>
                  <a:pt x="3822192" y="4160520"/>
                </a:cubicBezTo>
                <a:cubicBezTo>
                  <a:pt x="4370832" y="4389120"/>
                  <a:pt x="4654296" y="4507992"/>
                  <a:pt x="4965192" y="4352544"/>
                </a:cubicBezTo>
                <a:cubicBezTo>
                  <a:pt x="5294376" y="4178808"/>
                  <a:pt x="5458968" y="3922776"/>
                  <a:pt x="5422392" y="3557016"/>
                </a:cubicBezTo>
                <a:cubicBezTo>
                  <a:pt x="5385816" y="3154680"/>
                  <a:pt x="5166360" y="2926080"/>
                  <a:pt x="4946904" y="2706624"/>
                </a:cubicBezTo>
                <a:cubicBezTo>
                  <a:pt x="4754880" y="2514600"/>
                  <a:pt x="4562856" y="2313432"/>
                  <a:pt x="4498848" y="2002536"/>
                </a:cubicBezTo>
                <a:cubicBezTo>
                  <a:pt x="4370832" y="1298448"/>
                  <a:pt x="4974336" y="411480"/>
                  <a:pt x="5733288" y="109728"/>
                </a:cubicBezTo>
                <a:cubicBezTo>
                  <a:pt x="6400800" y="-155448"/>
                  <a:pt x="7059168" y="91440"/>
                  <a:pt x="7562088" y="411480"/>
                </a:cubicBezTo>
              </a:path>
            </a:pathLst>
          </a:custGeom>
          <a:solidFill>
            <a:schemeClr val="accent1">
              <a:lumMod val="75000"/>
            </a:schemeClr>
          </a:solidFill>
        </p:spPr>
      </p:sp>
      <p:sp>
        <p:nvSpPr>
          <p:cNvPr id="9" name="Vector_#color-2096&amp;3061"/>
          <p:cNvSpPr/>
          <p:nvPr userDrawn="1">
            <p:custDataLst>
              <p:tags r:id="rId3"/>
            </p:custDataLst>
          </p:nvPr>
        </p:nvSpPr>
        <p:spPr>
          <a:xfrm>
            <a:off x="6199632" y="0"/>
            <a:ext cx="4059936" cy="1600200"/>
          </a:xfrm>
          <a:custGeom>
            <a:avLst/>
            <a:gdLst/>
            <a:ahLst/>
            <a:cxnLst/>
            <a:rect l="l" t="t" r="r" b="b"/>
            <a:pathLst>
              <a:path w="4059936" h="1600200">
                <a:moveTo>
                  <a:pt x="4059936" y="0"/>
                </a:moveTo>
                <a:lnTo>
                  <a:pt x="0" y="0"/>
                </a:lnTo>
                <a:cubicBezTo>
                  <a:pt x="9144" y="173736"/>
                  <a:pt x="54864" y="347472"/>
                  <a:pt x="137160" y="512064"/>
                </a:cubicBezTo>
                <a:cubicBezTo>
                  <a:pt x="667512" y="1627632"/>
                  <a:pt x="2788920" y="2048256"/>
                  <a:pt x="3666744" y="996696"/>
                </a:cubicBezTo>
                <a:cubicBezTo>
                  <a:pt x="3895344" y="722376"/>
                  <a:pt x="4032504" y="365760"/>
                  <a:pt x="4059936" y="0"/>
                </a:cubicBezTo>
              </a:path>
            </a:pathLst>
          </a:custGeom>
          <a:solidFill>
            <a:schemeClr val="accent5"/>
          </a:solidFill>
        </p:spPr>
      </p:sp>
      <p:sp>
        <p:nvSpPr>
          <p:cNvPr id="10" name="Union-2096&amp;3612"/>
          <p:cNvSpPr/>
          <p:nvPr userDrawn="1">
            <p:custDataLst>
              <p:tags r:id="rId4"/>
            </p:custDataLst>
          </p:nvPr>
        </p:nvSpPr>
        <p:spPr>
          <a:xfrm>
            <a:off x="6473952" y="923544"/>
            <a:ext cx="2743200" cy="1060704"/>
          </a:xfrm>
          <a:custGeom>
            <a:avLst/>
            <a:gdLst/>
            <a:ahLst/>
            <a:cxnLst/>
            <a:rect l="l" t="t" r="r" b="b"/>
            <a:pathLst>
              <a:path w="2743200" h="1060704">
                <a:moveTo>
                  <a:pt x="1956816" y="64008"/>
                </a:moveTo>
                <a:cubicBezTo>
                  <a:pt x="1929384" y="64008"/>
                  <a:pt x="1901952" y="64008"/>
                  <a:pt x="1874520" y="64008"/>
                </a:cubicBezTo>
                <a:cubicBezTo>
                  <a:pt x="1874520" y="64008"/>
                  <a:pt x="1865376" y="64008"/>
                  <a:pt x="1856232" y="64008"/>
                </a:cubicBezTo>
                <a:cubicBezTo>
                  <a:pt x="1847088" y="64008"/>
                  <a:pt x="1837944" y="64008"/>
                  <a:pt x="1819656" y="54864"/>
                </a:cubicBezTo>
                <a:cubicBezTo>
                  <a:pt x="1819656" y="54864"/>
                  <a:pt x="1819656" y="45720"/>
                  <a:pt x="1819656" y="45720"/>
                </a:cubicBezTo>
                <a:cubicBezTo>
                  <a:pt x="1828800" y="36576"/>
                  <a:pt x="1847088" y="27432"/>
                  <a:pt x="1856232" y="27432"/>
                </a:cubicBezTo>
                <a:cubicBezTo>
                  <a:pt x="1856232" y="27432"/>
                  <a:pt x="1865376" y="27432"/>
                  <a:pt x="1865376" y="27432"/>
                </a:cubicBezTo>
                <a:cubicBezTo>
                  <a:pt x="1892808" y="18288"/>
                  <a:pt x="1911096" y="9144"/>
                  <a:pt x="1938528" y="0"/>
                </a:cubicBezTo>
                <a:cubicBezTo>
                  <a:pt x="1984248" y="-9144"/>
                  <a:pt x="1993392" y="54864"/>
                  <a:pt x="1956816" y="64008"/>
                </a:cubicBezTo>
                <a:moveTo>
                  <a:pt x="1581912" y="109728"/>
                </a:moveTo>
                <a:lnTo>
                  <a:pt x="1636776" y="109728"/>
                </a:lnTo>
                <a:cubicBezTo>
                  <a:pt x="1655064" y="109728"/>
                  <a:pt x="1682496" y="100584"/>
                  <a:pt x="1709928" y="100584"/>
                </a:cubicBezTo>
                <a:cubicBezTo>
                  <a:pt x="1728216" y="91440"/>
                  <a:pt x="1728216" y="45720"/>
                  <a:pt x="1700784" y="45720"/>
                </a:cubicBezTo>
                <a:cubicBezTo>
                  <a:pt x="1691640" y="45720"/>
                  <a:pt x="1682496" y="45720"/>
                  <a:pt x="1673352" y="45720"/>
                </a:cubicBezTo>
                <a:cubicBezTo>
                  <a:pt x="1673352" y="45720"/>
                  <a:pt x="1673352" y="54864"/>
                  <a:pt x="1673352" y="54864"/>
                </a:cubicBezTo>
                <a:cubicBezTo>
                  <a:pt x="1655064" y="54864"/>
                  <a:pt x="1645920" y="64008"/>
                  <a:pt x="1627632" y="64008"/>
                </a:cubicBezTo>
                <a:cubicBezTo>
                  <a:pt x="1618488" y="64008"/>
                  <a:pt x="1618488" y="64008"/>
                  <a:pt x="1609344" y="73152"/>
                </a:cubicBezTo>
                <a:cubicBezTo>
                  <a:pt x="1591056" y="73152"/>
                  <a:pt x="1572768" y="73152"/>
                  <a:pt x="1563624" y="91440"/>
                </a:cubicBezTo>
                <a:cubicBezTo>
                  <a:pt x="1554480" y="91440"/>
                  <a:pt x="1554480" y="100584"/>
                  <a:pt x="1563624" y="100584"/>
                </a:cubicBezTo>
                <a:cubicBezTo>
                  <a:pt x="1572768" y="109728"/>
                  <a:pt x="1572768" y="109728"/>
                  <a:pt x="1581912" y="109728"/>
                </a:cubicBezTo>
                <a:moveTo>
                  <a:pt x="694944" y="54864"/>
                </a:moveTo>
                <a:cubicBezTo>
                  <a:pt x="722376" y="45720"/>
                  <a:pt x="749808" y="45720"/>
                  <a:pt x="777240" y="54864"/>
                </a:cubicBezTo>
                <a:cubicBezTo>
                  <a:pt x="795528" y="64008"/>
                  <a:pt x="795528" y="82296"/>
                  <a:pt x="777240" y="91440"/>
                </a:cubicBezTo>
                <a:cubicBezTo>
                  <a:pt x="758952" y="100584"/>
                  <a:pt x="722376" y="100584"/>
                  <a:pt x="694944" y="100584"/>
                </a:cubicBezTo>
                <a:cubicBezTo>
                  <a:pt x="676656" y="109728"/>
                  <a:pt x="649224" y="109728"/>
                  <a:pt x="621792" y="118872"/>
                </a:cubicBezTo>
                <a:cubicBezTo>
                  <a:pt x="576072" y="128016"/>
                  <a:pt x="566928" y="36576"/>
                  <a:pt x="621792" y="45720"/>
                </a:cubicBezTo>
                <a:cubicBezTo>
                  <a:pt x="649224" y="54864"/>
                  <a:pt x="667512" y="54864"/>
                  <a:pt x="694944" y="54864"/>
                </a:cubicBezTo>
                <a:moveTo>
                  <a:pt x="2688336" y="173736"/>
                </a:moveTo>
                <a:cubicBezTo>
                  <a:pt x="2706624" y="173736"/>
                  <a:pt x="2724912" y="173736"/>
                  <a:pt x="2734056" y="182880"/>
                </a:cubicBezTo>
                <a:cubicBezTo>
                  <a:pt x="2752344" y="192024"/>
                  <a:pt x="2743200" y="210312"/>
                  <a:pt x="2724912" y="210312"/>
                </a:cubicBezTo>
                <a:cubicBezTo>
                  <a:pt x="2715768" y="210312"/>
                  <a:pt x="2697480" y="210312"/>
                  <a:pt x="2688336" y="219456"/>
                </a:cubicBezTo>
                <a:cubicBezTo>
                  <a:pt x="2679192" y="219456"/>
                  <a:pt x="2660904" y="219456"/>
                  <a:pt x="2651760" y="219456"/>
                </a:cubicBezTo>
                <a:cubicBezTo>
                  <a:pt x="2642616" y="228600"/>
                  <a:pt x="2633472" y="228600"/>
                  <a:pt x="2633472" y="228600"/>
                </a:cubicBezTo>
                <a:cubicBezTo>
                  <a:pt x="2624328" y="228600"/>
                  <a:pt x="2615184" y="228600"/>
                  <a:pt x="2606040" y="228600"/>
                </a:cubicBezTo>
                <a:cubicBezTo>
                  <a:pt x="2606040" y="228600"/>
                  <a:pt x="2606040" y="228600"/>
                  <a:pt x="2606040" y="228600"/>
                </a:cubicBezTo>
                <a:cubicBezTo>
                  <a:pt x="2596896" y="237744"/>
                  <a:pt x="2587752" y="237744"/>
                  <a:pt x="2569464" y="228600"/>
                </a:cubicBezTo>
                <a:cubicBezTo>
                  <a:pt x="2542032" y="219456"/>
                  <a:pt x="2560320" y="173736"/>
                  <a:pt x="2587752" y="173736"/>
                </a:cubicBezTo>
                <a:cubicBezTo>
                  <a:pt x="2587752" y="173736"/>
                  <a:pt x="2596896" y="173736"/>
                  <a:pt x="2596896" y="173736"/>
                </a:cubicBezTo>
                <a:cubicBezTo>
                  <a:pt x="2606040" y="173736"/>
                  <a:pt x="2615184" y="173736"/>
                  <a:pt x="2615184" y="173736"/>
                </a:cubicBezTo>
                <a:lnTo>
                  <a:pt x="2670048" y="173736"/>
                </a:lnTo>
                <a:cubicBezTo>
                  <a:pt x="2670048" y="173736"/>
                  <a:pt x="2679192" y="173736"/>
                  <a:pt x="2688336" y="173736"/>
                </a:cubicBezTo>
                <a:moveTo>
                  <a:pt x="1435608" y="713232"/>
                </a:moveTo>
                <a:cubicBezTo>
                  <a:pt x="1417320" y="713232"/>
                  <a:pt x="1399032" y="713232"/>
                  <a:pt x="1389888" y="713232"/>
                </a:cubicBezTo>
                <a:cubicBezTo>
                  <a:pt x="1380744" y="704088"/>
                  <a:pt x="1371600" y="704088"/>
                  <a:pt x="1362456" y="704088"/>
                </a:cubicBezTo>
                <a:cubicBezTo>
                  <a:pt x="1353312" y="704088"/>
                  <a:pt x="1344168" y="704088"/>
                  <a:pt x="1335024" y="704088"/>
                </a:cubicBezTo>
                <a:cubicBezTo>
                  <a:pt x="1335024" y="704088"/>
                  <a:pt x="1325880" y="704088"/>
                  <a:pt x="1316736" y="704088"/>
                </a:cubicBezTo>
                <a:lnTo>
                  <a:pt x="1298448" y="704088"/>
                </a:lnTo>
                <a:cubicBezTo>
                  <a:pt x="1298448" y="704088"/>
                  <a:pt x="1280160" y="704088"/>
                  <a:pt x="1280160" y="704088"/>
                </a:cubicBezTo>
                <a:cubicBezTo>
                  <a:pt x="1243584" y="694944"/>
                  <a:pt x="1216152" y="749808"/>
                  <a:pt x="1261872" y="768096"/>
                </a:cubicBezTo>
                <a:cubicBezTo>
                  <a:pt x="1271016" y="768096"/>
                  <a:pt x="1280160" y="768096"/>
                  <a:pt x="1280160" y="768096"/>
                </a:cubicBezTo>
                <a:cubicBezTo>
                  <a:pt x="1289304" y="768096"/>
                  <a:pt x="1289304" y="768096"/>
                  <a:pt x="1298448" y="768096"/>
                </a:cubicBezTo>
                <a:cubicBezTo>
                  <a:pt x="1307592" y="758952"/>
                  <a:pt x="1325880" y="758952"/>
                  <a:pt x="1344168" y="758952"/>
                </a:cubicBezTo>
                <a:cubicBezTo>
                  <a:pt x="1353312" y="758952"/>
                  <a:pt x="1353312" y="768096"/>
                  <a:pt x="1362456" y="768096"/>
                </a:cubicBezTo>
                <a:cubicBezTo>
                  <a:pt x="1371600" y="768096"/>
                  <a:pt x="1380744" y="768096"/>
                  <a:pt x="1389888" y="758952"/>
                </a:cubicBezTo>
                <a:cubicBezTo>
                  <a:pt x="1399032" y="758952"/>
                  <a:pt x="1399032" y="758952"/>
                  <a:pt x="1408176" y="758952"/>
                </a:cubicBezTo>
                <a:cubicBezTo>
                  <a:pt x="1408176" y="758952"/>
                  <a:pt x="1417320" y="758952"/>
                  <a:pt x="1426464" y="758952"/>
                </a:cubicBezTo>
                <a:cubicBezTo>
                  <a:pt x="1444752" y="758952"/>
                  <a:pt x="1453896" y="722376"/>
                  <a:pt x="1435608" y="713232"/>
                </a:cubicBezTo>
                <a:moveTo>
                  <a:pt x="1655064" y="1005840"/>
                </a:moveTo>
                <a:lnTo>
                  <a:pt x="1609344" y="1005840"/>
                </a:lnTo>
                <a:cubicBezTo>
                  <a:pt x="1600200" y="1005840"/>
                  <a:pt x="1600200" y="1005840"/>
                  <a:pt x="1591056" y="1005840"/>
                </a:cubicBezTo>
                <a:lnTo>
                  <a:pt x="1591056" y="1005840"/>
                </a:lnTo>
                <a:lnTo>
                  <a:pt x="1591056" y="1005840"/>
                </a:lnTo>
                <a:lnTo>
                  <a:pt x="1591056" y="1005840"/>
                </a:lnTo>
                <a:lnTo>
                  <a:pt x="1591056" y="1005840"/>
                </a:lnTo>
                <a:cubicBezTo>
                  <a:pt x="1581912" y="1005840"/>
                  <a:pt x="1581912" y="1005840"/>
                  <a:pt x="1572768" y="1005840"/>
                </a:cubicBezTo>
                <a:cubicBezTo>
                  <a:pt x="1545336" y="1005840"/>
                  <a:pt x="1536192" y="1051560"/>
                  <a:pt x="1563624" y="1060704"/>
                </a:cubicBezTo>
                <a:cubicBezTo>
                  <a:pt x="1581912" y="1069848"/>
                  <a:pt x="1581912" y="1060704"/>
                  <a:pt x="1591056" y="1060704"/>
                </a:cubicBezTo>
                <a:cubicBezTo>
                  <a:pt x="1600200" y="1060704"/>
                  <a:pt x="1600200" y="1060704"/>
                  <a:pt x="1600200" y="1060704"/>
                </a:cubicBezTo>
                <a:cubicBezTo>
                  <a:pt x="1600200" y="1060704"/>
                  <a:pt x="1600200" y="1060704"/>
                  <a:pt x="1600200" y="1060704"/>
                </a:cubicBezTo>
                <a:cubicBezTo>
                  <a:pt x="1609344" y="1060704"/>
                  <a:pt x="1609344" y="1060704"/>
                  <a:pt x="1618488" y="1060704"/>
                </a:cubicBezTo>
                <a:cubicBezTo>
                  <a:pt x="1627632" y="1060704"/>
                  <a:pt x="1636776" y="1060704"/>
                  <a:pt x="1636776" y="1051560"/>
                </a:cubicBezTo>
                <a:cubicBezTo>
                  <a:pt x="1655064" y="1051560"/>
                  <a:pt x="1664208" y="1051560"/>
                  <a:pt x="1682496" y="1051560"/>
                </a:cubicBezTo>
                <a:lnTo>
                  <a:pt x="1682496" y="1051560"/>
                </a:lnTo>
                <a:lnTo>
                  <a:pt x="1682496" y="1051560"/>
                </a:lnTo>
                <a:cubicBezTo>
                  <a:pt x="1691640" y="1042416"/>
                  <a:pt x="1709928" y="1042416"/>
                  <a:pt x="1719072" y="1042416"/>
                </a:cubicBezTo>
                <a:cubicBezTo>
                  <a:pt x="1728216" y="1042416"/>
                  <a:pt x="1737360" y="1024128"/>
                  <a:pt x="1728216" y="1014984"/>
                </a:cubicBezTo>
                <a:cubicBezTo>
                  <a:pt x="1709928" y="1005840"/>
                  <a:pt x="1691640" y="1005840"/>
                  <a:pt x="1673352" y="1005840"/>
                </a:cubicBezTo>
                <a:cubicBezTo>
                  <a:pt x="1664208" y="1005840"/>
                  <a:pt x="1664208" y="1005840"/>
                  <a:pt x="1655064" y="1005840"/>
                </a:cubicBezTo>
                <a:moveTo>
                  <a:pt x="1380744" y="914400"/>
                </a:moveTo>
                <a:cubicBezTo>
                  <a:pt x="1362456" y="914400"/>
                  <a:pt x="1344168" y="914400"/>
                  <a:pt x="1325880" y="914400"/>
                </a:cubicBezTo>
                <a:cubicBezTo>
                  <a:pt x="1307592" y="914400"/>
                  <a:pt x="1289304" y="914400"/>
                  <a:pt x="1271016" y="905256"/>
                </a:cubicBezTo>
                <a:cubicBezTo>
                  <a:pt x="1225296" y="905256"/>
                  <a:pt x="1216152" y="960120"/>
                  <a:pt x="1252728" y="969264"/>
                </a:cubicBezTo>
                <a:cubicBezTo>
                  <a:pt x="1271016" y="969264"/>
                  <a:pt x="1289304" y="969264"/>
                  <a:pt x="1307592" y="969264"/>
                </a:cubicBezTo>
                <a:cubicBezTo>
                  <a:pt x="1316736" y="969264"/>
                  <a:pt x="1325880" y="969264"/>
                  <a:pt x="1335024" y="969264"/>
                </a:cubicBezTo>
                <a:cubicBezTo>
                  <a:pt x="1353312" y="969264"/>
                  <a:pt x="1389888" y="969264"/>
                  <a:pt x="1399032" y="941832"/>
                </a:cubicBezTo>
                <a:lnTo>
                  <a:pt x="1399032" y="941832"/>
                </a:lnTo>
                <a:cubicBezTo>
                  <a:pt x="1399032" y="932688"/>
                  <a:pt x="1389888" y="914400"/>
                  <a:pt x="1380744" y="914400"/>
                </a:cubicBezTo>
                <a:moveTo>
                  <a:pt x="996696" y="594360"/>
                </a:moveTo>
                <a:lnTo>
                  <a:pt x="996696" y="594360"/>
                </a:lnTo>
                <a:cubicBezTo>
                  <a:pt x="1005840" y="594360"/>
                  <a:pt x="1014984" y="594360"/>
                  <a:pt x="1014984" y="594360"/>
                </a:cubicBezTo>
                <a:cubicBezTo>
                  <a:pt x="1024128" y="594360"/>
                  <a:pt x="1024128" y="594360"/>
                  <a:pt x="1033272" y="603504"/>
                </a:cubicBezTo>
                <a:cubicBezTo>
                  <a:pt x="1051560" y="603504"/>
                  <a:pt x="1078992" y="603504"/>
                  <a:pt x="1097280" y="621792"/>
                </a:cubicBezTo>
                <a:cubicBezTo>
                  <a:pt x="1106424" y="630936"/>
                  <a:pt x="1097280" y="649224"/>
                  <a:pt x="1078992" y="649224"/>
                </a:cubicBezTo>
                <a:lnTo>
                  <a:pt x="1014984" y="649224"/>
                </a:lnTo>
                <a:cubicBezTo>
                  <a:pt x="1005840" y="649224"/>
                  <a:pt x="1005840" y="649224"/>
                  <a:pt x="996696" y="649224"/>
                </a:cubicBezTo>
                <a:cubicBezTo>
                  <a:pt x="987552" y="640080"/>
                  <a:pt x="969264" y="640080"/>
                  <a:pt x="960120" y="649224"/>
                </a:cubicBezTo>
                <a:cubicBezTo>
                  <a:pt x="923544" y="658368"/>
                  <a:pt x="914400" y="603504"/>
                  <a:pt x="941832" y="594360"/>
                </a:cubicBezTo>
                <a:cubicBezTo>
                  <a:pt x="960120" y="585216"/>
                  <a:pt x="978408" y="594360"/>
                  <a:pt x="996696" y="594360"/>
                </a:cubicBezTo>
                <a:moveTo>
                  <a:pt x="1097280" y="374904"/>
                </a:moveTo>
                <a:cubicBezTo>
                  <a:pt x="1069848" y="374904"/>
                  <a:pt x="1051560" y="384048"/>
                  <a:pt x="1033272" y="384048"/>
                </a:cubicBezTo>
                <a:cubicBezTo>
                  <a:pt x="1014984" y="384048"/>
                  <a:pt x="996696" y="393192"/>
                  <a:pt x="978408" y="393192"/>
                </a:cubicBezTo>
                <a:cubicBezTo>
                  <a:pt x="960120" y="393192"/>
                  <a:pt x="950976" y="402336"/>
                  <a:pt x="950976" y="420624"/>
                </a:cubicBezTo>
                <a:cubicBezTo>
                  <a:pt x="960120" y="438912"/>
                  <a:pt x="969264" y="438912"/>
                  <a:pt x="987552" y="438912"/>
                </a:cubicBezTo>
                <a:cubicBezTo>
                  <a:pt x="996696" y="438912"/>
                  <a:pt x="1014984" y="438912"/>
                  <a:pt x="1024128" y="438912"/>
                </a:cubicBez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lnTo>
                  <a:pt x="1024128" y="438912"/>
                </a:lnTo>
                <a:cubicBezTo>
                  <a:pt x="1033272" y="429768"/>
                  <a:pt x="1033272" y="429768"/>
                  <a:pt x="1042416" y="429768"/>
                </a:cubicBezTo>
                <a:cubicBezTo>
                  <a:pt x="1042416" y="429768"/>
                  <a:pt x="1051560" y="429768"/>
                  <a:pt x="1060704" y="429768"/>
                </a:cubicBezTo>
                <a:cubicBezTo>
                  <a:pt x="1078992" y="429768"/>
                  <a:pt x="1088136" y="429768"/>
                  <a:pt x="1097280" y="420624"/>
                </a:cubicBezTo>
                <a:cubicBezTo>
                  <a:pt x="1115568" y="411480"/>
                  <a:pt x="1115568" y="384048"/>
                  <a:pt x="1097280" y="374904"/>
                </a:cubicBezTo>
                <a:moveTo>
                  <a:pt x="1298448" y="228600"/>
                </a:moveTo>
                <a:cubicBezTo>
                  <a:pt x="1289304" y="228600"/>
                  <a:pt x="1280160" y="228600"/>
                  <a:pt x="1271016" y="237744"/>
                </a:cubicBezTo>
                <a:cubicBezTo>
                  <a:pt x="1261872" y="237744"/>
                  <a:pt x="1261872" y="237744"/>
                  <a:pt x="1252728" y="237744"/>
                </a:cubicBezTo>
                <a:cubicBezTo>
                  <a:pt x="1243584" y="237744"/>
                  <a:pt x="1243584" y="237744"/>
                  <a:pt x="1234440" y="237744"/>
                </a:cubicBezTo>
                <a:cubicBezTo>
                  <a:pt x="1188720" y="246888"/>
                  <a:pt x="1179576" y="173736"/>
                  <a:pt x="1225296" y="173736"/>
                </a:cubicBezTo>
                <a:cubicBezTo>
                  <a:pt x="1252728" y="173736"/>
                  <a:pt x="1280160" y="173736"/>
                  <a:pt x="1298448" y="173736"/>
                </a:cubicBezTo>
                <a:cubicBezTo>
                  <a:pt x="1325880" y="173736"/>
                  <a:pt x="1353312" y="173736"/>
                  <a:pt x="1371600" y="173736"/>
                </a:cubicBezTo>
                <a:cubicBezTo>
                  <a:pt x="1389888" y="173736"/>
                  <a:pt x="1389888" y="192024"/>
                  <a:pt x="1389888" y="201168"/>
                </a:cubicBezTo>
                <a:cubicBezTo>
                  <a:pt x="1371600" y="219456"/>
                  <a:pt x="1353312" y="219456"/>
                  <a:pt x="1325880" y="228600"/>
                </a:cubicBezTo>
                <a:cubicBezTo>
                  <a:pt x="1325880" y="228600"/>
                  <a:pt x="1325880" y="228600"/>
                  <a:pt x="1316736" y="228600"/>
                </a:cubicBezTo>
                <a:cubicBezTo>
                  <a:pt x="1307592" y="228600"/>
                  <a:pt x="1298448" y="228600"/>
                  <a:pt x="1298448" y="228600"/>
                </a:cubicBezTo>
                <a:moveTo>
                  <a:pt x="1609344" y="338328"/>
                </a:moveTo>
                <a:cubicBezTo>
                  <a:pt x="1618488" y="329184"/>
                  <a:pt x="1636776" y="329184"/>
                  <a:pt x="1655064" y="320040"/>
                </a:cubicBezTo>
                <a:cubicBezTo>
                  <a:pt x="1673352" y="310896"/>
                  <a:pt x="1691640" y="301752"/>
                  <a:pt x="1709928" y="283464"/>
                </a:cubicBezTo>
                <a:cubicBezTo>
                  <a:pt x="1709928" y="274320"/>
                  <a:pt x="1700784" y="265176"/>
                  <a:pt x="1691640" y="256032"/>
                </a:cubicBezTo>
                <a:cubicBezTo>
                  <a:pt x="1673352" y="256032"/>
                  <a:pt x="1655064" y="265176"/>
                  <a:pt x="1636776" y="265176"/>
                </a:cubicBezTo>
                <a:cubicBezTo>
                  <a:pt x="1627632" y="265176"/>
                  <a:pt x="1627632" y="265176"/>
                  <a:pt x="1627632" y="274320"/>
                </a:cubicBezTo>
                <a:cubicBezTo>
                  <a:pt x="1618488" y="274320"/>
                  <a:pt x="1609344" y="274320"/>
                  <a:pt x="1600200" y="283464"/>
                </a:cubicBezTo>
                <a:cubicBezTo>
                  <a:pt x="1591056" y="283464"/>
                  <a:pt x="1581912" y="292608"/>
                  <a:pt x="1563624" y="292608"/>
                </a:cubicBezTo>
                <a:cubicBezTo>
                  <a:pt x="1536192" y="320040"/>
                  <a:pt x="1572768" y="365760"/>
                  <a:pt x="1609344" y="338328"/>
                </a:cubicBezTo>
                <a:moveTo>
                  <a:pt x="2039112" y="292608"/>
                </a:moveTo>
                <a:cubicBezTo>
                  <a:pt x="2011680" y="301752"/>
                  <a:pt x="1984248" y="301752"/>
                  <a:pt x="1947672" y="310896"/>
                </a:cubicBezTo>
                <a:cubicBezTo>
                  <a:pt x="1911096" y="310896"/>
                  <a:pt x="1911096" y="246888"/>
                  <a:pt x="1947672" y="246888"/>
                </a:cubicBezTo>
                <a:cubicBezTo>
                  <a:pt x="1956816" y="246888"/>
                  <a:pt x="1975104" y="246888"/>
                  <a:pt x="1984248" y="246888"/>
                </a:cubicBezTo>
                <a:cubicBezTo>
                  <a:pt x="1993392" y="246888"/>
                  <a:pt x="2011680" y="246888"/>
                  <a:pt x="2020824" y="246888"/>
                </a:cubicBezTo>
                <a:lnTo>
                  <a:pt x="2057400" y="246888"/>
                </a:lnTo>
                <a:cubicBezTo>
                  <a:pt x="2057400" y="246888"/>
                  <a:pt x="2075688" y="246888"/>
                  <a:pt x="2066544" y="256032"/>
                </a:cubicBezTo>
                <a:cubicBezTo>
                  <a:pt x="2075688" y="246888"/>
                  <a:pt x="2093976" y="256032"/>
                  <a:pt x="2093976" y="274320"/>
                </a:cubicBezTo>
                <a:cubicBezTo>
                  <a:pt x="2084832" y="292608"/>
                  <a:pt x="2066544" y="292608"/>
                  <a:pt x="2048256" y="292608"/>
                </a:cubicBezTo>
                <a:cubicBezTo>
                  <a:pt x="2048256" y="292608"/>
                  <a:pt x="2048256" y="292608"/>
                  <a:pt x="2039112" y="292608"/>
                </a:cubicBezTo>
                <a:moveTo>
                  <a:pt x="2249424" y="411480"/>
                </a:moveTo>
                <a:cubicBezTo>
                  <a:pt x="2231136" y="402336"/>
                  <a:pt x="2203704" y="402336"/>
                  <a:pt x="2185416" y="402336"/>
                </a:cubicBezTo>
                <a:lnTo>
                  <a:pt x="2148840" y="402336"/>
                </a:lnTo>
                <a:lnTo>
                  <a:pt x="2139696" y="402336"/>
                </a:lnTo>
                <a:cubicBezTo>
                  <a:pt x="2130552" y="402336"/>
                  <a:pt x="2130552" y="402336"/>
                  <a:pt x="2130552" y="393192"/>
                </a:cubicBezTo>
                <a:cubicBezTo>
                  <a:pt x="2130552" y="393192"/>
                  <a:pt x="2121408" y="393192"/>
                  <a:pt x="2121408" y="393192"/>
                </a:cubicBezTo>
                <a:cubicBezTo>
                  <a:pt x="2103120" y="393192"/>
                  <a:pt x="2075688" y="420624"/>
                  <a:pt x="2093976" y="438912"/>
                </a:cubicBezTo>
                <a:cubicBezTo>
                  <a:pt x="2112264" y="466344"/>
                  <a:pt x="2148840" y="457200"/>
                  <a:pt x="2176272" y="448056"/>
                </a:cubicBezTo>
                <a:cubicBezTo>
                  <a:pt x="2185416" y="448056"/>
                  <a:pt x="2185416" y="448056"/>
                  <a:pt x="2194560" y="448056"/>
                </a:cubicBezTo>
                <a:cubicBezTo>
                  <a:pt x="2203704" y="448056"/>
                  <a:pt x="2267712" y="429768"/>
                  <a:pt x="2249424" y="411480"/>
                </a:cubicBezTo>
                <a:moveTo>
                  <a:pt x="1892808" y="448056"/>
                </a:moveTo>
                <a:cubicBezTo>
                  <a:pt x="1901952" y="448056"/>
                  <a:pt x="1911096" y="448056"/>
                  <a:pt x="1911096" y="457200"/>
                </a:cubicBezTo>
                <a:cubicBezTo>
                  <a:pt x="1911096" y="475488"/>
                  <a:pt x="1892808" y="475488"/>
                  <a:pt x="1874520" y="484632"/>
                </a:cubicBezTo>
                <a:lnTo>
                  <a:pt x="1874520" y="484632"/>
                </a:lnTo>
                <a:lnTo>
                  <a:pt x="1874520" y="484632"/>
                </a:lnTo>
                <a:lnTo>
                  <a:pt x="1874520" y="484632"/>
                </a:lnTo>
                <a:cubicBezTo>
                  <a:pt x="1874520" y="484632"/>
                  <a:pt x="1865376" y="484632"/>
                  <a:pt x="1865376" y="484632"/>
                </a:cubicBezTo>
                <a:cubicBezTo>
                  <a:pt x="1847088" y="493776"/>
                  <a:pt x="1828800" y="493776"/>
                  <a:pt x="1810512" y="502920"/>
                </a:cubicBezTo>
                <a:cubicBezTo>
                  <a:pt x="1810512" y="502920"/>
                  <a:pt x="1801368" y="502920"/>
                  <a:pt x="1792224" y="512064"/>
                </a:cubicBezTo>
                <a:cubicBezTo>
                  <a:pt x="1783080" y="512064"/>
                  <a:pt x="1773936" y="512064"/>
                  <a:pt x="1773936" y="512064"/>
                </a:cubicBezTo>
                <a:cubicBezTo>
                  <a:pt x="1737360" y="521208"/>
                  <a:pt x="1728216" y="475488"/>
                  <a:pt x="1755648" y="466344"/>
                </a:cubicBezTo>
                <a:cubicBezTo>
                  <a:pt x="1783080" y="457200"/>
                  <a:pt x="1810512" y="448056"/>
                  <a:pt x="1837944" y="448056"/>
                </a:cubicBezTo>
                <a:cubicBezTo>
                  <a:pt x="1847088" y="448056"/>
                  <a:pt x="1865376" y="448056"/>
                  <a:pt x="1874520" y="448056"/>
                </a:cubicBezTo>
                <a:lnTo>
                  <a:pt x="1892808" y="448056"/>
                </a:lnTo>
                <a:moveTo>
                  <a:pt x="2084832" y="621792"/>
                </a:moveTo>
                <a:cubicBezTo>
                  <a:pt x="2066544" y="621792"/>
                  <a:pt x="2048256" y="621792"/>
                  <a:pt x="2029968" y="621792"/>
                </a:cubicBezTo>
                <a:cubicBezTo>
                  <a:pt x="2020824" y="621792"/>
                  <a:pt x="2011680" y="621792"/>
                  <a:pt x="2002536" y="621792"/>
                </a:cubicBezTo>
                <a:cubicBezTo>
                  <a:pt x="1993392" y="621792"/>
                  <a:pt x="1993392" y="621792"/>
                  <a:pt x="1984248" y="621792"/>
                </a:cubicBezTo>
                <a:cubicBezTo>
                  <a:pt x="1956816" y="621792"/>
                  <a:pt x="1956816" y="658368"/>
                  <a:pt x="1975104" y="667512"/>
                </a:cubicBezTo>
                <a:cubicBezTo>
                  <a:pt x="1993392" y="676656"/>
                  <a:pt x="2011680" y="676656"/>
                  <a:pt x="2029968" y="667512"/>
                </a:cubicBezTo>
                <a:cubicBezTo>
                  <a:pt x="2029968" y="667512"/>
                  <a:pt x="2039112" y="667512"/>
                  <a:pt x="2039112" y="667512"/>
                </a:cubicBezTo>
                <a:cubicBezTo>
                  <a:pt x="2039112" y="658368"/>
                  <a:pt x="2048256" y="658368"/>
                  <a:pt x="2057400" y="658368"/>
                </a:cubicBezTo>
                <a:cubicBezTo>
                  <a:pt x="2066544" y="649224"/>
                  <a:pt x="2084832" y="649224"/>
                  <a:pt x="2093976" y="630936"/>
                </a:cubicBezTo>
                <a:cubicBezTo>
                  <a:pt x="2103120" y="630936"/>
                  <a:pt x="2093976" y="621792"/>
                  <a:pt x="2084832" y="621792"/>
                </a:cubicBezTo>
                <a:moveTo>
                  <a:pt x="2496312" y="521208"/>
                </a:moveTo>
                <a:cubicBezTo>
                  <a:pt x="2523744" y="512064"/>
                  <a:pt x="2532888" y="512064"/>
                  <a:pt x="2560320" y="512064"/>
                </a:cubicBezTo>
                <a:cubicBezTo>
                  <a:pt x="2560320" y="512064"/>
                  <a:pt x="2569464" y="521208"/>
                  <a:pt x="2560320" y="530352"/>
                </a:cubicBezTo>
                <a:cubicBezTo>
                  <a:pt x="2551176" y="539496"/>
                  <a:pt x="2542032" y="548640"/>
                  <a:pt x="2523744" y="548640"/>
                </a:cubicBezTo>
                <a:cubicBezTo>
                  <a:pt x="2523744" y="557784"/>
                  <a:pt x="2514600" y="557784"/>
                  <a:pt x="2505456" y="557784"/>
                </a:cubicBezTo>
                <a:cubicBezTo>
                  <a:pt x="2505456" y="557784"/>
                  <a:pt x="2505456" y="566928"/>
                  <a:pt x="2505456" y="566928"/>
                </a:cubicBezTo>
                <a:lnTo>
                  <a:pt x="2505456" y="566928"/>
                </a:lnTo>
                <a:cubicBezTo>
                  <a:pt x="2487168" y="566928"/>
                  <a:pt x="2459736" y="576072"/>
                  <a:pt x="2441448" y="566928"/>
                </a:cubicBezTo>
                <a:cubicBezTo>
                  <a:pt x="2423160" y="548640"/>
                  <a:pt x="2432304" y="521208"/>
                  <a:pt x="2450592" y="521208"/>
                </a:cubicBezTo>
                <a:cubicBezTo>
                  <a:pt x="2459736" y="521208"/>
                  <a:pt x="2468880" y="521208"/>
                  <a:pt x="2468880" y="521208"/>
                </a:cubicBezTo>
                <a:cubicBezTo>
                  <a:pt x="2478024" y="521208"/>
                  <a:pt x="2487168" y="521208"/>
                  <a:pt x="2496312" y="521208"/>
                </a:cubicBezTo>
                <a:moveTo>
                  <a:pt x="978408" y="804672"/>
                </a:moveTo>
                <a:lnTo>
                  <a:pt x="978408" y="804672"/>
                </a:lnTo>
                <a:cubicBezTo>
                  <a:pt x="950976" y="795528"/>
                  <a:pt x="932688" y="795528"/>
                  <a:pt x="905256" y="795528"/>
                </a:cubicBezTo>
                <a:cubicBezTo>
                  <a:pt x="896112" y="795528"/>
                  <a:pt x="886968" y="795528"/>
                  <a:pt x="877824" y="795528"/>
                </a:cubicBezTo>
                <a:lnTo>
                  <a:pt x="877824" y="795528"/>
                </a:lnTo>
                <a:cubicBezTo>
                  <a:pt x="859536" y="795528"/>
                  <a:pt x="841248" y="786384"/>
                  <a:pt x="822960" y="804672"/>
                </a:cubicBezTo>
                <a:cubicBezTo>
                  <a:pt x="813816" y="813816"/>
                  <a:pt x="813816" y="822960"/>
                  <a:pt x="822960" y="832104"/>
                </a:cubicBezTo>
                <a:cubicBezTo>
                  <a:pt x="841248" y="850392"/>
                  <a:pt x="877824" y="850392"/>
                  <a:pt x="905256" y="841248"/>
                </a:cubicBezTo>
                <a:lnTo>
                  <a:pt x="905256" y="841248"/>
                </a:lnTo>
                <a:lnTo>
                  <a:pt x="905256" y="841248"/>
                </a:lnTo>
                <a:cubicBezTo>
                  <a:pt x="905256" y="841248"/>
                  <a:pt x="914400" y="841248"/>
                  <a:pt x="914400" y="841248"/>
                </a:cubicBezTo>
                <a:cubicBezTo>
                  <a:pt x="923544" y="841248"/>
                  <a:pt x="932688" y="841248"/>
                  <a:pt x="941832" y="841248"/>
                </a:cubicBezTo>
                <a:cubicBezTo>
                  <a:pt x="960120" y="841248"/>
                  <a:pt x="978408" y="841248"/>
                  <a:pt x="987552" y="832104"/>
                </a:cubicBezTo>
                <a:cubicBezTo>
                  <a:pt x="1005840" y="822960"/>
                  <a:pt x="996696" y="804672"/>
                  <a:pt x="987552" y="804672"/>
                </a:cubicBezTo>
                <a:lnTo>
                  <a:pt x="978408" y="804672"/>
                </a:lnTo>
                <a:moveTo>
                  <a:pt x="667512" y="630936"/>
                </a:moveTo>
                <a:cubicBezTo>
                  <a:pt x="676656" y="640080"/>
                  <a:pt x="694944" y="640080"/>
                  <a:pt x="704088" y="640080"/>
                </a:cubicBezTo>
                <a:cubicBezTo>
                  <a:pt x="713232" y="640080"/>
                  <a:pt x="740664" y="649224"/>
                  <a:pt x="740664" y="667512"/>
                </a:cubicBezTo>
                <a:cubicBezTo>
                  <a:pt x="740664" y="676656"/>
                  <a:pt x="731520" y="676656"/>
                  <a:pt x="731520" y="676656"/>
                </a:cubicBezTo>
                <a:cubicBezTo>
                  <a:pt x="722376" y="667512"/>
                  <a:pt x="713232" y="676656"/>
                  <a:pt x="704088" y="676656"/>
                </a:cubicBezTo>
                <a:cubicBezTo>
                  <a:pt x="694944" y="676656"/>
                  <a:pt x="685800" y="676656"/>
                  <a:pt x="685800" y="676656"/>
                </a:cubicBezTo>
                <a:cubicBezTo>
                  <a:pt x="649224" y="676656"/>
                  <a:pt x="621792" y="676656"/>
                  <a:pt x="585216" y="676656"/>
                </a:cubicBezTo>
                <a:cubicBezTo>
                  <a:pt x="557784" y="667512"/>
                  <a:pt x="566928" y="612648"/>
                  <a:pt x="603504" y="621792"/>
                </a:cubicBezTo>
                <a:cubicBezTo>
                  <a:pt x="621792" y="630936"/>
                  <a:pt x="649224" y="630936"/>
                  <a:pt x="667512" y="630936"/>
                </a:cubicBezTo>
                <a:moveTo>
                  <a:pt x="740664" y="365760"/>
                </a:moveTo>
                <a:cubicBezTo>
                  <a:pt x="713232" y="347472"/>
                  <a:pt x="694944" y="338328"/>
                  <a:pt x="667512" y="329184"/>
                </a:cubicBezTo>
                <a:cubicBezTo>
                  <a:pt x="658368" y="329184"/>
                  <a:pt x="658368" y="329184"/>
                  <a:pt x="658368" y="329184"/>
                </a:cubicBezTo>
                <a:lnTo>
                  <a:pt x="658368" y="329184"/>
                </a:lnTo>
                <a:lnTo>
                  <a:pt x="658368" y="329184"/>
                </a:lnTo>
                <a:lnTo>
                  <a:pt x="658368" y="329184"/>
                </a:lnTo>
                <a:lnTo>
                  <a:pt x="658368" y="329184"/>
                </a:lnTo>
                <a:lnTo>
                  <a:pt x="658368" y="329184"/>
                </a:lnTo>
                <a:cubicBezTo>
                  <a:pt x="640080" y="320040"/>
                  <a:pt x="621792" y="320040"/>
                  <a:pt x="603504" y="320040"/>
                </a:cubicBezTo>
                <a:cubicBezTo>
                  <a:pt x="576072" y="320040"/>
                  <a:pt x="557784" y="338328"/>
                  <a:pt x="576072" y="365760"/>
                </a:cubicBezTo>
                <a:cubicBezTo>
                  <a:pt x="585216" y="374904"/>
                  <a:pt x="612648" y="384048"/>
                  <a:pt x="630936" y="384048"/>
                </a:cubicBezTo>
                <a:cubicBezTo>
                  <a:pt x="640080" y="384048"/>
                  <a:pt x="640080" y="384048"/>
                  <a:pt x="649224" y="384048"/>
                </a:cubicBezTo>
                <a:cubicBezTo>
                  <a:pt x="658368" y="384048"/>
                  <a:pt x="667512" y="384048"/>
                  <a:pt x="667512" y="384048"/>
                </a:cubicBezTo>
                <a:lnTo>
                  <a:pt x="667512" y="384048"/>
                </a:lnTo>
                <a:cubicBezTo>
                  <a:pt x="694944" y="393192"/>
                  <a:pt x="722376" y="393192"/>
                  <a:pt x="731520" y="393192"/>
                </a:cubicBezTo>
                <a:cubicBezTo>
                  <a:pt x="749808" y="384048"/>
                  <a:pt x="749808" y="365760"/>
                  <a:pt x="740664" y="365760"/>
                </a:cubicBezTo>
                <a:moveTo>
                  <a:pt x="2203704" y="91440"/>
                </a:moveTo>
                <a:cubicBezTo>
                  <a:pt x="2221992" y="91440"/>
                  <a:pt x="2240280" y="91440"/>
                  <a:pt x="2258568" y="82296"/>
                </a:cubicBezTo>
                <a:cubicBezTo>
                  <a:pt x="2313432" y="64008"/>
                  <a:pt x="2267712" y="-9144"/>
                  <a:pt x="2231136" y="27432"/>
                </a:cubicBezTo>
                <a:cubicBezTo>
                  <a:pt x="2221992" y="36576"/>
                  <a:pt x="2203704" y="36576"/>
                  <a:pt x="2194560" y="45720"/>
                </a:cubicBezTo>
                <a:cubicBezTo>
                  <a:pt x="2185416" y="45720"/>
                  <a:pt x="2185416" y="45720"/>
                  <a:pt x="2176272" y="45720"/>
                </a:cubicBezTo>
                <a:cubicBezTo>
                  <a:pt x="2176272" y="45720"/>
                  <a:pt x="2167128" y="45720"/>
                  <a:pt x="2167128" y="45720"/>
                </a:cubicBezTo>
                <a:cubicBezTo>
                  <a:pt x="2157984" y="45720"/>
                  <a:pt x="2157984" y="54864"/>
                  <a:pt x="2157984" y="54864"/>
                </a:cubicBezTo>
                <a:lnTo>
                  <a:pt x="2157984" y="54864"/>
                </a:lnTo>
                <a:cubicBezTo>
                  <a:pt x="2148840" y="54864"/>
                  <a:pt x="2148840" y="54864"/>
                  <a:pt x="2139696" y="54864"/>
                </a:cubicBezTo>
                <a:cubicBezTo>
                  <a:pt x="2121408" y="64008"/>
                  <a:pt x="2121408" y="82296"/>
                  <a:pt x="2139696" y="91440"/>
                </a:cubicBezTo>
                <a:cubicBezTo>
                  <a:pt x="2148840" y="100584"/>
                  <a:pt x="2167128" y="100584"/>
                  <a:pt x="2185416" y="91440"/>
                </a:cubicBezTo>
                <a:cubicBezTo>
                  <a:pt x="2194560" y="91440"/>
                  <a:pt x="2194560" y="91440"/>
                  <a:pt x="2203704" y="91440"/>
                </a:cubicBezTo>
                <a:moveTo>
                  <a:pt x="2276856" y="685800"/>
                </a:moveTo>
                <a:lnTo>
                  <a:pt x="2276856" y="685800"/>
                </a:lnTo>
                <a:lnTo>
                  <a:pt x="2276856" y="685800"/>
                </a:lnTo>
                <a:lnTo>
                  <a:pt x="2276856" y="685800"/>
                </a:lnTo>
                <a:cubicBezTo>
                  <a:pt x="2276856" y="685800"/>
                  <a:pt x="2276856" y="685800"/>
                  <a:pt x="2286000" y="685800"/>
                </a:cubicBezTo>
                <a:cubicBezTo>
                  <a:pt x="2304288" y="694944"/>
                  <a:pt x="2304288" y="722376"/>
                  <a:pt x="2295144" y="731520"/>
                </a:cubicBezTo>
                <a:cubicBezTo>
                  <a:pt x="2286000" y="740664"/>
                  <a:pt x="2267712" y="740664"/>
                  <a:pt x="2258568" y="740664"/>
                </a:cubicBezTo>
                <a:cubicBezTo>
                  <a:pt x="2249424" y="749808"/>
                  <a:pt x="2249424" y="749808"/>
                  <a:pt x="2240280" y="749808"/>
                </a:cubicBezTo>
                <a:cubicBezTo>
                  <a:pt x="2231136" y="749808"/>
                  <a:pt x="2212848" y="749808"/>
                  <a:pt x="2203704" y="749808"/>
                </a:cubicBezTo>
                <a:cubicBezTo>
                  <a:pt x="2194560" y="758952"/>
                  <a:pt x="2185416" y="758952"/>
                  <a:pt x="2176272" y="758952"/>
                </a:cubicBezTo>
                <a:cubicBezTo>
                  <a:pt x="2130552" y="768096"/>
                  <a:pt x="2121408" y="694944"/>
                  <a:pt x="2157984" y="685800"/>
                </a:cubicBezTo>
                <a:cubicBezTo>
                  <a:pt x="2167128" y="685800"/>
                  <a:pt x="2167128" y="685800"/>
                  <a:pt x="2167128" y="685800"/>
                </a:cubicBezTo>
                <a:cubicBezTo>
                  <a:pt x="2194560" y="685800"/>
                  <a:pt x="2203704" y="676656"/>
                  <a:pt x="2231136" y="676656"/>
                </a:cubicBezTo>
                <a:cubicBezTo>
                  <a:pt x="2240280" y="676656"/>
                  <a:pt x="2258568" y="685800"/>
                  <a:pt x="2276856" y="685800"/>
                </a:cubicBezTo>
                <a:lnTo>
                  <a:pt x="2276856" y="685800"/>
                </a:lnTo>
                <a:moveTo>
                  <a:pt x="2011680" y="905256"/>
                </a:moveTo>
                <a:lnTo>
                  <a:pt x="1956816" y="896112"/>
                </a:lnTo>
                <a:cubicBezTo>
                  <a:pt x="1947672" y="896112"/>
                  <a:pt x="1920240" y="896112"/>
                  <a:pt x="1911096" y="886968"/>
                </a:cubicBezTo>
                <a:cubicBezTo>
                  <a:pt x="1865376" y="877824"/>
                  <a:pt x="1847088" y="950976"/>
                  <a:pt x="1892808" y="950976"/>
                </a:cubicBezTo>
                <a:cubicBezTo>
                  <a:pt x="1901952" y="960120"/>
                  <a:pt x="1911096" y="960120"/>
                  <a:pt x="1911096" y="960120"/>
                </a:cubicBezTo>
                <a:cubicBezTo>
                  <a:pt x="1920240" y="960120"/>
                  <a:pt x="1920240" y="950976"/>
                  <a:pt x="1920240" y="950976"/>
                </a:cubicBezTo>
                <a:lnTo>
                  <a:pt x="1956816" y="950976"/>
                </a:lnTo>
                <a:cubicBezTo>
                  <a:pt x="1965960" y="950976"/>
                  <a:pt x="1965960" y="950976"/>
                  <a:pt x="1965960" y="950976"/>
                </a:cubicBezTo>
                <a:cubicBezTo>
                  <a:pt x="1993392" y="950976"/>
                  <a:pt x="2002536" y="950976"/>
                  <a:pt x="2020824" y="932688"/>
                </a:cubicBezTo>
                <a:cubicBezTo>
                  <a:pt x="2029968" y="923544"/>
                  <a:pt x="2029968" y="905256"/>
                  <a:pt x="2011680" y="905256"/>
                </a:cubicBezTo>
                <a:moveTo>
                  <a:pt x="1426464" y="475488"/>
                </a:moveTo>
                <a:cubicBezTo>
                  <a:pt x="1453896" y="475488"/>
                  <a:pt x="1481328" y="475488"/>
                  <a:pt x="1508760" y="475488"/>
                </a:cubicBezTo>
                <a:cubicBezTo>
                  <a:pt x="1527048" y="484632"/>
                  <a:pt x="1527048" y="502920"/>
                  <a:pt x="1517904" y="512064"/>
                </a:cubicBezTo>
                <a:cubicBezTo>
                  <a:pt x="1499616" y="521208"/>
                  <a:pt x="1481328" y="521208"/>
                  <a:pt x="1472184" y="521208"/>
                </a:cubicBezTo>
                <a:cubicBezTo>
                  <a:pt x="1463040" y="521208"/>
                  <a:pt x="1453896" y="521208"/>
                  <a:pt x="1444752" y="521208"/>
                </a:cubicBezTo>
                <a:cubicBezTo>
                  <a:pt x="1435608" y="521208"/>
                  <a:pt x="1435608" y="521208"/>
                  <a:pt x="1426464" y="530352"/>
                </a:cubicBezTo>
                <a:cubicBezTo>
                  <a:pt x="1417320" y="530352"/>
                  <a:pt x="1408176" y="530352"/>
                  <a:pt x="1399032" y="530352"/>
                </a:cubicBezTo>
                <a:cubicBezTo>
                  <a:pt x="1399032" y="530352"/>
                  <a:pt x="1389888" y="530352"/>
                  <a:pt x="1389888" y="530352"/>
                </a:cubicBezTo>
                <a:cubicBezTo>
                  <a:pt x="1389888" y="530352"/>
                  <a:pt x="1380744" y="530352"/>
                  <a:pt x="1380744" y="530352"/>
                </a:cubicBezTo>
                <a:cubicBezTo>
                  <a:pt x="1353312" y="548640"/>
                  <a:pt x="1325880" y="502920"/>
                  <a:pt x="1353312" y="484632"/>
                </a:cubicBezTo>
                <a:cubicBezTo>
                  <a:pt x="1371600" y="484632"/>
                  <a:pt x="1389888" y="475488"/>
                  <a:pt x="1408176" y="475488"/>
                </a:cubicBezTo>
                <a:cubicBezTo>
                  <a:pt x="1417320" y="475488"/>
                  <a:pt x="1417320" y="475488"/>
                  <a:pt x="1426464" y="475488"/>
                </a:cubicBezTo>
                <a:moveTo>
                  <a:pt x="1773936" y="685800"/>
                </a:moveTo>
                <a:cubicBezTo>
                  <a:pt x="1773936" y="685800"/>
                  <a:pt x="1764792" y="685800"/>
                  <a:pt x="1764792" y="685800"/>
                </a:cubicBezTo>
                <a:cubicBezTo>
                  <a:pt x="1755648" y="685800"/>
                  <a:pt x="1755648" y="685800"/>
                  <a:pt x="1746504" y="694944"/>
                </a:cubicBezTo>
                <a:cubicBezTo>
                  <a:pt x="1737360" y="694944"/>
                  <a:pt x="1728216" y="694944"/>
                  <a:pt x="1719072" y="704088"/>
                </a:cubicBezTo>
                <a:cubicBezTo>
                  <a:pt x="1709928" y="704088"/>
                  <a:pt x="1700784" y="704088"/>
                  <a:pt x="1691640" y="704088"/>
                </a:cubicBezTo>
                <a:cubicBezTo>
                  <a:pt x="1682496" y="713232"/>
                  <a:pt x="1673352" y="713232"/>
                  <a:pt x="1655064" y="713232"/>
                </a:cubicBezTo>
                <a:cubicBezTo>
                  <a:pt x="1627632" y="731520"/>
                  <a:pt x="1636776" y="777240"/>
                  <a:pt x="1673352" y="768096"/>
                </a:cubicBezTo>
                <a:cubicBezTo>
                  <a:pt x="1700784" y="758952"/>
                  <a:pt x="1728216" y="749808"/>
                  <a:pt x="1755648" y="740664"/>
                </a:cubicBezTo>
                <a:cubicBezTo>
                  <a:pt x="1755648" y="731520"/>
                  <a:pt x="1755648" y="731520"/>
                  <a:pt x="1764792" y="731520"/>
                </a:cubicBezTo>
                <a:cubicBezTo>
                  <a:pt x="1773936" y="722376"/>
                  <a:pt x="1792224" y="713232"/>
                  <a:pt x="1792224" y="694944"/>
                </a:cubicBezTo>
                <a:cubicBezTo>
                  <a:pt x="1792224" y="685800"/>
                  <a:pt x="1783080" y="676656"/>
                  <a:pt x="1773936" y="685800"/>
                </a:cubicBezTo>
                <a:moveTo>
                  <a:pt x="923544" y="182880"/>
                </a:moveTo>
                <a:cubicBezTo>
                  <a:pt x="914400" y="192024"/>
                  <a:pt x="914400" y="192024"/>
                  <a:pt x="905256" y="192024"/>
                </a:cubicBezTo>
                <a:cubicBezTo>
                  <a:pt x="868680" y="201168"/>
                  <a:pt x="868680" y="137160"/>
                  <a:pt x="905256" y="137160"/>
                </a:cubicBezTo>
                <a:lnTo>
                  <a:pt x="950976" y="137160"/>
                </a:lnTo>
                <a:cubicBezTo>
                  <a:pt x="969264" y="137160"/>
                  <a:pt x="987552" y="137160"/>
                  <a:pt x="996696" y="146304"/>
                </a:cubicBezTo>
                <a:cubicBezTo>
                  <a:pt x="1014984" y="146304"/>
                  <a:pt x="1005840" y="173736"/>
                  <a:pt x="987552" y="173736"/>
                </a:cubicBezTo>
                <a:cubicBezTo>
                  <a:pt x="978408" y="173736"/>
                  <a:pt x="969264" y="173736"/>
                  <a:pt x="960120" y="182880"/>
                </a:cubicBezTo>
                <a:cubicBezTo>
                  <a:pt x="950976" y="182880"/>
                  <a:pt x="950976" y="182880"/>
                  <a:pt x="950976" y="182880"/>
                </a:cubicBezTo>
                <a:cubicBezTo>
                  <a:pt x="941832" y="182880"/>
                  <a:pt x="932688" y="182880"/>
                  <a:pt x="923544" y="182880"/>
                </a:cubicBezTo>
                <a:moveTo>
                  <a:pt x="347472" y="164592"/>
                </a:moveTo>
                <a:cubicBezTo>
                  <a:pt x="374904" y="155448"/>
                  <a:pt x="402336" y="155448"/>
                  <a:pt x="420624" y="155448"/>
                </a:cubicBezTo>
                <a:cubicBezTo>
                  <a:pt x="429768" y="155448"/>
                  <a:pt x="448056" y="137160"/>
                  <a:pt x="438912" y="137160"/>
                </a:cubicBezTo>
                <a:cubicBezTo>
                  <a:pt x="429768" y="109728"/>
                  <a:pt x="402336" y="109728"/>
                  <a:pt x="384048" y="109728"/>
                </a:cubicBezTo>
                <a:cubicBezTo>
                  <a:pt x="374904" y="109728"/>
                  <a:pt x="365760" y="109728"/>
                  <a:pt x="365760" y="109728"/>
                </a:cubicBezTo>
                <a:cubicBezTo>
                  <a:pt x="356616" y="109728"/>
                  <a:pt x="347472" y="109728"/>
                  <a:pt x="338328" y="100584"/>
                </a:cubicBezTo>
                <a:lnTo>
                  <a:pt x="329184" y="100584"/>
                </a:lnTo>
                <a:cubicBezTo>
                  <a:pt x="329184" y="100584"/>
                  <a:pt x="310896" y="100584"/>
                  <a:pt x="310896" y="100584"/>
                </a:cubicBezTo>
                <a:cubicBezTo>
                  <a:pt x="292608" y="91440"/>
                  <a:pt x="274320" y="109728"/>
                  <a:pt x="274320" y="137160"/>
                </a:cubicBezTo>
                <a:lnTo>
                  <a:pt x="274320" y="137160"/>
                </a:lnTo>
                <a:cubicBezTo>
                  <a:pt x="274320" y="146304"/>
                  <a:pt x="283464" y="164592"/>
                  <a:pt x="292608" y="164592"/>
                </a:cubicBezTo>
                <a:cubicBezTo>
                  <a:pt x="310896" y="173736"/>
                  <a:pt x="329184" y="164592"/>
                  <a:pt x="347472" y="164592"/>
                </a:cubicBezTo>
                <a:lnTo>
                  <a:pt x="347472" y="164592"/>
                </a:lnTo>
                <a:cubicBezTo>
                  <a:pt x="347472" y="164592"/>
                  <a:pt x="347472" y="164592"/>
                  <a:pt x="347472" y="164592"/>
                </a:cubicBezTo>
                <a:moveTo>
                  <a:pt x="365760" y="438912"/>
                </a:moveTo>
                <a:cubicBezTo>
                  <a:pt x="374904" y="448056"/>
                  <a:pt x="384048" y="448056"/>
                  <a:pt x="393192" y="448056"/>
                </a:cubicBezTo>
                <a:cubicBezTo>
                  <a:pt x="402336" y="448056"/>
                  <a:pt x="402336" y="448056"/>
                  <a:pt x="411480" y="448056"/>
                </a:cubicBezTo>
                <a:lnTo>
                  <a:pt x="411480" y="448056"/>
                </a:lnTo>
                <a:lnTo>
                  <a:pt x="411480" y="448056"/>
                </a:lnTo>
                <a:cubicBezTo>
                  <a:pt x="429768" y="448056"/>
                  <a:pt x="457200" y="448056"/>
                  <a:pt x="466344" y="475488"/>
                </a:cubicBezTo>
                <a:cubicBezTo>
                  <a:pt x="475488" y="484632"/>
                  <a:pt x="466344" y="502920"/>
                  <a:pt x="457200" y="502920"/>
                </a:cubicBezTo>
                <a:cubicBezTo>
                  <a:pt x="429768" y="502920"/>
                  <a:pt x="402336" y="502920"/>
                  <a:pt x="384048" y="502920"/>
                </a:cubicBezTo>
                <a:lnTo>
                  <a:pt x="374904" y="502920"/>
                </a:lnTo>
                <a:cubicBezTo>
                  <a:pt x="356616" y="512064"/>
                  <a:pt x="347472" y="512064"/>
                  <a:pt x="329184" y="502920"/>
                </a:cubicBezTo>
                <a:cubicBezTo>
                  <a:pt x="310896" y="502920"/>
                  <a:pt x="301752" y="484632"/>
                  <a:pt x="301752" y="475488"/>
                </a:cubicBezTo>
                <a:lnTo>
                  <a:pt x="301752" y="475488"/>
                </a:lnTo>
                <a:cubicBezTo>
                  <a:pt x="301752" y="448056"/>
                  <a:pt x="329184" y="429768"/>
                  <a:pt x="347472" y="438912"/>
                </a:cubicBezTo>
                <a:cubicBezTo>
                  <a:pt x="347472" y="438912"/>
                  <a:pt x="356616" y="438912"/>
                  <a:pt x="365760" y="438912"/>
                </a:cubicBezTo>
                <a:lnTo>
                  <a:pt x="365760" y="438912"/>
                </a:lnTo>
                <a:moveTo>
                  <a:pt x="91440" y="283464"/>
                </a:moveTo>
                <a:cubicBezTo>
                  <a:pt x="82296" y="283464"/>
                  <a:pt x="73152" y="283464"/>
                  <a:pt x="64008" y="274320"/>
                </a:cubicBezTo>
                <a:lnTo>
                  <a:pt x="54864" y="274320"/>
                </a:lnTo>
                <a:cubicBezTo>
                  <a:pt x="54864" y="274320"/>
                  <a:pt x="36576" y="274320"/>
                  <a:pt x="36576" y="274320"/>
                </a:cubicBezTo>
                <a:cubicBezTo>
                  <a:pt x="18288" y="274320"/>
                  <a:pt x="0" y="283464"/>
                  <a:pt x="0" y="310896"/>
                </a:cubicBezTo>
                <a:lnTo>
                  <a:pt x="0" y="310896"/>
                </a:lnTo>
                <a:cubicBezTo>
                  <a:pt x="0" y="329184"/>
                  <a:pt x="9144" y="338328"/>
                  <a:pt x="18288" y="338328"/>
                </a:cubicBezTo>
                <a:cubicBezTo>
                  <a:pt x="36576" y="347472"/>
                  <a:pt x="54864" y="347472"/>
                  <a:pt x="73152" y="347472"/>
                </a:cubicBezTo>
                <a:lnTo>
                  <a:pt x="73152" y="338328"/>
                </a:lnTo>
                <a:cubicBezTo>
                  <a:pt x="100584" y="338328"/>
                  <a:pt x="128016" y="338328"/>
                  <a:pt x="146304" y="338328"/>
                </a:cubicBezTo>
                <a:lnTo>
                  <a:pt x="146304" y="338328"/>
                </a:lnTo>
                <a:cubicBezTo>
                  <a:pt x="155448" y="338328"/>
                  <a:pt x="173736" y="320040"/>
                  <a:pt x="164592" y="310896"/>
                </a:cubicBezTo>
                <a:cubicBezTo>
                  <a:pt x="155448" y="283464"/>
                  <a:pt x="128016" y="283464"/>
                  <a:pt x="100584" y="283464"/>
                </a:cubicBezTo>
                <a:cubicBezTo>
                  <a:pt x="100584" y="283464"/>
                  <a:pt x="91440" y="283464"/>
                  <a:pt x="91440" y="283464"/>
                </a:cubicBezTo>
                <a:moveTo>
                  <a:pt x="2386584" y="283464"/>
                </a:moveTo>
                <a:cubicBezTo>
                  <a:pt x="2395728" y="283464"/>
                  <a:pt x="2404872" y="274320"/>
                  <a:pt x="2414016" y="274320"/>
                </a:cubicBezTo>
                <a:cubicBezTo>
                  <a:pt x="2423160" y="274320"/>
                  <a:pt x="2441448" y="283464"/>
                  <a:pt x="2432304" y="301752"/>
                </a:cubicBezTo>
                <a:cubicBezTo>
                  <a:pt x="2432304" y="329184"/>
                  <a:pt x="2404872" y="338328"/>
                  <a:pt x="2377440" y="338328"/>
                </a:cubicBezTo>
                <a:cubicBezTo>
                  <a:pt x="2350008" y="338328"/>
                  <a:pt x="2322576" y="338328"/>
                  <a:pt x="2295144" y="338328"/>
                </a:cubicBezTo>
                <a:cubicBezTo>
                  <a:pt x="2286000" y="329184"/>
                  <a:pt x="2286000" y="310896"/>
                  <a:pt x="2295144" y="310896"/>
                </a:cubicBezTo>
                <a:cubicBezTo>
                  <a:pt x="2304288" y="301752"/>
                  <a:pt x="2313432" y="301752"/>
                  <a:pt x="2313432" y="301752"/>
                </a:cubicBezTo>
                <a:cubicBezTo>
                  <a:pt x="2322576" y="301752"/>
                  <a:pt x="2322576" y="301752"/>
                  <a:pt x="2331720" y="292608"/>
                </a:cubicBezTo>
                <a:cubicBezTo>
                  <a:pt x="2340864" y="292608"/>
                  <a:pt x="2350008" y="292608"/>
                  <a:pt x="2359152" y="292608"/>
                </a:cubicBezTo>
                <a:cubicBezTo>
                  <a:pt x="2368296" y="292608"/>
                  <a:pt x="2368296" y="292608"/>
                  <a:pt x="2368296" y="292608"/>
                </a:cubicBezTo>
                <a:cubicBezTo>
                  <a:pt x="2377440" y="292608"/>
                  <a:pt x="2377440" y="292608"/>
                  <a:pt x="2386584" y="283464"/>
                </a:cubicBezTo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</p:spPr>
      </p:sp>
      <p:sp>
        <p:nvSpPr>
          <p:cNvPr id="11" name="Vector (Stroke)_#color-2096&amp;3064"/>
          <p:cNvSpPr/>
          <p:nvPr userDrawn="1">
            <p:custDataLst>
              <p:tags r:id="rId5"/>
            </p:custDataLst>
          </p:nvPr>
        </p:nvSpPr>
        <p:spPr>
          <a:xfrm>
            <a:off x="246888" y="5678424"/>
            <a:ext cx="5980176" cy="1179576"/>
          </a:xfrm>
          <a:custGeom>
            <a:avLst/>
            <a:gdLst/>
            <a:ahLst/>
            <a:cxnLst/>
            <a:rect l="l" t="t" r="r" b="b"/>
            <a:pathLst>
              <a:path w="5980176" h="1179576">
                <a:moveTo>
                  <a:pt x="100584" y="1179576"/>
                </a:moveTo>
                <a:lnTo>
                  <a:pt x="0" y="1179576"/>
                </a:lnTo>
                <a:cubicBezTo>
                  <a:pt x="1207008" y="466344"/>
                  <a:pt x="2258568" y="228600"/>
                  <a:pt x="2898648" y="128016"/>
                </a:cubicBezTo>
                <a:cubicBezTo>
                  <a:pt x="3319272" y="64008"/>
                  <a:pt x="3913632" y="-18288"/>
                  <a:pt x="4471416" y="9144"/>
                </a:cubicBezTo>
                <a:cubicBezTo>
                  <a:pt x="5029200" y="36576"/>
                  <a:pt x="5550408" y="173736"/>
                  <a:pt x="5806440" y="585216"/>
                </a:cubicBezTo>
                <a:lnTo>
                  <a:pt x="5806440" y="585216"/>
                </a:lnTo>
                <a:cubicBezTo>
                  <a:pt x="5925312" y="768096"/>
                  <a:pt x="5971032" y="978408"/>
                  <a:pt x="5980176" y="1179576"/>
                </a:cubicBezTo>
                <a:lnTo>
                  <a:pt x="5925312" y="1179576"/>
                </a:lnTo>
                <a:cubicBezTo>
                  <a:pt x="5925312" y="978408"/>
                  <a:pt x="5879592" y="786384"/>
                  <a:pt x="5769864" y="612648"/>
                </a:cubicBezTo>
                <a:cubicBezTo>
                  <a:pt x="5522976" y="228600"/>
                  <a:pt x="5020056" y="82296"/>
                  <a:pt x="4471416" y="54864"/>
                </a:cubicBezTo>
                <a:cubicBezTo>
                  <a:pt x="3922776" y="27432"/>
                  <a:pt x="3328416" y="118872"/>
                  <a:pt x="2907792" y="182880"/>
                </a:cubicBezTo>
                <a:cubicBezTo>
                  <a:pt x="2276856" y="274320"/>
                  <a:pt x="1271016" y="502920"/>
                  <a:pt x="100584" y="1179576"/>
                </a:cubicBezTo>
              </a:path>
            </a:pathLst>
          </a:custGeom>
          <a:solidFill>
            <a:schemeClr val="bg1">
              <a:alpha val="30000"/>
            </a:schemeClr>
          </a:solidFill>
        </p:spPr>
      </p:sp>
      <p:sp>
        <p:nvSpPr>
          <p:cNvPr id="12" name="Vector (Stroke)_#color-2096&amp;3067"/>
          <p:cNvSpPr/>
          <p:nvPr userDrawn="1">
            <p:custDataLst>
              <p:tags r:id="rId6"/>
            </p:custDataLst>
          </p:nvPr>
        </p:nvSpPr>
        <p:spPr>
          <a:xfrm>
            <a:off x="7754112" y="0"/>
            <a:ext cx="3072384" cy="6858000"/>
          </a:xfrm>
          <a:custGeom>
            <a:avLst/>
            <a:gdLst/>
            <a:ahLst/>
            <a:cxnLst/>
            <a:rect l="l" t="t" r="r" b="b"/>
            <a:pathLst>
              <a:path w="3072384" h="6858000">
                <a:moveTo>
                  <a:pt x="219456" y="0"/>
                </a:moveTo>
                <a:cubicBezTo>
                  <a:pt x="-36576" y="448056"/>
                  <a:pt x="-36576" y="731520"/>
                  <a:pt x="54864" y="932688"/>
                </a:cubicBezTo>
                <a:cubicBezTo>
                  <a:pt x="118872" y="1078992"/>
                  <a:pt x="246888" y="1170432"/>
                  <a:pt x="402336" y="1234440"/>
                </a:cubicBezTo>
                <a:cubicBezTo>
                  <a:pt x="548640" y="1289304"/>
                  <a:pt x="722376" y="1325880"/>
                  <a:pt x="914400" y="1362456"/>
                </a:cubicBezTo>
                <a:cubicBezTo>
                  <a:pt x="923544" y="1362456"/>
                  <a:pt x="932688" y="1362456"/>
                  <a:pt x="950976" y="1362456"/>
                </a:cubicBezTo>
                <a:cubicBezTo>
                  <a:pt x="1353312" y="1444752"/>
                  <a:pt x="1828800" y="1536192"/>
                  <a:pt x="2231136" y="1901952"/>
                </a:cubicBezTo>
                <a:cubicBezTo>
                  <a:pt x="2569464" y="2212848"/>
                  <a:pt x="2825496" y="2660904"/>
                  <a:pt x="2944368" y="3136392"/>
                </a:cubicBezTo>
                <a:cubicBezTo>
                  <a:pt x="3063240" y="3621024"/>
                  <a:pt x="3054096" y="4114800"/>
                  <a:pt x="2862072" y="4526280"/>
                </a:cubicBezTo>
                <a:cubicBezTo>
                  <a:pt x="2606040" y="5084064"/>
                  <a:pt x="2066544" y="5303520"/>
                  <a:pt x="1536192" y="5504688"/>
                </a:cubicBezTo>
                <a:cubicBezTo>
                  <a:pt x="1517904" y="5504688"/>
                  <a:pt x="1508760" y="5513832"/>
                  <a:pt x="1490472" y="5513832"/>
                </a:cubicBezTo>
                <a:lnTo>
                  <a:pt x="1490472" y="5522976"/>
                </a:lnTo>
                <a:lnTo>
                  <a:pt x="1490472" y="5522976"/>
                </a:lnTo>
                <a:cubicBezTo>
                  <a:pt x="1243584" y="5614416"/>
                  <a:pt x="996696" y="5705856"/>
                  <a:pt x="786384" y="5833872"/>
                </a:cubicBezTo>
                <a:cubicBezTo>
                  <a:pt x="566928" y="5961888"/>
                  <a:pt x="384048" y="6135624"/>
                  <a:pt x="292608" y="6391656"/>
                </a:cubicBezTo>
                <a:cubicBezTo>
                  <a:pt x="237744" y="6519672"/>
                  <a:pt x="210312" y="6675120"/>
                  <a:pt x="219456" y="6858000"/>
                </a:cubicBezTo>
                <a:lnTo>
                  <a:pt x="265176" y="6858000"/>
                </a:lnTo>
                <a:cubicBezTo>
                  <a:pt x="256032" y="6675120"/>
                  <a:pt x="292608" y="6528816"/>
                  <a:pt x="338328" y="6409944"/>
                </a:cubicBezTo>
                <a:cubicBezTo>
                  <a:pt x="429768" y="6172200"/>
                  <a:pt x="603504" y="5998464"/>
                  <a:pt x="813816" y="5870448"/>
                </a:cubicBezTo>
                <a:cubicBezTo>
                  <a:pt x="1014984" y="5751576"/>
                  <a:pt x="1261872" y="5660136"/>
                  <a:pt x="1508760" y="5568696"/>
                </a:cubicBezTo>
                <a:lnTo>
                  <a:pt x="1508760" y="5568696"/>
                </a:lnTo>
                <a:cubicBezTo>
                  <a:pt x="1527048" y="5559552"/>
                  <a:pt x="1536192" y="5559552"/>
                  <a:pt x="1554480" y="5550408"/>
                </a:cubicBezTo>
                <a:cubicBezTo>
                  <a:pt x="2075688" y="5349240"/>
                  <a:pt x="2633472" y="5129784"/>
                  <a:pt x="2907792" y="4544568"/>
                </a:cubicBezTo>
                <a:cubicBezTo>
                  <a:pt x="3108960" y="4123944"/>
                  <a:pt x="3118104" y="3611880"/>
                  <a:pt x="2990088" y="3127248"/>
                </a:cubicBezTo>
                <a:cubicBezTo>
                  <a:pt x="2871216" y="2642616"/>
                  <a:pt x="2615184" y="2176272"/>
                  <a:pt x="2267712" y="1865376"/>
                </a:cubicBezTo>
                <a:cubicBezTo>
                  <a:pt x="1847088" y="1490472"/>
                  <a:pt x="1362456" y="1389888"/>
                  <a:pt x="960120" y="1316736"/>
                </a:cubicBezTo>
                <a:cubicBezTo>
                  <a:pt x="950976" y="1316736"/>
                  <a:pt x="932688" y="1316736"/>
                  <a:pt x="923544" y="1307592"/>
                </a:cubicBezTo>
                <a:cubicBezTo>
                  <a:pt x="731520" y="1280160"/>
                  <a:pt x="566928" y="1243584"/>
                  <a:pt x="420624" y="1188720"/>
                </a:cubicBezTo>
                <a:cubicBezTo>
                  <a:pt x="274320" y="1133856"/>
                  <a:pt x="164592" y="1042416"/>
                  <a:pt x="100584" y="905256"/>
                </a:cubicBezTo>
                <a:cubicBezTo>
                  <a:pt x="18288" y="731520"/>
                  <a:pt x="9144" y="457200"/>
                  <a:pt x="274320" y="0"/>
                </a:cubicBezTo>
                <a:lnTo>
                  <a:pt x="219456" y="0"/>
                </a:lnTo>
              </a:path>
            </a:pathLst>
          </a:custGeom>
          <a:solidFill>
            <a:schemeClr val="bg1">
              <a:alpha val="30000"/>
            </a:schemeClr>
          </a:solidFill>
        </p:spPr>
      </p:sp>
      <p:sp>
        <p:nvSpPr>
          <p:cNvPr id="13" name="Vector_#color-2096&amp;2101"/>
          <p:cNvSpPr/>
          <p:nvPr userDrawn="1">
            <p:custDataLst>
              <p:tags r:id="rId7"/>
            </p:custDataLst>
          </p:nvPr>
        </p:nvSpPr>
        <p:spPr>
          <a:xfrm>
            <a:off x="2029968" y="1755648"/>
            <a:ext cx="2130552" cy="1865376"/>
          </a:xfrm>
          <a:custGeom>
            <a:avLst/>
            <a:gdLst/>
            <a:ahLst/>
            <a:cxnLst/>
            <a:rect l="l" t="t" r="r" b="b"/>
            <a:pathLst>
              <a:path w="2130552" h="1865376">
                <a:moveTo>
                  <a:pt x="109728" y="539496"/>
                </a:moveTo>
                <a:cubicBezTo>
                  <a:pt x="-9144" y="749808"/>
                  <a:pt x="-45720" y="1051560"/>
                  <a:pt x="73152" y="1298448"/>
                </a:cubicBezTo>
                <a:cubicBezTo>
                  <a:pt x="356616" y="1883664"/>
                  <a:pt x="1463040" y="2103120"/>
                  <a:pt x="1920240" y="1554480"/>
                </a:cubicBezTo>
                <a:cubicBezTo>
                  <a:pt x="2194560" y="1225296"/>
                  <a:pt x="2203704" y="658368"/>
                  <a:pt x="1938528" y="329184"/>
                </a:cubicBezTo>
                <a:cubicBezTo>
                  <a:pt x="1499616" y="-219456"/>
                  <a:pt x="438912" y="-36576"/>
                  <a:pt x="109728" y="539496"/>
                </a:cubicBezTo>
                <a:lnTo>
                  <a:pt x="109728" y="539496"/>
                </a:lnTo>
              </a:path>
            </a:pathLst>
          </a:custGeom>
          <a:solidFill>
            <a:schemeClr val="accent4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2024380" y="4012399"/>
            <a:ext cx="6979920" cy="1364273"/>
          </a:xfrm>
        </p:spPr>
        <p:txBody>
          <a:bodyPr wrap="square" anchor="t">
            <a:normAutofit/>
          </a:bodyPr>
          <a:lstStyle>
            <a:lvl1pPr algn="l">
              <a:defRPr sz="5000"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编辑母版标题</a:t>
            </a:r>
            <a:r>
              <a:rPr lang="en-US" altLang="zh-CN">
                <a:sym typeface="+mn-ea"/>
              </a:rPr>
              <a:t>78kckyk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2024380" y="1755648"/>
            <a:ext cx="2224532" cy="1865376"/>
          </a:xfrm>
        </p:spPr>
        <p:txBody>
          <a:bodyPr wrap="square" anchor="ctr">
            <a:normAutofit/>
          </a:bodyPr>
          <a:lstStyle>
            <a:lvl1pPr marL="0" indent="0" algn="ctr">
              <a:buNone/>
              <a:defRPr sz="5400" b="1">
                <a:solidFill>
                  <a:schemeClr val="lt1">
                    <a:lumMod val="100000"/>
                  </a:schemeClr>
                </a:solidFill>
                <a:latin typeface="+mn-ea"/>
                <a:ea typeface="+mn-ea"/>
                <a:cs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54.xml"/><Relationship Id="rId18" Type="http://schemas.openxmlformats.org/officeDocument/2006/relationships/tags" Target="../tags/tag153.xml"/><Relationship Id="rId17" Type="http://schemas.openxmlformats.org/officeDocument/2006/relationships/tags" Target="../tags/tag152.xml"/><Relationship Id="rId16" Type="http://schemas.openxmlformats.org/officeDocument/2006/relationships/tags" Target="../tags/tag151.xml"/><Relationship Id="rId15" Type="http://schemas.openxmlformats.org/officeDocument/2006/relationships/tags" Target="../tags/tag150.xml"/><Relationship Id="rId14" Type="http://schemas.openxmlformats.org/officeDocument/2006/relationships/tags" Target="../tags/tag149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0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tags" Target="../tags/tag189.xml"/><Relationship Id="rId8" Type="http://schemas.openxmlformats.org/officeDocument/2006/relationships/tags" Target="../tags/tag188.xml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0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0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0" Type="http://schemas.openxmlformats.org/officeDocument/2006/relationships/theme" Target="../theme/theme6.xml"/><Relationship Id="rId1" Type="http://schemas.openxmlformats.org/officeDocument/2006/relationships/slideLayout" Target="../slideLayouts/slideLayout2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0" Type="http://schemas.openxmlformats.org/officeDocument/2006/relationships/theme" Target="../theme/theme7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ctor_#color-2096&amp;3070"/>
          <p:cNvSpPr/>
          <p:nvPr userDrawn="1">
            <p:custDataLst>
              <p:tags r:id="rId12"/>
            </p:custDataLst>
          </p:nvPr>
        </p:nvSpPr>
        <p:spPr>
          <a:xfrm>
            <a:off x="10546715" y="0"/>
            <a:ext cx="1642745" cy="757555"/>
          </a:xfrm>
          <a:custGeom>
            <a:avLst/>
            <a:gdLst/>
            <a:ahLst/>
            <a:cxnLst/>
            <a:rect l="l" t="t" r="r" b="b"/>
            <a:pathLst>
              <a:path w="2002536" h="923544">
                <a:moveTo>
                  <a:pt x="9144" y="0"/>
                </a:moveTo>
                <a:lnTo>
                  <a:pt x="2002536" y="0"/>
                </a:lnTo>
                <a:lnTo>
                  <a:pt x="2002536" y="713232"/>
                </a:lnTo>
                <a:cubicBezTo>
                  <a:pt x="1920240" y="822960"/>
                  <a:pt x="1783080" y="941832"/>
                  <a:pt x="1600200" y="923544"/>
                </a:cubicBezTo>
                <a:cubicBezTo>
                  <a:pt x="1417320" y="905256"/>
                  <a:pt x="1234440" y="749808"/>
                  <a:pt x="1216152" y="594360"/>
                </a:cubicBezTo>
                <a:cubicBezTo>
                  <a:pt x="1207008" y="521208"/>
                  <a:pt x="1234440" y="466344"/>
                  <a:pt x="1261872" y="411480"/>
                </a:cubicBezTo>
                <a:cubicBezTo>
                  <a:pt x="1298448" y="347472"/>
                  <a:pt x="1335024" y="283464"/>
                  <a:pt x="1316736" y="192024"/>
                </a:cubicBezTo>
                <a:cubicBezTo>
                  <a:pt x="1298448" y="109728"/>
                  <a:pt x="1243584" y="64008"/>
                  <a:pt x="1161288" y="45720"/>
                </a:cubicBezTo>
                <a:cubicBezTo>
                  <a:pt x="1088136" y="36576"/>
                  <a:pt x="1033272" y="82296"/>
                  <a:pt x="923544" y="164592"/>
                </a:cubicBezTo>
                <a:cubicBezTo>
                  <a:pt x="868680" y="210312"/>
                  <a:pt x="804672" y="265176"/>
                  <a:pt x="722376" y="320040"/>
                </a:cubicBezTo>
                <a:lnTo>
                  <a:pt x="722376" y="320040"/>
                </a:lnTo>
                <a:cubicBezTo>
                  <a:pt x="576072" y="420624"/>
                  <a:pt x="429768" y="521208"/>
                  <a:pt x="292608" y="484632"/>
                </a:cubicBezTo>
                <a:cubicBezTo>
                  <a:pt x="109728" y="438912"/>
                  <a:pt x="-36576" y="182880"/>
                  <a:pt x="9144" y="0"/>
                </a:cubicBezTo>
              </a:path>
            </a:pathLst>
          </a:custGeom>
          <a:solidFill>
            <a:schemeClr val="accent5"/>
          </a:solidFill>
        </p:spPr>
      </p:sp>
      <p:sp>
        <p:nvSpPr>
          <p:cNvPr id="11" name="Vector_#color-2096&amp;3073"/>
          <p:cNvSpPr/>
          <p:nvPr userDrawn="1">
            <p:custDataLst>
              <p:tags r:id="rId13"/>
            </p:custDataLst>
          </p:nvPr>
        </p:nvSpPr>
        <p:spPr>
          <a:xfrm>
            <a:off x="0" y="6262370"/>
            <a:ext cx="1275080" cy="595630"/>
          </a:xfrm>
          <a:custGeom>
            <a:avLst/>
            <a:gdLst/>
            <a:ahLst/>
            <a:cxnLst/>
            <a:rect l="l" t="t" r="r" b="b"/>
            <a:pathLst>
              <a:path w="1527048" h="713232">
                <a:moveTo>
                  <a:pt x="1527048" y="713232"/>
                </a:moveTo>
                <a:lnTo>
                  <a:pt x="0" y="713232"/>
                </a:lnTo>
                <a:lnTo>
                  <a:pt x="0" y="9144"/>
                </a:lnTo>
                <a:cubicBezTo>
                  <a:pt x="530352" y="-27432"/>
                  <a:pt x="1060704" y="118872"/>
                  <a:pt x="1380744" y="502920"/>
                </a:cubicBezTo>
                <a:cubicBezTo>
                  <a:pt x="1435608" y="566928"/>
                  <a:pt x="1481328" y="640080"/>
                  <a:pt x="1527048" y="713232"/>
                </a:cubicBezTo>
              </a:path>
            </a:pathLst>
          </a:custGeom>
          <a:solidFill>
            <a:schemeClr val="accent3"/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汉仪正圆 55简" charset="0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汉仪正圆 55简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汉仪正圆 55简" charset="0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正圆 55简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汉仪正圆-75W" charset="0"/>
          <a:ea typeface="汉仪正圆-75W" charset="0"/>
          <a:cs typeface="汉仪正圆-75W" charset="0"/>
          <a:sym typeface="汉仪正圆-75W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汉仪正圆 55简" charset="0"/>
          <a:ea typeface="汉仪正圆 55简" charset="0"/>
          <a:cs typeface="汉仪正圆 55简" charset="0"/>
          <a:sym typeface="汉仪正圆 55简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汉仪正圆 55简" charset="0"/>
          <a:ea typeface="汉仪正圆 55简" charset="0"/>
          <a:cs typeface="汉仪正圆 55简" charset="0"/>
          <a:sym typeface="汉仪正圆 55简" charset="0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汉仪正圆 55简" charset="0"/>
          <a:ea typeface="汉仪正圆 55简" charset="0"/>
          <a:cs typeface="汉仪正圆 55简" charset="0"/>
          <a:sym typeface="汉仪正圆 55简" charset="0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汉仪正圆 55简" charset="0"/>
          <a:ea typeface="汉仪正圆 55简" charset="0"/>
          <a:cs typeface="汉仪正圆 55简" charset="0"/>
          <a:sym typeface="汉仪正圆 55简" charset="0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汉仪正圆 55简" charset="0"/>
          <a:ea typeface="汉仪正圆 55简" charset="0"/>
          <a:cs typeface="汉仪正圆 55简" charset="0"/>
          <a:sym typeface="汉仪正圆 55简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ctor_#color-2096&amp;3070"/>
          <p:cNvSpPr/>
          <p:nvPr userDrawn="1">
            <p:custDataLst>
              <p:tags r:id="rId2"/>
            </p:custDataLst>
          </p:nvPr>
        </p:nvSpPr>
        <p:spPr>
          <a:xfrm>
            <a:off x="10546715" y="0"/>
            <a:ext cx="1642745" cy="757555"/>
          </a:xfrm>
          <a:custGeom>
            <a:avLst/>
            <a:gdLst/>
            <a:ahLst/>
            <a:cxnLst/>
            <a:rect l="l" t="t" r="r" b="b"/>
            <a:pathLst>
              <a:path w="2002536" h="923544">
                <a:moveTo>
                  <a:pt x="9144" y="0"/>
                </a:moveTo>
                <a:lnTo>
                  <a:pt x="2002536" y="0"/>
                </a:lnTo>
                <a:lnTo>
                  <a:pt x="2002536" y="713232"/>
                </a:lnTo>
                <a:cubicBezTo>
                  <a:pt x="1920240" y="822960"/>
                  <a:pt x="1783080" y="941832"/>
                  <a:pt x="1600200" y="923544"/>
                </a:cubicBezTo>
                <a:cubicBezTo>
                  <a:pt x="1417320" y="905256"/>
                  <a:pt x="1234440" y="749808"/>
                  <a:pt x="1216152" y="594360"/>
                </a:cubicBezTo>
                <a:cubicBezTo>
                  <a:pt x="1207008" y="521208"/>
                  <a:pt x="1234440" y="466344"/>
                  <a:pt x="1261872" y="411480"/>
                </a:cubicBezTo>
                <a:cubicBezTo>
                  <a:pt x="1298448" y="347472"/>
                  <a:pt x="1335024" y="283464"/>
                  <a:pt x="1316736" y="192024"/>
                </a:cubicBezTo>
                <a:cubicBezTo>
                  <a:pt x="1298448" y="109728"/>
                  <a:pt x="1243584" y="64008"/>
                  <a:pt x="1161288" y="45720"/>
                </a:cubicBezTo>
                <a:cubicBezTo>
                  <a:pt x="1088136" y="36576"/>
                  <a:pt x="1033272" y="82296"/>
                  <a:pt x="923544" y="164592"/>
                </a:cubicBezTo>
                <a:cubicBezTo>
                  <a:pt x="868680" y="210312"/>
                  <a:pt x="804672" y="265176"/>
                  <a:pt x="722376" y="320040"/>
                </a:cubicBezTo>
                <a:lnTo>
                  <a:pt x="722376" y="320040"/>
                </a:lnTo>
                <a:cubicBezTo>
                  <a:pt x="576072" y="420624"/>
                  <a:pt x="429768" y="521208"/>
                  <a:pt x="292608" y="484632"/>
                </a:cubicBezTo>
                <a:cubicBezTo>
                  <a:pt x="109728" y="438912"/>
                  <a:pt x="-36576" y="182880"/>
                  <a:pt x="9144" y="0"/>
                </a:cubicBezTo>
              </a:path>
            </a:pathLst>
          </a:custGeom>
          <a:solidFill>
            <a:schemeClr val="accent5"/>
          </a:solidFill>
        </p:spPr>
      </p:sp>
      <p:sp>
        <p:nvSpPr>
          <p:cNvPr id="11" name="Vector_#color-2096&amp;3073"/>
          <p:cNvSpPr/>
          <p:nvPr userDrawn="1">
            <p:custDataLst>
              <p:tags r:id="rId3"/>
            </p:custDataLst>
          </p:nvPr>
        </p:nvSpPr>
        <p:spPr>
          <a:xfrm>
            <a:off x="0" y="6262370"/>
            <a:ext cx="1275080" cy="595630"/>
          </a:xfrm>
          <a:custGeom>
            <a:avLst/>
            <a:gdLst/>
            <a:ahLst/>
            <a:cxnLst/>
            <a:rect l="l" t="t" r="r" b="b"/>
            <a:pathLst>
              <a:path w="1527048" h="713232">
                <a:moveTo>
                  <a:pt x="1527048" y="713232"/>
                </a:moveTo>
                <a:lnTo>
                  <a:pt x="0" y="713232"/>
                </a:lnTo>
                <a:lnTo>
                  <a:pt x="0" y="9144"/>
                </a:lnTo>
                <a:cubicBezTo>
                  <a:pt x="530352" y="-27432"/>
                  <a:pt x="1060704" y="118872"/>
                  <a:pt x="1380744" y="502920"/>
                </a:cubicBezTo>
                <a:cubicBezTo>
                  <a:pt x="1435608" y="566928"/>
                  <a:pt x="1481328" y="640080"/>
                  <a:pt x="1527048" y="713232"/>
                </a:cubicBezTo>
              </a:path>
            </a:pathLst>
          </a:custGeom>
          <a:solidFill>
            <a:schemeClr val="accent3"/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ea"/>
          <a:ea typeface="+mj-ea"/>
          <a:cs typeface="+mj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ctor_#color-2096&amp;3070"/>
          <p:cNvSpPr/>
          <p:nvPr userDrawn="1">
            <p:custDataLst>
              <p:tags r:id="rId2"/>
            </p:custDataLst>
          </p:nvPr>
        </p:nvSpPr>
        <p:spPr>
          <a:xfrm>
            <a:off x="10546715" y="0"/>
            <a:ext cx="1642745" cy="757555"/>
          </a:xfrm>
          <a:custGeom>
            <a:avLst/>
            <a:gdLst/>
            <a:ahLst/>
            <a:cxnLst/>
            <a:rect l="l" t="t" r="r" b="b"/>
            <a:pathLst>
              <a:path w="2002536" h="923544">
                <a:moveTo>
                  <a:pt x="9144" y="0"/>
                </a:moveTo>
                <a:lnTo>
                  <a:pt x="2002536" y="0"/>
                </a:lnTo>
                <a:lnTo>
                  <a:pt x="2002536" y="713232"/>
                </a:lnTo>
                <a:cubicBezTo>
                  <a:pt x="1920240" y="822960"/>
                  <a:pt x="1783080" y="941832"/>
                  <a:pt x="1600200" y="923544"/>
                </a:cubicBezTo>
                <a:cubicBezTo>
                  <a:pt x="1417320" y="905256"/>
                  <a:pt x="1234440" y="749808"/>
                  <a:pt x="1216152" y="594360"/>
                </a:cubicBezTo>
                <a:cubicBezTo>
                  <a:pt x="1207008" y="521208"/>
                  <a:pt x="1234440" y="466344"/>
                  <a:pt x="1261872" y="411480"/>
                </a:cubicBezTo>
                <a:cubicBezTo>
                  <a:pt x="1298448" y="347472"/>
                  <a:pt x="1335024" y="283464"/>
                  <a:pt x="1316736" y="192024"/>
                </a:cubicBezTo>
                <a:cubicBezTo>
                  <a:pt x="1298448" y="109728"/>
                  <a:pt x="1243584" y="64008"/>
                  <a:pt x="1161288" y="45720"/>
                </a:cubicBezTo>
                <a:cubicBezTo>
                  <a:pt x="1088136" y="36576"/>
                  <a:pt x="1033272" y="82296"/>
                  <a:pt x="923544" y="164592"/>
                </a:cubicBezTo>
                <a:cubicBezTo>
                  <a:pt x="868680" y="210312"/>
                  <a:pt x="804672" y="265176"/>
                  <a:pt x="722376" y="320040"/>
                </a:cubicBezTo>
                <a:lnTo>
                  <a:pt x="722376" y="320040"/>
                </a:lnTo>
                <a:cubicBezTo>
                  <a:pt x="576072" y="420624"/>
                  <a:pt x="429768" y="521208"/>
                  <a:pt x="292608" y="484632"/>
                </a:cubicBezTo>
                <a:cubicBezTo>
                  <a:pt x="109728" y="438912"/>
                  <a:pt x="-36576" y="182880"/>
                  <a:pt x="9144" y="0"/>
                </a:cubicBezTo>
              </a:path>
            </a:pathLst>
          </a:custGeom>
          <a:solidFill>
            <a:schemeClr val="accent5"/>
          </a:solidFill>
        </p:spPr>
      </p:sp>
      <p:sp>
        <p:nvSpPr>
          <p:cNvPr id="11" name="Vector_#color-2096&amp;3073"/>
          <p:cNvSpPr/>
          <p:nvPr userDrawn="1">
            <p:custDataLst>
              <p:tags r:id="rId3"/>
            </p:custDataLst>
          </p:nvPr>
        </p:nvSpPr>
        <p:spPr>
          <a:xfrm>
            <a:off x="0" y="6262370"/>
            <a:ext cx="1275080" cy="595630"/>
          </a:xfrm>
          <a:custGeom>
            <a:avLst/>
            <a:gdLst/>
            <a:ahLst/>
            <a:cxnLst/>
            <a:rect l="l" t="t" r="r" b="b"/>
            <a:pathLst>
              <a:path w="1527048" h="713232">
                <a:moveTo>
                  <a:pt x="1527048" y="713232"/>
                </a:moveTo>
                <a:lnTo>
                  <a:pt x="0" y="713232"/>
                </a:lnTo>
                <a:lnTo>
                  <a:pt x="0" y="9144"/>
                </a:lnTo>
                <a:cubicBezTo>
                  <a:pt x="530352" y="-27432"/>
                  <a:pt x="1060704" y="118872"/>
                  <a:pt x="1380744" y="502920"/>
                </a:cubicBezTo>
                <a:cubicBezTo>
                  <a:pt x="1435608" y="566928"/>
                  <a:pt x="1481328" y="640080"/>
                  <a:pt x="1527048" y="713232"/>
                </a:cubicBezTo>
              </a:path>
            </a:pathLst>
          </a:custGeom>
          <a:solidFill>
            <a:schemeClr val="accent3"/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ea"/>
          <a:ea typeface="+mj-ea"/>
          <a:cs typeface="+mj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ctor_#color-2096&amp;3070"/>
          <p:cNvSpPr/>
          <p:nvPr userDrawn="1">
            <p:custDataLst>
              <p:tags r:id="rId2"/>
            </p:custDataLst>
          </p:nvPr>
        </p:nvSpPr>
        <p:spPr>
          <a:xfrm>
            <a:off x="10546715" y="0"/>
            <a:ext cx="1642745" cy="757555"/>
          </a:xfrm>
          <a:custGeom>
            <a:avLst/>
            <a:gdLst/>
            <a:ahLst/>
            <a:cxnLst/>
            <a:rect l="l" t="t" r="r" b="b"/>
            <a:pathLst>
              <a:path w="2002536" h="923544">
                <a:moveTo>
                  <a:pt x="9144" y="0"/>
                </a:moveTo>
                <a:lnTo>
                  <a:pt x="2002536" y="0"/>
                </a:lnTo>
                <a:lnTo>
                  <a:pt x="2002536" y="713232"/>
                </a:lnTo>
                <a:cubicBezTo>
                  <a:pt x="1920240" y="822960"/>
                  <a:pt x="1783080" y="941832"/>
                  <a:pt x="1600200" y="923544"/>
                </a:cubicBezTo>
                <a:cubicBezTo>
                  <a:pt x="1417320" y="905256"/>
                  <a:pt x="1234440" y="749808"/>
                  <a:pt x="1216152" y="594360"/>
                </a:cubicBezTo>
                <a:cubicBezTo>
                  <a:pt x="1207008" y="521208"/>
                  <a:pt x="1234440" y="466344"/>
                  <a:pt x="1261872" y="411480"/>
                </a:cubicBezTo>
                <a:cubicBezTo>
                  <a:pt x="1298448" y="347472"/>
                  <a:pt x="1335024" y="283464"/>
                  <a:pt x="1316736" y="192024"/>
                </a:cubicBezTo>
                <a:cubicBezTo>
                  <a:pt x="1298448" y="109728"/>
                  <a:pt x="1243584" y="64008"/>
                  <a:pt x="1161288" y="45720"/>
                </a:cubicBezTo>
                <a:cubicBezTo>
                  <a:pt x="1088136" y="36576"/>
                  <a:pt x="1033272" y="82296"/>
                  <a:pt x="923544" y="164592"/>
                </a:cubicBezTo>
                <a:cubicBezTo>
                  <a:pt x="868680" y="210312"/>
                  <a:pt x="804672" y="265176"/>
                  <a:pt x="722376" y="320040"/>
                </a:cubicBezTo>
                <a:lnTo>
                  <a:pt x="722376" y="320040"/>
                </a:lnTo>
                <a:cubicBezTo>
                  <a:pt x="576072" y="420624"/>
                  <a:pt x="429768" y="521208"/>
                  <a:pt x="292608" y="484632"/>
                </a:cubicBezTo>
                <a:cubicBezTo>
                  <a:pt x="109728" y="438912"/>
                  <a:pt x="-36576" y="182880"/>
                  <a:pt x="9144" y="0"/>
                </a:cubicBezTo>
              </a:path>
            </a:pathLst>
          </a:custGeom>
          <a:solidFill>
            <a:schemeClr val="accent5"/>
          </a:solidFill>
        </p:spPr>
      </p:sp>
      <p:sp>
        <p:nvSpPr>
          <p:cNvPr id="11" name="Vector_#color-2096&amp;3073"/>
          <p:cNvSpPr/>
          <p:nvPr userDrawn="1">
            <p:custDataLst>
              <p:tags r:id="rId3"/>
            </p:custDataLst>
          </p:nvPr>
        </p:nvSpPr>
        <p:spPr>
          <a:xfrm>
            <a:off x="0" y="6262370"/>
            <a:ext cx="1275080" cy="595630"/>
          </a:xfrm>
          <a:custGeom>
            <a:avLst/>
            <a:gdLst/>
            <a:ahLst/>
            <a:cxnLst/>
            <a:rect l="l" t="t" r="r" b="b"/>
            <a:pathLst>
              <a:path w="1527048" h="713232">
                <a:moveTo>
                  <a:pt x="1527048" y="713232"/>
                </a:moveTo>
                <a:lnTo>
                  <a:pt x="0" y="713232"/>
                </a:lnTo>
                <a:lnTo>
                  <a:pt x="0" y="9144"/>
                </a:lnTo>
                <a:cubicBezTo>
                  <a:pt x="530352" y="-27432"/>
                  <a:pt x="1060704" y="118872"/>
                  <a:pt x="1380744" y="502920"/>
                </a:cubicBezTo>
                <a:cubicBezTo>
                  <a:pt x="1435608" y="566928"/>
                  <a:pt x="1481328" y="640080"/>
                  <a:pt x="1527048" y="713232"/>
                </a:cubicBezTo>
              </a:path>
            </a:pathLst>
          </a:custGeom>
          <a:solidFill>
            <a:schemeClr val="accent3"/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ea"/>
          <a:ea typeface="+mj-ea"/>
          <a:cs typeface="+mj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ctor_#color-2096&amp;3070"/>
          <p:cNvSpPr/>
          <p:nvPr userDrawn="1">
            <p:custDataLst>
              <p:tags r:id="rId2"/>
            </p:custDataLst>
          </p:nvPr>
        </p:nvSpPr>
        <p:spPr>
          <a:xfrm>
            <a:off x="10546715" y="0"/>
            <a:ext cx="1642745" cy="757555"/>
          </a:xfrm>
          <a:custGeom>
            <a:avLst/>
            <a:gdLst/>
            <a:ahLst/>
            <a:cxnLst/>
            <a:rect l="l" t="t" r="r" b="b"/>
            <a:pathLst>
              <a:path w="2002536" h="923544">
                <a:moveTo>
                  <a:pt x="9144" y="0"/>
                </a:moveTo>
                <a:lnTo>
                  <a:pt x="2002536" y="0"/>
                </a:lnTo>
                <a:lnTo>
                  <a:pt x="2002536" y="713232"/>
                </a:lnTo>
                <a:cubicBezTo>
                  <a:pt x="1920240" y="822960"/>
                  <a:pt x="1783080" y="941832"/>
                  <a:pt x="1600200" y="923544"/>
                </a:cubicBezTo>
                <a:cubicBezTo>
                  <a:pt x="1417320" y="905256"/>
                  <a:pt x="1234440" y="749808"/>
                  <a:pt x="1216152" y="594360"/>
                </a:cubicBezTo>
                <a:cubicBezTo>
                  <a:pt x="1207008" y="521208"/>
                  <a:pt x="1234440" y="466344"/>
                  <a:pt x="1261872" y="411480"/>
                </a:cubicBezTo>
                <a:cubicBezTo>
                  <a:pt x="1298448" y="347472"/>
                  <a:pt x="1335024" y="283464"/>
                  <a:pt x="1316736" y="192024"/>
                </a:cubicBezTo>
                <a:cubicBezTo>
                  <a:pt x="1298448" y="109728"/>
                  <a:pt x="1243584" y="64008"/>
                  <a:pt x="1161288" y="45720"/>
                </a:cubicBezTo>
                <a:cubicBezTo>
                  <a:pt x="1088136" y="36576"/>
                  <a:pt x="1033272" y="82296"/>
                  <a:pt x="923544" y="164592"/>
                </a:cubicBezTo>
                <a:cubicBezTo>
                  <a:pt x="868680" y="210312"/>
                  <a:pt x="804672" y="265176"/>
                  <a:pt x="722376" y="320040"/>
                </a:cubicBezTo>
                <a:lnTo>
                  <a:pt x="722376" y="320040"/>
                </a:lnTo>
                <a:cubicBezTo>
                  <a:pt x="576072" y="420624"/>
                  <a:pt x="429768" y="521208"/>
                  <a:pt x="292608" y="484632"/>
                </a:cubicBezTo>
                <a:cubicBezTo>
                  <a:pt x="109728" y="438912"/>
                  <a:pt x="-36576" y="182880"/>
                  <a:pt x="9144" y="0"/>
                </a:cubicBezTo>
              </a:path>
            </a:pathLst>
          </a:custGeom>
          <a:solidFill>
            <a:schemeClr val="accent5"/>
          </a:solidFill>
        </p:spPr>
      </p:sp>
      <p:sp>
        <p:nvSpPr>
          <p:cNvPr id="11" name="Vector_#color-2096&amp;3073"/>
          <p:cNvSpPr/>
          <p:nvPr userDrawn="1">
            <p:custDataLst>
              <p:tags r:id="rId3"/>
            </p:custDataLst>
          </p:nvPr>
        </p:nvSpPr>
        <p:spPr>
          <a:xfrm>
            <a:off x="0" y="6262370"/>
            <a:ext cx="1275080" cy="595630"/>
          </a:xfrm>
          <a:custGeom>
            <a:avLst/>
            <a:gdLst/>
            <a:ahLst/>
            <a:cxnLst/>
            <a:rect l="l" t="t" r="r" b="b"/>
            <a:pathLst>
              <a:path w="1527048" h="713232">
                <a:moveTo>
                  <a:pt x="1527048" y="713232"/>
                </a:moveTo>
                <a:lnTo>
                  <a:pt x="0" y="713232"/>
                </a:lnTo>
                <a:lnTo>
                  <a:pt x="0" y="9144"/>
                </a:lnTo>
                <a:cubicBezTo>
                  <a:pt x="530352" y="-27432"/>
                  <a:pt x="1060704" y="118872"/>
                  <a:pt x="1380744" y="502920"/>
                </a:cubicBezTo>
                <a:cubicBezTo>
                  <a:pt x="1435608" y="566928"/>
                  <a:pt x="1481328" y="640080"/>
                  <a:pt x="1527048" y="713232"/>
                </a:cubicBezTo>
              </a:path>
            </a:pathLst>
          </a:custGeom>
          <a:solidFill>
            <a:schemeClr val="accent3"/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ea"/>
          <a:ea typeface="+mj-ea"/>
          <a:cs typeface="+mj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ctor_#color-2096&amp;3070"/>
          <p:cNvSpPr/>
          <p:nvPr userDrawn="1">
            <p:custDataLst>
              <p:tags r:id="rId2"/>
            </p:custDataLst>
          </p:nvPr>
        </p:nvSpPr>
        <p:spPr>
          <a:xfrm>
            <a:off x="10546715" y="0"/>
            <a:ext cx="1642745" cy="757555"/>
          </a:xfrm>
          <a:custGeom>
            <a:avLst/>
            <a:gdLst/>
            <a:ahLst/>
            <a:cxnLst/>
            <a:rect l="l" t="t" r="r" b="b"/>
            <a:pathLst>
              <a:path w="2002536" h="923544">
                <a:moveTo>
                  <a:pt x="9144" y="0"/>
                </a:moveTo>
                <a:lnTo>
                  <a:pt x="2002536" y="0"/>
                </a:lnTo>
                <a:lnTo>
                  <a:pt x="2002536" y="713232"/>
                </a:lnTo>
                <a:cubicBezTo>
                  <a:pt x="1920240" y="822960"/>
                  <a:pt x="1783080" y="941832"/>
                  <a:pt x="1600200" y="923544"/>
                </a:cubicBezTo>
                <a:cubicBezTo>
                  <a:pt x="1417320" y="905256"/>
                  <a:pt x="1234440" y="749808"/>
                  <a:pt x="1216152" y="594360"/>
                </a:cubicBezTo>
                <a:cubicBezTo>
                  <a:pt x="1207008" y="521208"/>
                  <a:pt x="1234440" y="466344"/>
                  <a:pt x="1261872" y="411480"/>
                </a:cubicBezTo>
                <a:cubicBezTo>
                  <a:pt x="1298448" y="347472"/>
                  <a:pt x="1335024" y="283464"/>
                  <a:pt x="1316736" y="192024"/>
                </a:cubicBezTo>
                <a:cubicBezTo>
                  <a:pt x="1298448" y="109728"/>
                  <a:pt x="1243584" y="64008"/>
                  <a:pt x="1161288" y="45720"/>
                </a:cubicBezTo>
                <a:cubicBezTo>
                  <a:pt x="1088136" y="36576"/>
                  <a:pt x="1033272" y="82296"/>
                  <a:pt x="923544" y="164592"/>
                </a:cubicBezTo>
                <a:cubicBezTo>
                  <a:pt x="868680" y="210312"/>
                  <a:pt x="804672" y="265176"/>
                  <a:pt x="722376" y="320040"/>
                </a:cubicBezTo>
                <a:lnTo>
                  <a:pt x="722376" y="320040"/>
                </a:lnTo>
                <a:cubicBezTo>
                  <a:pt x="576072" y="420624"/>
                  <a:pt x="429768" y="521208"/>
                  <a:pt x="292608" y="484632"/>
                </a:cubicBezTo>
                <a:cubicBezTo>
                  <a:pt x="109728" y="438912"/>
                  <a:pt x="-36576" y="182880"/>
                  <a:pt x="9144" y="0"/>
                </a:cubicBezTo>
              </a:path>
            </a:pathLst>
          </a:custGeom>
          <a:solidFill>
            <a:schemeClr val="accent5"/>
          </a:solidFill>
        </p:spPr>
      </p:sp>
      <p:sp>
        <p:nvSpPr>
          <p:cNvPr id="11" name="Vector_#color-2096&amp;3073"/>
          <p:cNvSpPr/>
          <p:nvPr userDrawn="1">
            <p:custDataLst>
              <p:tags r:id="rId3"/>
            </p:custDataLst>
          </p:nvPr>
        </p:nvSpPr>
        <p:spPr>
          <a:xfrm>
            <a:off x="0" y="6262370"/>
            <a:ext cx="1275080" cy="595630"/>
          </a:xfrm>
          <a:custGeom>
            <a:avLst/>
            <a:gdLst/>
            <a:ahLst/>
            <a:cxnLst/>
            <a:rect l="l" t="t" r="r" b="b"/>
            <a:pathLst>
              <a:path w="1527048" h="713232">
                <a:moveTo>
                  <a:pt x="1527048" y="713232"/>
                </a:moveTo>
                <a:lnTo>
                  <a:pt x="0" y="713232"/>
                </a:lnTo>
                <a:lnTo>
                  <a:pt x="0" y="9144"/>
                </a:lnTo>
                <a:cubicBezTo>
                  <a:pt x="530352" y="-27432"/>
                  <a:pt x="1060704" y="118872"/>
                  <a:pt x="1380744" y="502920"/>
                </a:cubicBezTo>
                <a:cubicBezTo>
                  <a:pt x="1435608" y="566928"/>
                  <a:pt x="1481328" y="640080"/>
                  <a:pt x="1527048" y="713232"/>
                </a:cubicBezTo>
              </a:path>
            </a:pathLst>
          </a:custGeom>
          <a:solidFill>
            <a:schemeClr val="accent3"/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ea"/>
          <a:ea typeface="+mj-ea"/>
          <a:cs typeface="+mj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tags" Target="../tags/tag24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55.xml"/><Relationship Id="rId8" Type="http://schemas.openxmlformats.org/officeDocument/2006/relationships/tags" Target="../tags/tag254.xml"/><Relationship Id="rId7" Type="http://schemas.openxmlformats.org/officeDocument/2006/relationships/tags" Target="../tags/tag253.xml"/><Relationship Id="rId6" Type="http://schemas.openxmlformats.org/officeDocument/2006/relationships/tags" Target="../tags/tag252.xml"/><Relationship Id="rId5" Type="http://schemas.openxmlformats.org/officeDocument/2006/relationships/tags" Target="../tags/tag251.xml"/><Relationship Id="rId4" Type="http://schemas.openxmlformats.org/officeDocument/2006/relationships/tags" Target="../tags/tag250.xml"/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23.xml"/><Relationship Id="rId10" Type="http://schemas.openxmlformats.org/officeDocument/2006/relationships/tags" Target="../tags/tag256.xml"/><Relationship Id="rId1" Type="http://schemas.openxmlformats.org/officeDocument/2006/relationships/tags" Target="../tags/tag24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" Type="http://schemas.openxmlformats.org/officeDocument/2006/relationships/tags" Target="../tags/tag25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267.xml"/><Relationship Id="rId7" Type="http://schemas.openxmlformats.org/officeDocument/2006/relationships/tags" Target="../tags/tag266.xml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25.xml"/><Relationship Id="rId13" Type="http://schemas.openxmlformats.org/officeDocument/2006/relationships/tags" Target="../tags/tag268.xml"/><Relationship Id="rId12" Type="http://schemas.openxmlformats.org/officeDocument/2006/relationships/image" Target="../media/image4.png"/><Relationship Id="rId11" Type="http://schemas.openxmlformats.org/officeDocument/2006/relationships/image" Target="../media/image3.png"/><Relationship Id="rId10" Type="http://schemas.openxmlformats.org/officeDocument/2006/relationships/image" Target="../media/image2.png"/><Relationship Id="rId1" Type="http://schemas.openxmlformats.org/officeDocument/2006/relationships/tags" Target="../tags/tag26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271.xml"/><Relationship Id="rId2" Type="http://schemas.openxmlformats.org/officeDocument/2006/relationships/tags" Target="../tags/tag270.xml"/><Relationship Id="rId1" Type="http://schemas.openxmlformats.org/officeDocument/2006/relationships/tags" Target="../tags/tag26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80.xml"/><Relationship Id="rId8" Type="http://schemas.openxmlformats.org/officeDocument/2006/relationships/tags" Target="../tags/tag279.xml"/><Relationship Id="rId7" Type="http://schemas.openxmlformats.org/officeDocument/2006/relationships/tags" Target="../tags/tag278.xml"/><Relationship Id="rId6" Type="http://schemas.openxmlformats.org/officeDocument/2006/relationships/tags" Target="../tags/tag277.xml"/><Relationship Id="rId5" Type="http://schemas.openxmlformats.org/officeDocument/2006/relationships/tags" Target="../tags/tag276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25.xml"/><Relationship Id="rId16" Type="http://schemas.openxmlformats.org/officeDocument/2006/relationships/tags" Target="../tags/tag285.xml"/><Relationship Id="rId15" Type="http://schemas.openxmlformats.org/officeDocument/2006/relationships/image" Target="../media/image6.jpeg"/><Relationship Id="rId14" Type="http://schemas.openxmlformats.org/officeDocument/2006/relationships/image" Target="../media/image5.png"/><Relationship Id="rId13" Type="http://schemas.openxmlformats.org/officeDocument/2006/relationships/tags" Target="../tags/tag284.xml"/><Relationship Id="rId12" Type="http://schemas.openxmlformats.org/officeDocument/2006/relationships/tags" Target="../tags/tag283.xml"/><Relationship Id="rId11" Type="http://schemas.openxmlformats.org/officeDocument/2006/relationships/tags" Target="../tags/tag282.xml"/><Relationship Id="rId10" Type="http://schemas.openxmlformats.org/officeDocument/2006/relationships/tags" Target="../tags/tag281.xml"/><Relationship Id="rId1" Type="http://schemas.openxmlformats.org/officeDocument/2006/relationships/tags" Target="../tags/tag27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94.xml"/><Relationship Id="rId8" Type="http://schemas.openxmlformats.org/officeDocument/2006/relationships/tags" Target="../tags/tag293.xml"/><Relationship Id="rId7" Type="http://schemas.openxmlformats.org/officeDocument/2006/relationships/tags" Target="../tags/tag292.xml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25.xml"/><Relationship Id="rId17" Type="http://schemas.openxmlformats.org/officeDocument/2006/relationships/tags" Target="../tags/tag302.xml"/><Relationship Id="rId16" Type="http://schemas.openxmlformats.org/officeDocument/2006/relationships/tags" Target="../tags/tag301.xml"/><Relationship Id="rId15" Type="http://schemas.openxmlformats.org/officeDocument/2006/relationships/tags" Target="../tags/tag300.xml"/><Relationship Id="rId14" Type="http://schemas.openxmlformats.org/officeDocument/2006/relationships/tags" Target="../tags/tag299.xml"/><Relationship Id="rId13" Type="http://schemas.openxmlformats.org/officeDocument/2006/relationships/tags" Target="../tags/tag298.xml"/><Relationship Id="rId12" Type="http://schemas.openxmlformats.org/officeDocument/2006/relationships/tags" Target="../tags/tag297.xml"/><Relationship Id="rId11" Type="http://schemas.openxmlformats.org/officeDocument/2006/relationships/tags" Target="../tags/tag296.xml"/><Relationship Id="rId10" Type="http://schemas.openxmlformats.org/officeDocument/2006/relationships/tags" Target="../tags/tag295.xml"/><Relationship Id="rId1" Type="http://schemas.openxmlformats.org/officeDocument/2006/relationships/tags" Target="../tags/tag28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" Type="http://schemas.openxmlformats.org/officeDocument/2006/relationships/tags" Target="../tags/tag30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12.xml"/><Relationship Id="rId8" Type="http://schemas.openxmlformats.org/officeDocument/2006/relationships/tags" Target="../tags/tag311.xml"/><Relationship Id="rId7" Type="http://schemas.openxmlformats.org/officeDocument/2006/relationships/tags" Target="../tags/tag310.xml"/><Relationship Id="rId6" Type="http://schemas.openxmlformats.org/officeDocument/2006/relationships/tags" Target="../tags/tag309.xml"/><Relationship Id="rId5" Type="http://schemas.openxmlformats.org/officeDocument/2006/relationships/tags" Target="../tags/tag308.xml"/><Relationship Id="rId4" Type="http://schemas.openxmlformats.org/officeDocument/2006/relationships/tags" Target="../tags/tag307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25.xml"/><Relationship Id="rId12" Type="http://schemas.openxmlformats.org/officeDocument/2006/relationships/tags" Target="../tags/tag315.xml"/><Relationship Id="rId11" Type="http://schemas.openxmlformats.org/officeDocument/2006/relationships/tags" Target="../tags/tag314.xml"/><Relationship Id="rId10" Type="http://schemas.openxmlformats.org/officeDocument/2006/relationships/tags" Target="../tags/tag313.xml"/><Relationship Id="rId1" Type="http://schemas.openxmlformats.org/officeDocument/2006/relationships/tags" Target="../tags/tag30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tags" Target="../tags/tag31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27.xml"/><Relationship Id="rId8" Type="http://schemas.openxmlformats.org/officeDocument/2006/relationships/tags" Target="../tags/tag326.xml"/><Relationship Id="rId7" Type="http://schemas.openxmlformats.org/officeDocument/2006/relationships/tags" Target="../tags/tag325.xml"/><Relationship Id="rId6" Type="http://schemas.openxmlformats.org/officeDocument/2006/relationships/tags" Target="../tags/tag324.xml"/><Relationship Id="rId5" Type="http://schemas.openxmlformats.org/officeDocument/2006/relationships/tags" Target="../tags/tag323.xml"/><Relationship Id="rId4" Type="http://schemas.openxmlformats.org/officeDocument/2006/relationships/tags" Target="../tags/tag322.xml"/><Relationship Id="rId3" Type="http://schemas.openxmlformats.org/officeDocument/2006/relationships/tags" Target="../tags/tag321.xml"/><Relationship Id="rId2" Type="http://schemas.openxmlformats.org/officeDocument/2006/relationships/tags" Target="../tags/tag320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25.xml"/><Relationship Id="rId14" Type="http://schemas.openxmlformats.org/officeDocument/2006/relationships/tags" Target="../tags/tag332.xml"/><Relationship Id="rId13" Type="http://schemas.openxmlformats.org/officeDocument/2006/relationships/tags" Target="../tags/tag331.xml"/><Relationship Id="rId12" Type="http://schemas.openxmlformats.org/officeDocument/2006/relationships/tags" Target="../tags/tag330.xml"/><Relationship Id="rId11" Type="http://schemas.openxmlformats.org/officeDocument/2006/relationships/tags" Target="../tags/tag329.xml"/><Relationship Id="rId10" Type="http://schemas.openxmlformats.org/officeDocument/2006/relationships/tags" Target="../tags/tag328.xml"/><Relationship Id="rId1" Type="http://schemas.openxmlformats.org/officeDocument/2006/relationships/tags" Target="../tags/tag3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tags" Target="../tags/tag334.xml"/><Relationship Id="rId1" Type="http://schemas.openxmlformats.org/officeDocument/2006/relationships/tags" Target="../tags/tag3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031615" y="1752600"/>
            <a:ext cx="7766685" cy="2742565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学优生帮扶经验分享</a:t>
            </a:r>
            <a:endParaRPr lang="zh-CN" alt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4031932" y="4574507"/>
            <a:ext cx="6904291" cy="1645318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分享人：</a:t>
            </a:r>
            <a:r>
              <a:rPr lang="zh-CN" altLang="en-US" dirty="0"/>
              <a:t>邹誉德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700784" y="917924"/>
            <a:ext cx="2880000" cy="1081088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5210324" y="2510003"/>
            <a:ext cx="975211" cy="71024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lt"/>
              </a:rPr>
              <a:t>01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cs typeface="+mn-lt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6532762" y="2613126"/>
            <a:ext cx="4208896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帮扶计划制定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6" name="序号"/>
          <p:cNvSpPr txBox="1"/>
          <p:nvPr>
            <p:custDataLst>
              <p:tags r:id="rId4"/>
            </p:custDataLst>
          </p:nvPr>
        </p:nvSpPr>
        <p:spPr>
          <a:xfrm>
            <a:off x="5210324" y="4928243"/>
            <a:ext cx="975211" cy="71024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lt"/>
              </a:rPr>
              <a:t>04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cs typeface="+mn-lt"/>
            </a:endParaRPr>
          </a:p>
        </p:txBody>
      </p:sp>
      <p:sp>
        <p:nvSpPr>
          <p:cNvPr id="17" name="项标题"/>
          <p:cNvSpPr txBox="1"/>
          <p:nvPr>
            <p:custDataLst>
              <p:tags r:id="rId5"/>
            </p:custDataLst>
          </p:nvPr>
        </p:nvSpPr>
        <p:spPr>
          <a:xfrm>
            <a:off x="6532762" y="5031366"/>
            <a:ext cx="4208896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帮扶过程中的注意事项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9" name="序号"/>
          <p:cNvSpPr txBox="1"/>
          <p:nvPr>
            <p:custDataLst>
              <p:tags r:id="rId6"/>
            </p:custDataLst>
          </p:nvPr>
        </p:nvSpPr>
        <p:spPr>
          <a:xfrm>
            <a:off x="5210324" y="3316083"/>
            <a:ext cx="975211" cy="71024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lt"/>
              </a:rPr>
              <a:t>02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cs typeface="+mn-lt"/>
            </a:endParaRPr>
          </a:p>
        </p:txBody>
      </p:sp>
      <p:sp>
        <p:nvSpPr>
          <p:cNvPr id="20" name="项标题"/>
          <p:cNvSpPr txBox="1"/>
          <p:nvPr>
            <p:custDataLst>
              <p:tags r:id="rId7"/>
            </p:custDataLst>
          </p:nvPr>
        </p:nvSpPr>
        <p:spPr>
          <a:xfrm>
            <a:off x="6532762" y="3419206"/>
            <a:ext cx="4208896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帮扶方法与技巧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2" name="序号"/>
          <p:cNvSpPr txBox="1"/>
          <p:nvPr>
            <p:custDataLst>
              <p:tags r:id="rId8"/>
            </p:custDataLst>
          </p:nvPr>
        </p:nvSpPr>
        <p:spPr>
          <a:xfrm>
            <a:off x="5210324" y="4122163"/>
            <a:ext cx="975211" cy="71024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cs typeface="+mn-lt"/>
              </a:rPr>
              <a:t>03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cs typeface="+mn-lt"/>
            </a:endParaRPr>
          </a:p>
        </p:txBody>
      </p:sp>
      <p:sp>
        <p:nvSpPr>
          <p:cNvPr id="23" name="项标题"/>
          <p:cNvSpPr txBox="1"/>
          <p:nvPr>
            <p:custDataLst>
              <p:tags r:id="rId9"/>
            </p:custDataLst>
          </p:nvPr>
        </p:nvSpPr>
        <p:spPr>
          <a:xfrm>
            <a:off x="6532762" y="4225286"/>
            <a:ext cx="4208896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帮扶效果的评估与反馈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024380" y="4012399"/>
            <a:ext cx="6979920" cy="1364273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帮扶计划制定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2024380" y="1755648"/>
            <a:ext cx="2224532" cy="18653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01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/>
          <p:cNvSpPr/>
          <p:nvPr>
            <p:custDataLst>
              <p:tags r:id="rId1"/>
            </p:custDataLst>
          </p:nvPr>
        </p:nvSpPr>
        <p:spPr>
          <a:xfrm>
            <a:off x="530225" y="3542030"/>
            <a:ext cx="11129010" cy="2787015"/>
          </a:xfrm>
          <a:prstGeom prst="roundRect">
            <a:avLst>
              <a:gd name="adj" fmla="val 9236"/>
            </a:avLst>
          </a:prstGeom>
          <a:solidFill>
            <a:schemeClr val="lt1">
              <a:lumMod val="10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 rtlCol="0" anchor="ctr"/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29" name="标题"/>
          <p:cNvSpPr txBox="1"/>
          <p:nvPr>
            <p:custDataLst>
              <p:tags r:id="rId2"/>
            </p:custDataLst>
          </p:nvPr>
        </p:nvSpPr>
        <p:spPr>
          <a:xfrm>
            <a:off x="1527175" y="3711575"/>
            <a:ext cx="9473565" cy="48196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0000" lnSpcReduction="10000"/>
          </a:bodyPr>
          <a:lstStyle>
            <a:defPPr>
              <a:defRPr lang="zh-CN"/>
            </a:defPPr>
            <a:lvl1pPr>
              <a:lnSpc>
                <a:spcPct val="131000"/>
              </a:lnSpc>
              <a:defRPr sz="3400" b="1">
                <a:solidFill>
                  <a:schemeClr val="dk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分析帮扶对象的学习情况</a:t>
            </a:r>
            <a:endParaRPr lang="zh-CN" altLang="en-US" sz="2800" dirty="0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487488" y="4873624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明确帮扶对象的学习基础、学习习惯、学习</a:t>
            </a:r>
            <a:r>
              <a:rPr lang="zh-CN" altLang="en-US" sz="14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难点等学习</a:t>
            </a:r>
            <a:r>
              <a:rPr lang="zh-CN" altLang="en-US" sz="14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情况</a:t>
            </a:r>
            <a:endParaRPr lang="zh-CN" altLang="en-US" sz="1400" dirty="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487488" y="4413884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了解帮扶对象</a:t>
            </a:r>
            <a:endParaRPr lang="zh-CN" altLang="en-US" sz="2000" b="1" dirty="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>
            <a:off x="8313738" y="4873624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制定具体的帮扶计划，包括帮扶时间、帮扶方式、帮扶内容等</a:t>
            </a:r>
            <a:endParaRPr lang="zh-CN" altLang="en-US" sz="140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8313738" y="4413884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制定帮扶计划</a:t>
            </a:r>
            <a:endParaRPr lang="zh-CN" altLang="en-US" sz="2000" b="1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4900613" y="4873624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根据帮扶对象的学习情况，分析帮扶需求（及格</a:t>
            </a:r>
            <a:r>
              <a:rPr lang="en-US" altLang="zh-CN" sz="14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or</a:t>
            </a:r>
            <a:r>
              <a:rPr lang="zh-CN" altLang="en-US" sz="14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高分），确定帮扶的重</a:t>
            </a:r>
            <a:r>
              <a:rPr lang="zh-CN" altLang="en-US" sz="14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心</a:t>
            </a:r>
            <a:endParaRPr lang="zh-CN" altLang="en-US" sz="140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4900613" y="4413884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分析帮扶需求</a:t>
            </a:r>
            <a:endParaRPr lang="zh-CN" altLang="en-US" sz="2000" b="1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rcRect t="6305" b="29267"/>
          <a:stretch>
            <a:fillRect/>
          </a:stretch>
        </p:blipFill>
        <p:spPr>
          <a:xfrm>
            <a:off x="241300" y="62865"/>
            <a:ext cx="2786380" cy="34283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27680" y="62865"/>
            <a:ext cx="3056890" cy="33299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2360" y="62865"/>
            <a:ext cx="2764790" cy="32759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2"/>
          <a:srcRect r="39547"/>
          <a:stretch>
            <a:fillRect/>
          </a:stretch>
        </p:blipFill>
        <p:spPr>
          <a:xfrm>
            <a:off x="8874125" y="468630"/>
            <a:ext cx="2126615" cy="30226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024380" y="4012399"/>
            <a:ext cx="6979920" cy="1364273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帮扶方法与技巧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2024380" y="1755648"/>
            <a:ext cx="2224532" cy="18653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02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92213" y="360000"/>
            <a:ext cx="4722812" cy="720000"/>
          </a:xfrm>
        </p:spPr>
        <p:txBody>
          <a:bodyPr lIns="0" tIns="0" rIns="0" bIns="0" anchor="b" anchorCtr="0">
            <a:normAutofit/>
          </a:bodyPr>
          <a:lstStyle/>
          <a:p>
            <a:r>
              <a:rPr lang="zh-CN" altLang="en-US" dirty="0"/>
              <a:t>帮扶</a:t>
            </a:r>
            <a:r>
              <a:rPr lang="zh-CN" altLang="en-US" dirty="0"/>
              <a:t>方法</a:t>
            </a:r>
            <a:endParaRPr lang="zh-CN" altLang="en-US" dirty="0"/>
          </a:p>
        </p:txBody>
      </p:sp>
      <p:sp>
        <p:nvSpPr>
          <p:cNvPr id="14" name="@path_1-845&amp;313"/>
          <p:cNvSpPr/>
          <p:nvPr>
            <p:custDataLst>
              <p:tags r:id="rId2"/>
            </p:custDataLst>
          </p:nvPr>
        </p:nvSpPr>
        <p:spPr>
          <a:xfrm>
            <a:off x="1481772" y="4572317"/>
            <a:ext cx="4137660" cy="1556385"/>
          </a:xfrm>
          <a:custGeom>
            <a:avLst/>
            <a:gdLst/>
            <a:ahLst/>
            <a:cxnLst/>
            <a:rect l="l" t="t" r="r" b="b"/>
            <a:pathLst>
              <a:path w="3520440" h="1170432">
                <a:moveTo>
                  <a:pt x="128016" y="0"/>
                </a:moveTo>
                <a:cubicBezTo>
                  <a:pt x="54864" y="0"/>
                  <a:pt x="0" y="54864"/>
                  <a:pt x="0" y="128016"/>
                </a:cubicBezTo>
                <a:lnTo>
                  <a:pt x="0" y="1042416"/>
                </a:lnTo>
                <a:cubicBezTo>
                  <a:pt x="0" y="1115568"/>
                  <a:pt x="54864" y="1170432"/>
                  <a:pt x="128016" y="1170432"/>
                </a:cubicBezTo>
                <a:lnTo>
                  <a:pt x="3227832" y="1170432"/>
                </a:lnTo>
                <a:cubicBezTo>
                  <a:pt x="3291840" y="1170432"/>
                  <a:pt x="3355848" y="1115568"/>
                  <a:pt x="3355848" y="1042416"/>
                </a:cubicBezTo>
                <a:lnTo>
                  <a:pt x="3355848" y="777240"/>
                </a:lnTo>
                <a:lnTo>
                  <a:pt x="3502152" y="621792"/>
                </a:lnTo>
                <a:cubicBezTo>
                  <a:pt x="3529584" y="603504"/>
                  <a:pt x="3529584" y="576072"/>
                  <a:pt x="3502152" y="557784"/>
                </a:cubicBezTo>
                <a:lnTo>
                  <a:pt x="3355848" y="402336"/>
                </a:lnTo>
                <a:lnTo>
                  <a:pt x="3355848" y="128016"/>
                </a:lnTo>
                <a:cubicBezTo>
                  <a:pt x="3355848" y="54864"/>
                  <a:pt x="3291840" y="0"/>
                  <a:pt x="3227832" y="0"/>
                </a:cubicBezTo>
                <a:lnTo>
                  <a:pt x="128016" y="0"/>
                </a:lnTo>
              </a:path>
            </a:pathLst>
          </a:custGeom>
          <a:solidFill>
            <a:schemeClr val="lt1">
              <a:lumMod val="100000"/>
            </a:schemeClr>
          </a:solidFill>
          <a:ln w="3175" cap="flat" cmpd="sng" algn="ctr">
            <a:solidFill>
              <a:schemeClr val="accent1">
                <a:lumMod val="100000"/>
                <a:alpha val="20067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254000" dist="38100" dir="5400000" algn="t" rotWithShape="0">
              <a:schemeClr val="accent1">
                <a:alpha val="20067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p>
            <a:endParaRPr lang="zh-CN" altLang="en-US"/>
          </a:p>
        </p:txBody>
      </p:sp>
      <p:sp>
        <p:nvSpPr>
          <p:cNvPr id="15" name="@path_1-845&amp;313"/>
          <p:cNvSpPr/>
          <p:nvPr>
            <p:custDataLst>
              <p:tags r:id="rId3"/>
            </p:custDataLst>
          </p:nvPr>
        </p:nvSpPr>
        <p:spPr>
          <a:xfrm>
            <a:off x="915352" y="3236912"/>
            <a:ext cx="4137660" cy="1556385"/>
          </a:xfrm>
          <a:custGeom>
            <a:avLst/>
            <a:gdLst/>
            <a:ahLst/>
            <a:cxnLst/>
            <a:rect l="l" t="t" r="r" b="b"/>
            <a:pathLst>
              <a:path w="3520440" h="1170432">
                <a:moveTo>
                  <a:pt x="128016" y="0"/>
                </a:moveTo>
                <a:cubicBezTo>
                  <a:pt x="54864" y="0"/>
                  <a:pt x="0" y="54864"/>
                  <a:pt x="0" y="128016"/>
                </a:cubicBezTo>
                <a:lnTo>
                  <a:pt x="0" y="1042416"/>
                </a:lnTo>
                <a:cubicBezTo>
                  <a:pt x="0" y="1115568"/>
                  <a:pt x="54864" y="1170432"/>
                  <a:pt x="128016" y="1170432"/>
                </a:cubicBezTo>
                <a:lnTo>
                  <a:pt x="3227832" y="1170432"/>
                </a:lnTo>
                <a:cubicBezTo>
                  <a:pt x="3291840" y="1170432"/>
                  <a:pt x="3355848" y="1115568"/>
                  <a:pt x="3355848" y="1042416"/>
                </a:cubicBezTo>
                <a:lnTo>
                  <a:pt x="3355848" y="777240"/>
                </a:lnTo>
                <a:lnTo>
                  <a:pt x="3502152" y="621792"/>
                </a:lnTo>
                <a:cubicBezTo>
                  <a:pt x="3529584" y="603504"/>
                  <a:pt x="3529584" y="576072"/>
                  <a:pt x="3502152" y="557784"/>
                </a:cubicBezTo>
                <a:lnTo>
                  <a:pt x="3355848" y="402336"/>
                </a:lnTo>
                <a:lnTo>
                  <a:pt x="3355848" y="128016"/>
                </a:lnTo>
                <a:cubicBezTo>
                  <a:pt x="3355848" y="54864"/>
                  <a:pt x="3291840" y="0"/>
                  <a:pt x="3227832" y="0"/>
                </a:cubicBezTo>
                <a:lnTo>
                  <a:pt x="128016" y="0"/>
                </a:lnTo>
              </a:path>
            </a:pathLst>
          </a:custGeom>
          <a:gradFill flip="none" rotWithShape="1">
            <a:gsLst>
              <a:gs pos="38000">
                <a:schemeClr val="accent1">
                  <a:lumMod val="75000"/>
                </a:schemeClr>
              </a:gs>
              <a:gs pos="100000">
                <a:schemeClr val="accent1">
                  <a:alpha val="54000"/>
                </a:schemeClr>
              </a:gs>
            </a:gsLst>
            <a:lin ang="21000000" scaled="1"/>
            <a:tileRect/>
          </a:gra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254000" dist="38100" dir="54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p>
            <a:endParaRPr lang="zh-CN" altLang="en-US"/>
          </a:p>
        </p:txBody>
      </p:sp>
      <p:sp>
        <p:nvSpPr>
          <p:cNvPr id="17" name="“_#color-785&amp;1094"/>
          <p:cNvSpPr/>
          <p:nvPr>
            <p:custDataLst>
              <p:tags r:id="rId4"/>
            </p:custDataLst>
          </p:nvPr>
        </p:nvSpPr>
        <p:spPr>
          <a:xfrm>
            <a:off x="1153477" y="3504882"/>
            <a:ext cx="425450" cy="365760"/>
          </a:xfrm>
          <a:custGeom>
            <a:avLst/>
            <a:gdLst/>
            <a:ahLst/>
            <a:cxnLst/>
            <a:rect l="l" t="t" r="r" b="b"/>
            <a:pathLst>
              <a:path w="576072" h="493776">
                <a:moveTo>
                  <a:pt x="0" y="246888"/>
                </a:moveTo>
                <a:cubicBezTo>
                  <a:pt x="0" y="201168"/>
                  <a:pt x="9144" y="164592"/>
                  <a:pt x="27432" y="128016"/>
                </a:cubicBezTo>
                <a:cubicBezTo>
                  <a:pt x="45720" y="82296"/>
                  <a:pt x="73152" y="54864"/>
                  <a:pt x="109728" y="36576"/>
                </a:cubicBezTo>
                <a:cubicBezTo>
                  <a:pt x="146304" y="18288"/>
                  <a:pt x="182880" y="0"/>
                  <a:pt x="228600" y="0"/>
                </a:cubicBezTo>
                <a:cubicBezTo>
                  <a:pt x="237744" y="0"/>
                  <a:pt x="246888" y="9144"/>
                  <a:pt x="246888" y="9144"/>
                </a:cubicBezTo>
                <a:lnTo>
                  <a:pt x="246888" y="100584"/>
                </a:lnTo>
                <a:cubicBezTo>
                  <a:pt x="246888" y="100584"/>
                  <a:pt x="237744" y="109728"/>
                  <a:pt x="228600" y="109728"/>
                </a:cubicBezTo>
                <a:cubicBezTo>
                  <a:pt x="192024" y="109728"/>
                  <a:pt x="164592" y="128016"/>
                  <a:pt x="146304" y="146304"/>
                </a:cubicBezTo>
                <a:cubicBezTo>
                  <a:pt x="128016" y="173736"/>
                  <a:pt x="118872" y="201168"/>
                  <a:pt x="118872" y="246888"/>
                </a:cubicBezTo>
                <a:lnTo>
                  <a:pt x="118872" y="265176"/>
                </a:lnTo>
                <a:cubicBezTo>
                  <a:pt x="118872" y="265176"/>
                  <a:pt x="118872" y="274320"/>
                  <a:pt x="128016" y="274320"/>
                </a:cubicBezTo>
                <a:lnTo>
                  <a:pt x="219456" y="274320"/>
                </a:lnTo>
                <a:cubicBezTo>
                  <a:pt x="228600" y="274320"/>
                  <a:pt x="228600" y="283464"/>
                  <a:pt x="228600" y="283464"/>
                </a:cubicBezTo>
                <a:lnTo>
                  <a:pt x="228600" y="484632"/>
                </a:lnTo>
                <a:cubicBezTo>
                  <a:pt x="228600" y="493776"/>
                  <a:pt x="228600" y="493776"/>
                  <a:pt x="219456" y="493776"/>
                </a:cubicBezTo>
                <a:lnTo>
                  <a:pt x="9144" y="493776"/>
                </a:lnTo>
                <a:cubicBezTo>
                  <a:pt x="9144" y="493776"/>
                  <a:pt x="0" y="493776"/>
                  <a:pt x="0" y="484632"/>
                </a:cubicBezTo>
                <a:lnTo>
                  <a:pt x="0" y="246888"/>
                </a:lnTo>
                <a:moveTo>
                  <a:pt x="576072" y="100584"/>
                </a:moveTo>
                <a:cubicBezTo>
                  <a:pt x="576072" y="100584"/>
                  <a:pt x="566928" y="109728"/>
                  <a:pt x="557784" y="109728"/>
                </a:cubicBezTo>
                <a:cubicBezTo>
                  <a:pt x="521208" y="109728"/>
                  <a:pt x="493776" y="128016"/>
                  <a:pt x="475488" y="146304"/>
                </a:cubicBezTo>
                <a:cubicBezTo>
                  <a:pt x="457200" y="173736"/>
                  <a:pt x="448056" y="201168"/>
                  <a:pt x="448056" y="246888"/>
                </a:cubicBezTo>
                <a:lnTo>
                  <a:pt x="448056" y="265176"/>
                </a:lnTo>
                <a:cubicBezTo>
                  <a:pt x="448056" y="265176"/>
                  <a:pt x="448056" y="274320"/>
                  <a:pt x="457200" y="274320"/>
                </a:cubicBezTo>
                <a:lnTo>
                  <a:pt x="548640" y="274320"/>
                </a:lnTo>
                <a:cubicBezTo>
                  <a:pt x="557784" y="274320"/>
                  <a:pt x="557784" y="283464"/>
                  <a:pt x="557784" y="283464"/>
                </a:cubicBezTo>
                <a:lnTo>
                  <a:pt x="557784" y="484632"/>
                </a:lnTo>
                <a:cubicBezTo>
                  <a:pt x="557784" y="493776"/>
                  <a:pt x="557784" y="493776"/>
                  <a:pt x="548640" y="493776"/>
                </a:cubicBezTo>
                <a:lnTo>
                  <a:pt x="338328" y="493776"/>
                </a:lnTo>
                <a:cubicBezTo>
                  <a:pt x="338328" y="493776"/>
                  <a:pt x="329184" y="493776"/>
                  <a:pt x="329184" y="484632"/>
                </a:cubicBezTo>
                <a:lnTo>
                  <a:pt x="329184" y="246888"/>
                </a:lnTo>
                <a:cubicBezTo>
                  <a:pt x="329184" y="201168"/>
                  <a:pt x="338328" y="164592"/>
                  <a:pt x="356616" y="128016"/>
                </a:cubicBezTo>
                <a:cubicBezTo>
                  <a:pt x="374904" y="82296"/>
                  <a:pt x="402336" y="54864"/>
                  <a:pt x="438912" y="36576"/>
                </a:cubicBezTo>
                <a:cubicBezTo>
                  <a:pt x="475488" y="18288"/>
                  <a:pt x="512064" y="0"/>
                  <a:pt x="557784" y="0"/>
                </a:cubicBezTo>
                <a:cubicBezTo>
                  <a:pt x="566928" y="0"/>
                  <a:pt x="576072" y="9144"/>
                  <a:pt x="576072" y="9144"/>
                </a:cubicBezTo>
                <a:lnTo>
                  <a:pt x="576072" y="100584"/>
                </a:lnTo>
              </a:path>
            </a:pathLst>
          </a:custGeom>
          <a:solidFill>
            <a:schemeClr val="accent1">
              <a:lumMod val="20000"/>
              <a:lumOff val="80000"/>
              <a:alpha val="70000"/>
            </a:schemeClr>
          </a:solidFill>
        </p:spPr>
        <p:txBody>
          <a:bodyPr>
            <a:noAutofit/>
          </a:bodyPr>
          <a:p>
            <a:endParaRPr lang="zh-CN" altLang="en-US"/>
          </a:p>
        </p:txBody>
      </p:sp>
      <p:sp>
        <p:nvSpPr>
          <p:cNvPr id="18" name="“_#color-785&amp;1094"/>
          <p:cNvSpPr/>
          <p:nvPr>
            <p:custDataLst>
              <p:tags r:id="rId5"/>
            </p:custDataLst>
          </p:nvPr>
        </p:nvSpPr>
        <p:spPr>
          <a:xfrm>
            <a:off x="1773237" y="4869497"/>
            <a:ext cx="425450" cy="365760"/>
          </a:xfrm>
          <a:custGeom>
            <a:avLst/>
            <a:gdLst/>
            <a:ahLst/>
            <a:cxnLst/>
            <a:rect l="l" t="t" r="r" b="b"/>
            <a:pathLst>
              <a:path w="576072" h="493776">
                <a:moveTo>
                  <a:pt x="0" y="246888"/>
                </a:moveTo>
                <a:cubicBezTo>
                  <a:pt x="0" y="201168"/>
                  <a:pt x="9144" y="164592"/>
                  <a:pt x="27432" y="128016"/>
                </a:cubicBezTo>
                <a:cubicBezTo>
                  <a:pt x="45720" y="82296"/>
                  <a:pt x="73152" y="54864"/>
                  <a:pt x="109728" y="36576"/>
                </a:cubicBezTo>
                <a:cubicBezTo>
                  <a:pt x="146304" y="18288"/>
                  <a:pt x="182880" y="0"/>
                  <a:pt x="228600" y="0"/>
                </a:cubicBezTo>
                <a:cubicBezTo>
                  <a:pt x="237744" y="0"/>
                  <a:pt x="246888" y="9144"/>
                  <a:pt x="246888" y="9144"/>
                </a:cubicBezTo>
                <a:lnTo>
                  <a:pt x="246888" y="100584"/>
                </a:lnTo>
                <a:cubicBezTo>
                  <a:pt x="246888" y="100584"/>
                  <a:pt x="237744" y="109728"/>
                  <a:pt x="228600" y="109728"/>
                </a:cubicBezTo>
                <a:cubicBezTo>
                  <a:pt x="192024" y="109728"/>
                  <a:pt x="164592" y="128016"/>
                  <a:pt x="146304" y="146304"/>
                </a:cubicBezTo>
                <a:cubicBezTo>
                  <a:pt x="128016" y="173736"/>
                  <a:pt x="118872" y="201168"/>
                  <a:pt x="118872" y="246888"/>
                </a:cubicBezTo>
                <a:lnTo>
                  <a:pt x="118872" y="265176"/>
                </a:lnTo>
                <a:cubicBezTo>
                  <a:pt x="118872" y="265176"/>
                  <a:pt x="118872" y="274320"/>
                  <a:pt x="128016" y="274320"/>
                </a:cubicBezTo>
                <a:lnTo>
                  <a:pt x="219456" y="274320"/>
                </a:lnTo>
                <a:cubicBezTo>
                  <a:pt x="228600" y="274320"/>
                  <a:pt x="228600" y="283464"/>
                  <a:pt x="228600" y="283464"/>
                </a:cubicBezTo>
                <a:lnTo>
                  <a:pt x="228600" y="484632"/>
                </a:lnTo>
                <a:cubicBezTo>
                  <a:pt x="228600" y="493776"/>
                  <a:pt x="228600" y="493776"/>
                  <a:pt x="219456" y="493776"/>
                </a:cubicBezTo>
                <a:lnTo>
                  <a:pt x="9144" y="493776"/>
                </a:lnTo>
                <a:cubicBezTo>
                  <a:pt x="9144" y="493776"/>
                  <a:pt x="0" y="493776"/>
                  <a:pt x="0" y="484632"/>
                </a:cubicBezTo>
                <a:lnTo>
                  <a:pt x="0" y="246888"/>
                </a:lnTo>
                <a:moveTo>
                  <a:pt x="576072" y="100584"/>
                </a:moveTo>
                <a:cubicBezTo>
                  <a:pt x="576072" y="100584"/>
                  <a:pt x="566928" y="109728"/>
                  <a:pt x="557784" y="109728"/>
                </a:cubicBezTo>
                <a:cubicBezTo>
                  <a:pt x="521208" y="109728"/>
                  <a:pt x="493776" y="128016"/>
                  <a:pt x="475488" y="146304"/>
                </a:cubicBezTo>
                <a:cubicBezTo>
                  <a:pt x="457200" y="173736"/>
                  <a:pt x="448056" y="201168"/>
                  <a:pt x="448056" y="246888"/>
                </a:cubicBezTo>
                <a:lnTo>
                  <a:pt x="448056" y="265176"/>
                </a:lnTo>
                <a:cubicBezTo>
                  <a:pt x="448056" y="265176"/>
                  <a:pt x="448056" y="274320"/>
                  <a:pt x="457200" y="274320"/>
                </a:cubicBezTo>
                <a:lnTo>
                  <a:pt x="548640" y="274320"/>
                </a:lnTo>
                <a:cubicBezTo>
                  <a:pt x="557784" y="274320"/>
                  <a:pt x="557784" y="283464"/>
                  <a:pt x="557784" y="283464"/>
                </a:cubicBezTo>
                <a:lnTo>
                  <a:pt x="557784" y="484632"/>
                </a:lnTo>
                <a:cubicBezTo>
                  <a:pt x="557784" y="493776"/>
                  <a:pt x="557784" y="493776"/>
                  <a:pt x="548640" y="493776"/>
                </a:cubicBezTo>
                <a:lnTo>
                  <a:pt x="338328" y="493776"/>
                </a:lnTo>
                <a:cubicBezTo>
                  <a:pt x="338328" y="493776"/>
                  <a:pt x="329184" y="493776"/>
                  <a:pt x="329184" y="484632"/>
                </a:cubicBezTo>
                <a:lnTo>
                  <a:pt x="329184" y="246888"/>
                </a:lnTo>
                <a:cubicBezTo>
                  <a:pt x="329184" y="201168"/>
                  <a:pt x="338328" y="164592"/>
                  <a:pt x="356616" y="128016"/>
                </a:cubicBezTo>
                <a:cubicBezTo>
                  <a:pt x="374904" y="82296"/>
                  <a:pt x="402336" y="54864"/>
                  <a:pt x="438912" y="36576"/>
                </a:cubicBezTo>
                <a:cubicBezTo>
                  <a:pt x="475488" y="18288"/>
                  <a:pt x="512064" y="0"/>
                  <a:pt x="557784" y="0"/>
                </a:cubicBezTo>
                <a:cubicBezTo>
                  <a:pt x="566928" y="0"/>
                  <a:pt x="576072" y="9144"/>
                  <a:pt x="576072" y="9144"/>
                </a:cubicBezTo>
                <a:lnTo>
                  <a:pt x="576072" y="100584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>
            <a:noAutofit/>
          </a:bodyPr>
          <a:p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981517" y="3943667"/>
            <a:ext cx="2656840" cy="70294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FFFF"/>
                </a:solidFill>
                <a:latin typeface="+mn-ea"/>
                <a:cs typeface="+mn-ea"/>
              </a:rPr>
              <a:t>互动性强、即时反馈、氛围</a:t>
            </a:r>
            <a:r>
              <a:rPr lang="zh-CN" altLang="en-US" sz="1200" dirty="0">
                <a:solidFill>
                  <a:srgbClr val="FFFFFF"/>
                </a:solidFill>
                <a:latin typeface="+mn-ea"/>
                <a:cs typeface="+mn-ea"/>
              </a:rPr>
              <a:t>好</a:t>
            </a:r>
            <a:endParaRPr lang="zh-CN" altLang="en-US" sz="1200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2431733" y="5313362"/>
            <a:ext cx="2656840" cy="70294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404040"/>
                </a:solidFill>
                <a:latin typeface="+mn-ea"/>
                <a:cs typeface="+mn-ea"/>
              </a:rPr>
              <a:t>针对性强、可以搭配</a:t>
            </a:r>
            <a:r>
              <a:rPr lang="zh-CN" altLang="en-US" sz="1200">
                <a:solidFill>
                  <a:srgbClr val="404040"/>
                </a:solidFill>
                <a:latin typeface="+mn-ea"/>
                <a:cs typeface="+mn-ea"/>
              </a:rPr>
              <a:t>习题课</a:t>
            </a:r>
            <a:endParaRPr lang="zh-CN" altLang="en-US" sz="1200">
              <a:solidFill>
                <a:srgbClr val="404040"/>
              </a:solidFill>
              <a:latin typeface="+mn-ea"/>
              <a:cs typeface="+mn-ea"/>
            </a:endParaRPr>
          </a:p>
        </p:txBody>
      </p:sp>
      <p:sp>
        <p:nvSpPr>
          <p:cNvPr id="12" name="@path_1-845&amp;313"/>
          <p:cNvSpPr/>
          <p:nvPr>
            <p:custDataLst>
              <p:tags r:id="rId8"/>
            </p:custDataLst>
          </p:nvPr>
        </p:nvSpPr>
        <p:spPr>
          <a:xfrm>
            <a:off x="2041207" y="1848167"/>
            <a:ext cx="4137660" cy="1556385"/>
          </a:xfrm>
          <a:custGeom>
            <a:avLst/>
            <a:gdLst/>
            <a:ahLst/>
            <a:cxnLst/>
            <a:rect l="l" t="t" r="r" b="b"/>
            <a:pathLst>
              <a:path w="3520440" h="1170432">
                <a:moveTo>
                  <a:pt x="128016" y="0"/>
                </a:moveTo>
                <a:cubicBezTo>
                  <a:pt x="54864" y="0"/>
                  <a:pt x="0" y="54864"/>
                  <a:pt x="0" y="128016"/>
                </a:cubicBezTo>
                <a:lnTo>
                  <a:pt x="0" y="1042416"/>
                </a:lnTo>
                <a:cubicBezTo>
                  <a:pt x="0" y="1115568"/>
                  <a:pt x="54864" y="1170432"/>
                  <a:pt x="128016" y="1170432"/>
                </a:cubicBezTo>
                <a:lnTo>
                  <a:pt x="3227832" y="1170432"/>
                </a:lnTo>
                <a:cubicBezTo>
                  <a:pt x="3291840" y="1170432"/>
                  <a:pt x="3355848" y="1115568"/>
                  <a:pt x="3355848" y="1042416"/>
                </a:cubicBezTo>
                <a:lnTo>
                  <a:pt x="3355848" y="777240"/>
                </a:lnTo>
                <a:lnTo>
                  <a:pt x="3502152" y="621792"/>
                </a:lnTo>
                <a:cubicBezTo>
                  <a:pt x="3529584" y="603504"/>
                  <a:pt x="3529584" y="576072"/>
                  <a:pt x="3502152" y="557784"/>
                </a:cubicBezTo>
                <a:lnTo>
                  <a:pt x="3355848" y="402336"/>
                </a:lnTo>
                <a:lnTo>
                  <a:pt x="3355848" y="128016"/>
                </a:lnTo>
                <a:cubicBezTo>
                  <a:pt x="3355848" y="54864"/>
                  <a:pt x="3291840" y="0"/>
                  <a:pt x="3227832" y="0"/>
                </a:cubicBezTo>
                <a:lnTo>
                  <a:pt x="128016" y="0"/>
                </a:lnTo>
              </a:path>
            </a:pathLst>
          </a:cu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3">
                  <a:lumMod val="75000"/>
                </a:schemeClr>
              </a:gs>
            </a:gsLst>
            <a:lin ang="19632000" scaled="0"/>
          </a:gra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0" dist="38100" dir="5400000" algn="tl" rotWithShape="0">
              <a:schemeClr val="accent1">
                <a:alpha val="20000"/>
              </a:schemeClr>
            </a:outerShdw>
          </a:effectLst>
        </p:spPr>
        <p:txBody>
          <a:bodyPr>
            <a:noAutofit/>
          </a:bodyPr>
          <a:p>
            <a:endParaRPr lang="zh-CN" altLang="en-US"/>
          </a:p>
        </p:txBody>
      </p:sp>
      <p:sp>
        <p:nvSpPr>
          <p:cNvPr id="16" name="“_#color-785&amp;1094"/>
          <p:cNvSpPr/>
          <p:nvPr>
            <p:custDataLst>
              <p:tags r:id="rId9"/>
            </p:custDataLst>
          </p:nvPr>
        </p:nvSpPr>
        <p:spPr>
          <a:xfrm>
            <a:off x="2354898" y="2151062"/>
            <a:ext cx="425450" cy="365760"/>
          </a:xfrm>
          <a:custGeom>
            <a:avLst/>
            <a:gdLst/>
            <a:ahLst/>
            <a:cxnLst/>
            <a:rect l="l" t="t" r="r" b="b"/>
            <a:pathLst>
              <a:path w="576072" h="493776">
                <a:moveTo>
                  <a:pt x="0" y="246888"/>
                </a:moveTo>
                <a:cubicBezTo>
                  <a:pt x="0" y="201168"/>
                  <a:pt x="9144" y="164592"/>
                  <a:pt x="27432" y="128016"/>
                </a:cubicBezTo>
                <a:cubicBezTo>
                  <a:pt x="45720" y="82296"/>
                  <a:pt x="73152" y="54864"/>
                  <a:pt x="109728" y="36576"/>
                </a:cubicBezTo>
                <a:cubicBezTo>
                  <a:pt x="146304" y="18288"/>
                  <a:pt x="182880" y="0"/>
                  <a:pt x="228600" y="0"/>
                </a:cubicBezTo>
                <a:cubicBezTo>
                  <a:pt x="237744" y="0"/>
                  <a:pt x="246888" y="9144"/>
                  <a:pt x="246888" y="9144"/>
                </a:cubicBezTo>
                <a:lnTo>
                  <a:pt x="246888" y="100584"/>
                </a:lnTo>
                <a:cubicBezTo>
                  <a:pt x="246888" y="100584"/>
                  <a:pt x="237744" y="109728"/>
                  <a:pt x="228600" y="109728"/>
                </a:cubicBezTo>
                <a:cubicBezTo>
                  <a:pt x="192024" y="109728"/>
                  <a:pt x="164592" y="128016"/>
                  <a:pt x="146304" y="146304"/>
                </a:cubicBezTo>
                <a:cubicBezTo>
                  <a:pt x="128016" y="173736"/>
                  <a:pt x="118872" y="201168"/>
                  <a:pt x="118872" y="246888"/>
                </a:cubicBezTo>
                <a:lnTo>
                  <a:pt x="118872" y="265176"/>
                </a:lnTo>
                <a:cubicBezTo>
                  <a:pt x="118872" y="265176"/>
                  <a:pt x="118872" y="274320"/>
                  <a:pt x="128016" y="274320"/>
                </a:cubicBezTo>
                <a:lnTo>
                  <a:pt x="219456" y="274320"/>
                </a:lnTo>
                <a:cubicBezTo>
                  <a:pt x="228600" y="274320"/>
                  <a:pt x="228600" y="283464"/>
                  <a:pt x="228600" y="283464"/>
                </a:cubicBezTo>
                <a:lnTo>
                  <a:pt x="228600" y="484632"/>
                </a:lnTo>
                <a:cubicBezTo>
                  <a:pt x="228600" y="493776"/>
                  <a:pt x="228600" y="493776"/>
                  <a:pt x="219456" y="493776"/>
                </a:cubicBezTo>
                <a:lnTo>
                  <a:pt x="9144" y="493776"/>
                </a:lnTo>
                <a:cubicBezTo>
                  <a:pt x="9144" y="493776"/>
                  <a:pt x="0" y="493776"/>
                  <a:pt x="0" y="484632"/>
                </a:cubicBezTo>
                <a:lnTo>
                  <a:pt x="0" y="246888"/>
                </a:lnTo>
                <a:moveTo>
                  <a:pt x="576072" y="100584"/>
                </a:moveTo>
                <a:cubicBezTo>
                  <a:pt x="576072" y="100584"/>
                  <a:pt x="566928" y="109728"/>
                  <a:pt x="557784" y="109728"/>
                </a:cubicBezTo>
                <a:cubicBezTo>
                  <a:pt x="521208" y="109728"/>
                  <a:pt x="493776" y="128016"/>
                  <a:pt x="475488" y="146304"/>
                </a:cubicBezTo>
                <a:cubicBezTo>
                  <a:pt x="457200" y="173736"/>
                  <a:pt x="448056" y="201168"/>
                  <a:pt x="448056" y="246888"/>
                </a:cubicBezTo>
                <a:lnTo>
                  <a:pt x="448056" y="265176"/>
                </a:lnTo>
                <a:cubicBezTo>
                  <a:pt x="448056" y="265176"/>
                  <a:pt x="448056" y="274320"/>
                  <a:pt x="457200" y="274320"/>
                </a:cubicBezTo>
                <a:lnTo>
                  <a:pt x="548640" y="274320"/>
                </a:lnTo>
                <a:cubicBezTo>
                  <a:pt x="557784" y="274320"/>
                  <a:pt x="557784" y="283464"/>
                  <a:pt x="557784" y="283464"/>
                </a:cubicBezTo>
                <a:lnTo>
                  <a:pt x="557784" y="484632"/>
                </a:lnTo>
                <a:cubicBezTo>
                  <a:pt x="557784" y="493776"/>
                  <a:pt x="557784" y="493776"/>
                  <a:pt x="548640" y="493776"/>
                </a:cubicBezTo>
                <a:lnTo>
                  <a:pt x="338328" y="493776"/>
                </a:lnTo>
                <a:cubicBezTo>
                  <a:pt x="338328" y="493776"/>
                  <a:pt x="329184" y="493776"/>
                  <a:pt x="329184" y="484632"/>
                </a:cubicBezTo>
                <a:lnTo>
                  <a:pt x="329184" y="246888"/>
                </a:lnTo>
                <a:cubicBezTo>
                  <a:pt x="329184" y="201168"/>
                  <a:pt x="338328" y="164592"/>
                  <a:pt x="356616" y="128016"/>
                </a:cubicBezTo>
                <a:cubicBezTo>
                  <a:pt x="374904" y="82296"/>
                  <a:pt x="402336" y="54864"/>
                  <a:pt x="438912" y="36576"/>
                </a:cubicBezTo>
                <a:cubicBezTo>
                  <a:pt x="475488" y="18288"/>
                  <a:pt x="512064" y="0"/>
                  <a:pt x="557784" y="0"/>
                </a:cubicBezTo>
                <a:cubicBezTo>
                  <a:pt x="566928" y="0"/>
                  <a:pt x="576072" y="9144"/>
                  <a:pt x="576072" y="9144"/>
                </a:cubicBezTo>
                <a:lnTo>
                  <a:pt x="576072" y="100584"/>
                </a:lnTo>
              </a:path>
            </a:pathLst>
          </a:custGeom>
          <a:solidFill>
            <a:schemeClr val="accent3">
              <a:lumMod val="20000"/>
              <a:lumOff val="80000"/>
              <a:alpha val="70000"/>
            </a:schemeClr>
          </a:solidFill>
        </p:spPr>
        <p:txBody>
          <a:bodyPr>
            <a:noAutofit/>
          </a:bodyPr>
          <a:p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3083243" y="2500947"/>
            <a:ext cx="2656840" cy="70294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FFFF"/>
                </a:solidFill>
                <a:latin typeface="+mn-ea"/>
                <a:cs typeface="+mn-ea"/>
              </a:rPr>
              <a:t>灵活、回放、时间效率</a:t>
            </a:r>
            <a:r>
              <a:rPr lang="zh-CN" altLang="en-US" sz="1200" dirty="0">
                <a:solidFill>
                  <a:srgbClr val="FFFFFF"/>
                </a:solidFill>
                <a:latin typeface="+mn-ea"/>
                <a:cs typeface="+mn-ea"/>
              </a:rPr>
              <a:t>高</a:t>
            </a:r>
            <a:endParaRPr lang="zh-CN" altLang="en-US" sz="1200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11"/>
            </p:custDataLst>
          </p:nvPr>
        </p:nvSpPr>
        <p:spPr>
          <a:xfrm>
            <a:off x="3083243" y="2128202"/>
            <a:ext cx="2656840" cy="3422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n-ea"/>
              </a:rPr>
              <a:t>线上</a:t>
            </a:r>
            <a:r>
              <a:rPr lang="zh-CN" altLang="en-US" sz="1600" b="1">
                <a:solidFill>
                  <a:srgbClr val="FFFFFF"/>
                </a:solidFill>
                <a:latin typeface="+mn-ea"/>
                <a:cs typeface="+mn-ea"/>
              </a:rPr>
              <a:t>直播课</a:t>
            </a:r>
            <a:endParaRPr lang="zh-CN" altLang="en-US" sz="16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" name="矩形 1"/>
          <p:cNvSpPr/>
          <p:nvPr>
            <p:custDataLst>
              <p:tags r:id="rId12"/>
            </p:custDataLst>
          </p:nvPr>
        </p:nvSpPr>
        <p:spPr>
          <a:xfrm>
            <a:off x="1981517" y="3560762"/>
            <a:ext cx="2656840" cy="3422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latin typeface="+mn-ea"/>
                <a:cs typeface="+mn-ea"/>
              </a:rPr>
              <a:t>线下</a:t>
            </a:r>
            <a:r>
              <a:rPr lang="zh-CN" altLang="en-US" sz="1600" b="1" dirty="0">
                <a:solidFill>
                  <a:srgbClr val="FFFFFF"/>
                </a:solidFill>
                <a:latin typeface="+mn-ea"/>
                <a:cs typeface="+mn-ea"/>
              </a:rPr>
              <a:t>课</a:t>
            </a:r>
            <a:endParaRPr lang="zh-CN" altLang="en-US" sz="16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3" name="矩形 2"/>
          <p:cNvSpPr/>
          <p:nvPr>
            <p:custDataLst>
              <p:tags r:id="rId13"/>
            </p:custDataLst>
          </p:nvPr>
        </p:nvSpPr>
        <p:spPr>
          <a:xfrm>
            <a:off x="2431733" y="4914582"/>
            <a:ext cx="2656840" cy="3422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000000"/>
                </a:solidFill>
                <a:latin typeface="+mn-ea"/>
                <a:cs typeface="+mn-ea"/>
              </a:rPr>
              <a:t>现存</a:t>
            </a:r>
            <a:r>
              <a:rPr lang="zh-CN" altLang="en-US" sz="1600" b="1">
                <a:solidFill>
                  <a:srgbClr val="000000"/>
                </a:solidFill>
                <a:latin typeface="+mn-ea"/>
                <a:cs typeface="+mn-ea"/>
              </a:rPr>
              <a:t>网课</a:t>
            </a:r>
            <a:endParaRPr lang="zh-CN" altLang="en-US" sz="1600" b="1">
              <a:solidFill>
                <a:srgbClr val="000000"/>
              </a:solidFill>
              <a:latin typeface="+mn-ea"/>
              <a:cs typeface="+mn-ea"/>
            </a:endParaRPr>
          </a:p>
        </p:txBody>
      </p:sp>
      <p:pic>
        <p:nvPicPr>
          <p:cNvPr id="8" name="图片 7" descr="高数线上记录邹誉德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2545" y="743585"/>
            <a:ext cx="5282565" cy="2660650"/>
          </a:xfrm>
          <a:prstGeom prst="rect">
            <a:avLst/>
          </a:prstGeom>
        </p:spPr>
      </p:pic>
      <p:pic>
        <p:nvPicPr>
          <p:cNvPr id="9" name="图片 8" descr="邹誉德线下记录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1440" y="3504565"/>
            <a:ext cx="4351655" cy="3263265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帮扶</a:t>
            </a:r>
            <a:r>
              <a:rPr lang="zh-CN" altLang="en-US" dirty="0"/>
              <a:t>技巧</a:t>
            </a:r>
            <a:endParaRPr lang="zh-CN" altLang="en-US" dirty="0"/>
          </a:p>
        </p:txBody>
      </p:sp>
      <p:sp>
        <p:nvSpPr>
          <p:cNvPr id="3" name="矩形: 圆角 2"/>
          <p:cNvSpPr/>
          <p:nvPr>
            <p:custDataLst>
              <p:tags r:id="rId2"/>
            </p:custDataLst>
          </p:nvPr>
        </p:nvSpPr>
        <p:spPr>
          <a:xfrm>
            <a:off x="696595" y="2414509"/>
            <a:ext cx="3230435" cy="3105333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961406" y="3647752"/>
            <a:ext cx="2702719" cy="16053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设置每日一题、每日知识点等日常打卡活动，养成学习习惯、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积少成多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圆角矩形 9"/>
          <p:cNvSpPr/>
          <p:nvPr>
            <p:custDataLst>
              <p:tags r:id="rId4"/>
            </p:custDataLst>
          </p:nvPr>
        </p:nvSpPr>
        <p:spPr>
          <a:xfrm>
            <a:off x="961406" y="1977603"/>
            <a:ext cx="694096" cy="68012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+mn-ea"/>
                <a:cs typeface="+mn-ea"/>
                <a:sym typeface="+mn-ea"/>
              </a:rPr>
              <a:t>01</a:t>
            </a:r>
            <a:endParaRPr lang="en-US" altLang="zh-CN" sz="2000" b="1" dirty="0"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964581" y="2832999"/>
            <a:ext cx="2703989" cy="4553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日常</a:t>
            </a: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学习</a:t>
            </a: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打卡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2" name="矩形: 圆角 2"/>
          <p:cNvSpPr/>
          <p:nvPr>
            <p:custDataLst>
              <p:tags r:id="rId6"/>
            </p:custDataLst>
          </p:nvPr>
        </p:nvSpPr>
        <p:spPr>
          <a:xfrm>
            <a:off x="4481418" y="2414509"/>
            <a:ext cx="3230435" cy="3105333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4746228" y="3652832"/>
            <a:ext cx="2702719" cy="16053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通过布置单元测试卷、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开展习题课等方式，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加强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对于习题的练习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圆角矩形 13"/>
          <p:cNvSpPr/>
          <p:nvPr>
            <p:custDataLst>
              <p:tags r:id="rId8"/>
            </p:custDataLst>
          </p:nvPr>
        </p:nvSpPr>
        <p:spPr>
          <a:xfrm>
            <a:off x="4746228" y="1977603"/>
            <a:ext cx="694096" cy="68012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+mn-ea"/>
                <a:cs typeface="+mn-ea"/>
                <a:sym typeface="+mn-ea"/>
              </a:rPr>
              <a:t>02</a:t>
            </a:r>
            <a:endParaRPr lang="en-US" altLang="zh-CN" sz="2000" b="1" dirty="0">
              <a:latin typeface="+mn-ea"/>
              <a:cs typeface="+mn-ea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4751944" y="2845064"/>
            <a:ext cx="2703989" cy="44325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重视</a:t>
            </a: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练习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3" name="矩形: 圆角 2"/>
          <p:cNvSpPr/>
          <p:nvPr>
            <p:custDataLst>
              <p:tags r:id="rId10"/>
            </p:custDataLst>
          </p:nvPr>
        </p:nvSpPr>
        <p:spPr>
          <a:xfrm>
            <a:off x="8266240" y="2414509"/>
            <a:ext cx="3230435" cy="3105333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矩形 15"/>
          <p:cNvSpPr/>
          <p:nvPr>
            <p:custDataLst>
              <p:tags r:id="rId11"/>
            </p:custDataLst>
          </p:nvPr>
        </p:nvSpPr>
        <p:spPr>
          <a:xfrm>
            <a:off x="8531051" y="3647752"/>
            <a:ext cx="2702719" cy="16053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鼓励同学们在群内积极提问、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相互交流，互帮互助，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教学相长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5" name="圆角矩形 64"/>
          <p:cNvSpPr/>
          <p:nvPr>
            <p:custDataLst>
              <p:tags r:id="rId12"/>
            </p:custDataLst>
          </p:nvPr>
        </p:nvSpPr>
        <p:spPr>
          <a:xfrm>
            <a:off x="8531051" y="1977603"/>
            <a:ext cx="694096" cy="68012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latin typeface="+mn-ea"/>
                <a:cs typeface="+mn-ea"/>
                <a:sym typeface="+mn-ea"/>
              </a:rPr>
              <a:t>03</a:t>
            </a:r>
            <a:endParaRPr lang="en-US" altLang="zh-CN" sz="2000" b="1" dirty="0">
              <a:latin typeface="+mn-ea"/>
              <a:cs typeface="+mn-ea"/>
              <a:sym typeface="+mn-ea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 flipV="1">
            <a:off x="882026" y="3452160"/>
            <a:ext cx="284433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14"/>
            </p:custDataLst>
          </p:nvPr>
        </p:nvCxnSpPr>
        <p:spPr>
          <a:xfrm>
            <a:off x="4666849" y="3452160"/>
            <a:ext cx="284433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>
            <p:custDataLst>
              <p:tags r:id="rId15"/>
            </p:custDataLst>
          </p:nvPr>
        </p:nvCxnSpPr>
        <p:spPr>
          <a:xfrm flipV="1">
            <a:off x="8451671" y="3452160"/>
            <a:ext cx="284433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>
            <p:custDataLst>
              <p:tags r:id="rId16"/>
            </p:custDataLst>
          </p:nvPr>
        </p:nvSpPr>
        <p:spPr>
          <a:xfrm>
            <a:off x="8531051" y="2850145"/>
            <a:ext cx="2703989" cy="44325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chemeClr val="accent1"/>
                </a:solidFill>
                <a:latin typeface="+mn-ea"/>
                <a:cs typeface="+mn-ea"/>
              </a:rPr>
              <a:t>建立交流</a:t>
            </a:r>
            <a:r>
              <a:rPr lang="zh-CN" altLang="en-US" sz="2200" b="1" dirty="0">
                <a:solidFill>
                  <a:schemeClr val="accent1"/>
                </a:solidFill>
                <a:latin typeface="+mn-ea"/>
                <a:cs typeface="+mn-ea"/>
              </a:rPr>
              <a:t>群</a:t>
            </a:r>
            <a:endParaRPr lang="zh-CN" altLang="en-US" sz="22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024380" y="4012399"/>
            <a:ext cx="6979920" cy="1364273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帮扶效果的评估与反馈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2024380" y="1755648"/>
            <a:ext cx="2224532" cy="18653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03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/data/temp/d4d1630d-0d35-11ef-8d96-a683fab2fa44.jpg@base@tag=imgScale&amp;m=1&amp;w=1761&amp;h=1903&amp;q=95d4d1630d-0d35-11ef-8d96-a683fab2fa44"/>
          <p:cNvPicPr/>
          <p:nvPr>
            <p:custDataLst>
              <p:tags r:id="rId1"/>
            </p:custDataLst>
          </p:nvPr>
        </p:nvPicPr>
        <p:blipFill>
          <a:blip r:embed="rId2"/>
          <a:srcRect l="3644" r="3820"/>
        </p:blipFill>
        <p:spPr>
          <a:xfrm>
            <a:off x="5846445" y="0"/>
            <a:ext cx="6345555" cy="6857365"/>
          </a:xfrm>
          <a:prstGeom prst="rect">
            <a:avLst/>
          </a:prstGeom>
          <a:blipFill rotWithShape="1">
            <a:blip r:embed="rId3"/>
            <a:stretch>
              <a:fillRect t="-1000" r="-2000" b="-1000"/>
            </a:stretch>
          </a:blipFill>
          <a:ln w="6350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sp>
        <p:nvSpPr>
          <p:cNvPr id="21" name="Rectangle 41735_#color-850&amp;1004"/>
          <p:cNvSpPr/>
          <p:nvPr>
            <p:custDataLst>
              <p:tags r:id="rId4"/>
            </p:custDataLst>
          </p:nvPr>
        </p:nvSpPr>
        <p:spPr>
          <a:xfrm>
            <a:off x="1030986" y="1897253"/>
            <a:ext cx="5715000" cy="4169664"/>
          </a:xfrm>
          <a:prstGeom prst="roundRect">
            <a:avLst>
              <a:gd name="adj" fmla="val 4985"/>
            </a:avLst>
          </a:prstGeom>
          <a:solidFill>
            <a:schemeClr val="lt1"/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定期评估帮扶效果</a:t>
            </a:r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6"/>
            </p:custDataLst>
          </p:nvPr>
        </p:nvSpPr>
        <p:spPr>
          <a:xfrm>
            <a:off x="1596185" y="2834845"/>
            <a:ext cx="4699000" cy="4838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采用问卷调查、</a:t>
            </a:r>
            <a:r>
              <a:rPr lang="zh-CN" altLang="en-US" sz="14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交流会等方式，全面了解帮扶效果。</a:t>
            </a:r>
            <a:endParaRPr lang="zh-CN" altLang="en-US" sz="140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1596820" y="2381455"/>
            <a:ext cx="4699000" cy="39687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评估方法</a:t>
            </a:r>
            <a:endParaRPr lang="zh-CN" altLang="en-US" sz="2000" b="1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1595550" y="5104335"/>
            <a:ext cx="4699000" cy="4838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持续跟踪帮扶效果，确保帮扶措施的有效性和可持续性。</a:t>
            </a:r>
            <a:endParaRPr lang="zh-CN" altLang="en-US" sz="140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>
            <a:off x="1596185" y="4650945"/>
            <a:ext cx="4699000" cy="39687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效果跟踪</a:t>
            </a:r>
            <a:endParaRPr lang="zh-CN" altLang="en-US" sz="2000" b="1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10"/>
            </p:custDataLst>
          </p:nvPr>
        </p:nvSpPr>
        <p:spPr>
          <a:xfrm>
            <a:off x="1596185" y="3969590"/>
            <a:ext cx="4699000" cy="4838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建立定期反馈机制，及时发现问题，调整帮扶策略。</a:t>
            </a:r>
            <a:endParaRPr lang="zh-CN" altLang="en-US" sz="140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11"/>
            </p:custDataLst>
          </p:nvPr>
        </p:nvSpPr>
        <p:spPr>
          <a:xfrm>
            <a:off x="1596820" y="3516200"/>
            <a:ext cx="4699000" cy="39687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反馈机制</a:t>
            </a:r>
            <a:endParaRPr lang="zh-CN" altLang="en-US" sz="2000" b="1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024380" y="4012399"/>
            <a:ext cx="6979920" cy="1364273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帮扶过程中的注意事项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2024380" y="1755648"/>
            <a:ext cx="2224532" cy="18653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04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注意事项</a:t>
            </a:r>
            <a:endParaRPr lang="zh-CN" altLang="en-US" dirty="0"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695960" y="1918018"/>
            <a:ext cx="3599046" cy="3585964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>
            <a:outerShdw blurRad="1016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4295140" y="1918018"/>
            <a:ext cx="3599046" cy="3585964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>
            <a:outerShdw blurRad="1016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>
            <a:off x="843280" y="3081655"/>
            <a:ext cx="3248660" cy="2234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solidFill>
                  <a:srgbClr val="262626"/>
                </a:solidFill>
                <a:latin typeface="+mn-ea"/>
                <a:cs typeface="+mn-ea"/>
              </a:rPr>
              <a:t>在帮扶过程中，可以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对帮扶对象的积极参与给予及时肯定和鼓励，增强他们的自信心和学习动力。</a:t>
            </a:r>
            <a:endParaRPr lang="zh-CN" altLang="en-US" sz="1400" kern="0" dirty="0">
              <a:solidFill>
                <a:srgbClr val="262626"/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843280" y="2139315"/>
            <a:ext cx="3248660" cy="65024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及时肯定与鼓励</a:t>
            </a:r>
            <a:endParaRPr lang="zh-CN" altLang="en-US" sz="2000" b="1" kern="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6"/>
            </p:custDataLst>
          </p:nvPr>
        </p:nvSpPr>
        <p:spPr>
          <a:xfrm>
            <a:off x="847090" y="2306955"/>
            <a:ext cx="71628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/>
          </a:p>
        </p:txBody>
      </p:sp>
      <p:sp>
        <p:nvSpPr>
          <p:cNvPr id="23" name="矩形 22"/>
          <p:cNvSpPr/>
          <p:nvPr>
            <p:custDataLst>
              <p:tags r:id="rId7"/>
            </p:custDataLst>
          </p:nvPr>
        </p:nvSpPr>
        <p:spPr>
          <a:xfrm>
            <a:off x="7896860" y="1918018"/>
            <a:ext cx="3599046" cy="3585964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>
            <a:outerShdw blurRad="1016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8"/>
            </p:custDataLst>
          </p:nvPr>
        </p:nvSpPr>
        <p:spPr>
          <a:xfrm>
            <a:off x="4470400" y="3081655"/>
            <a:ext cx="3248660" cy="2234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solidFill>
                  <a:srgbClr val="262626"/>
                </a:solidFill>
                <a:latin typeface="+mn-ea"/>
                <a:cs typeface="+mn-ea"/>
              </a:rPr>
              <a:t>帮扶课程的定位应该是作为正课的辅助，起到补弱、强化的作用，而不是替代正常的课堂学习。应当分清主次，避免</a:t>
            </a:r>
            <a:r>
              <a:rPr lang="zh-CN" altLang="en-US" sz="1400" kern="0" dirty="0">
                <a:solidFill>
                  <a:srgbClr val="262626"/>
                </a:solidFill>
                <a:latin typeface="+mn-ea"/>
                <a:cs typeface="+mn-ea"/>
              </a:rPr>
              <a:t>本末倒置。</a:t>
            </a:r>
            <a:endParaRPr lang="zh-CN" altLang="en-US" sz="1400" kern="0" dirty="0">
              <a:solidFill>
                <a:srgbClr val="262626"/>
              </a:solidFill>
              <a:latin typeface="+mn-ea"/>
              <a:cs typeface="+mn-ea"/>
            </a:endParaRPr>
          </a:p>
        </p:txBody>
      </p:sp>
      <p:sp>
        <p:nvSpPr>
          <p:cNvPr id="3" name="矩形 2"/>
          <p:cNvSpPr/>
          <p:nvPr>
            <p:custDataLst>
              <p:tags r:id="rId9"/>
            </p:custDataLst>
          </p:nvPr>
        </p:nvSpPr>
        <p:spPr>
          <a:xfrm>
            <a:off x="4470400" y="2139315"/>
            <a:ext cx="3248660" cy="65024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0">
                <a:solidFill>
                  <a:schemeClr val="accent1"/>
                </a:solidFill>
                <a:latin typeface="+mn-ea"/>
                <a:cs typeface="+mn-ea"/>
              </a:rPr>
              <a:t>帮扶课程应为</a:t>
            </a:r>
            <a:r>
              <a:rPr lang="zh-CN" altLang="en-US" sz="2000" b="1" kern="0" dirty="0">
                <a:solidFill>
                  <a:schemeClr val="accent1"/>
                </a:solidFill>
                <a:latin typeface="+mn-ea"/>
                <a:cs typeface="+mn-ea"/>
              </a:rPr>
              <a:t>辅助</a:t>
            </a:r>
            <a:endParaRPr lang="zh-CN" altLang="en-US" sz="2000" b="1" kern="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4" name="矩形 3"/>
          <p:cNvSpPr/>
          <p:nvPr>
            <p:custDataLst>
              <p:tags r:id="rId10"/>
            </p:custDataLst>
          </p:nvPr>
        </p:nvSpPr>
        <p:spPr>
          <a:xfrm>
            <a:off x="4474210" y="2306955"/>
            <a:ext cx="71628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11"/>
            </p:custDataLst>
          </p:nvPr>
        </p:nvSpPr>
        <p:spPr>
          <a:xfrm>
            <a:off x="8101330" y="3081655"/>
            <a:ext cx="3248660" cy="2234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400" kern="0" dirty="0">
                <a:solidFill>
                  <a:srgbClr val="262626"/>
                </a:solidFill>
                <a:latin typeface="+mn-ea"/>
                <a:cs typeface="+mn-ea"/>
              </a:rPr>
              <a:t>需要注意帮扶任务的强度，避免任务压力过大。帮扶课程的目的应当是为同学们减负，而不是</a:t>
            </a:r>
            <a:r>
              <a:rPr lang="zh-CN" altLang="en-US" sz="1400" kern="0" dirty="0">
                <a:solidFill>
                  <a:srgbClr val="262626"/>
                </a:solidFill>
                <a:latin typeface="+mn-ea"/>
                <a:cs typeface="+mn-ea"/>
              </a:rPr>
              <a:t>增压。</a:t>
            </a:r>
            <a:endParaRPr lang="zh-CN" altLang="en-US" sz="1400" kern="0" dirty="0">
              <a:solidFill>
                <a:srgbClr val="262626"/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>
            <p:custDataLst>
              <p:tags r:id="rId12"/>
            </p:custDataLst>
          </p:nvPr>
        </p:nvSpPr>
        <p:spPr>
          <a:xfrm>
            <a:off x="8101330" y="2139315"/>
            <a:ext cx="3248660" cy="65024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0">
                <a:solidFill>
                  <a:schemeClr val="accent1"/>
                </a:solidFill>
                <a:latin typeface="+mn-ea"/>
                <a:cs typeface="+mn-ea"/>
              </a:rPr>
              <a:t>注意帮扶</a:t>
            </a:r>
            <a:r>
              <a:rPr lang="zh-CN" altLang="en-US" sz="2000" b="1" kern="0" dirty="0">
                <a:solidFill>
                  <a:schemeClr val="accent1"/>
                </a:solidFill>
                <a:latin typeface="+mn-ea"/>
                <a:cs typeface="+mn-ea"/>
              </a:rPr>
              <a:t>的强度</a:t>
            </a:r>
            <a:endParaRPr lang="zh-CN" altLang="en-US" sz="2000" b="1" kern="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13"/>
            </p:custDataLst>
          </p:nvPr>
        </p:nvSpPr>
        <p:spPr>
          <a:xfrm>
            <a:off x="8105140" y="2306955"/>
            <a:ext cx="71628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/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977640" y="2077848"/>
            <a:ext cx="6745513" cy="1802960"/>
          </a:xfrm>
        </p:spPr>
        <p:txBody>
          <a:bodyPr wrap="square">
            <a:normAutofit/>
          </a:bodyPr>
          <a:lstStyle/>
          <a:p>
            <a:r>
              <a:rPr lang="zh-CN" altLang="en-US"/>
              <a:t>祝大家</a:t>
            </a:r>
            <a:r>
              <a:rPr lang="zh-CN" altLang="en-US"/>
              <a:t>工作顺利！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UNIT_TYPE" val="i"/>
  <p:tag name="KSO_WM_UNIT_INDEX" val="10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9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288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288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88"/>
  <p:tag name="KSO_WM_TEMPLATE_THUMBS_INDEX" val="1、9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288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288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88"/>
  <p:tag name="KSO_WM_TEMPLATE_THUMBS_INDEX" val="1、9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7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7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288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288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88"/>
  <p:tag name="KSO_WM_TEMPLATE_THUMBS_INDEX" val="1、9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288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288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88"/>
  <p:tag name="KSO_WM_TEMPLATE_THUMBS_INDEX" val="1、9"/>
</p:tagLst>
</file>

<file path=ppt/tags/tag20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288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288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88"/>
  <p:tag name="KSO_WM_TEMPLATE_THUMBS_INDEX" val="1、9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3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288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288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88"/>
  <p:tag name="KSO_WM_TEMPLATE_THUMBS_INDEX" val="1、9"/>
</p:tagLst>
</file>

<file path=ppt/tags/tag2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88_1*a*1"/>
  <p:tag name="KSO_WM_TEMPLATE_CATEGORY" val="custom"/>
  <p:tag name="KSO_WM_TEMPLATE_INDEX" val="20233288"/>
  <p:tag name="KSO_WM_UNIT_LAYERLEVEL" val="1"/>
  <p:tag name="KSO_WM_TAG_VERSION" val="3.0"/>
  <p:tag name="KSO_WM_BEAUTIFY_FLAG" val="#wm#"/>
  <p:tag name="KSO_WM_UNIT_PRESET_TEXT" val="单击此处添加&#10;文档标题内容"/>
</p:tagLst>
</file>

<file path=ppt/tags/tag245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288_1*f*4"/>
  <p:tag name="KSO_WM_TEMPLATE_CATEGORY" val="custom"/>
  <p:tag name="KSO_WM_TEMPLATE_INDEX" val="20233288"/>
  <p:tag name="KSO_WM_UNIT_LAYERLEVEL" val="1"/>
  <p:tag name="KSO_WM_TAG_VERSION" val="3.0"/>
  <p:tag name="KSO_WM_BEAUTIFY_FLAG" val="#wm#"/>
  <p:tag name="KSO_WM_UNIT_PRESET_TEXT" val="汇报人：WPS"/>
</p:tagLst>
</file>

<file path=ppt/tags/tag246.xml><?xml version="1.0" encoding="utf-8"?>
<p:tagLst xmlns:p="http://schemas.openxmlformats.org/presentationml/2006/main">
  <p:tag name="KSO_WM_SLIDE_ID" val="custom202332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288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88_6*a*1"/>
  <p:tag name="KSO_WM_TEMPLATE_CATEGORY" val="custom"/>
  <p:tag name="KSO_WM_TEMPLATE_INDEX" val="20233288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PRESET_TEXT" val="目录"/>
  <p:tag name="KSO_WM_UNIT_TEXT_FILL_FORE_SCHEMECOLOR_INDEX" val="5"/>
  <p:tag name="KSO_WM_UNIT_TEXT_FILL_TYPE" val="1"/>
  <p:tag name="KSO_WM_UNIT_USESOURCEFORMAT_APPLY" val="0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3288_6*l_h_i*1_1_1"/>
  <p:tag name="KSO_WM_TEMPLATE_CATEGORY" val="custom"/>
  <p:tag name="KSO_WM_TEMPLATE_INDEX" val="2023328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3.279296875,&quot;left&quot;:394.59118168868406,&quot;top&quot;:197.63802872785428,&quot;width&quot;:466.879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5"/>
  <p:tag name="KSO_WM_UNIT_TEXT_FILL_TYPE" val="1"/>
  <p:tag name="KSO_WM_UNIT_USESOURCEFORMAT_APPLY" val="0"/>
</p:tagLst>
</file>

<file path=ppt/tags/tag2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3288_6*l_h_a*1_1_1"/>
  <p:tag name="KSO_WM_TEMPLATE_CATEGORY" val="custom"/>
  <p:tag name="KSO_WM_TEMPLATE_INDEX" val="2023328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3.279296875,&quot;left&quot;:394.59118168868406,&quot;top&quot;:197.63802872785428,&quot;width&quot;:466.879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  <p:tag name="KSO_WM_UNIT_TEXT_FILL_FORE_SCHEMECOLOR_INDEX" val="13"/>
  <p:tag name="KSO_WM_UNIT_TEXT_FILL_TYPE" val="1"/>
  <p:tag name="KSO_WM_UNIT_USESOURCEFORMAT_APPLY" val="0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3288_6*l_h_i*1_4_1"/>
  <p:tag name="KSO_WM_TEMPLATE_CATEGORY" val="custom"/>
  <p:tag name="KSO_WM_TEMPLATE_INDEX" val="2023328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3.279296875,&quot;left&quot;:394.59118168868406,&quot;top&quot;:197.63802872785428,&quot;width&quot;:466.879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TEXT_FILL_FORE_SCHEMECOLOR_INDEX" val="5"/>
  <p:tag name="KSO_WM_UNIT_TEXT_FILL_TYPE" val="1"/>
  <p:tag name="KSO_WM_UNIT_USESOURCEFORMAT_APPLY" val="0"/>
</p:tagLst>
</file>

<file path=ppt/tags/tag2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3288_6*l_h_a*1_4_1"/>
  <p:tag name="KSO_WM_TEMPLATE_CATEGORY" val="custom"/>
  <p:tag name="KSO_WM_TEMPLATE_INDEX" val="2023328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3.279296875,&quot;left&quot;:394.59118168868406,&quot;top&quot;:197.63802872785428,&quot;width&quot;:466.879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  <p:tag name="KSO_WM_UNIT_TEXT_FILL_FORE_SCHEMECOLOR_INDEX" val="13"/>
  <p:tag name="KSO_WM_UNIT_TEXT_FILL_TYPE" val="1"/>
  <p:tag name="KSO_WM_UNIT_USESOURCEFORMAT_APPLY" val="0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3288_6*l_h_i*1_2_1"/>
  <p:tag name="KSO_WM_TEMPLATE_CATEGORY" val="custom"/>
  <p:tag name="KSO_WM_TEMPLATE_INDEX" val="2023328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3.279296875,&quot;left&quot;:394.59118168868406,&quot;top&quot;:197.63802872785428,&quot;width&quot;:466.879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5"/>
  <p:tag name="KSO_WM_UNIT_TEXT_FILL_TYPE" val="1"/>
  <p:tag name="KSO_WM_UNIT_USESOURCEFORMAT_APPLY" val="0"/>
</p:tagLst>
</file>

<file path=ppt/tags/tag2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3288_6*l_h_a*1_2_1"/>
  <p:tag name="KSO_WM_TEMPLATE_CATEGORY" val="custom"/>
  <p:tag name="KSO_WM_TEMPLATE_INDEX" val="2023328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3.279296875,&quot;left&quot;:394.59118168868406,&quot;top&quot;:197.63802872785428,&quot;width&quot;:466.879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  <p:tag name="KSO_WM_UNIT_TEXT_FILL_FORE_SCHEMECOLOR_INDEX" val="13"/>
  <p:tag name="KSO_WM_UNIT_TEXT_FILL_TYPE" val="1"/>
  <p:tag name="KSO_WM_UNIT_USESOURCEFORMAT_APPLY" val="0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3288_6*l_h_i*1_3_1"/>
  <p:tag name="KSO_WM_TEMPLATE_CATEGORY" val="custom"/>
  <p:tag name="KSO_WM_TEMPLATE_INDEX" val="2023328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3.279296875,&quot;left&quot;:394.59118168868406,&quot;top&quot;:197.63802872785428,&quot;width&quot;:466.879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5"/>
  <p:tag name="KSO_WM_UNIT_TEXT_FILL_TYPE" val="1"/>
  <p:tag name="KSO_WM_UNIT_USESOURCEFORMAT_APPLY" val="0"/>
</p:tagLst>
</file>

<file path=ppt/tags/tag2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3288_6*l_h_a*1_3_1"/>
  <p:tag name="KSO_WM_TEMPLATE_CATEGORY" val="custom"/>
  <p:tag name="KSO_WM_TEMPLATE_INDEX" val="2023328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3.279296875,&quot;left&quot;:394.59118168868406,&quot;top&quot;:197.63802872785428,&quot;width&quot;:466.87921142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  <p:tag name="KSO_WM_UNIT_TEXT_FILL_FORE_SCHEMECOLOR_INDEX" val="13"/>
  <p:tag name="KSO_WM_UNIT_TEXT_FILL_TYPE" val="1"/>
  <p:tag name="KSO_WM_UNIT_USESOURCEFORMAT_APPLY" val="0"/>
</p:tagLst>
</file>

<file path=ppt/tags/tag256.xml><?xml version="1.0" encoding="utf-8"?>
<p:tagLst xmlns:p="http://schemas.openxmlformats.org/presentationml/2006/main">
  <p:tag name="KSO_WM_SLIDE_ID" val="custom20233288_6"/>
  <p:tag name="KSO_WM_TEMPLATE_SUBCATEGORY" val="29"/>
  <p:tag name="KSO_WM_TEMPLATE_MASTER_TYPE" val="0"/>
  <p:tag name="KSO_WM_TEMPLATE_COLOR_TYPE" val="0"/>
  <p:tag name="KSO_WM_SLIDE_ITEM_CNT" val="6"/>
  <p:tag name="KSO_WM_SLIDE_INDEX" val="6"/>
  <p:tag name="KSO_WM_TAG_VERSION" val="3.0"/>
  <p:tag name="KSO_WM_BEAUTIFY_FLAG" val="#wm#"/>
  <p:tag name="KSO_WM_TEMPLATE_CATEGORY" val="custom"/>
  <p:tag name="KSO_WM_TEMPLATE_INDEX" val="20233288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88_7*a*1"/>
  <p:tag name="KSO_WM_TEMPLATE_CATEGORY" val="custom"/>
  <p:tag name="KSO_WM_TEMPLATE_INDEX" val="20233288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25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88_7*e*1"/>
  <p:tag name="KSO_WM_TEMPLATE_CATEGORY" val="custom"/>
  <p:tag name="KSO_WM_TEMPLATE_INDEX" val="20233288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1"/>
</p:tagLst>
</file>

<file path=ppt/tags/tag259.xml><?xml version="1.0" encoding="utf-8"?>
<p:tagLst xmlns:p="http://schemas.openxmlformats.org/presentationml/2006/main">
  <p:tag name="KSO_WM_SLIDE_ID" val="custom20233288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88"/>
  <p:tag name="KSO_WM_SLIDE_TYPE" val="sectionTitle"/>
  <p:tag name="KSO_WM_SLIDE_SUBTYPE" val="pureTxt"/>
  <p:tag name="KSO_WM_SLIDE_LAYOUT" val="a_e"/>
  <p:tag name="KSO_WM_SLIDE_LAYOUT_CNT" val="1_1"/>
</p:tagLst>
</file>

<file path=ppt/tags/tag2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2484_1*i*1"/>
  <p:tag name="KSO_WM_TEMPLATE_CATEGORY" val="custom"/>
  <p:tag name="KSO_WM_TEMPLATE_INDEX" val="20232484"/>
  <p:tag name="KSO_WM_UNIT_LAYERLEVEL" val="1"/>
  <p:tag name="KSO_WM_TAG_VERSION" val="3.0"/>
  <p:tag name="KSO_WM_UNIT_FILL_FORE_SCHEMECOLOR_INDEX" val="2"/>
  <p:tag name="KSO_WM_UNIT_FILL_TYPE" val="1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2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2484_1*a*1"/>
  <p:tag name="KSO_WM_TEMPLATE_CATEGORY" val="custom"/>
  <p:tag name="KSO_WM_TEMPLATE_INDEX" val="20232484"/>
  <p:tag name="KSO_WM_UNIT_LAYERLEVEL" val="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DIAGRAM_GROUP_CODE" val="l1-1"/>
  <p:tag name="KSO_WM_UNIT_USESOURCEFORMAT_APPLY" val="0"/>
  <p:tag name="KSO_WM_UNIT_PRESET_TEXT" val="单击此处添加标题"/>
</p:tagLst>
</file>

<file path=ppt/tags/tag26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76_3*l_h_f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999999995,&quot;left&quot;:117.12503937007872,&quot;top&quot;:347.5499212598425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你的项正文，请尽量言简意赅的阐述观点，单击此处输入你的项正文。"/>
  <p:tag name="KSO_WM_UNIT_USESOURCEFORMAT_APPLY" val="0"/>
</p:tagLst>
</file>

<file path=ppt/tags/tag26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76_3*l_h_a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999999995,&quot;left&quot;:117.12503937007872,&quot;top&quot;:347.5499212598425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添加项标题"/>
  <p:tag name="KSO_WM_UNIT_USESOURCEFORMAT_APPLY" val="0"/>
</p:tagLst>
</file>

<file path=ppt/tags/tag26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2476_3*l_h_f*1_3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999999995,&quot;left&quot;:117.12503937007872,&quot;top&quot;:347.5499212598425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你的项正文，请尽量言简意赅的阐述观点，单击此处输入你的项正文。"/>
  <p:tag name="KSO_WM_UNIT_USESOURCEFORMAT_APPLY" val="0"/>
</p:tagLst>
</file>

<file path=ppt/tags/tag26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2476_3*l_h_a*1_3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999999995,&quot;left&quot;:117.12503937007872,&quot;top&quot;:347.5499212598425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添加项标题"/>
  <p:tag name="KSO_WM_UNIT_USESOURCEFORMAT_APPLY" val="0"/>
</p:tagLst>
</file>

<file path=ppt/tags/tag26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76_3*l_h_f*1_2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999999995,&quot;left&quot;:117.12503937007872,&quot;top&quot;:347.5499212598425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你的项正文，请尽量言简意赅的阐述观点，单击此处输入你的项正文。"/>
  <p:tag name="KSO_WM_UNIT_USESOURCEFORMAT_APPLY" val="0"/>
</p:tagLst>
</file>

<file path=ppt/tags/tag26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76_3*l_h_a*1_2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999999995,&quot;left&quot;:117.12503937007872,&quot;top&quot;:347.5499212598425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添加项标题"/>
  <p:tag name="KSO_WM_UNIT_USESOURCEFORMAT_APPLY" val="0"/>
</p:tagLst>
</file>

<file path=ppt/tags/tag268.xml><?xml version="1.0" encoding="utf-8"?>
<p:tagLst xmlns:p="http://schemas.openxmlformats.org/presentationml/2006/main">
  <p:tag name="KSO_WM_SLIDE_ID" val="custom20232484_1"/>
  <p:tag name="KSO_WM_TEMPLATE_SUBCATEGORY" val="0"/>
  <p:tag name="KSO_WM_TEMPLATE_MASTER_TYPE" val="0"/>
  <p:tag name="KSO_WM_TEMPLATE_COLOR_TYPE" val="0"/>
  <p:tag name="KSO_WM_SLIDE_ITEM_CNT" val="1"/>
  <p:tag name="KSO_WM_SLIDE_INDEX" val="1"/>
  <p:tag name="KSO_WM_TAG_VERSION" val="3.0"/>
  <p:tag name="KSO_WM_BEAUTIFY_FLAG" val="#wm#"/>
  <p:tag name="KSO_WM_TEMPLATE_CATEGORY" val="custom"/>
  <p:tag name="KSO_WM_TEMPLATE_INDEX" val="20233288"/>
  <p:tag name="KSO_WM_SLIDE_TYPE" val="text"/>
  <p:tag name="KSO_WM_SLIDE_SUBTYPE" val="picTxt"/>
  <p:tag name="KSO_WM_SLIDE_SIZE" val="745.9*95.95"/>
  <p:tag name="KSO_WM_SLIDE_POSITION" val="117.125*383.725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88_7*a*1"/>
  <p:tag name="KSO_WM_TEMPLATE_CATEGORY" val="custom"/>
  <p:tag name="KSO_WM_TEMPLATE_INDEX" val="20233288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27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88_7*e*1"/>
  <p:tag name="KSO_WM_TEMPLATE_CATEGORY" val="custom"/>
  <p:tag name="KSO_WM_TEMPLATE_INDEX" val="20233288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2"/>
</p:tagLst>
</file>

<file path=ppt/tags/tag271.xml><?xml version="1.0" encoding="utf-8"?>
<p:tagLst xmlns:p="http://schemas.openxmlformats.org/presentationml/2006/main">
  <p:tag name="KSO_WM_SLIDE_ID" val="custom20233288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88"/>
  <p:tag name="KSO_WM_SLIDE_TYPE" val="sectionTitle"/>
  <p:tag name="KSO_WM_SLIDE_SUBTYPE" val="pureTxt"/>
  <p:tag name="KSO_WM_SLIDE_LAYOUT" val="a_e"/>
  <p:tag name="KSO_WM_SLIDE_LAYOUT_CNT" val="1_1"/>
</p:tagLst>
</file>

<file path=ppt/tags/tag2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14"/>
  <p:tag name="KSO_WM_UNIT_TEXT_FILL_FORE_SCHEMECOLOR_INDEX" val="13"/>
  <p:tag name="KSO_WM_UNIT_TEXT_FILL_TYPE" val="1"/>
  <p:tag name="KSO_WM_UNIT_USESOURCEFORMAT_APPLY" val="0"/>
  <p:tag name="KSO_WM_TEMPLATE_INDEX" val="20231928"/>
  <p:tag name="KSO_WM_UNIT_ID" val="custom20231928_1*a*1"/>
  <p:tag name="KSO_WM_UNIT_PRESET_TEXT" val="单击此处添加标题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2475_1*l_h_i*1_3_1"/>
  <p:tag name="KSO_WM_TEMPLATE_CATEGORY" val="diagram"/>
  <p:tag name="KSO_WM_TEMPLATE_INDEX" val="20232475"/>
  <p:tag name="KSO_WM_UNIT_LAYERLEVEL" val="1_1_1"/>
  <p:tag name="KSO_WM_TAG_VERSION" val="3.0"/>
  <p:tag name="KSO_WM_BEAUTIFY_FLAG" val="#wm#"/>
  <p:tag name="KSO_WM_DIAGRAM_VERSION" val="3"/>
  <p:tag name="KSO_WM_DIAGRAM_COLOR_TRICK" val="3"/>
  <p:tag name="KSO_WM_DIAGRAM_COLOR_TEXT_CAN_REMOVE" val="n"/>
  <p:tag name="KSO_WM_DIAGRAM_MAX_ITEMCNT" val="4"/>
  <p:tag name="KSO_WM_DIAGRAM_MIN_ITEMCNT" val="3"/>
  <p:tag name="KSO_WM_DIAGRAM_VIRTUALLY_FRAME" val="{&quot;height&quot;:337.1499938964844,&quot;left&quot;:72.07495452640565,&quot;top&quot;:145.47496368167904,&quot;width&quot;:414.45001220703125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7993299961090088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2475_1*l_h_i*1_2_1"/>
  <p:tag name="KSO_WM_TEMPLATE_CATEGORY" val="diagram"/>
  <p:tag name="KSO_WM_TEMPLATE_INDEX" val="20232475"/>
  <p:tag name="KSO_WM_UNIT_LAYERLEVEL" val="1_1_1"/>
  <p:tag name="KSO_WM_TAG_VERSION" val="3.0"/>
  <p:tag name="KSO_WM_BEAUTIFY_FLAG" val="#wm#"/>
  <p:tag name="KSO_WM_DIAGRAM_VERSION" val="3"/>
  <p:tag name="KSO_WM_DIAGRAM_COLOR_TRICK" val="3"/>
  <p:tag name="KSO_WM_DIAGRAM_COLOR_TEXT_CAN_REMOVE" val="n"/>
  <p:tag name="KSO_WM_DIAGRAM_MAX_ITEMCNT" val="4"/>
  <p:tag name="KSO_WM_DIAGRAM_MIN_ITEMCNT" val="3"/>
  <p:tag name="KSO_WM_DIAGRAM_VIRTUALLY_FRAME" val="{&quot;height&quot;:337.1499938964844,&quot;left&quot;:72.07495452640565,&quot;top&quot;:145.47496368167904,&quot;width&quot;:414.45001220703125}"/>
  <p:tag name="KSO_WM_DIAGRAM_COLOR_MATCH_VALUE" val="{&quot;shape&quot;:{&quot;fill&quot;:{&quot;gradient&quot;:[{&quot;brightness&quot;:-0.25,&quot;colorType&quot;:1,&quot;foreColorIndex&quot;:5,&quot;pos&quot;:0.3799999952316284,&quot;transparency&quot;:0},{&quot;brightness&quot;:0,&quot;colorType&quot;:1,&quot;foreColorIndex&quot;:5,&quot;pos&quot;:1,&quot;transparency&quot;:0.46000000834465027}],&quot;type&quot;:3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2475_1*l_h_i*1_2_2"/>
  <p:tag name="KSO_WM_TEMPLATE_CATEGORY" val="diagram"/>
  <p:tag name="KSO_WM_TEMPLATE_INDEX" val="20232475"/>
  <p:tag name="KSO_WM_UNIT_LAYERLEVEL" val="1_1_1"/>
  <p:tag name="KSO_WM_TAG_VERSION" val="3.0"/>
  <p:tag name="KSO_WM_BEAUTIFY_FLAG" val="#wm#"/>
  <p:tag name="KSO_WM_DIAGRAM_VERSION" val="3"/>
  <p:tag name="KSO_WM_DIAGRAM_COLOR_TRICK" val="3"/>
  <p:tag name="KSO_WM_DIAGRAM_COLOR_TEXT_CAN_REMOVE" val="n"/>
  <p:tag name="KSO_WM_DIAGRAM_MAX_ITEMCNT" val="4"/>
  <p:tag name="KSO_WM_DIAGRAM_MIN_ITEMCNT" val="3"/>
  <p:tag name="KSO_WM_DIAGRAM_VIRTUALLY_FRAME" val="{&quot;height&quot;:337.1499938964844,&quot;left&quot;:72.07495452640565,&quot;top&quot;:145.47496368167904,&quot;width&quot;:414.45001220703125}"/>
  <p:tag name="KSO_WM_DIAGRAM_COLOR_MATCH_VALUE" val="{&quot;shape&quot;:{&quot;fill&quot;:{&quot;solid&quot;:{&quot;brightness&quot;:0.800000011920929,&quot;colorType&quot;:1,&quot;foreColorIndex&quot;:5,&quot;transparency&quot;:0.3000000119209289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UNIT_TEXT_FILL_FORE_SCHEMECOLOR_INDEX" val="13"/>
  <p:tag name="KSO_WM_UNIT_TEXT_FILL_TYPE" val="1"/>
  <p:tag name="KSO_WM_UNIT_USESOURCEFORMAT_APPLY" val="0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2475_1*l_h_i*1_3_2"/>
  <p:tag name="KSO_WM_TEMPLATE_CATEGORY" val="diagram"/>
  <p:tag name="KSO_WM_TEMPLATE_INDEX" val="20232475"/>
  <p:tag name="KSO_WM_UNIT_LAYERLEVEL" val="1_1_1"/>
  <p:tag name="KSO_WM_TAG_VERSION" val="3.0"/>
  <p:tag name="KSO_WM_BEAUTIFY_FLAG" val="#wm#"/>
  <p:tag name="KSO_WM_DIAGRAM_VERSION" val="3"/>
  <p:tag name="KSO_WM_DIAGRAM_COLOR_TRICK" val="3"/>
  <p:tag name="KSO_WM_DIAGRAM_COLOR_TEXT_CAN_REMOVE" val="n"/>
  <p:tag name="KSO_WM_DIAGRAM_MAX_ITEMCNT" val="4"/>
  <p:tag name="KSO_WM_DIAGRAM_MIN_ITEMCNT" val="3"/>
  <p:tag name="KSO_WM_DIAGRAM_VIRTUALLY_FRAME" val="{&quot;height&quot;:337.1499938964844,&quot;left&quot;:72.07495452640565,&quot;top&quot;:145.47496368167904,&quot;width&quot;:414.45001220703125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"/>
  <p:tag name="KSO_WM_UNIT_TEXT_FILL_FORE_SCHEMECOLOR_INDEX" val="13"/>
  <p:tag name="KSO_WM_UNIT_TEXT_FILL_TYPE" val="1"/>
  <p:tag name="KSO_WM_UNIT_USESOURCEFORMAT_APPLY" val="0"/>
</p:tagLst>
</file>

<file path=ppt/tags/tag27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2475_1*l_h_f*1_2_1"/>
  <p:tag name="KSO_WM_TEMPLATE_CATEGORY" val="diagram"/>
  <p:tag name="KSO_WM_TEMPLATE_INDEX" val="2023247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3"/>
  <p:tag name="KSO_WM_DIAGRAM_COLOR_TEXT_CAN_REMOVE" val="n"/>
  <p:tag name="KSO_WM_DIAGRAM_MAX_ITEMCNT" val="4"/>
  <p:tag name="KSO_WM_DIAGRAM_MIN_ITEMCNT" val="3"/>
  <p:tag name="KSO_WM_DIAGRAM_VIRTUALLY_FRAME" val="{&quot;height&quot;:337.1499938964844,&quot;left&quot;:72.07495452640565,&quot;top&quot;:145.47496368167904,&quot;width&quot;:414.45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添加文本具体内容，简明扼要地阐述您的观点。"/>
  <p:tag name="KSO_WM_UNIT_USESOURCEFORMAT_APPLY" val="0"/>
</p:tagLst>
</file>

<file path=ppt/tags/tag27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2475_1*l_h_f*1_3_1"/>
  <p:tag name="KSO_WM_TEMPLATE_CATEGORY" val="diagram"/>
  <p:tag name="KSO_WM_TEMPLATE_INDEX" val="2023247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UNIT_TEXT_FILL_TYPE" val="1"/>
  <p:tag name="KSO_WM_DIAGRAM_VERSION" val="3"/>
  <p:tag name="KSO_WM_DIAGRAM_COLOR_TRICK" val="3"/>
  <p:tag name="KSO_WM_DIAGRAM_COLOR_TEXT_CAN_REMOVE" val="n"/>
  <p:tag name="KSO_WM_DIAGRAM_MAX_ITEMCNT" val="4"/>
  <p:tag name="KSO_WM_DIAGRAM_MIN_ITEMCNT" val="3"/>
  <p:tag name="KSO_WM_DIAGRAM_VIRTUALLY_FRAME" val="{&quot;height&quot;:337.1499938964844,&quot;left&quot;:72.07495452640565,&quot;top&quot;:145.47496368167904,&quot;width&quot;:414.45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"/>
  <p:tag name="KSO_WM_UNIT_USESOURCEFORMAT_APPLY" val="0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2475_1*l_h_i*1_1_1"/>
  <p:tag name="KSO_WM_TEMPLATE_CATEGORY" val="diagram"/>
  <p:tag name="KSO_WM_TEMPLATE_INDEX" val="20232475"/>
  <p:tag name="KSO_WM_UNIT_LAYERLEVEL" val="1_1_1"/>
  <p:tag name="KSO_WM_TAG_VERSION" val="3.0"/>
  <p:tag name="KSO_WM_BEAUTIFY_FLAG" val="#wm#"/>
  <p:tag name="KSO_WM_DIAGRAM_VERSION" val="3"/>
  <p:tag name="KSO_WM_DIAGRAM_COLOR_TRICK" val="3"/>
  <p:tag name="KSO_WM_DIAGRAM_COLOR_TEXT_CAN_REMOVE" val="n"/>
  <p:tag name="KSO_WM_DIAGRAM_MAX_ITEMCNT" val="4"/>
  <p:tag name="KSO_WM_DIAGRAM_MIN_ITEMCNT" val="3"/>
  <p:tag name="KSO_WM_DIAGRAM_VIRTUALLY_FRAME" val="{&quot;height&quot;:337.1499938964844,&quot;left&quot;:72.07495452640565,&quot;top&quot;:145.47496368167904,&quot;width&quot;:414.45001220703125}"/>
  <p:tag name="KSO_WM_DIAGRAM_COLOR_MATCH_VALUE" val="{&quot;shape&quot;:{&quot;fill&quot;:{&quot;gradient&quot;:[{&quot;brightness&quot;:-0.25,&quot;colorType&quot;:1,&quot;foreColorIndex&quot;:7,&quot;pos&quot;:0,&quot;transparency&quot;:0},{&quot;brightness&quot;:-0.25,&quot;colorType&quot;:1,&quot;foreColorIndex&quot;:7,&quot;pos&quot;:1,&quot;transparency&quot;:0}],&quot;type&quot;:3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2475_1*l_h_i*1_1_2"/>
  <p:tag name="KSO_WM_TEMPLATE_CATEGORY" val="diagram"/>
  <p:tag name="KSO_WM_TEMPLATE_INDEX" val="20232475"/>
  <p:tag name="KSO_WM_UNIT_LAYERLEVEL" val="1_1_1"/>
  <p:tag name="KSO_WM_TAG_VERSION" val="3.0"/>
  <p:tag name="KSO_WM_BEAUTIFY_FLAG" val="#wm#"/>
  <p:tag name="KSO_WM_DIAGRAM_VERSION" val="3"/>
  <p:tag name="KSO_WM_DIAGRAM_COLOR_TRICK" val="3"/>
  <p:tag name="KSO_WM_DIAGRAM_COLOR_TEXT_CAN_REMOVE" val="n"/>
  <p:tag name="KSO_WM_DIAGRAM_MAX_ITEMCNT" val="4"/>
  <p:tag name="KSO_WM_DIAGRAM_MIN_ITEMCNT" val="3"/>
  <p:tag name="KSO_WM_DIAGRAM_VIRTUALLY_FRAME" val="{&quot;height&quot;:337.1499938964844,&quot;left&quot;:72.07495452640565,&quot;top&quot;:145.47496368167904,&quot;width&quot;:414.45001220703125}"/>
  <p:tag name="KSO_WM_DIAGRAM_COLOR_MATCH_VALUE" val="{&quot;shape&quot;:{&quot;fill&quot;:{&quot;solid&quot;:{&quot;brightness&quot;:0.800000011920929,&quot;colorType&quot;:1,&quot;foreColorIndex&quot;:7,&quot;transparency&quot;:0.3000000119209289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.8"/>
  <p:tag name="KSO_WM_UNIT_TEXT_FILL_FORE_SCHEMECOLOR_INDEX" val="13"/>
  <p:tag name="KSO_WM_UNIT_TEXT_FILL_TYPE" val="1"/>
  <p:tag name="KSO_WM_UNIT_USESOURCEFORMAT_APPLY" val="0"/>
</p:tagLst>
</file>

<file path=ppt/tags/tag2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2475_1*l_h_f*1_1_1"/>
  <p:tag name="KSO_WM_TEMPLATE_CATEGORY" val="diagram"/>
  <p:tag name="KSO_WM_TEMPLATE_INDEX" val="2023247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3"/>
  <p:tag name="KSO_WM_DIAGRAM_COLOR_TEXT_CAN_REMOVE" val="n"/>
  <p:tag name="KSO_WM_DIAGRAM_MAX_ITEMCNT" val="4"/>
  <p:tag name="KSO_WM_DIAGRAM_MIN_ITEMCNT" val="3"/>
  <p:tag name="KSO_WM_DIAGRAM_VIRTUALLY_FRAME" val="{&quot;height&quot;:337.1499938964844,&quot;left&quot;:72.07495452640565,&quot;top&quot;:145.47496368167904,&quot;width&quot;:414.45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添加文本具体内容，简明扼要地阐述您的观点。"/>
  <p:tag name="KSO_WM_UNIT_USESOURCEFORMAT_APPLY" val="0"/>
</p:tagLst>
</file>

<file path=ppt/tags/tag2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2475_1*l_h_a*1_1_1"/>
  <p:tag name="KSO_WM_TEMPLATE_CATEGORY" val="diagram"/>
  <p:tag name="KSO_WM_TEMPLATE_INDEX" val="2023247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3"/>
  <p:tag name="KSO_WM_DIAGRAM_COLOR_TEXT_CAN_REMOVE" val="n"/>
  <p:tag name="KSO_WM_DIAGRAM_MAX_ITEMCNT" val="4"/>
  <p:tag name="KSO_WM_DIAGRAM_MIN_ITEMCNT" val="3"/>
  <p:tag name="KSO_WM_DIAGRAM_VIRTUALLY_FRAME" val="{&quot;height&quot;:337.1499938964844,&quot;left&quot;:72.07495452640565,&quot;top&quot;:145.47496368167904,&quot;width&quot;:414.45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添加项标题"/>
  <p:tag name="KSO_WM_UNIT_USESOURCEFORMAT_APPLY" val="0"/>
</p:tagLst>
</file>

<file path=ppt/tags/tag2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2475_1*l_h_a*1_2_1"/>
  <p:tag name="KSO_WM_TEMPLATE_CATEGORY" val="diagram"/>
  <p:tag name="KSO_WM_TEMPLATE_INDEX" val="2023247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3"/>
  <p:tag name="KSO_WM_DIAGRAM_COLOR_TEXT_CAN_REMOVE" val="n"/>
  <p:tag name="KSO_WM_DIAGRAM_MAX_ITEMCNT" val="4"/>
  <p:tag name="KSO_WM_DIAGRAM_MIN_ITEMCNT" val="3"/>
  <p:tag name="KSO_WM_DIAGRAM_VIRTUALLY_FRAME" val="{&quot;height&quot;:337.1499938964844,&quot;left&quot;:72.07495452640565,&quot;top&quot;:145.47496368167904,&quot;width&quot;:414.45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添加项标题"/>
  <p:tag name="KSO_WM_UNIT_USESOURCEFORMAT_APPLY" val="0"/>
</p:tagLst>
</file>

<file path=ppt/tags/tag2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2475_1*l_h_a*1_3_1"/>
  <p:tag name="KSO_WM_TEMPLATE_CATEGORY" val="diagram"/>
  <p:tag name="KSO_WM_TEMPLATE_INDEX" val="20232475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3"/>
  <p:tag name="KSO_WM_DIAGRAM_COLOR_TEXT_CAN_REMOVE" val="n"/>
  <p:tag name="KSO_WM_DIAGRAM_MAX_ITEMCNT" val="4"/>
  <p:tag name="KSO_WM_DIAGRAM_MIN_ITEMCNT" val="3"/>
  <p:tag name="KSO_WM_DIAGRAM_VIRTUALLY_FRAME" val="{&quot;height&quot;:337.1499938964844,&quot;left&quot;:72.07495452640565,&quot;top&quot;:145.47496368167904,&quot;width&quot;:414.45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"/>
  <p:tag name="KSO_WM_UNIT_USESOURCEFORMAT_APPLY" val="0"/>
</p:tagLst>
</file>

<file path=ppt/tags/tag285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371.8*337.15"/>
  <p:tag name="KSO_WM_SLIDE_POSITION" val="93.4*145.4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3288"/>
  <p:tag name="KSO_WM_TEMPLATE_SUBCATEGORY" val="0"/>
  <p:tag name="KSO_WM_SLIDE_INDEX" val="1"/>
  <p:tag name="KSO_WM_TAG_VERSION" val="3.0"/>
  <p:tag name="KSO_WM_SLIDE_ID" val="custom20231928_1"/>
  <p:tag name="KSO_WM_SLIDE_ITEM_CNT" val="4"/>
</p:tagLst>
</file>

<file path=ppt/tags/tag2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PRESET_TEXT" val="单击此处添加标题"/>
  <p:tag name="KSO_WM_UNIT_TEXT_FILL_FORE_SCHEMECOLOR_INDEX" val="5"/>
  <p:tag name="KSO_WM_UNIT_TEXT_FILL_TYPE" val="1"/>
  <p:tag name="KSO_WM_UNIT_USESOURCEFORMAT_APPLY" val="0"/>
</p:tagLst>
</file>

<file path=ppt/tags/tag28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2*l_h_i*1_1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left&quot;:54.85,&quot;top&quot;:131.90000610351564,&quot;width&quot;:850.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28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2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left&quot;:54.85,&quot;top&quot;:131.90000610351564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2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UNIT_USESOURCEFORMAT_APPLY" val="0"/>
</p:tagLst>
</file>

<file path=ppt/tags/tag28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73_2*l_h_i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left&quot;:54.85,&quot;top&quot;:131.90000610351564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9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73_2*l_h_a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left&quot;:54.85,&quot;top&quot;:131.90000610351564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29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73_2*l_h_i*1_2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left&quot;:54.85,&quot;top&quot;:131.90000610351564,&quot;width&quot;:850.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29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73_2*l_h_f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left&quot;:54.85,&quot;top&quot;:131.90000610351564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UNIT_USESOURCEFORMAT_APPLY" val="0"/>
</p:tagLst>
</file>

<file path=ppt/tags/tag29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73_2*l_h_i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left&quot;:54.85,&quot;top&quot;:131.90000610351564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9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73_2*l_h_a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left&quot;:54.85,&quot;top&quot;:131.90000610351564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29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973_2*l_h_i*1_3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left&quot;:54.85,&quot;top&quot;:131.90000610351564,&quot;width&quot;:850.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29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973_2*l_h_f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left&quot;:54.85,&quot;top&quot;:131.90000610351564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UNIT_USESOURCEFORMAT_APPLY" val="0"/>
</p:tagLst>
</file>

<file path=ppt/tags/tag29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73_2*l_h_i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left&quot;:54.85,&quot;top&quot;:131.90000610351564,&quot;width&quot;:850.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9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973_2*l_h_i*1_1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left&quot;:54.85,&quot;top&quot;:131.90000610351564,&quot;width&quot;:850.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29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973_2*l_h_i*1_2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left&quot;:54.85,&quot;top&quot;:131.90000610351564,&quot;width&quot;:850.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30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973_2*l_h_i*1_3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left&quot;:54.85,&quot;top&quot;:131.90000610351564,&quot;width&quot;:850.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30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73_2*l_h_a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left&quot;:54.85,&quot;top&quot;:131.90000610351564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02.xml><?xml version="1.0" encoding="utf-8"?>
<p:tagLst xmlns:p="http://schemas.openxmlformats.org/presentationml/2006/main">
  <p:tag name="KSO_WM_SLIDE_ID" val="diagram2023197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850.35*326.55"/>
  <p:tag name="KSO_WM_SLIDE_POSITION" val="54.85*131.9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288"/>
  <p:tag name="KSO_WM_SLIDE_LAYOUT" val="a_l"/>
  <p:tag name="KSO_WM_SLIDE_LAYOUT_CNT" val="1_1"/>
  <p:tag name="KSO_WM_SPECIAL_SOURCE" val="bdnull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88_7*a*1"/>
  <p:tag name="KSO_WM_TEMPLATE_CATEGORY" val="custom"/>
  <p:tag name="KSO_WM_TEMPLATE_INDEX" val="20233288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30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88_7*e*1"/>
  <p:tag name="KSO_WM_TEMPLATE_CATEGORY" val="custom"/>
  <p:tag name="KSO_WM_TEMPLATE_INDEX" val="20233288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4"/>
</p:tagLst>
</file>

<file path=ppt/tags/tag305.xml><?xml version="1.0" encoding="utf-8"?>
<p:tagLst xmlns:p="http://schemas.openxmlformats.org/presentationml/2006/main">
  <p:tag name="KSO_WM_SLIDE_ID" val="custom20233288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88"/>
  <p:tag name="KSO_WM_SLIDE_TYPE" val="sectionTitle"/>
  <p:tag name="KSO_WM_SLIDE_SUBTYPE" val="pureTxt"/>
  <p:tag name="KSO_WM_SLIDE_LAYOUT" val="a_e"/>
  <p:tag name="KSO_WM_SLIDE_LAYOUT_CNT" val="1_1"/>
</p:tagLst>
</file>

<file path=ppt/tags/tag306.xml><?xml version="1.0" encoding="utf-8"?>
<p:tagLst xmlns:p="http://schemas.openxmlformats.org/presentationml/2006/main">
  <p:tag name="KSO_WM_UNIT_VALUE" val="1903*1761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2469_1*d*1"/>
  <p:tag name="KSO_WM_TEMPLATE_CATEGORY" val="custom"/>
  <p:tag name="KSO_WM_TEMPLATE_INDEX" val="20232469"/>
  <p:tag name="KSO_WM_UNIT_LAYERLEVEL" val="1"/>
  <p:tag name="KSO_WM_TAG_VERSION" val="3.0"/>
  <p:tag name="KSO_WM_BEAUTIFY_FLAG" val="#wm#"/>
  <p:tag name="KSO_WM_DIAGRAM_GROUP_CODE" val="l1-1"/>
  <p:tag name="KSO_WM_UNIT_LINE_FORE_SCHEMECOLOR_INDEX" val="13"/>
  <p:tag name="KSO_WM_UNIT_LINE_FILL_TYPE" val="2"/>
  <p:tag name="KSO_WM_UNIT_USESOURCEFORMAT_APPLY" val="0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2469_1*i*1"/>
  <p:tag name="KSO_WM_TEMPLATE_CATEGORY" val="custom"/>
  <p:tag name="KSO_WM_TEMPLATE_INDEX" val="20232469"/>
  <p:tag name="KSO_WM_UNIT_LAYERLEVEL" val="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FORE_SCHEMECOLOR_INDEX" val="2"/>
  <p:tag name="KSO_WM_UNIT_FILL_TYPE" val="1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3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2469"/>
  <p:tag name="KSO_WM_UNIT_ID" val="custom20232469_1*a*1"/>
  <p:tag name="KSO_WM_UNIT_PRESET_TEXT" val="单击此处添加标题"/>
  <p:tag name="KSO_WM_UNIT_TEXT_FILL_FORE_SCHEMECOLOR_INDEX" val="5"/>
  <p:tag name="KSO_WM_UNIT_TEXT_FILL_TYPE" val="1"/>
  <p:tag name="KSO_WM_UNIT_USESOURCEFORMAT_APPLY" val="0"/>
</p:tagLst>
</file>

<file path=ppt/tags/tag30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879_2*l_h_f*1_1_1"/>
  <p:tag name="KSO_WM_TEMPLATE_CATEGORY" val="diagram"/>
  <p:tag name="KSO_WM_TEMPLATE_INDEX" val="2023187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52.5,&quot;left&quot;:125.63385521595873,&quot;top&quot;:187.51614173228344,&quot;width&quot;:370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您的项正文，文字是您思想的提炼。"/>
  <p:tag name="KSO_WM_UNIT_USESOURCEFORMAT_APPLY" val="0"/>
</p:tagLst>
</file>

<file path=ppt/tags/tag3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879_2*l_h_a*1_1_1"/>
  <p:tag name="KSO_WM_TEMPLATE_CATEGORY" val="diagram"/>
  <p:tag name="KSO_WM_TEMPLATE_INDEX" val="2023187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52.5,&quot;left&quot;:125.63385521595873,&quot;top&quot;:187.51614173228344,&quot;width&quot;:370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添加项标题"/>
  <p:tag name="KSO_WM_UNIT_USESOURCEFORMAT_APPLY" val="0"/>
</p:tagLst>
</file>

<file path=ppt/tags/tag3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879_2*l_h_f*1_3_1"/>
  <p:tag name="KSO_WM_TEMPLATE_CATEGORY" val="diagram"/>
  <p:tag name="KSO_WM_TEMPLATE_INDEX" val="2023187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52.5,&quot;left&quot;:125.63385521595873,&quot;top&quot;:187.51614173228344,&quot;width&quot;:370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您的项正文，文字是您思想的提炼。"/>
  <p:tag name="KSO_WM_UNIT_USESOURCEFORMAT_APPLY" val="0"/>
</p:tagLst>
</file>

<file path=ppt/tags/tag3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879_2*l_h_a*1_3_1"/>
  <p:tag name="KSO_WM_TEMPLATE_CATEGORY" val="diagram"/>
  <p:tag name="KSO_WM_TEMPLATE_INDEX" val="2023187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52.5,&quot;left&quot;:125.63385521595873,&quot;top&quot;:187.51614173228344,&quot;width&quot;:370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添加项标题"/>
  <p:tag name="KSO_WM_UNIT_USESOURCEFORMAT_APPLY" val="0"/>
</p:tagLst>
</file>

<file path=ppt/tags/tag3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879_2*l_h_f*1_2_1"/>
  <p:tag name="KSO_WM_TEMPLATE_CATEGORY" val="diagram"/>
  <p:tag name="KSO_WM_TEMPLATE_INDEX" val="2023187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52.5,&quot;left&quot;:125.63385521595873,&quot;top&quot;:187.51614173228344,&quot;width&quot;:370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您的项正文，文字是您思想的提炼。"/>
  <p:tag name="KSO_WM_UNIT_USESOURCEFORMAT_APPLY" val="0"/>
</p:tagLst>
</file>

<file path=ppt/tags/tag3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879_2*l_h_a*1_2_1"/>
  <p:tag name="KSO_WM_TEMPLATE_CATEGORY" val="diagram"/>
  <p:tag name="KSO_WM_TEMPLATE_INDEX" val="2023187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52.5,&quot;left&quot;:125.63385521595873,&quot;top&quot;:187.51614173228344,&quot;width&quot;:370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添加项标题"/>
  <p:tag name="KSO_WM_UNIT_USESOURCEFORMAT_APPLY" val="0"/>
</p:tagLst>
</file>

<file path=ppt/tags/tag315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370.05*194.782"/>
  <p:tag name="KSO_WM_SLIDE_POSITION" val="125.634*240.07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3288"/>
  <p:tag name="KSO_WM_TEMPLATE_SUBCATEGORY" val="0"/>
  <p:tag name="KSO_WM_SLIDE_INDEX" val="1"/>
  <p:tag name="KSO_WM_TAG_VERSION" val="3.0"/>
  <p:tag name="KSO_WM_SLIDE_ID" val="custom20232469_1"/>
  <p:tag name="KSO_WM_SLIDE_ITEM_CNT" val="2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88_7*a*1"/>
  <p:tag name="KSO_WM_TEMPLATE_CATEGORY" val="custom"/>
  <p:tag name="KSO_WM_TEMPLATE_INDEX" val="20233288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31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88_7*e*1"/>
  <p:tag name="KSO_WM_TEMPLATE_CATEGORY" val="custom"/>
  <p:tag name="KSO_WM_TEMPLATE_INDEX" val="20233288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3"/>
</p:tagLst>
</file>

<file path=ppt/tags/tag318.xml><?xml version="1.0" encoding="utf-8"?>
<p:tagLst xmlns:p="http://schemas.openxmlformats.org/presentationml/2006/main">
  <p:tag name="KSO_WM_SLIDE_ID" val="custom20233288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88"/>
  <p:tag name="KSO_WM_SLIDE_TYPE" val="sectionTitle"/>
  <p:tag name="KSO_WM_SLIDE_SUBTYPE" val="pureTxt"/>
  <p:tag name="KSO_WM_SLIDE_LAYOUT" val="a_e"/>
  <p:tag name="KSO_WM_SLIDE_LAYOUT_CNT" val="1_1"/>
</p:tagLst>
</file>

<file path=ppt/tags/tag3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128_1*a*1"/>
  <p:tag name="KSO_WM_TEMPLATE_CATEGORY" val="diagram"/>
  <p:tag name="KSO_WM_TEMPLATE_INDEX" val="20233128"/>
  <p:tag name="KSO_WM_UNIT_LAYERLEVEL" val="1"/>
  <p:tag name="KSO_WM_TAG_VERSION" val="3.0"/>
  <p:tag name="KSO_WM_BEAUTIFY_FLAG" val="#wm#"/>
  <p:tag name="KSO_WM_UNIT_PRESET_TEXT" val="单击此处添加标题"/>
  <p:tag name="KSO_WM_UNIT_TEXT_FILL_FORE_SCHEMECOLOR_INDEX" val="5"/>
  <p:tag name="KSO_WM_UNIT_TEXT_FILL_TYPE" val="1"/>
  <p:tag name="KSO_WM_UNIT_USESOURCEFORMAT_APPLY" val="0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28_2*l_h_i*1_1_1"/>
  <p:tag name="KSO_WM_TEMPLATE_CATEGORY" val="diagram"/>
  <p:tag name="KSO_WM_TEMPLATE_INDEX" val="2023312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5239782522607,&quot;left&quot;:30.79999999999999,&quot;top&quot;:144.46043119655823,&quot;width&quot;:874.39473661648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9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28_2*l_h_i*1_2_1"/>
  <p:tag name="KSO_WM_TEMPLATE_CATEGORY" val="diagram"/>
  <p:tag name="KSO_WM_TEMPLATE_INDEX" val="2023312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5239782522607,&quot;left&quot;:30.79999999999999,&quot;top&quot;:144.46043119655823,&quot;width&quot;:874.39473661648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9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32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28_2*l_h_f*1_1_1"/>
  <p:tag name="KSO_WM_TEMPLATE_CATEGORY" val="diagram"/>
  <p:tag name="KSO_WM_TEMPLATE_INDEX" val="2023312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5239782522607,&quot;left&quot;:30.79999999999999,&quot;top&quot;:144.46043119655823,&quot;width&quot;:874.394736616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您的项正文，文字是您思想的提炼，请尽量言简意赅的阐述观点。单击此处输入正文，文字是您思想的提炼"/>
  <p:tag name="KSO_WM_UNIT_USESOURCEFORMAT_APPLY" val="0"/>
</p:tagLst>
</file>

<file path=ppt/tags/tag3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128_2*l_h_a*1_1_1"/>
  <p:tag name="KSO_WM_TEMPLATE_CATEGORY" val="diagram"/>
  <p:tag name="KSO_WM_TEMPLATE_INDEX" val="2023312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5239782522607,&quot;left&quot;:30.79999999999999,&quot;top&quot;:144.46043119655823,&quot;width&quot;:874.394736616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28_2*l_h_i*1_1_2"/>
  <p:tag name="KSO_WM_TEMPLATE_CATEGORY" val="diagram"/>
  <p:tag name="KSO_WM_TEMPLATE_INDEX" val="2023312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5239782522607,&quot;left&quot;:30.79999999999999,&quot;top&quot;:144.46043119655823,&quot;width&quot;:874.3947366164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28_2*l_h_i*1_3_1"/>
  <p:tag name="KSO_WM_TEMPLATE_CATEGORY" val="diagram"/>
  <p:tag name="KSO_WM_TEMPLATE_INDEX" val="2023312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5239782522607,&quot;left&quot;:30.79999999999999,&quot;top&quot;:144.46043119655823,&quot;width&quot;:874.39473661648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9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32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28_2*l_h_f*1_1_1"/>
  <p:tag name="KSO_WM_TEMPLATE_CATEGORY" val="diagram"/>
  <p:tag name="KSO_WM_TEMPLATE_INDEX" val="20233128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5239782522607,&quot;left&quot;:30.79999999999999,&quot;top&quot;:144.46043119655823,&quot;width&quot;:874.394736616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您的项正文，文字是您思想的提炼，请尽量言简意赅的阐述观点。单击此处输入正文，文字是您思想的提炼"/>
  <p:tag name="KSO_WM_UNIT_USESOURCEFORMAT_APPLY" val="0"/>
</p:tagLst>
</file>

<file path=ppt/tags/tag3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128_2*l_h_a*1_1_1"/>
  <p:tag name="KSO_WM_TEMPLATE_CATEGORY" val="diagram"/>
  <p:tag name="KSO_WM_TEMPLATE_INDEX" val="20233128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5239782522607,&quot;left&quot;:30.79999999999999,&quot;top&quot;:144.46043119655823,&quot;width&quot;:874.394736616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28_2*l_h_i*1_1_2"/>
  <p:tag name="KSO_WM_TEMPLATE_CATEGORY" val="diagram"/>
  <p:tag name="KSO_WM_TEMPLATE_INDEX" val="20233128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5239782522607,&quot;left&quot;:30.79999999999999,&quot;top&quot;:144.46043119655823,&quot;width&quot;:874.3947366164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2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28_2*l_h_f*1_1_1"/>
  <p:tag name="KSO_WM_TEMPLATE_CATEGORY" val="diagram"/>
  <p:tag name="KSO_WM_TEMPLATE_INDEX" val="20233128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5239782522607,&quot;left&quot;:30.79999999999999,&quot;top&quot;:144.46043119655823,&quot;width&quot;:874.394736616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您的项正文，文字是您思想的提炼，请尽量言简意赅的阐述观点。单击此处输入正文，文字是您思想的提炼"/>
  <p:tag name="KSO_WM_UNIT_USESOURCEFORMAT_APPLY" val="0"/>
</p:tagLst>
</file>

<file path=ppt/tags/tag3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128_2*l_h_a*1_1_1"/>
  <p:tag name="KSO_WM_TEMPLATE_CATEGORY" val="diagram"/>
  <p:tag name="KSO_WM_TEMPLATE_INDEX" val="20233128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5239782522607,&quot;left&quot;:30.79999999999999,&quot;top&quot;:144.46043119655823,&quot;width&quot;:874.394736616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128_2*l_h_i*1_1_2"/>
  <p:tag name="KSO_WM_TEMPLATE_CATEGORY" val="diagram"/>
  <p:tag name="KSO_WM_TEMPLATE_INDEX" val="20233128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5239782522607,&quot;left&quot;:30.79999999999999,&quot;top&quot;:144.46043119655823,&quot;width&quot;:874.3947366164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32.xml><?xml version="1.0" encoding="utf-8"?>
<p:tagLst xmlns:p="http://schemas.openxmlformats.org/presentationml/2006/main">
  <p:tag name="KSO_WM_SLIDE_ID" val="diagram20233128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custom"/>
  <p:tag name="KSO_WM_TEMPLATE_INDEX" val="20233288"/>
  <p:tag name="KSO_WM_SLIDE_TYPE" val="text"/>
  <p:tag name="KSO_WM_SLIDE_SUBTYPE" val="diag"/>
  <p:tag name="KSO_WM_SLIDE_SIZE" val="850.4*282.359"/>
  <p:tag name="KSO_WM_SLIDE_POSITION" val="54.8*150.99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88_9*a*1"/>
  <p:tag name="KSO_WM_TEMPLATE_CATEGORY" val="custom"/>
  <p:tag name="KSO_WM_TEMPLATE_INDEX" val="20233288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  <p:tag name="KSO_WM_UNIT_PRESET_TEXT" val="THANK YOU"/>
</p:tagLst>
</file>

<file path=ppt/tags/tag334.xml><?xml version="1.0" encoding="utf-8"?>
<p:tagLst xmlns:p="http://schemas.openxmlformats.org/presentationml/2006/main">
  <p:tag name="KSO_WM_SLIDE_ID" val="custom20233288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288"/>
  <p:tag name="KSO_WM_SLIDE_TYPE" val="endPage"/>
  <p:tag name="KSO_WM_SLIDE_SUBTYPE" val="pureTxt"/>
  <p:tag name="KSO_WM_SLIDE_LAYOUT" val="a_f"/>
  <p:tag name="KSO_WM_SLIDE_LAYOUT_CNT" val="1_1"/>
</p:tagLst>
</file>

<file path=ppt/tags/tag335.xml><?xml version="1.0" encoding="utf-8"?>
<p:tagLst xmlns:p="http://schemas.openxmlformats.org/presentationml/2006/main">
  <p:tag name="commondata" val="eyJoZGlkIjoiZDQ1YTM3YjM2ZGI5ZmRhOGM5Mjk2ZmNjNjdjMjFmY2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95">
      <a:dk1>
        <a:srgbClr val="000000"/>
      </a:dk1>
      <a:lt1>
        <a:srgbClr val="FFFFFF"/>
      </a:lt1>
      <a:dk2>
        <a:srgbClr val="001548"/>
      </a:dk2>
      <a:lt2>
        <a:srgbClr val="FFFFFF"/>
      </a:lt2>
      <a:accent1>
        <a:srgbClr val="88ACF1"/>
      </a:accent1>
      <a:accent2>
        <a:srgbClr val="6F6CE6"/>
      </a:accent2>
      <a:accent3>
        <a:srgbClr val="6CC6E6"/>
      </a:accent3>
      <a:accent4>
        <a:srgbClr val="6CE6D0"/>
      </a:accent4>
      <a:accent5>
        <a:srgbClr val="F0D262"/>
      </a:accent5>
      <a:accent6>
        <a:srgbClr val="FEB0B4"/>
      </a:accent6>
      <a:hlink>
        <a:srgbClr val="658BD5"/>
      </a:hlink>
      <a:folHlink>
        <a:srgbClr val="A16AA5"/>
      </a:folHlink>
    </a:clrScheme>
    <a:fontScheme name="自定义 37">
      <a:majorFont>
        <a:latin typeface="MiSans Heavy"/>
        <a:ea typeface="汉仪正圆-75W"/>
        <a:cs typeface=""/>
      </a:majorFont>
      <a:minorFont>
        <a:latin typeface="Arial"/>
        <a:ea typeface="汉仪正圆 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95">
      <a:dk1>
        <a:srgbClr val="000000"/>
      </a:dk1>
      <a:lt1>
        <a:srgbClr val="FFFFFF"/>
      </a:lt1>
      <a:dk2>
        <a:srgbClr val="001548"/>
      </a:dk2>
      <a:lt2>
        <a:srgbClr val="FFFFFF"/>
      </a:lt2>
      <a:accent1>
        <a:srgbClr val="88ACF1"/>
      </a:accent1>
      <a:accent2>
        <a:srgbClr val="6F6CE6"/>
      </a:accent2>
      <a:accent3>
        <a:srgbClr val="6CC6E6"/>
      </a:accent3>
      <a:accent4>
        <a:srgbClr val="6CE6D0"/>
      </a:accent4>
      <a:accent5>
        <a:srgbClr val="F0D262"/>
      </a:accent5>
      <a:accent6>
        <a:srgbClr val="FEB0B4"/>
      </a:accent6>
      <a:hlink>
        <a:srgbClr val="658BD5"/>
      </a:hlink>
      <a:folHlink>
        <a:srgbClr val="A16AA5"/>
      </a:folHlink>
    </a:clrScheme>
    <a:fontScheme name="自定义 37">
      <a:majorFont>
        <a:latin typeface="MiSans Heavy"/>
        <a:ea typeface="汉仪正圆-75W"/>
        <a:cs typeface=""/>
      </a:majorFont>
      <a:minorFont>
        <a:latin typeface="Arial"/>
        <a:ea typeface="汉仪正圆 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自定义 95">
      <a:dk1>
        <a:srgbClr val="000000"/>
      </a:dk1>
      <a:lt1>
        <a:srgbClr val="FFFFFF"/>
      </a:lt1>
      <a:dk2>
        <a:srgbClr val="001548"/>
      </a:dk2>
      <a:lt2>
        <a:srgbClr val="FFFFFF"/>
      </a:lt2>
      <a:accent1>
        <a:srgbClr val="88ACF1"/>
      </a:accent1>
      <a:accent2>
        <a:srgbClr val="6F6CE6"/>
      </a:accent2>
      <a:accent3>
        <a:srgbClr val="6CC6E6"/>
      </a:accent3>
      <a:accent4>
        <a:srgbClr val="6CE6D0"/>
      </a:accent4>
      <a:accent5>
        <a:srgbClr val="F0D262"/>
      </a:accent5>
      <a:accent6>
        <a:srgbClr val="FEB0B4"/>
      </a:accent6>
      <a:hlink>
        <a:srgbClr val="658BD5"/>
      </a:hlink>
      <a:folHlink>
        <a:srgbClr val="A16AA5"/>
      </a:folHlink>
    </a:clrScheme>
    <a:fontScheme name="自定义 37">
      <a:majorFont>
        <a:latin typeface="MiSans Heavy"/>
        <a:ea typeface="汉仪正圆-75W"/>
        <a:cs typeface=""/>
      </a:majorFont>
      <a:minorFont>
        <a:latin typeface="Arial"/>
        <a:ea typeface="汉仪正圆 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主题​​">
  <a:themeElements>
    <a:clrScheme name="自定义 95">
      <a:dk1>
        <a:srgbClr val="000000"/>
      </a:dk1>
      <a:lt1>
        <a:srgbClr val="FFFFFF"/>
      </a:lt1>
      <a:dk2>
        <a:srgbClr val="001548"/>
      </a:dk2>
      <a:lt2>
        <a:srgbClr val="FFFFFF"/>
      </a:lt2>
      <a:accent1>
        <a:srgbClr val="88ACF1"/>
      </a:accent1>
      <a:accent2>
        <a:srgbClr val="6F6CE6"/>
      </a:accent2>
      <a:accent3>
        <a:srgbClr val="6CC6E6"/>
      </a:accent3>
      <a:accent4>
        <a:srgbClr val="6CE6D0"/>
      </a:accent4>
      <a:accent5>
        <a:srgbClr val="F0D262"/>
      </a:accent5>
      <a:accent6>
        <a:srgbClr val="FEB0B4"/>
      </a:accent6>
      <a:hlink>
        <a:srgbClr val="658BD5"/>
      </a:hlink>
      <a:folHlink>
        <a:srgbClr val="A16AA5"/>
      </a:folHlink>
    </a:clrScheme>
    <a:fontScheme name="自定义 37">
      <a:majorFont>
        <a:latin typeface="MiSans Heavy"/>
        <a:ea typeface="汉仪正圆-75W"/>
        <a:cs typeface=""/>
      </a:majorFont>
      <a:minorFont>
        <a:latin typeface="Arial"/>
        <a:ea typeface="汉仪正圆 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Office 主题​​">
  <a:themeElements>
    <a:clrScheme name="自定义 95">
      <a:dk1>
        <a:srgbClr val="000000"/>
      </a:dk1>
      <a:lt1>
        <a:srgbClr val="FFFFFF"/>
      </a:lt1>
      <a:dk2>
        <a:srgbClr val="001548"/>
      </a:dk2>
      <a:lt2>
        <a:srgbClr val="FFFFFF"/>
      </a:lt2>
      <a:accent1>
        <a:srgbClr val="88ACF1"/>
      </a:accent1>
      <a:accent2>
        <a:srgbClr val="6F6CE6"/>
      </a:accent2>
      <a:accent3>
        <a:srgbClr val="6CC6E6"/>
      </a:accent3>
      <a:accent4>
        <a:srgbClr val="6CE6D0"/>
      </a:accent4>
      <a:accent5>
        <a:srgbClr val="F0D262"/>
      </a:accent5>
      <a:accent6>
        <a:srgbClr val="FEB0B4"/>
      </a:accent6>
      <a:hlink>
        <a:srgbClr val="658BD5"/>
      </a:hlink>
      <a:folHlink>
        <a:srgbClr val="A16AA5"/>
      </a:folHlink>
    </a:clrScheme>
    <a:fontScheme name="自定义 37">
      <a:majorFont>
        <a:latin typeface="MiSans Heavy"/>
        <a:ea typeface="汉仪正圆-75W"/>
        <a:cs typeface=""/>
      </a:majorFont>
      <a:minorFont>
        <a:latin typeface="Arial"/>
        <a:ea typeface="汉仪正圆 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主题​​">
  <a:themeElements>
    <a:clrScheme name="自定义 95">
      <a:dk1>
        <a:srgbClr val="000000"/>
      </a:dk1>
      <a:lt1>
        <a:srgbClr val="FFFFFF"/>
      </a:lt1>
      <a:dk2>
        <a:srgbClr val="001548"/>
      </a:dk2>
      <a:lt2>
        <a:srgbClr val="FFFFFF"/>
      </a:lt2>
      <a:accent1>
        <a:srgbClr val="88ACF1"/>
      </a:accent1>
      <a:accent2>
        <a:srgbClr val="6F6CE6"/>
      </a:accent2>
      <a:accent3>
        <a:srgbClr val="6CC6E6"/>
      </a:accent3>
      <a:accent4>
        <a:srgbClr val="6CE6D0"/>
      </a:accent4>
      <a:accent5>
        <a:srgbClr val="F0D262"/>
      </a:accent5>
      <a:accent6>
        <a:srgbClr val="FEB0B4"/>
      </a:accent6>
      <a:hlink>
        <a:srgbClr val="658BD5"/>
      </a:hlink>
      <a:folHlink>
        <a:srgbClr val="A16AA5"/>
      </a:folHlink>
    </a:clrScheme>
    <a:fontScheme name="自定义 37">
      <a:majorFont>
        <a:latin typeface="MiSans Heavy"/>
        <a:ea typeface="汉仪正圆-75W"/>
        <a:cs typeface=""/>
      </a:majorFont>
      <a:minorFont>
        <a:latin typeface="Arial"/>
        <a:ea typeface="汉仪正圆 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</Words>
  <Application>WPS 演示</Application>
  <PresentationFormat>宽屏</PresentationFormat>
  <Paragraphs>116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汉仪正圆-75W</vt:lpstr>
      <vt:lpstr>Segoe Print</vt:lpstr>
      <vt:lpstr>汉仪正圆 55简</vt:lpstr>
      <vt:lpstr>+中文标题</vt:lpstr>
      <vt:lpstr>MiSans Heavy</vt:lpstr>
      <vt:lpstr>WPS</vt:lpstr>
      <vt:lpstr>Office 主题​​</vt:lpstr>
      <vt:lpstr>1_Office 主题​​</vt:lpstr>
      <vt:lpstr>2_Office 主题​​</vt:lpstr>
      <vt:lpstr>3_Office 主题​​</vt:lpstr>
      <vt:lpstr>4_Office 主题​​</vt:lpstr>
      <vt:lpstr>5_Office 主题​​</vt:lpstr>
      <vt:lpstr>学优生帮扶经验分享</vt:lpstr>
      <vt:lpstr>目录</vt:lpstr>
      <vt:lpstr>帮扶计划制定</vt:lpstr>
      <vt:lpstr>PowerPoint 演示文稿</vt:lpstr>
      <vt:lpstr>帮扶方法与技巧</vt:lpstr>
      <vt:lpstr>建立信任关系</vt:lpstr>
      <vt:lpstr>教授高效学习方法</vt:lpstr>
      <vt:lpstr>帮扶效果的评估与反馈</vt:lpstr>
      <vt:lpstr>定期评估帮扶效果</vt:lpstr>
      <vt:lpstr>帮扶过程中的注意事项</vt:lpstr>
      <vt:lpstr>尊重帮扶对象的个性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ZYD</cp:lastModifiedBy>
  <cp:revision>186</cp:revision>
  <dcterms:created xsi:type="dcterms:W3CDTF">2019-06-19T02:08:00Z</dcterms:created>
  <dcterms:modified xsi:type="dcterms:W3CDTF">2024-05-08T14:33:43Z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1A14E979150F4CBDBEE33A82E03045E3_11</vt:lpwstr>
  </property>
</Properties>
</file>