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7" r:id="rId2"/>
    <p:sldId id="593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C85BD-AA3F-4F2A-B69A-0873CED6D9E7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996B-3835-4287-972E-0C6818D677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7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42E3D-4844-4866-84DB-6E5F1E6DB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5087CD-FDF5-42FA-9492-801D53D507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3802DB-7B79-4DCB-B471-9CB06F67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3A790-035C-426E-B638-829FA2A6E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EF7433-176E-48D3-B845-05F29F63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82811-7E19-4D95-8746-333D4E0B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8EEB0-6547-4026-9769-C8F8B5ACE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1A51E4-6834-4F64-9922-005E9206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F30348-FBA4-4CB7-9D5A-7262D2CE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18FA9-32D4-4431-8CCC-C8936805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332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BB9EAD-D34E-4668-BD90-D4910E32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87BFCF-B5CE-42EC-886C-14F34B40D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B1E14B-AB13-48B5-AA67-E0EB3BDA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34FBB5-0C29-48E3-8267-F995E987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7B517-DA1B-409C-AABC-6EA04E4A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66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C6AEF-1CFF-4B19-84A2-B5021F2D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D1365B-7C1B-48CD-A1F1-5DF8A5961F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DECE99-75AB-446F-ACB6-53D3F4597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2A0C36-7AF2-48B0-81E2-E96C9C02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B6A66D-24D2-49A1-AD3A-DC16444A8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D67090-E331-4A71-B6CF-418912A1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502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68064C-DA10-48F3-B63B-71002F5E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28F64E-E7DF-457F-9965-0B45AF3C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B685F6-CDB9-4DD7-BCBC-314FFD2F8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FE259F-5DB4-44B7-A8A1-108B62692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4993EB2-6131-4612-8A45-B673EEF8D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C63D0D-3CBC-44A9-85B2-4ABE53F03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2483CD-80F7-4484-8BD8-E103A8BDB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EA1BE0-B36C-4BC0-BF77-8D504652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6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0E8D44-56F9-48FA-B796-17E4B5625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48272D-C022-4C4B-8804-3EEBD8EA7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50ABA2-2149-4A98-AA22-E42152CE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620ACA-9B91-42DB-9B14-6BEE330B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86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507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06F38-4E68-4CE9-A614-39EA37B83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8B762B-EAA2-41C5-B023-B2DF79F37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5A9932-EB05-49CF-9235-B8D3A3DF3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3C2E87-AD8F-454A-ADCE-8C58AF83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6D7916-2DAD-4911-A345-022E77E04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CDB769-DA2F-466B-B3FE-1057770E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28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5D469-9AEA-4FB6-A7F7-A5143E41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435F08-1215-41D4-89F8-0963E6216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7815AF-7D4F-48A6-89ED-4CC6F3E16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60F1D7-057F-4D0E-AEB5-11394E03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DCC5B4-45F0-4CB2-9A93-5096D3676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3E48AD-A339-4FDB-9544-2CA1D95B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421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59D38B-D43A-4BE3-A7D4-1739A634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9BBFC2-89D8-4CD5-AB15-229AE139D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40F68-942A-4B68-8FB9-BA27C971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0A4AE-50EB-479F-9726-24B6AAF78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0E3D5D-91B1-4E91-81A4-0D2200F3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54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011623-70E4-4388-8943-2D4ABC023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EA0263-78DA-4425-AD2C-FCD6E0CF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D734C6-94DA-487B-8566-D101D0B4D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931C97-D8E3-4BCA-8D44-814801B81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94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30453978-BB24-4ACE-A1FB-80623D33A1E3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3AECC0-F3D8-4348-B79E-07585B57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0B46E-5A4E-4A79-BF84-122237111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30B4E3-8206-485F-99F0-B4DAD702C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70724-3599-4F81-82BC-DAFC1E228230}" type="datetimeFigureOut">
              <a:rPr lang="zh-CN" altLang="en-US" smtClean="0"/>
              <a:t>2023/12/12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754206-CE1D-4563-B599-AA942854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AFCF62-1006-4C71-8DF6-8CC31C14C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87930-C9B5-4389-8632-AE3304F3609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7B07C0F-B2AC-4C2F-A9A5-E05D00D8237D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D7D106B0-FFA8-4A5B-A945-31C028E4526F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B7972CE-A095-4C47-86B6-0FA87AC011C6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78CBD5D7-7683-4EA4-83C2-E4F303600CC3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B044C5F5-F7A2-4351-BF3B-E10C23F98A8F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CEE6B366-508D-4E07-9848-1A0ACECC4185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E562A2EE-03D2-4489-8DC1-0C92EB36ADE1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AE3FD0E8-423F-4455-91D4-554B6CD92D83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19435E1C-F6A2-4616-A380-D6F29286F704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943F0611-C1CC-4B0D-9027-7BE3C12FDC9B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7E201B5-E735-468E-A451-12F0360976F5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2BB9561-88FC-4FC9-B8B5-9D99EFC693DC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C5C56BB5-CBFF-4A79-BA4C-0041AA0BDC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F324E8D6-46BD-422E-9EF8-F63F231847B3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EE5BC1DB-435C-492A-A00E-9E88F6636B06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F4192A04-5A10-443B-A34F-DB946D906E07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C45D25FA-AA70-43F0-B0F3-9436F122B095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05D4766F-FA17-48B2-A52B-E9083B447DC0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B096057A-6D92-459B-8AAE-1EF8DC0C1B1E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3A4BF158-86AC-436C-B855-4FC1559D8B26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235235FC-8104-4376-8ADA-9A29CE1A5D73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E43BC62D-826F-4BD3-8AAE-6FD11CA4902B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68688905-1225-4984-8FAF-517F788D8D85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C62AF2F4-6DED-4825-93EC-9E2C64EFB788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E02430A2-35E0-4D19-B202-8F94AE4ACC8C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B62994BA-DFBE-4F9F-9166-F47A5EF73307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F36AF06F-EF09-4667-8C4C-A2A15214B5AF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D06010F1-F40C-4D2C-91C5-89A3A0C6DC77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86B3FADD-EC93-452D-B4E3-B70F75EAA205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EFD5205F-61E3-4ED3-AD30-3CCE68D455DE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FCCCDAA9-C1DA-4507-B41F-564F37640CA3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8E90C45D-3E10-4E71-9E51-63F7858C30AE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CF41B875-33C0-4B2B-A866-B68F609FEFD0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865DBD4D-12AA-488F-A47F-EA449B0516E9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D47B9CD8-07E5-477E-B708-41235D31A996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2585FAA2-5577-4144-A1C6-BD0BA8191520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159BE166-6371-40C8-90B3-72F5925EDF5E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DB8E0B2A-D707-4661-A240-B3E53FCFB225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91CC42C9-5819-4C26-9FA6-4B6DDA84FC15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E9B0F5BD-85D9-4FDF-AD23-D3F07BA57381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87BAD3DD-77C8-4251-9AC8-A7DF1DA1716B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B26F2B87-89A5-4032-B690-91D1E75418E6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FCF2956F-9273-4A87-AD3E-B012B08498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1872BD01-686E-4076-BE0B-BE5BC9036DFE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730C768A-25EA-40DC-8F16-073468976EB5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A302F7C3-91F2-4EA7-B37F-7C37FAC1B9AC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DBEE7D68-EB1F-44CE-856D-4524ADF0B98B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B035104D-1083-4FF2-86D3-2CF76BDEE2BB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D97AABFA-0658-4094-B3FC-7DDCE5EE5B54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8E47E8DD-EDCF-410F-B43A-605CCC8BB265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B7CDE535-6886-4DEB-A051-408F63580CEA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7FC61612-DE01-48A4-BF1F-8ADE08497573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DBCB1FA3-096C-4A7A-BC28-B4ACD20BA086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E15D0057-2456-4A25-80C9-63A672DC7ABB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4CEEDB8D-67FD-47F6-B58E-B502AA69CBF2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Oval 59">
              <a:extLst>
                <a:ext uri="{FF2B5EF4-FFF2-40B4-BE49-F238E27FC236}">
                  <a16:creationId xmlns:a16="http://schemas.microsoft.com/office/drawing/2014/main" id="{2A240B43-3EB7-4DB0-AAC9-8CBBBC3DC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Oval 60">
              <a:extLst>
                <a:ext uri="{FF2B5EF4-FFF2-40B4-BE49-F238E27FC236}">
                  <a16:creationId xmlns:a16="http://schemas.microsoft.com/office/drawing/2014/main" id="{4AC06848-DE72-4C3A-9D0F-3D1825F59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BDF950CF-5834-4AEA-9938-2F65D8A0E9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1FC091C0-6D9F-42F7-AC9D-2EB849B2693D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E4E1FD64-32A3-4FEA-B787-590787432A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43834552-3EDF-4CBF-ADF8-B86B2FA5B8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6102B3B5-7BC0-4BEA-A33F-DD265E2A26AB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78976336-AA63-4EE3-91FF-F437DAC088CB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7">
              <a:extLst>
                <a:ext uri="{FF2B5EF4-FFF2-40B4-BE49-F238E27FC236}">
                  <a16:creationId xmlns:a16="http://schemas.microsoft.com/office/drawing/2014/main" id="{1192D93F-99E4-48F4-B4AD-BC0F17A08FCB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8">
              <a:extLst>
                <a:ext uri="{FF2B5EF4-FFF2-40B4-BE49-F238E27FC236}">
                  <a16:creationId xmlns:a16="http://schemas.microsoft.com/office/drawing/2014/main" id="{4464F822-9413-49E6-A03C-9CA6D381B9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9">
              <a:extLst>
                <a:ext uri="{FF2B5EF4-FFF2-40B4-BE49-F238E27FC236}">
                  <a16:creationId xmlns:a16="http://schemas.microsoft.com/office/drawing/2014/main" id="{E2119426-83B2-4BB5-A61E-F0C9D278FBF7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70">
              <a:extLst>
                <a:ext uri="{FF2B5EF4-FFF2-40B4-BE49-F238E27FC236}">
                  <a16:creationId xmlns:a16="http://schemas.microsoft.com/office/drawing/2014/main" id="{B223AA9B-0577-4B56-8177-A24996881703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887D298D-AA6C-4781-BD36-9714F0539012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CF078A78-C05B-448B-B38E-B04F47E4EF6C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1CA69F4C-078B-4174-85DB-DCF156B32501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9BC181FA-65FA-4B0A-AE99-E48D70B569EE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4BC7EE2-BA55-4D85-A749-9C5159A78D74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A1AEA0B3-85A7-4290-9764-D2648AA79A28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4717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0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8" name="标题 3073"/>
          <p:cNvSpPr txBox="1"/>
          <p:nvPr/>
        </p:nvSpPr>
        <p:spPr>
          <a:xfrm>
            <a:off x="2893993" y="2646242"/>
            <a:ext cx="6404014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8557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4">
            <a:extLst>
              <a:ext uri="{FF2B5EF4-FFF2-40B4-BE49-F238E27FC236}">
                <a16:creationId xmlns:a16="http://schemas.microsoft.com/office/drawing/2014/main" id="{FB891A25-926A-4525-8FD9-AF7F17D2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94" y="299120"/>
            <a:ext cx="8135937" cy="6096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endParaRPr lang="zh-CN" altLang="en-US" sz="3200" b="1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ˎ̥"/>
            </a:endParaRPr>
          </a:p>
        </p:txBody>
      </p:sp>
    </p:spTree>
    <p:extLst>
      <p:ext uri="{BB962C8B-B14F-4D97-AF65-F5344CB8AC3E}">
        <p14:creationId xmlns:p14="http://schemas.microsoft.com/office/powerpoint/2010/main" val="64708472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主题​​">
  <a:themeElements>
    <a:clrScheme name="蓝色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思源黑体 CN Heavy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20</cp:revision>
  <dcterms:created xsi:type="dcterms:W3CDTF">2023-11-23T08:54:22Z</dcterms:created>
  <dcterms:modified xsi:type="dcterms:W3CDTF">2023-12-12T11:18:18Z</dcterms:modified>
</cp:coreProperties>
</file>