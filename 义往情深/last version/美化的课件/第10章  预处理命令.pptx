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818" r:id="rId2"/>
    <p:sldId id="820" r:id="rId3"/>
    <p:sldId id="767" r:id="rId4"/>
    <p:sldId id="765" r:id="rId5"/>
    <p:sldId id="766" r:id="rId6"/>
    <p:sldId id="768" r:id="rId7"/>
    <p:sldId id="769" r:id="rId8"/>
    <p:sldId id="770" r:id="rId9"/>
    <p:sldId id="771" r:id="rId10"/>
    <p:sldId id="772" r:id="rId11"/>
    <p:sldId id="773" r:id="rId12"/>
    <p:sldId id="774" r:id="rId13"/>
    <p:sldId id="775" r:id="rId14"/>
    <p:sldId id="776" r:id="rId15"/>
    <p:sldId id="777" r:id="rId16"/>
    <p:sldId id="778" r:id="rId17"/>
    <p:sldId id="779" r:id="rId18"/>
    <p:sldId id="780" r:id="rId19"/>
    <p:sldId id="781" r:id="rId20"/>
    <p:sldId id="782" r:id="rId21"/>
    <p:sldId id="783" r:id="rId22"/>
    <p:sldId id="819" r:id="rId23"/>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251" userDrawn="1">
          <p15:clr>
            <a:srgbClr val="A4A3A4"/>
          </p15:clr>
        </p15:guide>
        <p15:guide id="2" pos="3840" userDrawn="1">
          <p15:clr>
            <a:srgbClr val="A4A3A4"/>
          </p15:clr>
        </p15:guide>
        <p15:guide id="3" pos="438" userDrawn="1">
          <p15:clr>
            <a:srgbClr val="A4A3A4"/>
          </p15:clr>
        </p15:guide>
        <p15:guide id="4" pos="1028" userDrawn="1">
          <p15:clr>
            <a:srgbClr val="A4A3A4"/>
          </p15:clr>
        </p15:guide>
        <p15:guide id="5"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1920"/>
    <a:srgbClr val="CCCCCC"/>
    <a:srgbClr val="BEDFC4"/>
    <a:srgbClr val="BD6368"/>
    <a:srgbClr val="F0E5B7"/>
    <a:srgbClr val="D7000F"/>
    <a:srgbClr val="BAA1B9"/>
    <a:srgbClr val="C2967F"/>
    <a:srgbClr val="0000FF"/>
    <a:srgbClr val="CFCF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00" autoAdjust="0"/>
    <p:restoredTop sz="94933" autoAdjust="0"/>
  </p:normalViewPr>
  <p:slideViewPr>
    <p:cSldViewPr>
      <p:cViewPr>
        <p:scale>
          <a:sx n="66" d="100"/>
          <a:sy n="66" d="100"/>
        </p:scale>
        <p:origin x="677" y="341"/>
      </p:cViewPr>
      <p:guideLst>
        <p:guide orient="horz" pos="2251"/>
        <p:guide pos="3840"/>
        <p:guide pos="438"/>
        <p:guide pos="1028"/>
        <p:guide pos="72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159A36-324D-47DB-9F35-03ED29D87FBE}" type="slidenum">
              <a:rPr lang="en-US" altLang="zh-CN"/>
              <a:pPr/>
              <a:t>5</a:t>
            </a:fld>
            <a:endParaRPr lang="en-US" altLang="zh-CN"/>
          </a:p>
        </p:txBody>
      </p:sp>
      <p:sp>
        <p:nvSpPr>
          <p:cNvPr id="959490" name="Rectangle 2"/>
          <p:cNvSpPr>
            <a:spLocks noGrp="1" noRot="1" noChangeAspect="1" noChangeArrowheads="1" noTextEdit="1"/>
          </p:cNvSpPr>
          <p:nvPr>
            <p:ph type="sldImg"/>
          </p:nvPr>
        </p:nvSpPr>
        <p:spPr>
          <a:xfrm>
            <a:off x="381000" y="685800"/>
            <a:ext cx="6096000" cy="3429000"/>
          </a:xfrm>
          <a:ln/>
        </p:spPr>
      </p:sp>
      <p:sp>
        <p:nvSpPr>
          <p:cNvPr id="9594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917746-B615-4327-AF7A-3C1982F9EAD1}" type="slidenum">
              <a:rPr lang="en-US" altLang="zh-CN"/>
              <a:pPr/>
              <a:t>6</a:t>
            </a:fld>
            <a:endParaRPr lang="en-US" altLang="zh-CN"/>
          </a:p>
        </p:txBody>
      </p:sp>
      <p:sp>
        <p:nvSpPr>
          <p:cNvPr id="1025026" name="Rectangle 2"/>
          <p:cNvSpPr>
            <a:spLocks noGrp="1" noRot="1" noChangeAspect="1" noChangeArrowheads="1" noTextEdit="1"/>
          </p:cNvSpPr>
          <p:nvPr>
            <p:ph type="sldImg"/>
          </p:nvPr>
        </p:nvSpPr>
        <p:spPr>
          <a:xfrm>
            <a:off x="381000" y="685800"/>
            <a:ext cx="6096000" cy="3429000"/>
          </a:xfrm>
          <a:ln/>
        </p:spPr>
      </p:sp>
      <p:sp>
        <p:nvSpPr>
          <p:cNvPr id="10250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A3A9ED-00A6-4827-88C3-DF1653E0E561}" type="slidenum">
              <a:rPr lang="en-US" altLang="zh-CN"/>
              <a:pPr/>
              <a:t>7</a:t>
            </a:fld>
            <a:endParaRPr lang="en-US" altLang="zh-CN"/>
          </a:p>
        </p:txBody>
      </p:sp>
      <p:sp>
        <p:nvSpPr>
          <p:cNvPr id="1027074" name="Rectangle 2"/>
          <p:cNvSpPr>
            <a:spLocks noGrp="1" noRot="1" noChangeAspect="1" noChangeArrowheads="1" noTextEdit="1"/>
          </p:cNvSpPr>
          <p:nvPr>
            <p:ph type="sldImg"/>
          </p:nvPr>
        </p:nvSpPr>
        <p:spPr>
          <a:xfrm>
            <a:off x="381000" y="685800"/>
            <a:ext cx="6096000" cy="3429000"/>
          </a:xfrm>
          <a:ln/>
        </p:spPr>
      </p:sp>
      <p:sp>
        <p:nvSpPr>
          <p:cNvPr id="10270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A2D7E2-A7A2-48F9-9145-F031BB4CED34}" type="slidenum">
              <a:rPr lang="en-US" altLang="zh-CN"/>
              <a:pPr/>
              <a:t>8</a:t>
            </a:fld>
            <a:endParaRPr lang="en-US" altLang="zh-CN"/>
          </a:p>
        </p:txBody>
      </p:sp>
      <p:sp>
        <p:nvSpPr>
          <p:cNvPr id="1029122" name="Rectangle 2"/>
          <p:cNvSpPr>
            <a:spLocks noGrp="1" noRot="1" noChangeAspect="1" noChangeArrowheads="1" noTextEdit="1"/>
          </p:cNvSpPr>
          <p:nvPr>
            <p:ph type="sldImg"/>
          </p:nvPr>
        </p:nvSpPr>
        <p:spPr>
          <a:xfrm>
            <a:off x="381000" y="685800"/>
            <a:ext cx="6096000" cy="3429000"/>
          </a:xfrm>
          <a:ln/>
        </p:spPr>
      </p:sp>
      <p:sp>
        <p:nvSpPr>
          <p:cNvPr id="10291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731E96-DB33-4337-B1F8-ABC79AF7FCBF}" type="slidenum">
              <a:rPr lang="en-US" altLang="zh-CN"/>
              <a:pPr/>
              <a:t>9</a:t>
            </a:fld>
            <a:endParaRPr lang="en-US" altLang="zh-CN"/>
          </a:p>
        </p:txBody>
      </p:sp>
      <p:sp>
        <p:nvSpPr>
          <p:cNvPr id="1031170" name="Rectangle 2"/>
          <p:cNvSpPr>
            <a:spLocks noGrp="1" noRot="1" noChangeAspect="1" noChangeArrowheads="1" noTextEdit="1"/>
          </p:cNvSpPr>
          <p:nvPr>
            <p:ph type="sldImg"/>
          </p:nvPr>
        </p:nvSpPr>
        <p:spPr>
          <a:xfrm>
            <a:off x="381000" y="685800"/>
            <a:ext cx="6096000" cy="3429000"/>
          </a:xfrm>
          <a:ln/>
        </p:spPr>
      </p:sp>
      <p:sp>
        <p:nvSpPr>
          <p:cNvPr id="10311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17</a:t>
            </a:fld>
            <a:endParaRPr lang="en-US" altLang="zh-CN"/>
          </a:p>
        </p:txBody>
      </p:sp>
    </p:spTree>
    <p:extLst>
      <p:ext uri="{BB962C8B-B14F-4D97-AF65-F5344CB8AC3E}">
        <p14:creationId xmlns:p14="http://schemas.microsoft.com/office/powerpoint/2010/main" val="1511399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22</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14400" y="1341438"/>
            <a:ext cx="10363200" cy="475456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B457B42E-CD40-4C0E-BD55-24F184C2DD26}" type="slidenum">
              <a:rPr lang="en-US" altLang="zh-CN"/>
              <a:pPr/>
              <a:t>‹#›</a:t>
            </a:fld>
            <a:endParaRPr lang="en-US" altLang="zh-CN"/>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5B09B01F-EC4D-490C-98B0-C0B10CA1FB66}" type="slidenum">
              <a:rPr lang="en-US" altLang="zh-CN"/>
              <a:pPr/>
              <a:t>‹#›</a:t>
            </a:fld>
            <a:endParaRPr lang="en-US" altLang="zh-CN"/>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a:prstGeom prst="rect">
            <a:avLst/>
          </a:prstGeom>
        </p:spPr>
        <p:txBody>
          <a:bodyPr/>
          <a:lstStyle>
            <a:lvl1pPr>
              <a:defRPr/>
            </a:lvl1pPr>
          </a:lstStyle>
          <a:p>
            <a:fld id="{24E3F86E-0DA3-471F-BECD-172C93DD055A}" type="slidenum">
              <a:rPr lang="en-US" altLang="zh-CN"/>
              <a:pPr/>
              <a:t>‹#›</a:t>
            </a:fld>
            <a:endParaRPr lang="en-US" altLang="zh-CN"/>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8" name="页脚占位符 7"/>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9" name="灯片编号占位符 8"/>
          <p:cNvSpPr>
            <a:spLocks noGrp="1"/>
          </p:cNvSpPr>
          <p:nvPr>
            <p:ph type="sldNum" sz="quarter" idx="12"/>
          </p:nvPr>
        </p:nvSpPr>
        <p:spPr>
          <a:xfrm>
            <a:off x="8737600" y="6248400"/>
            <a:ext cx="2540000" cy="457200"/>
          </a:xfrm>
          <a:prstGeom prst="rect">
            <a:avLst/>
          </a:prstGeom>
        </p:spPr>
        <p:txBody>
          <a:bodyPr/>
          <a:lstStyle>
            <a:lvl1pPr>
              <a:defRPr/>
            </a:lvl1pPr>
          </a:lstStyle>
          <a:p>
            <a:fld id="{93CA6B8E-7E13-45A1-9037-62A7BBCC4348}" type="slidenum">
              <a:rPr lang="en-US" altLang="zh-CN"/>
              <a:pPr/>
              <a:t>‹#›</a:t>
            </a:fld>
            <a:endParaRPr lang="en-US" altLang="zh-CN"/>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3" name="页脚占位符 2"/>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4" name="灯片编号占位符 3"/>
          <p:cNvSpPr>
            <a:spLocks noGrp="1"/>
          </p:cNvSpPr>
          <p:nvPr>
            <p:ph type="sldNum" sz="quarter" idx="12"/>
          </p:nvPr>
        </p:nvSpPr>
        <p:spPr>
          <a:xfrm>
            <a:off x="8737600" y="6248400"/>
            <a:ext cx="2540000" cy="457200"/>
          </a:xfrm>
          <a:prstGeom prst="rect">
            <a:avLst/>
          </a:prstGeom>
        </p:spPr>
        <p:txBody>
          <a:bodyPr/>
          <a:lstStyle>
            <a:lvl1pPr>
              <a:defRPr/>
            </a:lvl1pPr>
          </a:lstStyle>
          <a:p>
            <a:fld id="{4F074644-8890-4B87-BCE1-58067874F27A}" type="slidenum">
              <a:rPr lang="en-US" altLang="zh-CN"/>
              <a:pPr/>
              <a:t>‹#›</a:t>
            </a:fld>
            <a:endParaRPr lang="en-US" altLang="zh-CN"/>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a:prstGeom prst="rect">
            <a:avLst/>
          </a:prstGeom>
        </p:spPr>
        <p:txBody>
          <a:bodyPr/>
          <a:lstStyle>
            <a:lvl1pPr>
              <a:defRPr/>
            </a:lvl1pPr>
          </a:lstStyle>
          <a:p>
            <a:fld id="{46A11B18-8425-4162-9BB0-67E841A41E5F}" type="slidenum">
              <a:rPr lang="en-US" altLang="zh-CN"/>
              <a:pPr/>
              <a:t>‹#›</a:t>
            </a:fld>
            <a:endParaRPr lang="en-US" altLang="zh-CN"/>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a:prstGeom prst="rect">
            <a:avLst/>
          </a:prstGeom>
        </p:spPr>
        <p:txBody>
          <a:bodyPr/>
          <a:lstStyle>
            <a:lvl1pPr>
              <a:defRPr/>
            </a:lvl1pPr>
          </a:lstStyle>
          <a:p>
            <a:fld id="{93E6B9FE-FBB9-4B6D-9067-BF370D4178D9}" type="slidenum">
              <a:rPr lang="en-US" altLang="zh-CN"/>
              <a:pPr/>
              <a:t>‹#›</a:t>
            </a:fld>
            <a:endParaRPr lang="en-US" altLang="zh-CN"/>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14400" y="1341438"/>
            <a:ext cx="10363200" cy="475456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726F7884-3706-4116-92A7-4D58A6FDFD67}" type="slidenum">
              <a:rPr lang="en-US" altLang="zh-CN"/>
              <a:pPr/>
              <a:t>‹#›</a:t>
            </a:fld>
            <a:endParaRPr lang="en-US" altLang="zh-CN"/>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115888"/>
            <a:ext cx="2590800" cy="5980112"/>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115888"/>
            <a:ext cx="7569200" cy="598011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68ED130F-3C06-4E9A-BD91-24FCEB94372E}" type="slidenum">
              <a:rPr lang="en-US" altLang="zh-CN"/>
              <a:pPr/>
              <a:t>‹#›</a:t>
            </a:fld>
            <a:endParaRPr lang="en-US" altLang="zh-CN"/>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2A410C0-AEB4-4F0E-80FC-962C33F58C57}" type="slidenum">
              <a:rPr lang="en-US" altLang="zh-CN"/>
              <a:pPr/>
              <a:t>‹#›</a:t>
            </a:fld>
            <a:endParaRPr lang="en-US" altLang="zh-CN"/>
          </a:p>
        </p:txBody>
      </p:sp>
    </p:spTree>
    <p:extLst>
      <p:ext uri="{BB962C8B-B14F-4D97-AF65-F5344CB8AC3E}">
        <p14:creationId xmlns:p14="http://schemas.microsoft.com/office/powerpoint/2010/main" val="3281851723"/>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p:spPr>
        <p:txBody>
          <a:bodyPr/>
          <a:lstStyle>
            <a:lvl1pPr>
              <a:defRPr/>
            </a:lvl1pPr>
          </a:lstStyle>
          <a:p>
            <a:fld id="{08BC100C-41E0-4159-9F63-D8679E1C7B71}" type="slidenum">
              <a:rPr lang="en-US" altLang="zh-CN"/>
              <a:pPr/>
              <a:t>‹#›</a:t>
            </a:fld>
            <a:endParaRPr lang="en-US" altLang="zh-CN"/>
          </a:p>
        </p:txBody>
      </p:sp>
    </p:spTree>
    <p:extLst>
      <p:ext uri="{BB962C8B-B14F-4D97-AF65-F5344CB8AC3E}">
        <p14:creationId xmlns:p14="http://schemas.microsoft.com/office/powerpoint/2010/main" val="2958211795"/>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115888"/>
            <a:ext cx="10363200" cy="5980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p:spPr>
        <p:txBody>
          <a:bodyPr/>
          <a:lstStyle>
            <a:lvl1pPr>
              <a:defRPr/>
            </a:lvl1pPr>
          </a:lstStyle>
          <a:p>
            <a:fld id="{CC9E78AC-430C-4856-8550-5421F1ACA9CC}" type="slidenum">
              <a:rPr lang="en-US" altLang="zh-CN"/>
              <a:pPr/>
              <a:t>‹#›</a:t>
            </a:fld>
            <a:endParaRPr lang="en-US" altLang="zh-CN"/>
          </a:p>
        </p:txBody>
      </p:sp>
    </p:spTree>
    <p:extLst>
      <p:ext uri="{BB962C8B-B14F-4D97-AF65-F5344CB8AC3E}">
        <p14:creationId xmlns:p14="http://schemas.microsoft.com/office/powerpoint/2010/main" val="1398108124"/>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4.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audio" Target="../media/audio3.wav"/><Relationship Id="rId5" Type="http://schemas.openxmlformats.org/officeDocument/2006/relationships/audio" Target="../media/audio2.wav"/><Relationship Id="rId4" Type="http://schemas.openxmlformats.org/officeDocument/2006/relationships/audio" Target="../media/audio4.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audio" Target="../media/audio3.wav"/><Relationship Id="rId5" Type="http://schemas.openxmlformats.org/officeDocument/2006/relationships/audio" Target="../media/audio5.wav"/><Relationship Id="rId4" Type="http://schemas.openxmlformats.org/officeDocument/2006/relationships/audio" Target="../media/audio4.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4.wav"/></Relationships>
</file>

<file path=ppt/slides/_rels/slide18.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audio" Target="../media/audio2.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11624" y="1196752"/>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886625" y="3013252"/>
            <a:ext cx="4373312" cy="646331"/>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36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endParaRPr lang="zh-CN" altLang="en-US" sz="3600" b="1" dirty="0">
              <a:solidFill>
                <a:schemeClr val="bg1"/>
              </a:solidFill>
              <a:latin typeface="思源黑体 CN Heavy" panose="020B0A00000000000000" pitchFamily="34" charset="-122"/>
              <a:ea typeface="思源黑体 CN Heavy" panose="020B0A00000000000000" pitchFamily="34" charset="-122"/>
            </a:endParaRP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929378" y="1719471"/>
            <a:ext cx="2287807" cy="1107996"/>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6600" b="1" dirty="0">
                <a:solidFill>
                  <a:schemeClr val="bg1"/>
                </a:solidFill>
                <a:latin typeface="思源黑体 CN Heavy" panose="020B0A00000000000000" pitchFamily="34" charset="-122"/>
                <a:ea typeface="思源黑体 CN Heavy" panose="020B0A00000000000000" pitchFamily="34" charset="-122"/>
              </a:rPr>
              <a:t>C</a:t>
            </a:r>
            <a:r>
              <a:rPr lang="zh-CN" altLang="en-US" sz="6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73419" y="2693487"/>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3533162" y="4024124"/>
            <a:ext cx="5080237" cy="769441"/>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4400" b="1" dirty="0">
                <a:solidFill>
                  <a:schemeClr val="bg1"/>
                </a:solidFill>
                <a:latin typeface="思源黑体 CN Heavy" panose="020B0A00000000000000" pitchFamily="34" charset="-122"/>
                <a:ea typeface="思源黑体 CN Heavy" panose="020B0A00000000000000" pitchFamily="34" charset="-122"/>
              </a:rPr>
              <a:t>第</a:t>
            </a:r>
            <a:r>
              <a:rPr lang="en-US" altLang="zh-CN" sz="4400" b="1" dirty="0">
                <a:solidFill>
                  <a:schemeClr val="bg1"/>
                </a:solidFill>
                <a:latin typeface="思源黑体 CN Heavy" panose="020B0A00000000000000" pitchFamily="34" charset="-122"/>
                <a:ea typeface="思源黑体 CN Heavy" panose="020B0A00000000000000" pitchFamily="34" charset="-122"/>
              </a:rPr>
              <a:t>10</a:t>
            </a:r>
            <a:r>
              <a:rPr lang="zh-CN" altLang="en-US" sz="4400" b="1" dirty="0">
                <a:solidFill>
                  <a:schemeClr val="bg1"/>
                </a:solidFill>
                <a:latin typeface="思源黑体 CN Heavy" panose="020B0A00000000000000" pitchFamily="34" charset="-122"/>
                <a:ea typeface="思源黑体 CN Heavy" panose="020B0A00000000000000" pitchFamily="34" charset="-122"/>
              </a:rPr>
              <a:t>章  预处理命令</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479318"/>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9029" name="Rectangle 37"/>
          <p:cNvSpPr>
            <a:spLocks noChangeArrowheads="1"/>
          </p:cNvSpPr>
          <p:nvPr/>
        </p:nvSpPr>
        <p:spPr bwMode="auto">
          <a:xfrm>
            <a:off x="623392" y="1700808"/>
            <a:ext cx="11038140" cy="5047536"/>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buClr>
                <a:srgbClr val="C01920"/>
              </a:buClr>
              <a:buFont typeface="Wingdings" panose="05000000000000000000" pitchFamily="2" charset="2"/>
              <a:buChar char="u"/>
            </a:pP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语言的一个重要特征是它的</a:t>
            </a:r>
            <a:r>
              <a:rPr lang="zh-CN" altLang="en-US" b="1" dirty="0">
                <a:solidFill>
                  <a:srgbClr val="C01920"/>
                </a:solidFill>
                <a:ea typeface="楷体" pitchFamily="49" charset="-122"/>
              </a:rPr>
              <a:t>预处理功能</a:t>
            </a:r>
            <a:r>
              <a:rPr lang="zh-CN" altLang="en-US" b="1" dirty="0">
                <a:effectLst>
                  <a:outerShdw blurRad="38100" dist="38100" dir="2700000" algn="tl">
                    <a:srgbClr val="FFFFFF"/>
                  </a:outerShdw>
                </a:effectLst>
                <a:ea typeface="楷体" pitchFamily="49" charset="-122"/>
              </a:rPr>
              <a:t>；</a:t>
            </a:r>
            <a:endParaRPr lang="en-US" altLang="zh-CN"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endParaRPr lang="en-US" altLang="zh-CN" sz="1050"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r>
              <a:rPr lang="zh-CN" altLang="en-US" b="1" dirty="0">
                <a:effectLst>
                  <a:outerShdw blurRad="38100" dist="38100" dir="2700000" algn="tl">
                    <a:srgbClr val="FFFFFF"/>
                  </a:outerShdw>
                </a:effectLst>
                <a:ea typeface="楷体" pitchFamily="49" charset="-122"/>
              </a:rPr>
              <a:t>一个高级语言源程序在计算机上运行，必须先用</a:t>
            </a:r>
            <a:r>
              <a:rPr lang="zh-CN" altLang="en-US" b="1" dirty="0">
                <a:solidFill>
                  <a:srgbClr val="002060"/>
                </a:solidFill>
                <a:effectLst>
                  <a:outerShdw blurRad="38100" dist="38100" dir="2700000" algn="tl">
                    <a:srgbClr val="FFFFFF"/>
                  </a:outerShdw>
                </a:effectLst>
                <a:ea typeface="楷体" pitchFamily="49" charset="-122"/>
              </a:rPr>
              <a:t>编译程序</a:t>
            </a:r>
            <a:r>
              <a:rPr lang="zh-CN" altLang="en-US" b="1" dirty="0">
                <a:effectLst>
                  <a:outerShdw blurRad="38100" dist="38100" dir="2700000" algn="tl">
                    <a:srgbClr val="FFFFFF"/>
                  </a:outerShdw>
                </a:effectLst>
                <a:ea typeface="楷体" pitchFamily="49" charset="-122"/>
              </a:rPr>
              <a:t>将其翻译为机器语言；</a:t>
            </a:r>
            <a:endParaRPr lang="en-US" altLang="zh-CN"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endParaRPr lang="en-US" altLang="zh-CN" sz="1050"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r>
              <a:rPr lang="zh-CN" altLang="en-US" b="1" dirty="0">
                <a:effectLst>
                  <a:outerShdw blurRad="38100" dist="38100" dir="2700000" algn="tl">
                    <a:srgbClr val="FFFFFF"/>
                  </a:outerShdw>
                </a:effectLst>
                <a:ea typeface="楷体" pitchFamily="49" charset="-122"/>
              </a:rPr>
              <a:t>编译包括</a:t>
            </a:r>
            <a:r>
              <a:rPr lang="zh-CN" altLang="en-US" b="1" dirty="0">
                <a:solidFill>
                  <a:srgbClr val="002060"/>
                </a:solidFill>
                <a:effectLst>
                  <a:outerShdw blurRad="38100" dist="38100" dir="2700000" algn="tl">
                    <a:srgbClr val="FFFFFF"/>
                  </a:outerShdw>
                </a:effectLst>
                <a:ea typeface="楷体" pitchFamily="49" charset="-122"/>
              </a:rPr>
              <a:t>词法分析、语法分析、代码生成、代码优化</a:t>
            </a:r>
            <a:r>
              <a:rPr lang="zh-CN" altLang="en-US" b="1" dirty="0">
                <a:effectLst>
                  <a:outerShdw blurRad="38100" dist="38100" dir="2700000" algn="tl">
                    <a:srgbClr val="FFFFFF"/>
                  </a:outerShdw>
                </a:effectLst>
                <a:ea typeface="楷体" pitchFamily="49" charset="-122"/>
              </a:rPr>
              <a:t>等步骤；</a:t>
            </a:r>
            <a:endParaRPr lang="en-US" altLang="zh-CN"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endParaRPr lang="en-US" altLang="zh-CN" sz="1050"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r>
              <a:rPr lang="zh-CN" altLang="en-US" b="1" dirty="0">
                <a:effectLst>
                  <a:outerShdw blurRad="38100" dist="38100" dir="2700000" algn="tl">
                    <a:srgbClr val="FFFFFF"/>
                  </a:outerShdw>
                </a:effectLst>
                <a:ea typeface="楷体" pitchFamily="49" charset="-122"/>
              </a:rPr>
              <a:t>在编译之前有时还要做某些预处理工作，如去掉注释，变换格式等。</a:t>
            </a:r>
            <a:endParaRPr lang="en-US" altLang="zh-CN"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endParaRPr lang="en-US" altLang="zh-CN" sz="1050"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语言允许在源程序中包含预处理命令，在正式编译之前（词法分析之前）系统先对这些命令进行“</a:t>
            </a:r>
            <a:r>
              <a:rPr lang="zh-CN" altLang="en-US" b="1" dirty="0">
                <a:solidFill>
                  <a:srgbClr val="002060"/>
                </a:solidFill>
                <a:effectLst>
                  <a:outerShdw blurRad="38100" dist="38100" dir="2700000" algn="tl">
                    <a:srgbClr val="FFFFFF"/>
                  </a:outerShdw>
                </a:effectLst>
                <a:ea typeface="楷体" pitchFamily="49" charset="-122"/>
              </a:rPr>
              <a:t>预处理</a:t>
            </a:r>
            <a:r>
              <a:rPr lang="zh-CN" altLang="en-US" b="1" dirty="0">
                <a:effectLst>
                  <a:outerShdw blurRad="38100" dist="38100" dir="2700000" algn="tl">
                    <a:srgbClr val="FFFFFF"/>
                  </a:outerShdw>
                </a:effectLst>
                <a:ea typeface="楷体" pitchFamily="49" charset="-122"/>
              </a:rPr>
              <a:t>”，然后整个源程序再进行通常的编译处理。</a:t>
            </a:r>
            <a:endParaRPr lang="en-US" altLang="zh-CN"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endParaRPr lang="en-US" altLang="zh-CN" sz="1050"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u"/>
            </a:pPr>
            <a:r>
              <a:rPr lang="zh-CN" altLang="en-US" b="1" dirty="0">
                <a:effectLst>
                  <a:outerShdw blurRad="38100" dist="38100" dir="2700000" algn="tl">
                    <a:srgbClr val="FFFFFF"/>
                  </a:outerShdw>
                </a:effectLst>
                <a:ea typeface="楷体" pitchFamily="49" charset="-122"/>
              </a:rPr>
              <a:t>从语法上讲，预处理命令不是</a:t>
            </a: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语言的一部分，但使用它们却扩展了</a:t>
            </a: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语言程序设计的环境，可以简化程序开发过程，提高程序的可读性，也更有利于移植和调试</a:t>
            </a: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语言程序。</a:t>
            </a:r>
            <a:endParaRPr lang="en-US" altLang="zh-CN" b="1" dirty="0">
              <a:effectLst>
                <a:outerShdw blurRad="38100" dist="38100" dir="2700000" algn="tl">
                  <a:srgbClr val="FFFFFF"/>
                </a:outerShdw>
              </a:effectLst>
              <a:ea typeface="楷体" pitchFamily="49" charset="-122"/>
            </a:endParaRPr>
          </a:p>
          <a:p>
            <a:pPr>
              <a:buClr>
                <a:srgbClr val="CC0066"/>
              </a:buClr>
            </a:pPr>
            <a:endParaRPr lang="en-US" altLang="zh-CN" b="1" dirty="0">
              <a:effectLst>
                <a:outerShdw blurRad="38100" dist="38100" dir="2700000" algn="tl">
                  <a:srgbClr val="FFFFFF"/>
                </a:outerShdw>
              </a:effectLst>
              <a:ea typeface="楷体" pitchFamily="49" charset="-122"/>
            </a:endParaRPr>
          </a:p>
          <a:p>
            <a:r>
              <a:rPr lang="en-US" altLang="zh-CN" b="1" dirty="0">
                <a:effectLst>
                  <a:outerShdw blurRad="38100" dist="38100" dir="2700000" algn="tl">
                    <a:srgbClr val="FFFFFF"/>
                  </a:outerShdw>
                </a:effectLst>
                <a:ea typeface="楷体" pitchFamily="49" charset="-122"/>
              </a:rPr>
              <a:t>    </a:t>
            </a:r>
            <a:r>
              <a:rPr lang="zh-CN" altLang="en-US" b="1" dirty="0">
                <a:effectLst>
                  <a:outerShdw blurRad="38100" dist="38100" dir="2700000" algn="tl">
                    <a:srgbClr val="FFFFFF"/>
                  </a:outerShdw>
                </a:effectLst>
                <a:ea typeface="楷体" pitchFamily="49" charset="-122"/>
              </a:rPr>
              <a:t>本章主要介绍</a:t>
            </a:r>
            <a:r>
              <a:rPr lang="zh-CN" altLang="en-US" b="1" dirty="0">
                <a:solidFill>
                  <a:srgbClr val="C01920"/>
                </a:solidFill>
                <a:ea typeface="楷体" pitchFamily="49" charset="-122"/>
              </a:rPr>
              <a:t>宏定义、文件包括</a:t>
            </a:r>
            <a:r>
              <a:rPr lang="zh-CN" altLang="en-US" b="1" dirty="0">
                <a:effectLst>
                  <a:outerShdw blurRad="38100" dist="38100" dir="2700000" algn="tl">
                    <a:srgbClr val="FFFFFF"/>
                  </a:outerShdw>
                </a:effectLst>
                <a:ea typeface="楷体" pitchFamily="49" charset="-122"/>
              </a:rPr>
              <a:t>和</a:t>
            </a:r>
            <a:r>
              <a:rPr lang="zh-CN" altLang="en-US" b="1" dirty="0">
                <a:solidFill>
                  <a:srgbClr val="C01920"/>
                </a:solidFill>
                <a:ea typeface="楷体" pitchFamily="49" charset="-122"/>
              </a:rPr>
              <a:t>条件编译</a:t>
            </a:r>
            <a:r>
              <a:rPr lang="zh-CN" altLang="en-US" b="1" dirty="0">
                <a:effectLst>
                  <a:outerShdw blurRad="38100" dist="38100" dir="2700000" algn="tl">
                    <a:srgbClr val="FFFFFF"/>
                  </a:outerShdw>
                </a:effectLst>
                <a:ea typeface="楷体" pitchFamily="49" charset="-122"/>
              </a:rPr>
              <a:t>等预处理命令。 </a:t>
            </a:r>
          </a:p>
        </p:txBody>
      </p:sp>
      <p:sp>
        <p:nvSpPr>
          <p:cNvPr id="8" name="Rectangle 4">
            <a:extLst>
              <a:ext uri="{FF2B5EF4-FFF2-40B4-BE49-F238E27FC236}">
                <a16:creationId xmlns:a16="http://schemas.microsoft.com/office/drawing/2014/main" id="{6F085EBA-DC57-4958-B7EC-A340CCBBCA5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章：预处理命令 </a:t>
            </a:r>
          </a:p>
        </p:txBody>
      </p:sp>
      <p:grpSp>
        <p:nvGrpSpPr>
          <p:cNvPr id="9" name="组合 8">
            <a:extLst>
              <a:ext uri="{FF2B5EF4-FFF2-40B4-BE49-F238E27FC236}">
                <a16:creationId xmlns:a16="http://schemas.microsoft.com/office/drawing/2014/main" id="{E7C988BC-7EE4-47F0-AC03-D3846EB1508C}"/>
              </a:ext>
            </a:extLst>
          </p:cNvPr>
          <p:cNvGrpSpPr/>
          <p:nvPr/>
        </p:nvGrpSpPr>
        <p:grpSpPr>
          <a:xfrm>
            <a:off x="702426" y="984072"/>
            <a:ext cx="3151830" cy="557612"/>
            <a:chOff x="695400" y="1059424"/>
            <a:chExt cx="3151830" cy="557612"/>
          </a:xfrm>
        </p:grpSpPr>
        <p:sp>
          <p:nvSpPr>
            <p:cNvPr id="10" name="Text Box 5">
              <a:extLst>
                <a:ext uri="{FF2B5EF4-FFF2-40B4-BE49-F238E27FC236}">
                  <a16:creationId xmlns:a16="http://schemas.microsoft.com/office/drawing/2014/main" id="{87FD89B4-9849-41E3-8FDF-BF0C70E35A37}"/>
                </a:ext>
              </a:extLst>
            </p:cNvPr>
            <p:cNvSpPr txBox="1">
              <a:spLocks noChangeArrowheads="1"/>
            </p:cNvSpPr>
            <p:nvPr/>
          </p:nvSpPr>
          <p:spPr bwMode="auto">
            <a:xfrm>
              <a:off x="1558211" y="1081250"/>
              <a:ext cx="2289019"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学习的意义   </a:t>
              </a:r>
            </a:p>
          </p:txBody>
        </p:sp>
        <p:grpSp>
          <p:nvGrpSpPr>
            <p:cNvPr id="11" name="组合 10">
              <a:extLst>
                <a:ext uri="{FF2B5EF4-FFF2-40B4-BE49-F238E27FC236}">
                  <a16:creationId xmlns:a16="http://schemas.microsoft.com/office/drawing/2014/main" id="{58AEC479-C5E9-4DBD-A87A-A7320C039223}"/>
                </a:ext>
              </a:extLst>
            </p:cNvPr>
            <p:cNvGrpSpPr/>
            <p:nvPr/>
          </p:nvGrpSpPr>
          <p:grpSpPr>
            <a:xfrm>
              <a:off x="695400" y="1059424"/>
              <a:ext cx="833819" cy="557612"/>
              <a:chOff x="695400" y="1059424"/>
              <a:chExt cx="833819" cy="557612"/>
            </a:xfrm>
          </p:grpSpPr>
          <p:sp>
            <p:nvSpPr>
              <p:cNvPr id="12" name="菱形 11">
                <a:extLst>
                  <a:ext uri="{FF2B5EF4-FFF2-40B4-BE49-F238E27FC236}">
                    <a16:creationId xmlns:a16="http://schemas.microsoft.com/office/drawing/2014/main" id="{760F3AE3-E08C-44E6-A6DC-BA5E5359AA63}"/>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3" name="菱形 12">
                <a:extLst>
                  <a:ext uri="{FF2B5EF4-FFF2-40B4-BE49-F238E27FC236}">
                    <a16:creationId xmlns:a16="http://schemas.microsoft.com/office/drawing/2014/main" id="{CBD2EE34-9822-443B-9B6C-4D492173DE85}"/>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69029"/>
                                        </p:tgtEl>
                                        <p:attrNameLst>
                                          <p:attrName>style.visibility</p:attrName>
                                        </p:attrNameLst>
                                      </p:cBhvr>
                                      <p:to>
                                        <p:strVal val="visible"/>
                                      </p:to>
                                    </p:set>
                                    <p:animEffect transition="in" filter="box(out)">
                                      <p:cBhvr>
                                        <p:cTn id="13" dur="500"/>
                                        <p:tgtEl>
                                          <p:spTgt spid="46902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029"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23015" name="Group 39"/>
          <p:cNvGrpSpPr>
            <a:grpSpLocks/>
          </p:cNvGrpSpPr>
          <p:nvPr/>
        </p:nvGrpSpPr>
        <p:grpSpPr bwMode="auto">
          <a:xfrm>
            <a:off x="2266007" y="1570039"/>
            <a:ext cx="1296987" cy="2317749"/>
            <a:chOff x="345" y="989"/>
            <a:chExt cx="817" cy="1460"/>
          </a:xfrm>
        </p:grpSpPr>
        <p:sp>
          <p:nvSpPr>
            <p:cNvPr id="1022986" name="Text Box 10"/>
            <p:cNvSpPr txBox="1">
              <a:spLocks noChangeArrowheads="1"/>
            </p:cNvSpPr>
            <p:nvPr/>
          </p:nvSpPr>
          <p:spPr bwMode="auto">
            <a:xfrm>
              <a:off x="658" y="989"/>
              <a:ext cx="349" cy="1179"/>
            </a:xfrm>
            <a:prstGeom prst="rect">
              <a:avLst/>
            </a:prstGeom>
            <a:solidFill>
              <a:srgbClr val="BEDFC4"/>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vert="eaVert">
              <a:spAutoFit/>
              <a:flatTx/>
            </a:bodyPr>
            <a:lstStyle/>
            <a:p>
              <a:pPr>
                <a:spcBef>
                  <a:spcPct val="50000"/>
                </a:spcBef>
              </a:pPr>
              <a:r>
                <a:rPr lang="en-US" altLang="zh-CN" b="1" dirty="0">
                  <a:solidFill>
                    <a:schemeClr val="bg1"/>
                  </a:solidFill>
                  <a:latin typeface="+mn-lt"/>
                  <a:ea typeface="楷体" pitchFamily="49" charset="-122"/>
                </a:rPr>
                <a:t>C</a:t>
              </a:r>
              <a:r>
                <a:rPr lang="zh-CN" altLang="en-US" b="1" dirty="0">
                  <a:solidFill>
                    <a:schemeClr val="bg1"/>
                  </a:solidFill>
                  <a:latin typeface="+mn-lt"/>
                  <a:ea typeface="楷体" pitchFamily="49" charset="-122"/>
                </a:rPr>
                <a:t>语言源程序</a:t>
              </a:r>
            </a:p>
          </p:txBody>
        </p:sp>
        <p:sp>
          <p:nvSpPr>
            <p:cNvPr id="1022987" name="Text Box 11"/>
            <p:cNvSpPr txBox="1">
              <a:spLocks noChangeArrowheads="1"/>
            </p:cNvSpPr>
            <p:nvPr/>
          </p:nvSpPr>
          <p:spPr bwMode="auto">
            <a:xfrm>
              <a:off x="345" y="2158"/>
              <a:ext cx="817" cy="291"/>
            </a:xfrm>
            <a:prstGeom prst="rect">
              <a:avLst/>
            </a:prstGeom>
            <a:noFill/>
            <a:ln w="9525">
              <a:noFill/>
              <a:miter lim="800000"/>
              <a:headEnd/>
              <a:tailEnd/>
            </a:ln>
            <a:effectLst/>
          </p:spPr>
          <p:txBody>
            <a:bodyPr>
              <a:spAutoFit/>
            </a:bodyPr>
            <a:lstStyle/>
            <a:p>
              <a:pPr>
                <a:spcBef>
                  <a:spcPct val="50000"/>
                </a:spcBef>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cpp</a:t>
              </a:r>
              <a:endParaRPr lang="en-US" altLang="zh-CN" b="1" dirty="0">
                <a:effectLst>
                  <a:outerShdw blurRad="38100" dist="38100" dir="2700000" algn="tl">
                    <a:srgbClr val="FFFFFF"/>
                  </a:outerShdw>
                </a:effectLst>
                <a:latin typeface="+mn-lt"/>
                <a:ea typeface="楷体" pitchFamily="49" charset="-122"/>
              </a:endParaRPr>
            </a:p>
          </p:txBody>
        </p:sp>
      </p:grpSp>
      <p:sp>
        <p:nvSpPr>
          <p:cNvPr id="1022988" name="AutoShape 12"/>
          <p:cNvSpPr>
            <a:spLocks noChangeArrowheads="1"/>
          </p:cNvSpPr>
          <p:nvPr/>
        </p:nvSpPr>
        <p:spPr bwMode="auto">
          <a:xfrm>
            <a:off x="3507431" y="2108793"/>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2992" name="Group 16"/>
          <p:cNvGrpSpPr>
            <a:grpSpLocks/>
          </p:cNvGrpSpPr>
          <p:nvPr/>
        </p:nvGrpSpPr>
        <p:grpSpPr bwMode="auto">
          <a:xfrm>
            <a:off x="4207519" y="1857524"/>
            <a:ext cx="1008063" cy="792162"/>
            <a:chOff x="2064" y="1525"/>
            <a:chExt cx="635" cy="499"/>
          </a:xfrm>
          <a:effectLst>
            <a:outerShdw blurRad="50800" dist="106680" dir="2700000" algn="tl" rotWithShape="0">
              <a:prstClr val="black">
                <a:alpha val="43000"/>
              </a:prstClr>
            </a:outerShdw>
          </a:effectLst>
        </p:grpSpPr>
        <p:sp>
          <p:nvSpPr>
            <p:cNvPr id="1022990" name="Oval 14"/>
            <p:cNvSpPr>
              <a:spLocks noChangeArrowheads="1"/>
            </p:cNvSpPr>
            <p:nvPr/>
          </p:nvSpPr>
          <p:spPr bwMode="auto">
            <a:xfrm>
              <a:off x="2064" y="1525"/>
              <a:ext cx="589" cy="499"/>
            </a:xfrm>
            <a:prstGeom prst="ellipse">
              <a:avLst/>
            </a:prstGeom>
            <a:gradFill rotWithShape="1">
              <a:gsLst>
                <a:gs pos="0">
                  <a:srgbClr val="BEDFC4"/>
                </a:gs>
                <a:gs pos="100000">
                  <a:schemeClr val="bg1"/>
                </a:gs>
              </a:gsLst>
              <a:lin ang="5400000" scaled="1"/>
            </a:gra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latin typeface="+mn-lt"/>
                <a:ea typeface="楷体" pitchFamily="49" charset="-122"/>
              </a:endParaRPr>
            </a:p>
          </p:txBody>
        </p:sp>
        <p:sp>
          <p:nvSpPr>
            <p:cNvPr id="1022991" name="Text Box 15"/>
            <p:cNvSpPr txBox="1">
              <a:spLocks noChangeArrowheads="1"/>
            </p:cNvSpPr>
            <p:nvPr/>
          </p:nvSpPr>
          <p:spPr bwMode="auto">
            <a:xfrm>
              <a:off x="2109" y="1608"/>
              <a:ext cx="59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1920"/>
                  </a:solidFill>
                  <a:latin typeface="+mn-lt"/>
                  <a:ea typeface="楷体" pitchFamily="49" charset="-122"/>
                </a:rPr>
                <a:t>编译</a:t>
              </a:r>
            </a:p>
          </p:txBody>
        </p:sp>
      </p:grpSp>
      <p:sp>
        <p:nvSpPr>
          <p:cNvPr id="1022993" name="AutoShape 17"/>
          <p:cNvSpPr>
            <a:spLocks noChangeArrowheads="1"/>
          </p:cNvSpPr>
          <p:nvPr/>
        </p:nvSpPr>
        <p:spPr bwMode="auto">
          <a:xfrm>
            <a:off x="5180656" y="2111525"/>
            <a:ext cx="715962"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EDFC4"/>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3016" name="Group 40"/>
          <p:cNvGrpSpPr>
            <a:grpSpLocks/>
          </p:cNvGrpSpPr>
          <p:nvPr/>
        </p:nvGrpSpPr>
        <p:grpSpPr bwMode="auto">
          <a:xfrm>
            <a:off x="5960119" y="1544638"/>
            <a:ext cx="792163" cy="2363788"/>
            <a:chOff x="2672" y="973"/>
            <a:chExt cx="499" cy="1489"/>
          </a:xfrm>
        </p:grpSpPr>
        <p:sp>
          <p:nvSpPr>
            <p:cNvPr id="1022989" name="Text Box 13"/>
            <p:cNvSpPr txBox="1">
              <a:spLocks noChangeArrowheads="1"/>
            </p:cNvSpPr>
            <p:nvPr/>
          </p:nvSpPr>
          <p:spPr bwMode="auto">
            <a:xfrm>
              <a:off x="2707" y="973"/>
              <a:ext cx="349" cy="1179"/>
            </a:xfrm>
            <a:prstGeom prst="rect">
              <a:avLst/>
            </a:prstGeom>
            <a:solidFill>
              <a:srgbClr val="F0E5B7"/>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0E5B7"/>
              </a:extrusionClr>
            </a:sp3d>
          </p:spPr>
          <p:txBody>
            <a:bodyPr vert="eaVert">
              <a:spAutoFit/>
              <a:flatTx/>
            </a:bodyPr>
            <a:lstStyle/>
            <a:p>
              <a:pPr algn="ctr">
                <a:spcBef>
                  <a:spcPct val="50000"/>
                </a:spcBef>
              </a:pPr>
              <a:r>
                <a:rPr lang="zh-CN" altLang="en-US" b="1">
                  <a:solidFill>
                    <a:schemeClr val="bg1"/>
                  </a:solidFill>
                  <a:latin typeface="+mn-lt"/>
                  <a:ea typeface="楷体" pitchFamily="49" charset="-122"/>
                </a:rPr>
                <a:t>目标程序</a:t>
              </a:r>
            </a:p>
          </p:txBody>
        </p:sp>
        <p:sp>
          <p:nvSpPr>
            <p:cNvPr id="1022994" name="Text Box 18"/>
            <p:cNvSpPr txBox="1">
              <a:spLocks noChangeArrowheads="1"/>
            </p:cNvSpPr>
            <p:nvPr/>
          </p:nvSpPr>
          <p:spPr bwMode="auto">
            <a:xfrm>
              <a:off x="2672" y="2171"/>
              <a:ext cx="499"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.obj</a:t>
              </a:r>
            </a:p>
          </p:txBody>
        </p:sp>
      </p:grpSp>
      <p:sp>
        <p:nvSpPr>
          <p:cNvPr id="1022995" name="AutoShape 19"/>
          <p:cNvSpPr>
            <a:spLocks noChangeArrowheads="1"/>
          </p:cNvSpPr>
          <p:nvPr/>
        </p:nvSpPr>
        <p:spPr bwMode="auto">
          <a:xfrm>
            <a:off x="6745931" y="2106762"/>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0E5B7"/>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2996" name="Group 20"/>
          <p:cNvGrpSpPr>
            <a:grpSpLocks/>
          </p:cNvGrpSpPr>
          <p:nvPr/>
        </p:nvGrpSpPr>
        <p:grpSpPr bwMode="auto">
          <a:xfrm>
            <a:off x="7433319" y="1844824"/>
            <a:ext cx="1008063" cy="792162"/>
            <a:chOff x="2064" y="1525"/>
            <a:chExt cx="635" cy="499"/>
          </a:xfrm>
          <a:effectLst>
            <a:outerShdw blurRad="50800" dist="106680" dir="2700000" algn="tl" rotWithShape="0">
              <a:prstClr val="black">
                <a:alpha val="43000"/>
              </a:prstClr>
            </a:outerShdw>
          </a:effectLst>
        </p:grpSpPr>
        <p:sp>
          <p:nvSpPr>
            <p:cNvPr id="1022997" name="Oval 21"/>
            <p:cNvSpPr>
              <a:spLocks noChangeArrowheads="1"/>
            </p:cNvSpPr>
            <p:nvPr/>
          </p:nvSpPr>
          <p:spPr bwMode="auto">
            <a:xfrm>
              <a:off x="2064" y="1525"/>
              <a:ext cx="589" cy="499"/>
            </a:xfrm>
            <a:prstGeom prst="ellipse">
              <a:avLst/>
            </a:prstGeom>
            <a:gradFill rotWithShape="1">
              <a:gsLst>
                <a:gs pos="0">
                  <a:srgbClr val="F0E5B7"/>
                </a:gs>
                <a:gs pos="100000">
                  <a:schemeClr val="bg1"/>
                </a:gs>
              </a:gsLst>
              <a:lin ang="5400000" scaled="1"/>
            </a:gra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latin typeface="+mn-lt"/>
                <a:ea typeface="楷体" pitchFamily="49" charset="-122"/>
              </a:endParaRPr>
            </a:p>
          </p:txBody>
        </p:sp>
        <p:sp>
          <p:nvSpPr>
            <p:cNvPr id="1022998" name="Text Box 22"/>
            <p:cNvSpPr txBox="1">
              <a:spLocks noChangeArrowheads="1"/>
            </p:cNvSpPr>
            <p:nvPr/>
          </p:nvSpPr>
          <p:spPr bwMode="auto">
            <a:xfrm>
              <a:off x="2109" y="1608"/>
              <a:ext cx="59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1920"/>
                  </a:solidFill>
                  <a:latin typeface="+mn-lt"/>
                  <a:ea typeface="楷体" pitchFamily="49" charset="-122"/>
                </a:rPr>
                <a:t>链接</a:t>
              </a:r>
            </a:p>
          </p:txBody>
        </p:sp>
      </p:grpSp>
      <p:sp>
        <p:nvSpPr>
          <p:cNvPr id="1022999" name="AutoShape 23"/>
          <p:cNvSpPr>
            <a:spLocks noChangeArrowheads="1"/>
          </p:cNvSpPr>
          <p:nvPr/>
        </p:nvSpPr>
        <p:spPr bwMode="auto">
          <a:xfrm>
            <a:off x="8444556" y="2098825"/>
            <a:ext cx="715962"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0E5B7"/>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3017" name="Group 41"/>
          <p:cNvGrpSpPr>
            <a:grpSpLocks/>
          </p:cNvGrpSpPr>
          <p:nvPr/>
        </p:nvGrpSpPr>
        <p:grpSpPr bwMode="auto">
          <a:xfrm>
            <a:off x="9192269" y="1544638"/>
            <a:ext cx="792163" cy="2320924"/>
            <a:chOff x="4708" y="973"/>
            <a:chExt cx="499" cy="1462"/>
          </a:xfrm>
        </p:grpSpPr>
        <p:sp>
          <p:nvSpPr>
            <p:cNvPr id="1023000" name="Text Box 24"/>
            <p:cNvSpPr txBox="1">
              <a:spLocks noChangeArrowheads="1"/>
            </p:cNvSpPr>
            <p:nvPr/>
          </p:nvSpPr>
          <p:spPr bwMode="auto">
            <a:xfrm>
              <a:off x="4731" y="973"/>
              <a:ext cx="349" cy="1179"/>
            </a:xfrm>
            <a:prstGeom prst="rect">
              <a:avLst/>
            </a:prstGeom>
            <a:solidFill>
              <a:srgbClr val="BD6368"/>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D6368"/>
              </a:extrusionClr>
            </a:sp3d>
          </p:spPr>
          <p:txBody>
            <a:bodyPr vert="eaVert">
              <a:spAutoFit/>
              <a:flatTx/>
            </a:bodyPr>
            <a:lstStyle/>
            <a:p>
              <a:pPr algn="ctr">
                <a:spcBef>
                  <a:spcPct val="50000"/>
                </a:spcBef>
              </a:pPr>
              <a:r>
                <a:rPr lang="zh-CN" altLang="en-US" b="1">
                  <a:solidFill>
                    <a:schemeClr val="bg1"/>
                  </a:solidFill>
                  <a:latin typeface="+mn-lt"/>
                  <a:ea typeface="楷体" pitchFamily="49" charset="-122"/>
                </a:rPr>
                <a:t>执行程序</a:t>
              </a:r>
            </a:p>
          </p:txBody>
        </p:sp>
        <p:sp>
          <p:nvSpPr>
            <p:cNvPr id="1023001" name="Text Box 25"/>
            <p:cNvSpPr txBox="1">
              <a:spLocks noChangeArrowheads="1"/>
            </p:cNvSpPr>
            <p:nvPr/>
          </p:nvSpPr>
          <p:spPr bwMode="auto">
            <a:xfrm>
              <a:off x="4708" y="2144"/>
              <a:ext cx="499"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.exe</a:t>
              </a:r>
            </a:p>
          </p:txBody>
        </p:sp>
      </p:grpSp>
      <p:sp>
        <p:nvSpPr>
          <p:cNvPr id="1023003" name="Text Box 27" descr="信纸"/>
          <p:cNvSpPr txBox="1">
            <a:spLocks noChangeArrowheads="1"/>
          </p:cNvSpPr>
          <p:nvPr/>
        </p:nvSpPr>
        <p:spPr bwMode="auto">
          <a:xfrm>
            <a:off x="2329508" y="4149081"/>
            <a:ext cx="3370458" cy="2556727"/>
          </a:xfrm>
          <a:prstGeom prst="rect">
            <a:avLst/>
          </a:prstGeom>
          <a:gradFill>
            <a:gsLst>
              <a:gs pos="0">
                <a:srgbClr val="CCCCCC"/>
              </a:gs>
              <a:gs pos="100000">
                <a:schemeClr val="bg1"/>
              </a:gs>
            </a:gsLst>
            <a:lin ang="5400000" scaled="1"/>
          </a:gradFill>
          <a:ln w="38100" cap="sq">
            <a:solidFill>
              <a:srgbClr val="C01920"/>
            </a:solidFill>
            <a:miter lim="800000"/>
            <a:headEnd/>
            <a:tailEnd/>
          </a:ln>
          <a:effectLst>
            <a:outerShdw blurRad="50800" dist="106680" dir="2700000" algn="tl" rotWithShape="0">
              <a:prstClr val="black">
                <a:alpha val="40000"/>
              </a:prstClr>
            </a:outerShdw>
          </a:effectLst>
        </p:spPr>
        <p:txBody>
          <a:bodyPr wrap="square" lIns="90000" tIns="46800" rIns="90000" bIns="46800" anchor="ctr">
            <a:spAutoFit/>
          </a:bodyPr>
          <a:lstStyle/>
          <a:p>
            <a:r>
              <a:rPr lang="en-US" altLang="zh-CN" sz="2000" b="1" dirty="0">
                <a:effectLst>
                  <a:outerShdw blurRad="38100" dist="38100" dir="2700000" algn="tl">
                    <a:srgbClr val="FFFFFF"/>
                  </a:outerShdw>
                </a:effectLst>
                <a:ea typeface="隶书" pitchFamily="49" charset="-122"/>
              </a:rPr>
              <a:t>#include &lt;</a:t>
            </a:r>
            <a:r>
              <a:rPr lang="en-US" altLang="zh-CN" sz="2000" b="1" dirty="0" err="1">
                <a:effectLst>
                  <a:outerShdw blurRad="38100" dist="38100" dir="2700000" algn="tl">
                    <a:srgbClr val="FFFFFF"/>
                  </a:outerShdw>
                </a:effectLst>
                <a:ea typeface="隶书" pitchFamily="49" charset="-122"/>
              </a:rPr>
              <a:t>stdio.h</a:t>
            </a:r>
            <a:r>
              <a:rPr lang="en-US" altLang="zh-CN" sz="2000" b="1" dirty="0">
                <a:effectLst>
                  <a:outerShdw blurRad="38100" dist="38100" dir="2700000" algn="tl">
                    <a:srgbClr val="FFFFFF"/>
                  </a:outerShdw>
                </a:effectLst>
                <a:ea typeface="隶书" pitchFamily="49" charset="-122"/>
              </a:rPr>
              <a:t>&gt;</a:t>
            </a:r>
          </a:p>
          <a:p>
            <a:r>
              <a:rPr lang="en-US" altLang="zh-CN" sz="2000" b="1" dirty="0">
                <a:effectLst>
                  <a:outerShdw blurRad="38100" dist="38100" dir="2700000" algn="tl">
                    <a:srgbClr val="FFFFFF"/>
                  </a:outerShdw>
                </a:effectLst>
                <a:ea typeface="隶书" pitchFamily="49" charset="-122"/>
              </a:rPr>
              <a:t>#define PI 3.14159</a:t>
            </a:r>
          </a:p>
          <a:p>
            <a:r>
              <a:rPr lang="en-US" altLang="zh-CN" sz="2000" b="1" dirty="0" err="1">
                <a:effectLst>
                  <a:outerShdw blurRad="38100" dist="38100" dir="2700000" algn="tl">
                    <a:srgbClr val="FFFFFF"/>
                  </a:outerShdw>
                </a:effectLst>
                <a:ea typeface="隶书" pitchFamily="49" charset="-122"/>
              </a:rPr>
              <a:t>int</a:t>
            </a:r>
            <a:r>
              <a:rPr lang="en-US" altLang="zh-CN" sz="2000" b="1" dirty="0">
                <a:effectLst>
                  <a:outerShdw blurRad="38100" dist="38100" dir="2700000" algn="tl">
                    <a:srgbClr val="FFFFFF"/>
                  </a:outerShdw>
                </a:effectLst>
                <a:ea typeface="隶书" pitchFamily="49" charset="-122"/>
              </a:rPr>
              <a:t> main ( )</a:t>
            </a:r>
          </a:p>
          <a:p>
            <a:r>
              <a:rPr lang="en-US" altLang="zh-CN" sz="2000" b="1" dirty="0">
                <a:effectLst>
                  <a:outerShdw blurRad="38100" dist="38100" dir="2700000" algn="tl">
                    <a:srgbClr val="FFFFFF"/>
                  </a:outerShdw>
                </a:effectLst>
                <a:ea typeface="隶书" pitchFamily="49" charset="-122"/>
              </a:rPr>
              <a:t>{</a:t>
            </a:r>
          </a:p>
          <a:p>
            <a:r>
              <a:rPr lang="en-US" altLang="zh-CN" sz="2000" b="1" dirty="0">
                <a:effectLst>
                  <a:outerShdw blurRad="38100" dist="38100" dir="2700000" algn="tl">
                    <a:srgbClr val="FFFFFF"/>
                  </a:outerShdw>
                </a:effectLst>
                <a:ea typeface="隶书" pitchFamily="49" charset="-122"/>
              </a:rPr>
              <a:t>   float r = 4;</a:t>
            </a:r>
          </a:p>
          <a:p>
            <a:r>
              <a:rPr lang="en-US" altLang="zh-CN" sz="2000" b="1" dirty="0">
                <a:effectLst>
                  <a:outerShdw blurRad="38100" dist="38100" dir="2700000" algn="tl">
                    <a:srgbClr val="FFFFFF"/>
                  </a:outerShdw>
                </a:effectLst>
                <a:ea typeface="隶书" pitchFamily="49" charset="-122"/>
              </a:rPr>
              <a:t>   </a:t>
            </a:r>
            <a:r>
              <a:rPr lang="en-US" altLang="zh-CN" sz="2000" b="1" dirty="0" err="1">
                <a:effectLst>
                  <a:outerShdw blurRad="38100" dist="38100" dir="2700000" algn="tl">
                    <a:srgbClr val="FFFFFF"/>
                  </a:outerShdw>
                </a:effectLst>
                <a:ea typeface="隶书" pitchFamily="49" charset="-122"/>
              </a:rPr>
              <a:t>printf</a:t>
            </a:r>
            <a:r>
              <a:rPr lang="en-US" altLang="zh-CN" sz="2000" b="1" dirty="0">
                <a:effectLst>
                  <a:outerShdw blurRad="38100" dist="38100" dir="2700000" algn="tl">
                    <a:srgbClr val="FFFFFF"/>
                  </a:outerShdw>
                </a:effectLst>
                <a:ea typeface="隶书" pitchFamily="49" charset="-122"/>
              </a:rPr>
              <a:t> (“s = %f\n”, PI*r*r);</a:t>
            </a:r>
          </a:p>
          <a:p>
            <a:r>
              <a:rPr lang="en-US" altLang="zh-CN" sz="2000" b="1" dirty="0">
                <a:effectLst>
                  <a:outerShdw blurRad="38100" dist="38100" dir="2700000" algn="tl">
                    <a:srgbClr val="FFFFFF"/>
                  </a:outerShdw>
                </a:effectLst>
                <a:ea typeface="隶书" pitchFamily="49" charset="-122"/>
              </a:rPr>
              <a:t>   return 0;</a:t>
            </a:r>
          </a:p>
          <a:p>
            <a:r>
              <a:rPr lang="en-US" altLang="zh-CN" sz="2000" b="1" dirty="0">
                <a:effectLst>
                  <a:outerShdw blurRad="38100" dist="38100" dir="2700000" algn="tl">
                    <a:srgbClr val="FFFFFF"/>
                  </a:outerShdw>
                </a:effectLst>
                <a:ea typeface="隶书" pitchFamily="49" charset="-122"/>
              </a:rPr>
              <a:t>} </a:t>
            </a:r>
          </a:p>
        </p:txBody>
      </p:sp>
      <p:grpSp>
        <p:nvGrpSpPr>
          <p:cNvPr id="1023006" name="Group 30"/>
          <p:cNvGrpSpPr>
            <a:grpSpLocks/>
          </p:cNvGrpSpPr>
          <p:nvPr/>
        </p:nvGrpSpPr>
        <p:grpSpPr bwMode="auto">
          <a:xfrm>
            <a:off x="2389831" y="4216181"/>
            <a:ext cx="5337174" cy="1704975"/>
            <a:chOff x="423" y="2742"/>
            <a:chExt cx="3362" cy="1074"/>
          </a:xfrm>
        </p:grpSpPr>
        <p:sp>
          <p:nvSpPr>
            <p:cNvPr id="1023004" name="Rectangle 28"/>
            <p:cNvSpPr>
              <a:spLocks noChangeArrowheads="1"/>
            </p:cNvSpPr>
            <p:nvPr/>
          </p:nvSpPr>
          <p:spPr bwMode="auto">
            <a:xfrm>
              <a:off x="423" y="2742"/>
              <a:ext cx="1360" cy="363"/>
            </a:xfrm>
            <a:prstGeom prst="rect">
              <a:avLst/>
            </a:prstGeom>
            <a:noFill/>
            <a:ln w="28575">
              <a:solidFill>
                <a:srgbClr val="FF0000"/>
              </a:solidFill>
              <a:miter lim="800000"/>
              <a:headEnd/>
              <a:tailEnd/>
            </a:ln>
            <a:effectLst/>
          </p:spPr>
          <p:txBody>
            <a:bodyPr wrap="none" anchor="ctr"/>
            <a:lstStyle/>
            <a:p>
              <a:endParaRPr lang="zh-CN" altLang="en-US"/>
            </a:p>
          </p:txBody>
        </p:sp>
        <p:sp>
          <p:nvSpPr>
            <p:cNvPr id="1023005" name="AutoShape 29"/>
            <p:cNvSpPr>
              <a:spLocks/>
            </p:cNvSpPr>
            <p:nvPr/>
          </p:nvSpPr>
          <p:spPr bwMode="auto">
            <a:xfrm>
              <a:off x="2835" y="3562"/>
              <a:ext cx="950" cy="254"/>
            </a:xfrm>
            <a:prstGeom prst="borderCallout2">
              <a:avLst>
                <a:gd name="adj1" fmla="val 28347"/>
                <a:gd name="adj2" fmla="val -5051"/>
                <a:gd name="adj3" fmla="val 28347"/>
                <a:gd name="adj4" fmla="val -51894"/>
                <a:gd name="adj5" fmla="val -222442"/>
                <a:gd name="adj6" fmla="val -112317"/>
              </a:avLst>
            </a:prstGeom>
            <a:gradFill rotWithShape="1">
              <a:gsLst>
                <a:gs pos="0">
                  <a:srgbClr val="CCCCCC"/>
                </a:gs>
                <a:gs pos="100000">
                  <a:schemeClr val="bg1"/>
                </a:gs>
              </a:gsLst>
              <a:lin ang="5400000" scaled="1"/>
            </a:gradFill>
            <a:ln w="15875">
              <a:solidFill>
                <a:srgbClr val="C01920"/>
              </a:solidFill>
              <a:miter lim="800000"/>
              <a:headEnd/>
              <a:tailEnd/>
            </a:ln>
            <a:effectLst>
              <a:outerShdw blurRad="50800" dist="106680" dir="2700000" algn="tl" rotWithShape="0">
                <a:prstClr val="black">
                  <a:alpha val="40000"/>
                </a:prstClr>
              </a:outerShdw>
            </a:effectLst>
          </p:spPr>
          <p:txBody>
            <a:bodyPr/>
            <a:lstStyle/>
            <a:p>
              <a:r>
                <a:rPr lang="zh-CN" altLang="en-US" sz="2000" b="1" dirty="0">
                  <a:effectLst>
                    <a:outerShdw blurRad="38100" dist="38100" dir="2700000" algn="tl">
                      <a:srgbClr val="FFFFFF"/>
                    </a:outerShdw>
                  </a:effectLst>
                  <a:latin typeface="+mn-lt"/>
                  <a:ea typeface="楷体" pitchFamily="49" charset="-122"/>
                </a:rPr>
                <a:t>预处理命令</a:t>
              </a:r>
            </a:p>
          </p:txBody>
        </p:sp>
      </p:grpSp>
      <p:grpSp>
        <p:nvGrpSpPr>
          <p:cNvPr id="1023010" name="Group 34"/>
          <p:cNvGrpSpPr>
            <a:grpSpLocks/>
          </p:cNvGrpSpPr>
          <p:nvPr/>
        </p:nvGrpSpPr>
        <p:grpSpPr bwMode="auto">
          <a:xfrm>
            <a:off x="3699518" y="3178325"/>
            <a:ext cx="1257300" cy="771525"/>
            <a:chOff x="1248" y="2173"/>
            <a:chExt cx="792" cy="486"/>
          </a:xfrm>
          <a:effectLst>
            <a:outerShdw blurRad="50800" dist="106680" dir="2700000" algn="tl" rotWithShape="0">
              <a:prstClr val="black">
                <a:alpha val="43000"/>
              </a:prstClr>
            </a:outerShdw>
          </a:effectLst>
        </p:grpSpPr>
        <p:sp>
          <p:nvSpPr>
            <p:cNvPr id="1023008" name="Oval 32"/>
            <p:cNvSpPr>
              <a:spLocks noChangeArrowheads="1"/>
            </p:cNvSpPr>
            <p:nvPr/>
          </p:nvSpPr>
          <p:spPr bwMode="auto">
            <a:xfrm>
              <a:off x="1248" y="2173"/>
              <a:ext cx="725" cy="486"/>
            </a:xfrm>
            <a:prstGeom prst="ellipse">
              <a:avLst/>
            </a:prstGeom>
            <a:gradFill rotWithShape="1">
              <a:gsLst>
                <a:gs pos="0">
                  <a:srgbClr val="BD6368"/>
                </a:gs>
                <a:gs pos="100000">
                  <a:schemeClr val="bg1"/>
                </a:gs>
              </a:gsLst>
              <a:lin ang="5400000" scaled="1"/>
            </a:gra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latin typeface="+mn-lt"/>
                <a:ea typeface="楷体" pitchFamily="49" charset="-122"/>
              </a:endParaRPr>
            </a:p>
          </p:txBody>
        </p:sp>
        <p:sp>
          <p:nvSpPr>
            <p:cNvPr id="1023009" name="Text Box 33"/>
            <p:cNvSpPr txBox="1">
              <a:spLocks noChangeArrowheads="1"/>
            </p:cNvSpPr>
            <p:nvPr/>
          </p:nvSpPr>
          <p:spPr bwMode="auto">
            <a:xfrm>
              <a:off x="1269" y="2240"/>
              <a:ext cx="771"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002060"/>
                  </a:solidFill>
                  <a:latin typeface="+mn-lt"/>
                  <a:ea typeface="楷体" pitchFamily="49" charset="-122"/>
                </a:rPr>
                <a:t>预处理</a:t>
              </a:r>
            </a:p>
          </p:txBody>
        </p:sp>
      </p:grpSp>
      <p:sp>
        <p:nvSpPr>
          <p:cNvPr id="1023011" name="Line 35"/>
          <p:cNvSpPr>
            <a:spLocks noChangeShapeType="1"/>
          </p:cNvSpPr>
          <p:nvPr/>
        </p:nvSpPr>
        <p:spPr bwMode="auto">
          <a:xfrm flipV="1">
            <a:off x="3421868" y="3908620"/>
            <a:ext cx="648419" cy="288404"/>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23012" name="AutoShape 36"/>
          <p:cNvSpPr>
            <a:spLocks noChangeArrowheads="1"/>
          </p:cNvSpPr>
          <p:nvPr/>
        </p:nvSpPr>
        <p:spPr bwMode="auto">
          <a:xfrm rot="2592605">
            <a:off x="3318215" y="2765517"/>
            <a:ext cx="831638" cy="27158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EDFC4"/>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023013" name="AutoShape 37"/>
          <p:cNvSpPr>
            <a:spLocks noChangeArrowheads="1"/>
          </p:cNvSpPr>
          <p:nvPr/>
        </p:nvSpPr>
        <p:spPr bwMode="auto">
          <a:xfrm rot="-3045274">
            <a:off x="4129731" y="2763987"/>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EDFC4"/>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useBgFill="1">
        <p:nvSpPr>
          <p:cNvPr id="1023014" name="Rectangle 38"/>
          <p:cNvSpPr>
            <a:spLocks noChangeArrowheads="1"/>
          </p:cNvSpPr>
          <p:nvPr/>
        </p:nvSpPr>
        <p:spPr bwMode="auto">
          <a:xfrm>
            <a:off x="3494039" y="1628801"/>
            <a:ext cx="708025" cy="936625"/>
          </a:xfrm>
          <a:prstGeom prst="rect">
            <a:avLst/>
          </a:prstGeom>
          <a:ln w="9525">
            <a:noFill/>
            <a:miter lim="800000"/>
            <a:headEnd/>
            <a:tailEnd/>
          </a:ln>
          <a:effectLst/>
        </p:spPr>
        <p:txBody>
          <a:bodyPr wrap="none" anchor="ctr"/>
          <a:lstStyle/>
          <a:p>
            <a:endParaRPr lang="zh-CN" altLang="en-US"/>
          </a:p>
        </p:txBody>
      </p:sp>
      <p:sp>
        <p:nvSpPr>
          <p:cNvPr id="1023018" name="AutoShape 42"/>
          <p:cNvSpPr>
            <a:spLocks noChangeArrowheads="1"/>
          </p:cNvSpPr>
          <p:nvPr/>
        </p:nvSpPr>
        <p:spPr bwMode="auto">
          <a:xfrm>
            <a:off x="6298455" y="3861048"/>
            <a:ext cx="3167062" cy="1296988"/>
          </a:xfrm>
          <a:prstGeom prst="cloudCallout">
            <a:avLst>
              <a:gd name="adj1" fmla="val -107123"/>
              <a:gd name="adj2" fmla="val -52597"/>
            </a:avLst>
          </a:prstGeom>
          <a:gradFill rotWithShape="1">
            <a:gsLst>
              <a:gs pos="0">
                <a:srgbClr val="CCCCCC"/>
              </a:gs>
              <a:gs pos="100000">
                <a:schemeClr val="bg1"/>
              </a:gs>
            </a:gsLst>
            <a:lin ang="5400000" scaled="1"/>
          </a:gradFill>
          <a:ln w="25400">
            <a:solidFill>
              <a:srgbClr val="C01920"/>
            </a:solidFill>
            <a:round/>
            <a:headEnd/>
            <a:tailEnd/>
          </a:ln>
          <a:effectLst>
            <a:outerShdw blurRad="50800" dist="106680" dir="2700000" algn="tl" rotWithShape="0">
              <a:prstClr val="black">
                <a:alpha val="43000"/>
              </a:prstClr>
            </a:outerShdw>
          </a:effectLst>
        </p:spPr>
        <p:txBody>
          <a:bodyPr/>
          <a:lstStyle/>
          <a:p>
            <a:pPr algn="ctr"/>
            <a:r>
              <a:rPr lang="zh-CN" altLang="en-US" sz="2800" b="1" dirty="0">
                <a:solidFill>
                  <a:srgbClr val="002060"/>
                </a:solidFill>
                <a:ea typeface="隶书" pitchFamily="49" charset="-122"/>
              </a:rPr>
              <a:t>本章讨论之重点！</a:t>
            </a:r>
          </a:p>
        </p:txBody>
      </p:sp>
      <p:sp>
        <p:nvSpPr>
          <p:cNvPr id="38" name="Rectangle 4">
            <a:extLst>
              <a:ext uri="{FF2B5EF4-FFF2-40B4-BE49-F238E27FC236}">
                <a16:creationId xmlns:a16="http://schemas.microsoft.com/office/drawing/2014/main" id="{70A8A7DD-0B3D-47CC-B266-763275D6F6B8}"/>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章：预处理命令 </a:t>
            </a:r>
          </a:p>
        </p:txBody>
      </p:sp>
      <p:grpSp>
        <p:nvGrpSpPr>
          <p:cNvPr id="39" name="组合 38">
            <a:extLst>
              <a:ext uri="{FF2B5EF4-FFF2-40B4-BE49-F238E27FC236}">
                <a16:creationId xmlns:a16="http://schemas.microsoft.com/office/drawing/2014/main" id="{4536D5C7-97E4-4140-971D-37AD082F8C2E}"/>
              </a:ext>
            </a:extLst>
          </p:cNvPr>
          <p:cNvGrpSpPr/>
          <p:nvPr/>
        </p:nvGrpSpPr>
        <p:grpSpPr>
          <a:xfrm>
            <a:off x="702426" y="984072"/>
            <a:ext cx="3151830" cy="557612"/>
            <a:chOff x="695400" y="1059424"/>
            <a:chExt cx="3151830" cy="557612"/>
          </a:xfrm>
        </p:grpSpPr>
        <p:sp>
          <p:nvSpPr>
            <p:cNvPr id="40" name="Text Box 5">
              <a:extLst>
                <a:ext uri="{FF2B5EF4-FFF2-40B4-BE49-F238E27FC236}">
                  <a16:creationId xmlns:a16="http://schemas.microsoft.com/office/drawing/2014/main" id="{DC8013EE-E5B6-4C59-9758-4EA707A3739D}"/>
                </a:ext>
              </a:extLst>
            </p:cNvPr>
            <p:cNvSpPr txBox="1">
              <a:spLocks noChangeArrowheads="1"/>
            </p:cNvSpPr>
            <p:nvPr/>
          </p:nvSpPr>
          <p:spPr bwMode="auto">
            <a:xfrm>
              <a:off x="1558211" y="1081250"/>
              <a:ext cx="2289019"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学习的意义   </a:t>
              </a:r>
            </a:p>
          </p:txBody>
        </p:sp>
        <p:grpSp>
          <p:nvGrpSpPr>
            <p:cNvPr id="41" name="组合 40">
              <a:extLst>
                <a:ext uri="{FF2B5EF4-FFF2-40B4-BE49-F238E27FC236}">
                  <a16:creationId xmlns:a16="http://schemas.microsoft.com/office/drawing/2014/main" id="{B4D530D3-3C90-466A-AA8E-C6899AA6C713}"/>
                </a:ext>
              </a:extLst>
            </p:cNvPr>
            <p:cNvGrpSpPr/>
            <p:nvPr/>
          </p:nvGrpSpPr>
          <p:grpSpPr>
            <a:xfrm>
              <a:off x="695400" y="1059424"/>
              <a:ext cx="833819" cy="557612"/>
              <a:chOff x="695400" y="1059424"/>
              <a:chExt cx="833819" cy="557612"/>
            </a:xfrm>
          </p:grpSpPr>
          <p:sp>
            <p:nvSpPr>
              <p:cNvPr id="42" name="菱形 41">
                <a:extLst>
                  <a:ext uri="{FF2B5EF4-FFF2-40B4-BE49-F238E27FC236}">
                    <a16:creationId xmlns:a16="http://schemas.microsoft.com/office/drawing/2014/main" id="{651F4672-DC72-4098-9CD0-3407502C4114}"/>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3" name="菱形 42">
                <a:extLst>
                  <a:ext uri="{FF2B5EF4-FFF2-40B4-BE49-F238E27FC236}">
                    <a16:creationId xmlns:a16="http://schemas.microsoft.com/office/drawing/2014/main" id="{0D09F6A9-7AF8-49BF-90C8-A6AE1C65D6EE}"/>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sp>
        <p:nvSpPr>
          <p:cNvPr id="2" name="文本框 1">
            <a:extLst>
              <a:ext uri="{FF2B5EF4-FFF2-40B4-BE49-F238E27FC236}">
                <a16:creationId xmlns:a16="http://schemas.microsoft.com/office/drawing/2014/main" id="{7A4EF3FD-E0B6-4FC2-BCC9-330FB4837D3D}"/>
              </a:ext>
            </a:extLst>
          </p:cNvPr>
          <p:cNvSpPr txBox="1"/>
          <p:nvPr/>
        </p:nvSpPr>
        <p:spPr>
          <a:xfrm>
            <a:off x="947578" y="1900869"/>
            <a:ext cx="553998" cy="3979144"/>
          </a:xfrm>
          <a:prstGeom prst="rect">
            <a:avLst/>
          </a:prstGeom>
          <a:noFill/>
        </p:spPr>
        <p:txBody>
          <a:bodyPr vert="eaVert" wrap="square" rtlCol="0">
            <a:spAutoFit/>
          </a:bodyPr>
          <a:lstStyle/>
          <a:p>
            <a:r>
              <a:rPr lang="zh-CN" altLang="en-US" b="1" dirty="0">
                <a:solidFill>
                  <a:srgbClr val="C01920"/>
                </a:solidFill>
                <a:ea typeface="隶书" pitchFamily="49" charset="-122"/>
              </a:rPr>
              <a:t>源程序生成执行文件的过程</a:t>
            </a:r>
            <a:endParaRPr lang="zh-CN" altLang="en-US" dirty="0">
              <a:solidFill>
                <a:srgbClr val="C0192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out)">
                                      <p:cBhvr>
                                        <p:cTn id="13" dur="500"/>
                                        <p:tgtEl>
                                          <p:spTgt spid="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1023015"/>
                                        </p:tgtEl>
                                        <p:attrNameLst>
                                          <p:attrName>style.visibility</p:attrName>
                                        </p:attrNameLst>
                                      </p:cBhvr>
                                      <p:to>
                                        <p:strVal val="visible"/>
                                      </p:to>
                                    </p:set>
                                    <p:animEffect transition="in" filter="strips(downRight)">
                                      <p:cBhvr>
                                        <p:cTn id="18" dur="500"/>
                                        <p:tgtEl>
                                          <p:spTgt spid="1023015"/>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par>
                          <p:cTn id="19" fill="hold">
                            <p:stCondLst>
                              <p:cond delay="500"/>
                            </p:stCondLst>
                            <p:childTnLst>
                              <p:par>
                                <p:cTn id="20" presetID="18" presetClass="entr" presetSubtype="6" fill="hold" grpId="0" nodeType="afterEffect">
                                  <p:stCondLst>
                                    <p:cond delay="0"/>
                                  </p:stCondLst>
                                  <p:childTnLst>
                                    <p:set>
                                      <p:cBhvr>
                                        <p:cTn id="21" dur="1" fill="hold">
                                          <p:stCondLst>
                                            <p:cond delay="0"/>
                                          </p:stCondLst>
                                        </p:cTn>
                                        <p:tgtEl>
                                          <p:spTgt spid="1022988"/>
                                        </p:tgtEl>
                                        <p:attrNameLst>
                                          <p:attrName>style.visibility</p:attrName>
                                        </p:attrNameLst>
                                      </p:cBhvr>
                                      <p:to>
                                        <p:strVal val="visible"/>
                                      </p:to>
                                    </p:set>
                                    <p:animEffect transition="in" filter="strips(downRight)">
                                      <p:cBhvr>
                                        <p:cTn id="22" dur="500"/>
                                        <p:tgtEl>
                                          <p:spTgt spid="102298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1000"/>
                            </p:stCondLst>
                            <p:childTnLst>
                              <p:par>
                                <p:cTn id="24" presetID="18" presetClass="entr" presetSubtype="6" fill="hold" nodeType="afterEffect">
                                  <p:stCondLst>
                                    <p:cond delay="0"/>
                                  </p:stCondLst>
                                  <p:childTnLst>
                                    <p:set>
                                      <p:cBhvr>
                                        <p:cTn id="25" dur="1" fill="hold">
                                          <p:stCondLst>
                                            <p:cond delay="0"/>
                                          </p:stCondLst>
                                        </p:cTn>
                                        <p:tgtEl>
                                          <p:spTgt spid="1022992"/>
                                        </p:tgtEl>
                                        <p:attrNameLst>
                                          <p:attrName>style.visibility</p:attrName>
                                        </p:attrNameLst>
                                      </p:cBhvr>
                                      <p:to>
                                        <p:strVal val="visible"/>
                                      </p:to>
                                    </p:set>
                                    <p:animEffect transition="in" filter="strips(downRight)">
                                      <p:cBhvr>
                                        <p:cTn id="26" dur="500"/>
                                        <p:tgtEl>
                                          <p:spTgt spid="1022992"/>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par>
                          <p:cTn id="27" fill="hold">
                            <p:stCondLst>
                              <p:cond delay="1500"/>
                            </p:stCondLst>
                            <p:childTnLst>
                              <p:par>
                                <p:cTn id="28" presetID="18" presetClass="entr" presetSubtype="6" fill="hold" grpId="0" nodeType="afterEffect">
                                  <p:stCondLst>
                                    <p:cond delay="0"/>
                                  </p:stCondLst>
                                  <p:childTnLst>
                                    <p:set>
                                      <p:cBhvr>
                                        <p:cTn id="29" dur="1" fill="hold">
                                          <p:stCondLst>
                                            <p:cond delay="0"/>
                                          </p:stCondLst>
                                        </p:cTn>
                                        <p:tgtEl>
                                          <p:spTgt spid="1022993"/>
                                        </p:tgtEl>
                                        <p:attrNameLst>
                                          <p:attrName>style.visibility</p:attrName>
                                        </p:attrNameLst>
                                      </p:cBhvr>
                                      <p:to>
                                        <p:strVal val="visible"/>
                                      </p:to>
                                    </p:set>
                                    <p:animEffect transition="in" filter="strips(downRight)">
                                      <p:cBhvr>
                                        <p:cTn id="30" dur="500"/>
                                        <p:tgtEl>
                                          <p:spTgt spid="1022993"/>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par>
                          <p:cTn id="31" fill="hold">
                            <p:stCondLst>
                              <p:cond delay="2000"/>
                            </p:stCondLst>
                            <p:childTnLst>
                              <p:par>
                                <p:cTn id="32" presetID="18" presetClass="entr" presetSubtype="6" fill="hold" nodeType="afterEffect">
                                  <p:stCondLst>
                                    <p:cond delay="0"/>
                                  </p:stCondLst>
                                  <p:childTnLst>
                                    <p:set>
                                      <p:cBhvr>
                                        <p:cTn id="33" dur="1" fill="hold">
                                          <p:stCondLst>
                                            <p:cond delay="0"/>
                                          </p:stCondLst>
                                        </p:cTn>
                                        <p:tgtEl>
                                          <p:spTgt spid="1023016"/>
                                        </p:tgtEl>
                                        <p:attrNameLst>
                                          <p:attrName>style.visibility</p:attrName>
                                        </p:attrNameLst>
                                      </p:cBhvr>
                                      <p:to>
                                        <p:strVal val="visible"/>
                                      </p:to>
                                    </p:set>
                                    <p:animEffect transition="in" filter="strips(downRight)">
                                      <p:cBhvr>
                                        <p:cTn id="34" dur="500"/>
                                        <p:tgtEl>
                                          <p:spTgt spid="1023016"/>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par>
                          <p:cTn id="35" fill="hold">
                            <p:stCondLst>
                              <p:cond delay="2500"/>
                            </p:stCondLst>
                            <p:childTnLst>
                              <p:par>
                                <p:cTn id="36" presetID="18" presetClass="entr" presetSubtype="6" fill="hold" grpId="0" nodeType="afterEffect">
                                  <p:stCondLst>
                                    <p:cond delay="0"/>
                                  </p:stCondLst>
                                  <p:childTnLst>
                                    <p:set>
                                      <p:cBhvr>
                                        <p:cTn id="37" dur="1" fill="hold">
                                          <p:stCondLst>
                                            <p:cond delay="0"/>
                                          </p:stCondLst>
                                        </p:cTn>
                                        <p:tgtEl>
                                          <p:spTgt spid="1022995"/>
                                        </p:tgtEl>
                                        <p:attrNameLst>
                                          <p:attrName>style.visibility</p:attrName>
                                        </p:attrNameLst>
                                      </p:cBhvr>
                                      <p:to>
                                        <p:strVal val="visible"/>
                                      </p:to>
                                    </p:set>
                                    <p:animEffect transition="in" filter="strips(downRight)">
                                      <p:cBhvr>
                                        <p:cTn id="38" dur="500"/>
                                        <p:tgtEl>
                                          <p:spTgt spid="1022995"/>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par>
                          <p:cTn id="39" fill="hold">
                            <p:stCondLst>
                              <p:cond delay="3000"/>
                            </p:stCondLst>
                            <p:childTnLst>
                              <p:par>
                                <p:cTn id="40" presetID="18" presetClass="entr" presetSubtype="6" fill="hold" nodeType="afterEffect">
                                  <p:stCondLst>
                                    <p:cond delay="0"/>
                                  </p:stCondLst>
                                  <p:childTnLst>
                                    <p:set>
                                      <p:cBhvr>
                                        <p:cTn id="41" dur="1" fill="hold">
                                          <p:stCondLst>
                                            <p:cond delay="0"/>
                                          </p:stCondLst>
                                        </p:cTn>
                                        <p:tgtEl>
                                          <p:spTgt spid="1022996"/>
                                        </p:tgtEl>
                                        <p:attrNameLst>
                                          <p:attrName>style.visibility</p:attrName>
                                        </p:attrNameLst>
                                      </p:cBhvr>
                                      <p:to>
                                        <p:strVal val="visible"/>
                                      </p:to>
                                    </p:set>
                                    <p:animEffect transition="in" filter="strips(downRight)">
                                      <p:cBhvr>
                                        <p:cTn id="42" dur="500"/>
                                        <p:tgtEl>
                                          <p:spTgt spid="1022996"/>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par>
                          <p:cTn id="43" fill="hold">
                            <p:stCondLst>
                              <p:cond delay="3500"/>
                            </p:stCondLst>
                            <p:childTnLst>
                              <p:par>
                                <p:cTn id="44" presetID="18" presetClass="entr" presetSubtype="6" fill="hold" grpId="0" nodeType="afterEffect">
                                  <p:stCondLst>
                                    <p:cond delay="0"/>
                                  </p:stCondLst>
                                  <p:childTnLst>
                                    <p:set>
                                      <p:cBhvr>
                                        <p:cTn id="45" dur="1" fill="hold">
                                          <p:stCondLst>
                                            <p:cond delay="0"/>
                                          </p:stCondLst>
                                        </p:cTn>
                                        <p:tgtEl>
                                          <p:spTgt spid="1022999"/>
                                        </p:tgtEl>
                                        <p:attrNameLst>
                                          <p:attrName>style.visibility</p:attrName>
                                        </p:attrNameLst>
                                      </p:cBhvr>
                                      <p:to>
                                        <p:strVal val="visible"/>
                                      </p:to>
                                    </p:set>
                                    <p:animEffect transition="in" filter="strips(downRight)">
                                      <p:cBhvr>
                                        <p:cTn id="46" dur="500"/>
                                        <p:tgtEl>
                                          <p:spTgt spid="1022999"/>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4000"/>
                            </p:stCondLst>
                            <p:childTnLst>
                              <p:par>
                                <p:cTn id="48" presetID="18" presetClass="entr" presetSubtype="6" fill="hold" nodeType="afterEffect">
                                  <p:stCondLst>
                                    <p:cond delay="0"/>
                                  </p:stCondLst>
                                  <p:childTnLst>
                                    <p:set>
                                      <p:cBhvr>
                                        <p:cTn id="49" dur="1" fill="hold">
                                          <p:stCondLst>
                                            <p:cond delay="0"/>
                                          </p:stCondLst>
                                        </p:cTn>
                                        <p:tgtEl>
                                          <p:spTgt spid="1023017"/>
                                        </p:tgtEl>
                                        <p:attrNameLst>
                                          <p:attrName>style.visibility</p:attrName>
                                        </p:attrNameLst>
                                      </p:cBhvr>
                                      <p:to>
                                        <p:strVal val="visible"/>
                                      </p:to>
                                    </p:set>
                                    <p:animEffect transition="in" filter="strips(downRight)">
                                      <p:cBhvr>
                                        <p:cTn id="50" dur="500"/>
                                        <p:tgtEl>
                                          <p:spTgt spid="1023017"/>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023003"/>
                                        </p:tgtEl>
                                        <p:attrNameLst>
                                          <p:attrName>style.visibility</p:attrName>
                                        </p:attrNameLst>
                                      </p:cBhvr>
                                      <p:to>
                                        <p:strVal val="visible"/>
                                      </p:to>
                                    </p:set>
                                    <p:animEffect transition="in" filter="box(out)">
                                      <p:cBhvr>
                                        <p:cTn id="55" dur="500"/>
                                        <p:tgtEl>
                                          <p:spTgt spid="1023003"/>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500"/>
                            </p:stCondLst>
                            <p:childTnLst>
                              <p:par>
                                <p:cTn id="57" presetID="18" presetClass="entr" presetSubtype="6" fill="hold" nodeType="afterEffect">
                                  <p:stCondLst>
                                    <p:cond delay="0"/>
                                  </p:stCondLst>
                                  <p:childTnLst>
                                    <p:set>
                                      <p:cBhvr>
                                        <p:cTn id="58" dur="1" fill="hold">
                                          <p:stCondLst>
                                            <p:cond delay="0"/>
                                          </p:stCondLst>
                                        </p:cTn>
                                        <p:tgtEl>
                                          <p:spTgt spid="1023006"/>
                                        </p:tgtEl>
                                        <p:attrNameLst>
                                          <p:attrName>style.visibility</p:attrName>
                                        </p:attrNameLst>
                                      </p:cBhvr>
                                      <p:to>
                                        <p:strVal val="visible"/>
                                      </p:to>
                                    </p:set>
                                    <p:animEffect transition="in" filter="strips(downRight)">
                                      <p:cBhvr>
                                        <p:cTn id="59" dur="500"/>
                                        <p:tgtEl>
                                          <p:spTgt spid="1023006"/>
                                        </p:tgtEl>
                                      </p:cBhvr>
                                    </p:animEffect>
                                  </p:childTnLst>
                                  <p:subTnLst>
                                    <p:audio>
                                      <p:cMediaNode>
                                        <p:cTn display="0" masterRel="sameClick">
                                          <p:stCondLst>
                                            <p:cond evt="begin" delay="0">
                                              <p:tn val="57"/>
                                            </p:cond>
                                          </p:stCondLst>
                                          <p:endCondLst>
                                            <p:cond evt="onStopAudio" delay="0">
                                              <p:tgtEl>
                                                <p:sldTgt/>
                                              </p:tgtEl>
                                            </p:cond>
                                          </p:endCondLst>
                                        </p:cTn>
                                        <p:tgtEl>
                                          <p:sndTgt r:embed="rId3" name="laser.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1023014"/>
                                        </p:tgtEl>
                                        <p:attrNameLst>
                                          <p:attrName>style.visibility</p:attrName>
                                        </p:attrNameLst>
                                      </p:cBhvr>
                                      <p:to>
                                        <p:strVal val="visible"/>
                                      </p:to>
                                    </p:set>
                                    <p:animEffect transition="in" filter="box(in)">
                                      <p:cBhvr>
                                        <p:cTn id="64" dur="500"/>
                                        <p:tgtEl>
                                          <p:spTgt spid="1023014"/>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5" fill="hold">
                            <p:stCondLst>
                              <p:cond delay="500"/>
                            </p:stCondLst>
                            <p:childTnLst>
                              <p:par>
                                <p:cTn id="66" presetID="18" presetClass="entr" presetSubtype="6" fill="hold" grpId="0" nodeType="afterEffect">
                                  <p:stCondLst>
                                    <p:cond delay="0"/>
                                  </p:stCondLst>
                                  <p:childTnLst>
                                    <p:set>
                                      <p:cBhvr>
                                        <p:cTn id="67" dur="1" fill="hold">
                                          <p:stCondLst>
                                            <p:cond delay="0"/>
                                          </p:stCondLst>
                                        </p:cTn>
                                        <p:tgtEl>
                                          <p:spTgt spid="1023012"/>
                                        </p:tgtEl>
                                        <p:attrNameLst>
                                          <p:attrName>style.visibility</p:attrName>
                                        </p:attrNameLst>
                                      </p:cBhvr>
                                      <p:to>
                                        <p:strVal val="visible"/>
                                      </p:to>
                                    </p:set>
                                    <p:animEffect transition="in" filter="strips(downRight)">
                                      <p:cBhvr>
                                        <p:cTn id="68" dur="500"/>
                                        <p:tgtEl>
                                          <p:spTgt spid="1023012"/>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par>
                          <p:cTn id="69" fill="hold">
                            <p:stCondLst>
                              <p:cond delay="1000"/>
                            </p:stCondLst>
                            <p:childTnLst>
                              <p:par>
                                <p:cTn id="70" presetID="18" presetClass="entr" presetSubtype="6" fill="hold" nodeType="afterEffect">
                                  <p:stCondLst>
                                    <p:cond delay="0"/>
                                  </p:stCondLst>
                                  <p:childTnLst>
                                    <p:set>
                                      <p:cBhvr>
                                        <p:cTn id="71" dur="1" fill="hold">
                                          <p:stCondLst>
                                            <p:cond delay="0"/>
                                          </p:stCondLst>
                                        </p:cTn>
                                        <p:tgtEl>
                                          <p:spTgt spid="1023010"/>
                                        </p:tgtEl>
                                        <p:attrNameLst>
                                          <p:attrName>style.visibility</p:attrName>
                                        </p:attrNameLst>
                                      </p:cBhvr>
                                      <p:to>
                                        <p:strVal val="visible"/>
                                      </p:to>
                                    </p:set>
                                    <p:animEffect transition="in" filter="strips(downRight)">
                                      <p:cBhvr>
                                        <p:cTn id="72" dur="500"/>
                                        <p:tgtEl>
                                          <p:spTgt spid="1023010"/>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par>
                          <p:cTn id="73" fill="hold">
                            <p:stCondLst>
                              <p:cond delay="1500"/>
                            </p:stCondLst>
                            <p:childTnLst>
                              <p:par>
                                <p:cTn id="74" presetID="18" presetClass="entr" presetSubtype="3" fill="hold" grpId="0" nodeType="afterEffect">
                                  <p:stCondLst>
                                    <p:cond delay="0"/>
                                  </p:stCondLst>
                                  <p:childTnLst>
                                    <p:set>
                                      <p:cBhvr>
                                        <p:cTn id="75" dur="1" fill="hold">
                                          <p:stCondLst>
                                            <p:cond delay="0"/>
                                          </p:stCondLst>
                                        </p:cTn>
                                        <p:tgtEl>
                                          <p:spTgt spid="1023013"/>
                                        </p:tgtEl>
                                        <p:attrNameLst>
                                          <p:attrName>style.visibility</p:attrName>
                                        </p:attrNameLst>
                                      </p:cBhvr>
                                      <p:to>
                                        <p:strVal val="visible"/>
                                      </p:to>
                                    </p:set>
                                    <p:animEffect transition="in" filter="strips(upRight)">
                                      <p:cBhvr>
                                        <p:cTn id="76" dur="500"/>
                                        <p:tgtEl>
                                          <p:spTgt spid="1023013"/>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par>
                          <p:cTn id="77" fill="hold">
                            <p:stCondLst>
                              <p:cond delay="2000"/>
                            </p:stCondLst>
                            <p:childTnLst>
                              <p:par>
                                <p:cTn id="78" presetID="18" presetClass="entr" presetSubtype="3" fill="hold" grpId="0" nodeType="afterEffect">
                                  <p:stCondLst>
                                    <p:cond delay="0"/>
                                  </p:stCondLst>
                                  <p:childTnLst>
                                    <p:set>
                                      <p:cBhvr>
                                        <p:cTn id="79" dur="1" fill="hold">
                                          <p:stCondLst>
                                            <p:cond delay="0"/>
                                          </p:stCondLst>
                                        </p:cTn>
                                        <p:tgtEl>
                                          <p:spTgt spid="1023011"/>
                                        </p:tgtEl>
                                        <p:attrNameLst>
                                          <p:attrName>style.visibility</p:attrName>
                                        </p:attrNameLst>
                                      </p:cBhvr>
                                      <p:to>
                                        <p:strVal val="visible"/>
                                      </p:to>
                                    </p:set>
                                    <p:animEffect transition="in" filter="strips(upRight)">
                                      <p:cBhvr>
                                        <p:cTn id="80" dur="500"/>
                                        <p:tgtEl>
                                          <p:spTgt spid="1023011"/>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childTnLst>
                          </p:cTn>
                        </p:par>
                      </p:childTnLst>
                    </p:cTn>
                  </p:par>
                  <p:par>
                    <p:cTn id="81" fill="hold">
                      <p:stCondLst>
                        <p:cond delay="indefinite"/>
                      </p:stCondLst>
                      <p:childTnLst>
                        <p:par>
                          <p:cTn id="82" fill="hold">
                            <p:stCondLst>
                              <p:cond delay="0"/>
                            </p:stCondLst>
                            <p:childTnLst>
                              <p:par>
                                <p:cTn id="83" presetID="18" presetClass="entr" presetSubtype="6" fill="hold" grpId="0" nodeType="clickEffect">
                                  <p:stCondLst>
                                    <p:cond delay="0"/>
                                  </p:stCondLst>
                                  <p:childTnLst>
                                    <p:set>
                                      <p:cBhvr>
                                        <p:cTn id="84" dur="1" fill="hold">
                                          <p:stCondLst>
                                            <p:cond delay="0"/>
                                          </p:stCondLst>
                                        </p:cTn>
                                        <p:tgtEl>
                                          <p:spTgt spid="1023018"/>
                                        </p:tgtEl>
                                        <p:attrNameLst>
                                          <p:attrName>style.visibility</p:attrName>
                                        </p:attrNameLst>
                                      </p:cBhvr>
                                      <p:to>
                                        <p:strVal val="visible"/>
                                      </p:to>
                                    </p:set>
                                    <p:animEffect transition="in" filter="strips(downRight)">
                                      <p:cBhvr>
                                        <p:cTn id="85" dur="500"/>
                                        <p:tgtEl>
                                          <p:spTgt spid="1023018"/>
                                        </p:tgtEl>
                                      </p:cBhvr>
                                    </p:animEffect>
                                  </p:childTnLst>
                                  <p:subTnLst>
                                    <p:audio>
                                      <p:cMediaNode>
                                        <p:cTn display="0" masterRel="sameClick">
                                          <p:stCondLst>
                                            <p:cond evt="begin" delay="0">
                                              <p:tn val="8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2988" grpId="0" animBg="1"/>
      <p:bldP spid="1022993" grpId="0" animBg="1"/>
      <p:bldP spid="1022995" grpId="0" animBg="1"/>
      <p:bldP spid="1022999" grpId="0" animBg="1"/>
      <p:bldP spid="1023003" grpId="0" animBg="1" autoUpdateAnimBg="0"/>
      <p:bldP spid="1023011" grpId="0" animBg="1"/>
      <p:bldP spid="1023012" grpId="0" animBg="1"/>
      <p:bldP spid="1023013" grpId="0" animBg="1"/>
      <p:bldP spid="1023014" grpId="0" animBg="1"/>
      <p:bldP spid="1023018"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932" name="Rectangle 44"/>
          <p:cNvSpPr>
            <a:spLocks noChangeArrowheads="1"/>
          </p:cNvSpPr>
          <p:nvPr/>
        </p:nvSpPr>
        <p:spPr bwMode="auto">
          <a:xfrm>
            <a:off x="6527329" y="2251558"/>
            <a:ext cx="5040000" cy="341640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Ø"/>
            </a:pPr>
            <a:r>
              <a:rPr lang="zh-CN" altLang="en-US" b="1" dirty="0">
                <a:effectLst>
                  <a:outerShdw blurRad="38100" dist="38100" dir="2700000" algn="tl">
                    <a:srgbClr val="FFFFFF"/>
                  </a:outerShdw>
                </a:effectLst>
                <a:latin typeface="+mn-lt"/>
                <a:ea typeface="楷体" pitchFamily="49" charset="-122"/>
              </a:rPr>
              <a:t>预处理命令简介</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C01920"/>
              </a:buClr>
              <a:buFont typeface="Wingdings" panose="05000000000000000000" pitchFamily="2" charset="2"/>
              <a:buChar char="Ø"/>
            </a:pPr>
            <a:endParaRPr lang="zh-CN" altLang="en-US" sz="1050" b="1" dirty="0">
              <a:effectLst>
                <a:outerShdw blurRad="38100" dist="38100" dir="2700000" algn="tl">
                  <a:srgbClr val="FFFFFF"/>
                </a:outerShdw>
              </a:effectLst>
              <a:latin typeface="+mn-lt"/>
              <a:ea typeface="楷体" pitchFamily="49" charset="-122"/>
            </a:endParaRPr>
          </a:p>
          <a:p>
            <a:pPr marL="342900" indent="-342900">
              <a:buClr>
                <a:srgbClr val="C01920"/>
              </a:buClr>
              <a:buFont typeface="Wingdings" panose="05000000000000000000" pitchFamily="2" charset="2"/>
              <a:buChar char="Ø"/>
            </a:pPr>
            <a:r>
              <a:rPr lang="zh-CN" altLang="en-US" b="1" dirty="0">
                <a:effectLst>
                  <a:outerShdw blurRad="38100" dist="38100" dir="2700000" algn="tl">
                    <a:srgbClr val="FFFFFF"/>
                  </a:outerShdw>
                </a:effectLst>
                <a:latin typeface="+mn-lt"/>
                <a:ea typeface="楷体" pitchFamily="49" charset="-122"/>
              </a:rPr>
              <a:t>宏定义</a:t>
            </a:r>
          </a:p>
          <a:p>
            <a:pPr marL="800100" lvl="1" indent="-342900">
              <a:buClr>
                <a:srgbClr val="C01920"/>
              </a:buClr>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 不带参数的宏定义</a:t>
            </a:r>
          </a:p>
          <a:p>
            <a:pPr marL="800100" lvl="1" indent="-342900">
              <a:buClr>
                <a:srgbClr val="C01920"/>
              </a:buClr>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 带参数的宏定义</a:t>
            </a:r>
            <a:endParaRPr lang="en-US" altLang="zh-CN" b="1" dirty="0">
              <a:effectLst>
                <a:outerShdw blurRad="38100" dist="38100" dir="2700000" algn="tl">
                  <a:srgbClr val="FFFFFF"/>
                </a:outerShdw>
              </a:effectLst>
              <a:latin typeface="+mn-lt"/>
              <a:ea typeface="楷体" pitchFamily="49" charset="-122"/>
            </a:endParaRPr>
          </a:p>
          <a:p>
            <a:pPr marL="800100" lvl="1" indent="-342900">
              <a:buClr>
                <a:srgbClr val="C01920"/>
              </a:buClr>
              <a:buFont typeface="Wingdings" panose="05000000000000000000" pitchFamily="2" charset="2"/>
              <a:buChar char="l"/>
            </a:pPr>
            <a:endParaRPr lang="zh-CN" altLang="en-US" sz="1050" b="1" dirty="0">
              <a:effectLst>
                <a:outerShdw blurRad="38100" dist="38100" dir="2700000" algn="tl">
                  <a:srgbClr val="FFFFFF"/>
                </a:outerShdw>
              </a:effectLst>
              <a:latin typeface="+mn-lt"/>
              <a:ea typeface="楷体" pitchFamily="49" charset="-122"/>
            </a:endParaRPr>
          </a:p>
          <a:p>
            <a:pPr marL="342900" indent="-342900">
              <a:buClr>
                <a:srgbClr val="C01920"/>
              </a:buClr>
              <a:buFont typeface="Wingdings" panose="05000000000000000000" pitchFamily="2" charset="2"/>
              <a:buChar char="Ø"/>
            </a:pPr>
            <a:r>
              <a:rPr lang="zh-CN" altLang="en-US" b="1" dirty="0">
                <a:effectLst>
                  <a:outerShdw blurRad="38100" dist="38100" dir="2700000" algn="tl">
                    <a:srgbClr val="FFFFFF"/>
                  </a:outerShdw>
                </a:effectLst>
                <a:latin typeface="+mn-lt"/>
                <a:ea typeface="楷体" pitchFamily="49" charset="-122"/>
              </a:rPr>
              <a:t>文件包括</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C01920"/>
              </a:buClr>
              <a:buFont typeface="Wingdings" panose="05000000000000000000" pitchFamily="2" charset="2"/>
              <a:buChar char="Ø"/>
            </a:pPr>
            <a:endParaRPr lang="zh-CN" altLang="en-US" sz="1050" b="1" dirty="0">
              <a:effectLst>
                <a:outerShdw blurRad="38100" dist="38100" dir="2700000" algn="tl">
                  <a:srgbClr val="FFFFFF"/>
                </a:outerShdw>
              </a:effectLst>
              <a:latin typeface="+mn-lt"/>
              <a:ea typeface="楷体" pitchFamily="49" charset="-122"/>
            </a:endParaRPr>
          </a:p>
          <a:p>
            <a:pPr marL="342900" indent="-342900">
              <a:buClr>
                <a:srgbClr val="C01920"/>
              </a:buClr>
              <a:buFont typeface="Wingdings" panose="05000000000000000000" pitchFamily="2" charset="2"/>
              <a:buChar char="Ø"/>
            </a:pPr>
            <a:r>
              <a:rPr lang="zh-CN" altLang="en-US" b="1" dirty="0">
                <a:effectLst>
                  <a:outerShdw blurRad="38100" dist="38100" dir="2700000" algn="tl">
                    <a:srgbClr val="FFFFFF"/>
                  </a:outerShdw>
                </a:effectLst>
                <a:latin typeface="+mn-lt"/>
                <a:ea typeface="楷体" pitchFamily="49" charset="-122"/>
              </a:rPr>
              <a:t>条件编译</a:t>
            </a:r>
            <a:endParaRPr lang="en-US" altLang="zh-CN" b="1" dirty="0">
              <a:effectLst>
                <a:outerShdw blurRad="38100" dist="38100" dir="2700000" algn="tl">
                  <a:srgbClr val="FFFFFF"/>
                </a:outerShdw>
              </a:effectLst>
              <a:latin typeface="+mn-lt"/>
              <a:ea typeface="楷体" pitchFamily="49" charset="-122"/>
            </a:endParaRPr>
          </a:p>
          <a:p>
            <a:pPr marL="342900" indent="-342900">
              <a:buClr>
                <a:srgbClr val="C01920"/>
              </a:buClr>
              <a:buFont typeface="Wingdings" panose="05000000000000000000" pitchFamily="2" charset="2"/>
              <a:buChar char="Ø"/>
            </a:pPr>
            <a:endParaRPr lang="zh-CN" altLang="en-US" sz="1050" b="1" dirty="0">
              <a:effectLst>
                <a:outerShdw blurRad="38100" dist="38100" dir="2700000" algn="tl">
                  <a:srgbClr val="FFFFFF"/>
                </a:outerShdw>
              </a:effectLst>
              <a:latin typeface="+mn-lt"/>
              <a:ea typeface="楷体" pitchFamily="49" charset="-122"/>
            </a:endParaRPr>
          </a:p>
          <a:p>
            <a:pPr marL="342900" indent="-342900">
              <a:buClr>
                <a:srgbClr val="C01920"/>
              </a:buClr>
              <a:buFont typeface="Wingdings" panose="05000000000000000000" pitchFamily="2" charset="2"/>
              <a:buChar char="Ø"/>
            </a:pPr>
            <a:r>
              <a:rPr lang="zh-CN" altLang="en-US" b="1" dirty="0">
                <a:effectLst>
                  <a:outerShdw blurRad="38100" dist="38100" dir="2700000" algn="tl">
                    <a:srgbClr val="FFFFFF"/>
                  </a:outerShdw>
                </a:effectLst>
                <a:latin typeface="+mn-lt"/>
                <a:ea typeface="楷体" pitchFamily="49" charset="-122"/>
              </a:rPr>
              <a:t>本章小结</a:t>
            </a:r>
          </a:p>
        </p:txBody>
      </p:sp>
      <p:sp>
        <p:nvSpPr>
          <p:cNvPr id="677934" name="Rectangle 46"/>
          <p:cNvSpPr>
            <a:spLocks noChangeArrowheads="1"/>
          </p:cNvSpPr>
          <p:nvPr/>
        </p:nvSpPr>
        <p:spPr bwMode="auto">
          <a:xfrm>
            <a:off x="839416" y="2250171"/>
            <a:ext cx="5040560" cy="341632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#include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#define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ifdef</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#else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ifndef</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#endif</a:t>
            </a:r>
            <a:r>
              <a:rPr lang="zh-CN" altLang="en-US" b="1" dirty="0">
                <a:effectLst>
                  <a:outerShdw blurRad="38100" dist="38100" dir="2700000" algn="tl">
                    <a:srgbClr val="FFFFFF"/>
                  </a:outerShdw>
                </a:effectLst>
                <a:latin typeface="+mn-lt"/>
                <a:ea typeface="楷体" pitchFamily="49" charset="-122"/>
              </a:rPr>
              <a:t>等命令的用法；</a:t>
            </a:r>
            <a:endParaRPr lang="en-US" altLang="zh-CN" b="1" dirty="0">
              <a:effectLst>
                <a:outerShdw blurRad="38100" dist="38100" dir="2700000" algn="tl">
                  <a:srgbClr val="FFFFFF"/>
                </a:outerShdw>
              </a:effectLst>
              <a:latin typeface="+mn-lt"/>
              <a:ea typeface="楷体" pitchFamily="49" charset="-122"/>
            </a:endParaRPr>
          </a:p>
          <a:p>
            <a:pPr marL="457200" indent="-457200">
              <a:buClr>
                <a:srgbClr val="C01920"/>
              </a:buClr>
              <a:buFont typeface="Wingdings" pitchFamily="2" charset="2"/>
              <a:buChar char="Ø"/>
            </a:pPr>
            <a:endParaRPr lang="zh-CN" altLang="en-US" b="1" dirty="0">
              <a:effectLst>
                <a:outerShdw blurRad="38100" dist="38100" dir="2700000" algn="tl">
                  <a:srgbClr val="FFFFFF"/>
                </a:outerShdw>
              </a:effectLst>
              <a:latin typeface="+mn-lt"/>
              <a:ea typeface="楷体" pitchFamily="49" charset="-122"/>
            </a:endParaRPr>
          </a:p>
          <a:p>
            <a:pPr marL="457200" indent="-457200">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掌握宏定义和宏替换的一般方法；</a:t>
            </a:r>
            <a:endParaRPr lang="en-US" altLang="zh-CN" b="1" dirty="0">
              <a:effectLst>
                <a:outerShdw blurRad="38100" dist="38100" dir="2700000" algn="tl">
                  <a:srgbClr val="FFFFFF"/>
                </a:outerShdw>
              </a:effectLst>
              <a:latin typeface="+mn-lt"/>
              <a:ea typeface="楷体" pitchFamily="49" charset="-122"/>
            </a:endParaRPr>
          </a:p>
          <a:p>
            <a:pPr marL="457200" indent="-457200">
              <a:buClr>
                <a:srgbClr val="C01920"/>
              </a:buClr>
              <a:buFont typeface="Wingdings" pitchFamily="2" charset="2"/>
              <a:buChar char="Ø"/>
            </a:pPr>
            <a:endParaRPr lang="zh-CN" altLang="en-US" b="1" dirty="0">
              <a:effectLst>
                <a:outerShdw blurRad="38100" dist="38100" dir="2700000" algn="tl">
                  <a:srgbClr val="FFFFFF"/>
                </a:outerShdw>
              </a:effectLst>
              <a:latin typeface="+mn-lt"/>
              <a:ea typeface="楷体" pitchFamily="49" charset="-122"/>
            </a:endParaRPr>
          </a:p>
          <a:p>
            <a:pPr marL="457200" indent="-457200">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掌握包含文件的处理方法；</a:t>
            </a:r>
            <a:endParaRPr lang="en-US" altLang="zh-CN" b="1" dirty="0">
              <a:effectLst>
                <a:outerShdw blurRad="38100" dist="38100" dir="2700000" algn="tl">
                  <a:srgbClr val="FFFFFF"/>
                </a:outerShdw>
              </a:effectLst>
              <a:latin typeface="+mn-lt"/>
              <a:ea typeface="楷体" pitchFamily="49" charset="-122"/>
            </a:endParaRPr>
          </a:p>
          <a:p>
            <a:pPr marL="457200" indent="-457200">
              <a:buClr>
                <a:srgbClr val="C01920"/>
              </a:buClr>
              <a:buFont typeface="Wingdings" pitchFamily="2" charset="2"/>
              <a:buChar char="Ø"/>
            </a:pPr>
            <a:endParaRPr lang="zh-CN" altLang="en-US" b="1" dirty="0">
              <a:effectLst>
                <a:outerShdw blurRad="38100" dist="38100" dir="2700000" algn="tl">
                  <a:srgbClr val="FFFFFF"/>
                </a:outerShdw>
              </a:effectLst>
              <a:latin typeface="+mn-lt"/>
              <a:ea typeface="楷体" pitchFamily="49" charset="-122"/>
            </a:endParaRPr>
          </a:p>
          <a:p>
            <a:pPr marL="457200" indent="-457200">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了解条件编译的作用和实现方法。</a:t>
            </a:r>
          </a:p>
        </p:txBody>
      </p:sp>
      <p:sp>
        <p:nvSpPr>
          <p:cNvPr id="9" name="Rectangle 4">
            <a:extLst>
              <a:ext uri="{FF2B5EF4-FFF2-40B4-BE49-F238E27FC236}">
                <a16:creationId xmlns:a16="http://schemas.microsoft.com/office/drawing/2014/main" id="{F6617DC6-9009-418B-88D1-5234BF94236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章：预处理命令 </a:t>
            </a:r>
          </a:p>
        </p:txBody>
      </p:sp>
      <p:grpSp>
        <p:nvGrpSpPr>
          <p:cNvPr id="10" name="组合 9">
            <a:extLst>
              <a:ext uri="{FF2B5EF4-FFF2-40B4-BE49-F238E27FC236}">
                <a16:creationId xmlns:a16="http://schemas.microsoft.com/office/drawing/2014/main" id="{6DA3DB1A-F5F3-426C-9C68-2551C399E3FF}"/>
              </a:ext>
            </a:extLst>
          </p:cNvPr>
          <p:cNvGrpSpPr/>
          <p:nvPr/>
        </p:nvGrpSpPr>
        <p:grpSpPr>
          <a:xfrm>
            <a:off x="702426" y="1071188"/>
            <a:ext cx="3151830" cy="557612"/>
            <a:chOff x="695400" y="1059424"/>
            <a:chExt cx="3151830" cy="557612"/>
          </a:xfrm>
        </p:grpSpPr>
        <p:sp>
          <p:nvSpPr>
            <p:cNvPr id="11" name="Text Box 5">
              <a:extLst>
                <a:ext uri="{FF2B5EF4-FFF2-40B4-BE49-F238E27FC236}">
                  <a16:creationId xmlns:a16="http://schemas.microsoft.com/office/drawing/2014/main" id="{DE76977F-426E-42B5-9FB7-794F0FA25C5E}"/>
                </a:ext>
              </a:extLst>
            </p:cNvPr>
            <p:cNvSpPr txBox="1">
              <a:spLocks noChangeArrowheads="1"/>
            </p:cNvSpPr>
            <p:nvPr/>
          </p:nvSpPr>
          <p:spPr bwMode="auto">
            <a:xfrm>
              <a:off x="1558211" y="1081250"/>
              <a:ext cx="2289019"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学习目标</a:t>
              </a:r>
            </a:p>
          </p:txBody>
        </p:sp>
        <p:grpSp>
          <p:nvGrpSpPr>
            <p:cNvPr id="12" name="组合 11">
              <a:extLst>
                <a:ext uri="{FF2B5EF4-FFF2-40B4-BE49-F238E27FC236}">
                  <a16:creationId xmlns:a16="http://schemas.microsoft.com/office/drawing/2014/main" id="{E7239748-7645-437E-AF6A-3BB673422C56}"/>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582DA73B-A1EA-46F8-A606-F594C39C7431}"/>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7F1D2F16-32E3-4151-B626-297237CDDECA}"/>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grpSp>
        <p:nvGrpSpPr>
          <p:cNvPr id="15" name="组合 14">
            <a:extLst>
              <a:ext uri="{FF2B5EF4-FFF2-40B4-BE49-F238E27FC236}">
                <a16:creationId xmlns:a16="http://schemas.microsoft.com/office/drawing/2014/main" id="{2A7E111F-1C6E-4894-9645-DC1351D85FB7}"/>
              </a:ext>
            </a:extLst>
          </p:cNvPr>
          <p:cNvGrpSpPr/>
          <p:nvPr/>
        </p:nvGrpSpPr>
        <p:grpSpPr>
          <a:xfrm>
            <a:off x="6108846" y="1071188"/>
            <a:ext cx="3151830" cy="557612"/>
            <a:chOff x="695400" y="1059424"/>
            <a:chExt cx="3151830" cy="557612"/>
          </a:xfrm>
        </p:grpSpPr>
        <p:sp>
          <p:nvSpPr>
            <p:cNvPr id="16" name="Text Box 5">
              <a:extLst>
                <a:ext uri="{FF2B5EF4-FFF2-40B4-BE49-F238E27FC236}">
                  <a16:creationId xmlns:a16="http://schemas.microsoft.com/office/drawing/2014/main" id="{039D4CF4-8B18-45CC-997A-7A70DD779BB2}"/>
                </a:ext>
              </a:extLst>
            </p:cNvPr>
            <p:cNvSpPr txBox="1">
              <a:spLocks noChangeArrowheads="1"/>
            </p:cNvSpPr>
            <p:nvPr/>
          </p:nvSpPr>
          <p:spPr bwMode="auto">
            <a:xfrm>
              <a:off x="1558211" y="1081250"/>
              <a:ext cx="2289019"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学习内容</a:t>
              </a:r>
            </a:p>
          </p:txBody>
        </p:sp>
        <p:grpSp>
          <p:nvGrpSpPr>
            <p:cNvPr id="17" name="组合 16">
              <a:extLst>
                <a:ext uri="{FF2B5EF4-FFF2-40B4-BE49-F238E27FC236}">
                  <a16:creationId xmlns:a16="http://schemas.microsoft.com/office/drawing/2014/main" id="{04844336-F725-4DFE-8C7D-6DA24EDF7BC8}"/>
                </a:ext>
              </a:extLst>
            </p:cNvPr>
            <p:cNvGrpSpPr/>
            <p:nvPr/>
          </p:nvGrpSpPr>
          <p:grpSpPr>
            <a:xfrm>
              <a:off x="695400" y="1059424"/>
              <a:ext cx="833819" cy="557612"/>
              <a:chOff x="695400" y="1059424"/>
              <a:chExt cx="833819" cy="557612"/>
            </a:xfrm>
          </p:grpSpPr>
          <p:sp>
            <p:nvSpPr>
              <p:cNvPr id="18" name="菱形 17">
                <a:extLst>
                  <a:ext uri="{FF2B5EF4-FFF2-40B4-BE49-F238E27FC236}">
                    <a16:creationId xmlns:a16="http://schemas.microsoft.com/office/drawing/2014/main" id="{1B47E165-D2D4-4CFC-B76C-3C9D9B0F55EF}"/>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9" name="菱形 18">
                <a:extLst>
                  <a:ext uri="{FF2B5EF4-FFF2-40B4-BE49-F238E27FC236}">
                    <a16:creationId xmlns:a16="http://schemas.microsoft.com/office/drawing/2014/main" id="{0970B791-85D9-4032-A18C-B8D54604913B}"/>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677934"/>
                                        </p:tgtEl>
                                        <p:attrNameLst>
                                          <p:attrName>style.visibility</p:attrName>
                                        </p:attrNameLst>
                                      </p:cBhvr>
                                      <p:to>
                                        <p:strVal val="visible"/>
                                      </p:to>
                                    </p:set>
                                    <p:animEffect transition="in" filter="diamond(in)">
                                      <p:cBhvr>
                                        <p:cTn id="13" dur="2000"/>
                                        <p:tgtEl>
                                          <p:spTgt spid="677934"/>
                                        </p:tgtEl>
                                      </p:cBhvr>
                                    </p:animEffect>
                                  </p:childTnLst>
                                  <p:subTnLst>
                                    <p:audio>
                                      <p:cMediaNode>
                                        <p:cTn display="0" masterRel="sameClick">
                                          <p:stCondLst>
                                            <p:cond evt="begin" delay="0">
                                              <p:tn val="11"/>
                                            </p:cond>
                                          </p:stCondLst>
                                          <p:endCondLst>
                                            <p:cond evt="onStopAudio" delay="0">
                                              <p:tgtEl>
                                                <p:sldTgt/>
                                              </p:tgtEl>
                                            </p:cond>
                                          </p:endCondLst>
                                        </p:cTn>
                                        <p:tgtEl>
                                          <p:sndTgt r:embed="rId2"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677932"/>
                                        </p:tgtEl>
                                        <p:attrNameLst>
                                          <p:attrName>style.visibility</p:attrName>
                                        </p:attrNameLst>
                                      </p:cBhvr>
                                      <p:to>
                                        <p:strVal val="visible"/>
                                      </p:to>
                                    </p:set>
                                    <p:animEffect transition="in" filter="diamond(in)">
                                      <p:cBhvr>
                                        <p:cTn id="24" dur="2000"/>
                                        <p:tgtEl>
                                          <p:spTgt spid="677932"/>
                                        </p:tgtEl>
                                      </p:cBhvr>
                                    </p:animEffect>
                                  </p:childTnLst>
                                  <p:subTnLst>
                                    <p:audio>
                                      <p:cMediaNode>
                                        <p:cTn display="0" masterRel="sameClick">
                                          <p:stCondLst>
                                            <p:cond evt="begin" delay="0">
                                              <p:tn val="22"/>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32" grpId="0" animBg="1"/>
      <p:bldP spid="67793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8496" name="Rectangle 32"/>
          <p:cNvSpPr>
            <a:spLocks noChangeArrowheads="1"/>
          </p:cNvSpPr>
          <p:nvPr/>
        </p:nvSpPr>
        <p:spPr bwMode="auto">
          <a:xfrm>
            <a:off x="804566" y="1171600"/>
            <a:ext cx="8005762" cy="457200"/>
          </a:xfrm>
          <a:prstGeom prst="rect">
            <a:avLst/>
          </a:prstGeom>
          <a:noFill/>
          <a:ln w="9525">
            <a:noFill/>
            <a:miter lim="800000"/>
            <a:headEnd/>
            <a:tailEnd/>
          </a:ln>
          <a:effectLst/>
        </p:spPr>
        <p:txBody>
          <a:bodyP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预处理命令：</a:t>
            </a:r>
            <a:r>
              <a:rPr lang="en-US" altLang="zh-CN" b="1" dirty="0">
                <a:effectLst>
                  <a:outerShdw blurRad="38100" dist="38100" dir="2700000" algn="tl">
                    <a:srgbClr val="FFFFFF"/>
                  </a:outerShdw>
                </a:effectLst>
                <a:latin typeface="+mn-lt"/>
                <a:ea typeface="隶书" pitchFamily="49" charset="-122"/>
              </a:rPr>
              <a:t>C</a:t>
            </a:r>
            <a:r>
              <a:rPr lang="zh-CN" altLang="en-US" b="1" dirty="0">
                <a:effectLst>
                  <a:outerShdw blurRad="38100" dist="38100" dir="2700000" algn="tl">
                    <a:srgbClr val="FFFFFF"/>
                  </a:outerShdw>
                </a:effectLst>
                <a:latin typeface="+mn-lt"/>
                <a:ea typeface="隶书" pitchFamily="49" charset="-122"/>
              </a:rPr>
              <a:t>源程序中以</a:t>
            </a:r>
            <a:r>
              <a:rPr lang="en-US" altLang="zh-CN" b="1" dirty="0">
                <a:effectLst>
                  <a:outerShdw blurRad="38100" dist="38100" dir="2700000" algn="tl">
                    <a:srgbClr val="FFFFFF"/>
                  </a:outerShdw>
                </a:effectLst>
                <a:latin typeface="+mn-lt"/>
                <a:ea typeface="隶书" pitchFamily="49" charset="-122"/>
              </a:rPr>
              <a:t>#</a:t>
            </a:r>
            <a:r>
              <a:rPr lang="zh-CN" altLang="en-US" b="1" dirty="0">
                <a:effectLst>
                  <a:outerShdw blurRad="38100" dist="38100" dir="2700000" algn="tl">
                    <a:srgbClr val="FFFFFF"/>
                  </a:outerShdw>
                </a:effectLst>
                <a:latin typeface="+mn-lt"/>
                <a:ea typeface="隶书" pitchFamily="49" charset="-122"/>
              </a:rPr>
              <a:t>开头、以换行符结尾的行</a:t>
            </a:r>
            <a:r>
              <a:rPr lang="zh-CN" altLang="en-US" dirty="0">
                <a:latin typeface="+mn-lt"/>
                <a:ea typeface="隶书" pitchFamily="49" charset="-122"/>
              </a:rPr>
              <a:t> </a:t>
            </a:r>
          </a:p>
        </p:txBody>
      </p:sp>
      <p:sp>
        <p:nvSpPr>
          <p:cNvPr id="958513" name="Rectangle 49"/>
          <p:cNvSpPr>
            <a:spLocks noChangeArrowheads="1"/>
          </p:cNvSpPr>
          <p:nvPr/>
        </p:nvSpPr>
        <p:spPr bwMode="auto">
          <a:xfrm>
            <a:off x="806153" y="1931484"/>
            <a:ext cx="1754188" cy="457200"/>
          </a:xfrm>
          <a:prstGeom prst="rect">
            <a:avLst/>
          </a:prstGeom>
          <a:noFill/>
          <a:ln w="9525">
            <a:noFill/>
            <a:miter lim="800000"/>
            <a:headEnd/>
            <a:tailEnd/>
          </a:ln>
          <a:effectLst/>
        </p:spPr>
        <p:txBody>
          <a:bodyP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种类：</a:t>
            </a:r>
            <a:endParaRPr lang="zh-CN" altLang="en-US" dirty="0">
              <a:solidFill>
                <a:srgbClr val="C01920"/>
              </a:solidFill>
              <a:latin typeface="+mn-lt"/>
              <a:ea typeface="楷体" pitchFamily="49" charset="-122"/>
            </a:endParaRPr>
          </a:p>
        </p:txBody>
      </p:sp>
      <p:sp>
        <p:nvSpPr>
          <p:cNvPr id="958514" name="Rectangle 50"/>
          <p:cNvSpPr>
            <a:spLocks noChangeArrowheads="1"/>
          </p:cNvSpPr>
          <p:nvPr/>
        </p:nvSpPr>
        <p:spPr bwMode="auto">
          <a:xfrm>
            <a:off x="1206204" y="2315659"/>
            <a:ext cx="7345363" cy="1569660"/>
          </a:xfrm>
          <a:prstGeom prst="rect">
            <a:avLst/>
          </a:prstGeom>
          <a:noFill/>
          <a:ln w="9525">
            <a:noFill/>
            <a:miter lim="800000"/>
            <a:headEnd/>
            <a:tailEnd/>
          </a:ln>
          <a:effectLst/>
        </p:spPr>
        <p:txBody>
          <a:bodyPr>
            <a:spAutoFit/>
          </a:bodyPr>
          <a:lstStyle/>
          <a:p>
            <a:pPr>
              <a:buClr>
                <a:srgbClr val="C01920"/>
              </a:buClr>
              <a:buFont typeface="Wingdings" pitchFamily="2" charset="2"/>
              <a:buChar char="l"/>
            </a:pPr>
            <a:r>
              <a:rPr lang="en-US" altLang="zh-CN" b="1" dirty="0">
                <a:effectLst>
                  <a:outerShdw blurRad="38100" dist="38100" dir="2700000" algn="tl">
                    <a:srgbClr val="FFFFFF"/>
                  </a:outerShdw>
                </a:effectLst>
                <a:ea typeface="隶书" pitchFamily="49" charset="-122"/>
              </a:rPr>
              <a:t> </a:t>
            </a:r>
            <a:r>
              <a:rPr lang="zh-CN" altLang="en-US" b="1" dirty="0">
                <a:effectLst>
                  <a:outerShdw blurRad="38100" dist="38100" dir="2700000" algn="tl">
                    <a:srgbClr val="FFFFFF"/>
                  </a:outerShdw>
                </a:effectLst>
                <a:ea typeface="隶书" pitchFamily="49" charset="-122"/>
              </a:rPr>
              <a:t>宏定义          </a:t>
            </a:r>
            <a:r>
              <a:rPr lang="en-US" altLang="zh-CN" b="1" dirty="0">
                <a:solidFill>
                  <a:srgbClr val="002060"/>
                </a:solidFill>
                <a:ea typeface="隶书" pitchFamily="49" charset="-122"/>
              </a:rPr>
              <a:t>#define</a:t>
            </a:r>
            <a:r>
              <a:rPr lang="zh-CN" altLang="en-US" b="1" dirty="0">
                <a:solidFill>
                  <a:srgbClr val="002060"/>
                </a:solidFill>
                <a:ea typeface="隶书" pitchFamily="49" charset="-122"/>
              </a:rPr>
              <a:t>、</a:t>
            </a:r>
            <a:r>
              <a:rPr lang="en-US" altLang="zh-CN" b="1" dirty="0">
                <a:solidFill>
                  <a:srgbClr val="002060"/>
                </a:solidFill>
                <a:ea typeface="隶书" pitchFamily="49" charset="-122"/>
              </a:rPr>
              <a:t>#</a:t>
            </a:r>
            <a:r>
              <a:rPr lang="en-US" altLang="zh-CN" b="1" dirty="0" err="1">
                <a:solidFill>
                  <a:srgbClr val="002060"/>
                </a:solidFill>
                <a:ea typeface="隶书" pitchFamily="49" charset="-122"/>
              </a:rPr>
              <a:t>undef</a:t>
            </a:r>
            <a:endParaRPr lang="en-US" altLang="zh-CN" b="1" dirty="0">
              <a:solidFill>
                <a:srgbClr val="002060"/>
              </a:solidFill>
              <a:ea typeface="隶书" pitchFamily="49" charset="-122"/>
            </a:endParaRPr>
          </a:p>
          <a:p>
            <a:pPr>
              <a:buClr>
                <a:srgbClr val="C01920"/>
              </a:buClr>
              <a:buFont typeface="Wingdings" pitchFamily="2" charset="2"/>
              <a:buChar char="l"/>
            </a:pPr>
            <a:r>
              <a:rPr lang="en-US" altLang="zh-CN" b="1" dirty="0">
                <a:ea typeface="隶书" pitchFamily="49" charset="-122"/>
              </a:rPr>
              <a:t> </a:t>
            </a:r>
            <a:r>
              <a:rPr lang="zh-CN" altLang="en-US" b="1" dirty="0">
                <a:ea typeface="隶书" pitchFamily="49" charset="-122"/>
              </a:rPr>
              <a:t>文件包含      </a:t>
            </a:r>
            <a:r>
              <a:rPr lang="en-US" altLang="zh-CN" b="1" dirty="0">
                <a:solidFill>
                  <a:schemeClr val="accent1">
                    <a:lumMod val="50000"/>
                  </a:schemeClr>
                </a:solidFill>
                <a:ea typeface="隶书" pitchFamily="49" charset="-122"/>
              </a:rPr>
              <a:t>#include</a:t>
            </a:r>
          </a:p>
          <a:p>
            <a:pPr>
              <a:buClr>
                <a:srgbClr val="C01920"/>
              </a:buClr>
              <a:buFont typeface="Wingdings" pitchFamily="2" charset="2"/>
              <a:buChar char="l"/>
            </a:pPr>
            <a:r>
              <a:rPr lang="en-US" altLang="zh-CN" b="1" dirty="0">
                <a:effectLst>
                  <a:outerShdw blurRad="38100" dist="38100" dir="2700000" algn="tl">
                    <a:srgbClr val="FFFFFF"/>
                  </a:outerShdw>
                </a:effectLst>
                <a:ea typeface="隶书" pitchFamily="49" charset="-122"/>
              </a:rPr>
              <a:t> </a:t>
            </a:r>
            <a:r>
              <a:rPr lang="zh-CN" altLang="en-US" b="1" dirty="0">
                <a:effectLst>
                  <a:outerShdw blurRad="38100" dist="38100" dir="2700000" algn="tl">
                    <a:srgbClr val="FFFFFF"/>
                  </a:outerShdw>
                </a:effectLst>
                <a:ea typeface="隶书" pitchFamily="49" charset="-122"/>
              </a:rPr>
              <a:t>条件编译      </a:t>
            </a:r>
            <a:r>
              <a:rPr lang="en-US" altLang="zh-CN" b="1" dirty="0">
                <a:solidFill>
                  <a:srgbClr val="C01920"/>
                </a:solidFill>
                <a:ea typeface="隶书" pitchFamily="49" charset="-122"/>
              </a:rPr>
              <a:t>#if</a:t>
            </a:r>
            <a:r>
              <a:rPr lang="zh-CN" altLang="en-US" b="1" dirty="0">
                <a:solidFill>
                  <a:srgbClr val="C01920"/>
                </a:solidFill>
                <a:ea typeface="隶书" pitchFamily="49" charset="-122"/>
              </a:rPr>
              <a:t>、</a:t>
            </a:r>
            <a:r>
              <a:rPr lang="en-US" altLang="zh-CN" b="1" dirty="0">
                <a:solidFill>
                  <a:srgbClr val="C01920"/>
                </a:solidFill>
                <a:ea typeface="隶书" pitchFamily="49" charset="-122"/>
              </a:rPr>
              <a:t>#</a:t>
            </a:r>
            <a:r>
              <a:rPr lang="en-US" altLang="zh-CN" b="1" dirty="0" err="1">
                <a:solidFill>
                  <a:srgbClr val="C01920"/>
                </a:solidFill>
                <a:ea typeface="隶书" pitchFamily="49" charset="-122"/>
              </a:rPr>
              <a:t>ifdef</a:t>
            </a:r>
            <a:r>
              <a:rPr lang="zh-CN" altLang="en-US" b="1" dirty="0">
                <a:solidFill>
                  <a:srgbClr val="C01920"/>
                </a:solidFill>
                <a:ea typeface="隶书" pitchFamily="49" charset="-122"/>
              </a:rPr>
              <a:t>、</a:t>
            </a:r>
            <a:r>
              <a:rPr lang="en-US" altLang="zh-CN" b="1" dirty="0">
                <a:solidFill>
                  <a:srgbClr val="C01920"/>
                </a:solidFill>
                <a:ea typeface="隶书" pitchFamily="49" charset="-122"/>
              </a:rPr>
              <a:t>#else</a:t>
            </a:r>
            <a:r>
              <a:rPr lang="zh-CN" altLang="en-US" b="1" dirty="0">
                <a:solidFill>
                  <a:srgbClr val="C01920"/>
                </a:solidFill>
                <a:ea typeface="隶书" pitchFamily="49" charset="-122"/>
              </a:rPr>
              <a:t>、</a:t>
            </a:r>
            <a:r>
              <a:rPr lang="en-US" altLang="zh-CN" b="1" dirty="0">
                <a:solidFill>
                  <a:srgbClr val="C01920"/>
                </a:solidFill>
                <a:ea typeface="隶书" pitchFamily="49" charset="-122"/>
              </a:rPr>
              <a:t>#</a:t>
            </a:r>
            <a:r>
              <a:rPr lang="en-US" altLang="zh-CN" b="1" dirty="0" err="1">
                <a:solidFill>
                  <a:srgbClr val="C01920"/>
                </a:solidFill>
                <a:ea typeface="隶书" pitchFamily="49" charset="-122"/>
              </a:rPr>
              <a:t>elif</a:t>
            </a:r>
            <a:r>
              <a:rPr lang="zh-CN" altLang="en-US" b="1" dirty="0">
                <a:solidFill>
                  <a:srgbClr val="C01920"/>
                </a:solidFill>
                <a:ea typeface="隶书" pitchFamily="49" charset="-122"/>
              </a:rPr>
              <a:t>、</a:t>
            </a:r>
            <a:r>
              <a:rPr lang="en-US" altLang="zh-CN" b="1" dirty="0">
                <a:solidFill>
                  <a:srgbClr val="C01920"/>
                </a:solidFill>
                <a:ea typeface="隶书" pitchFamily="49" charset="-122"/>
              </a:rPr>
              <a:t>#</a:t>
            </a:r>
            <a:r>
              <a:rPr lang="en-US" altLang="zh-CN" b="1" dirty="0" err="1">
                <a:solidFill>
                  <a:srgbClr val="C01920"/>
                </a:solidFill>
                <a:ea typeface="隶书" pitchFamily="49" charset="-122"/>
              </a:rPr>
              <a:t>endif</a:t>
            </a:r>
            <a:r>
              <a:rPr lang="zh-CN" altLang="en-US" b="1" dirty="0">
                <a:solidFill>
                  <a:srgbClr val="C01920"/>
                </a:solidFill>
                <a:ea typeface="隶书" pitchFamily="49" charset="-122"/>
              </a:rPr>
              <a:t>等</a:t>
            </a:r>
          </a:p>
          <a:p>
            <a:pPr>
              <a:buClr>
                <a:srgbClr val="C01920"/>
              </a:buClr>
              <a:buFont typeface="Wingdings" pitchFamily="2" charset="2"/>
              <a:buChar char="l"/>
            </a:pPr>
            <a:r>
              <a:rPr lang="zh-CN" altLang="en-US" b="1" dirty="0">
                <a:effectLst>
                  <a:outerShdw blurRad="38100" dist="38100" dir="2700000" algn="tl">
                    <a:srgbClr val="FFFFFF"/>
                  </a:outerShdw>
                </a:effectLst>
                <a:ea typeface="隶书" pitchFamily="49" charset="-122"/>
              </a:rPr>
              <a:t> 其他</a:t>
            </a:r>
            <a:r>
              <a:rPr lang="zh-CN" altLang="en-US" b="1" dirty="0">
                <a:solidFill>
                  <a:srgbClr val="FF3300"/>
                </a:solidFill>
                <a:effectLst>
                  <a:outerShdw blurRad="38100" dist="38100" dir="2700000" algn="tl">
                    <a:srgbClr val="000000"/>
                  </a:outerShdw>
                </a:effectLst>
                <a:ea typeface="隶书" pitchFamily="49" charset="-122"/>
              </a:rPr>
              <a:t>              </a:t>
            </a:r>
            <a:r>
              <a:rPr lang="en-US" altLang="zh-CN" b="1" dirty="0">
                <a:effectLst>
                  <a:outerShdw blurRad="38100" dist="38100" dir="2700000" algn="tl">
                    <a:srgbClr val="FFFFFF"/>
                  </a:outerShdw>
                </a:effectLst>
                <a:ea typeface="隶书" pitchFamily="49" charset="-122"/>
              </a:rPr>
              <a:t>#line</a:t>
            </a:r>
            <a:r>
              <a:rPr lang="zh-CN" altLang="en-US" b="1" dirty="0">
                <a:effectLst>
                  <a:outerShdw blurRad="38100" dist="38100" dir="2700000" algn="tl">
                    <a:srgbClr val="FFFFFF"/>
                  </a:outerShdw>
                </a:effectLst>
                <a:ea typeface="隶书" pitchFamily="49" charset="-122"/>
              </a:rPr>
              <a:t>、</a:t>
            </a:r>
            <a:r>
              <a:rPr lang="en-US" altLang="zh-CN" b="1" dirty="0">
                <a:effectLst>
                  <a:outerShdw blurRad="38100" dist="38100" dir="2700000" algn="tl">
                    <a:srgbClr val="FFFFFF"/>
                  </a:outerShdw>
                </a:effectLst>
                <a:ea typeface="隶书" pitchFamily="49" charset="-122"/>
              </a:rPr>
              <a:t>#error</a:t>
            </a:r>
            <a:r>
              <a:rPr lang="zh-CN" altLang="en-US" b="1" dirty="0">
                <a:effectLst>
                  <a:outerShdw blurRad="38100" dist="38100" dir="2700000" algn="tl">
                    <a:srgbClr val="FFFFFF"/>
                  </a:outerShdw>
                </a:effectLst>
                <a:ea typeface="隶书" pitchFamily="49" charset="-122"/>
              </a:rPr>
              <a:t>、</a:t>
            </a:r>
            <a:r>
              <a:rPr lang="en-US" altLang="zh-CN" b="1" dirty="0">
                <a:effectLst>
                  <a:outerShdw blurRad="38100" dist="38100" dir="2700000" algn="tl">
                    <a:srgbClr val="FFFFFF"/>
                  </a:outerShdw>
                </a:effectLst>
                <a:ea typeface="隶书" pitchFamily="49" charset="-122"/>
              </a:rPr>
              <a:t>#program</a:t>
            </a:r>
            <a:r>
              <a:rPr lang="zh-CN" altLang="en-US" b="1" dirty="0">
                <a:effectLst>
                  <a:outerShdw blurRad="38100" dist="38100" dir="2700000" algn="tl">
                    <a:srgbClr val="FFFFFF"/>
                  </a:outerShdw>
                </a:effectLst>
                <a:ea typeface="隶书" pitchFamily="49" charset="-122"/>
              </a:rPr>
              <a:t>等</a:t>
            </a:r>
          </a:p>
        </p:txBody>
      </p:sp>
      <p:sp>
        <p:nvSpPr>
          <p:cNvPr id="958515" name="Rectangle 51"/>
          <p:cNvSpPr>
            <a:spLocks noChangeArrowheads="1"/>
          </p:cNvSpPr>
          <p:nvPr/>
        </p:nvSpPr>
        <p:spPr bwMode="auto">
          <a:xfrm>
            <a:off x="1603078" y="2336552"/>
            <a:ext cx="6408738" cy="1152525"/>
          </a:xfrm>
          <a:prstGeom prst="rect">
            <a:avLst/>
          </a:prstGeom>
          <a:noFill/>
          <a:ln w="28575">
            <a:solidFill>
              <a:srgbClr val="BD6368"/>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58516" name="AutoShape 52"/>
          <p:cNvSpPr>
            <a:spLocks noChangeArrowheads="1"/>
          </p:cNvSpPr>
          <p:nvPr/>
        </p:nvSpPr>
        <p:spPr bwMode="auto">
          <a:xfrm>
            <a:off x="5425779" y="4796308"/>
            <a:ext cx="4535487" cy="1296988"/>
          </a:xfrm>
          <a:prstGeom prst="cloudCallout">
            <a:avLst>
              <a:gd name="adj1" fmla="val -34843"/>
              <a:gd name="adj2" fmla="val -183417"/>
            </a:avLst>
          </a:prstGeom>
          <a:gradFill rotWithShape="1">
            <a:gsLst>
              <a:gs pos="0">
                <a:srgbClr val="F0E5B7"/>
              </a:gs>
              <a:gs pos="100000">
                <a:schemeClr val="bg1"/>
              </a:gs>
            </a:gsLst>
            <a:lin ang="5400000" scaled="1"/>
          </a:gradFill>
          <a:ln w="25400">
            <a:solidFill>
              <a:srgbClr val="F0E5B7"/>
            </a:solidFill>
            <a:round/>
            <a:headEnd/>
            <a:tailEnd/>
          </a:ln>
          <a:effectLst>
            <a:outerShdw blurRad="50800" dist="106680" dir="2700000" algn="tl" rotWithShape="0">
              <a:prstClr val="black">
                <a:alpha val="43000"/>
              </a:prstClr>
            </a:outerShdw>
          </a:effectLst>
        </p:spPr>
        <p:txBody>
          <a:bodyPr/>
          <a:lstStyle/>
          <a:p>
            <a:pPr algn="ctr"/>
            <a:r>
              <a:rPr lang="zh-CN" altLang="en-US" sz="2800" b="1" dirty="0">
                <a:solidFill>
                  <a:srgbClr val="C01920"/>
                </a:solidFill>
                <a:ea typeface="隶书" pitchFamily="49" charset="-122"/>
              </a:rPr>
              <a:t>本章主要讨论的内容！</a:t>
            </a:r>
          </a:p>
        </p:txBody>
      </p:sp>
      <p:sp>
        <p:nvSpPr>
          <p:cNvPr id="958517" name="Rectangle 53"/>
          <p:cNvSpPr>
            <a:spLocks noChangeArrowheads="1"/>
          </p:cNvSpPr>
          <p:nvPr/>
        </p:nvSpPr>
        <p:spPr bwMode="auto">
          <a:xfrm>
            <a:off x="876003" y="4115413"/>
            <a:ext cx="1754188" cy="457200"/>
          </a:xfrm>
          <a:prstGeom prst="rect">
            <a:avLst/>
          </a:prstGeom>
          <a:noFill/>
          <a:ln w="9525">
            <a:noFill/>
            <a:miter lim="800000"/>
            <a:headEnd/>
            <a:tailEnd/>
          </a:ln>
          <a:effectLst/>
        </p:spPr>
        <p:txBody>
          <a:bodyP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格式：</a:t>
            </a:r>
            <a:endParaRPr lang="zh-CN" altLang="en-US" dirty="0">
              <a:solidFill>
                <a:srgbClr val="C01920"/>
              </a:solidFill>
              <a:latin typeface="+mn-lt"/>
              <a:ea typeface="楷体" pitchFamily="49" charset="-122"/>
            </a:endParaRPr>
          </a:p>
        </p:txBody>
      </p:sp>
      <p:sp>
        <p:nvSpPr>
          <p:cNvPr id="958518" name="Rectangle 54"/>
          <p:cNvSpPr>
            <a:spLocks noChangeArrowheads="1"/>
          </p:cNvSpPr>
          <p:nvPr/>
        </p:nvSpPr>
        <p:spPr bwMode="auto">
          <a:xfrm>
            <a:off x="1264941" y="4532927"/>
            <a:ext cx="4572000" cy="1200329"/>
          </a:xfrm>
          <a:prstGeom prst="rect">
            <a:avLst/>
          </a:prstGeom>
          <a:noFill/>
          <a:ln w="9525">
            <a:noFill/>
            <a:miter lim="800000"/>
            <a:headEnd/>
            <a:tailEnd/>
          </a:ln>
          <a:effectLst/>
        </p:spPr>
        <p:txBody>
          <a:bodyPr>
            <a:spAutoFit/>
          </a:bodyPr>
          <a:lstStyle/>
          <a:p>
            <a:pPr>
              <a:buClr>
                <a:srgbClr val="C01920"/>
              </a:buClr>
              <a:buFont typeface="Wingdings" pitchFamily="2" charset="2"/>
              <a:buChar char="l"/>
            </a:pPr>
            <a:r>
              <a:rPr lang="en-US" altLang="zh-CN" b="1" dirty="0">
                <a:effectLst>
                  <a:outerShdw blurRad="38100" dist="38100" dir="2700000" algn="tl">
                    <a:srgbClr val="FFFFFF"/>
                  </a:outerShdw>
                </a:effectLst>
                <a:ea typeface="隶书" pitchFamily="49" charset="-122"/>
              </a:rPr>
              <a:t> “#”</a:t>
            </a:r>
            <a:r>
              <a:rPr lang="zh-CN" altLang="en-US" b="1" dirty="0">
                <a:effectLst>
                  <a:outerShdw blurRad="38100" dist="38100" dir="2700000" algn="tl">
                    <a:srgbClr val="FFFFFF"/>
                  </a:outerShdw>
                </a:effectLst>
                <a:ea typeface="隶书" pitchFamily="49" charset="-122"/>
              </a:rPr>
              <a:t>开头</a:t>
            </a:r>
          </a:p>
          <a:p>
            <a:pPr>
              <a:buClr>
                <a:srgbClr val="C01920"/>
              </a:buClr>
              <a:buFont typeface="Wingdings" pitchFamily="2" charset="2"/>
              <a:buChar char="l"/>
            </a:pPr>
            <a:r>
              <a:rPr lang="zh-CN" altLang="en-US" b="1" dirty="0">
                <a:effectLst>
                  <a:outerShdw blurRad="38100" dist="38100" dir="2700000" algn="tl">
                    <a:srgbClr val="FFFFFF"/>
                  </a:outerShdw>
                </a:effectLst>
                <a:ea typeface="隶书" pitchFamily="49" charset="-122"/>
              </a:rPr>
              <a:t> 占单独书写行</a:t>
            </a:r>
          </a:p>
          <a:p>
            <a:pPr>
              <a:buClr>
                <a:srgbClr val="C01920"/>
              </a:buClr>
              <a:buFont typeface="Wingdings" pitchFamily="2" charset="2"/>
              <a:buChar char="l"/>
            </a:pPr>
            <a:r>
              <a:rPr lang="zh-CN" altLang="en-US" b="1" dirty="0">
                <a:effectLst>
                  <a:outerShdw blurRad="38100" dist="38100" dir="2700000" algn="tl">
                    <a:srgbClr val="FFFFFF"/>
                  </a:outerShdw>
                </a:effectLst>
                <a:ea typeface="隶书" pitchFamily="49" charset="-122"/>
              </a:rPr>
              <a:t> 语句尾不加分号</a:t>
            </a:r>
          </a:p>
        </p:txBody>
      </p:sp>
      <p:sp>
        <p:nvSpPr>
          <p:cNvPr id="13" name="Rectangle 4">
            <a:extLst>
              <a:ext uri="{FF2B5EF4-FFF2-40B4-BE49-F238E27FC236}">
                <a16:creationId xmlns:a16="http://schemas.microsoft.com/office/drawing/2014/main" id="{93D61F19-26DC-4663-A978-6E5F46604867}"/>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预处理命令简介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58496"/>
                                        </p:tgtEl>
                                        <p:attrNameLst>
                                          <p:attrName>style.visibility</p:attrName>
                                        </p:attrNameLst>
                                      </p:cBhvr>
                                      <p:to>
                                        <p:strVal val="visible"/>
                                      </p:to>
                                    </p:set>
                                    <p:anim calcmode="lin" valueType="num">
                                      <p:cBhvr additive="base">
                                        <p:cTn id="7" dur="500" fill="hold"/>
                                        <p:tgtEl>
                                          <p:spTgt spid="958496"/>
                                        </p:tgtEl>
                                        <p:attrNameLst>
                                          <p:attrName>ppt_x</p:attrName>
                                        </p:attrNameLst>
                                      </p:cBhvr>
                                      <p:tavLst>
                                        <p:tav tm="0">
                                          <p:val>
                                            <p:strVal val="0-#ppt_w/2"/>
                                          </p:val>
                                        </p:tav>
                                        <p:tav tm="100000">
                                          <p:val>
                                            <p:strVal val="#ppt_x"/>
                                          </p:val>
                                        </p:tav>
                                      </p:tavLst>
                                    </p:anim>
                                    <p:anim calcmode="lin" valueType="num">
                                      <p:cBhvr additive="base">
                                        <p:cTn id="8" dur="500" fill="hold"/>
                                        <p:tgtEl>
                                          <p:spTgt spid="95849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58513"/>
                                        </p:tgtEl>
                                        <p:attrNameLst>
                                          <p:attrName>style.visibility</p:attrName>
                                        </p:attrNameLst>
                                      </p:cBhvr>
                                      <p:to>
                                        <p:strVal val="visible"/>
                                      </p:to>
                                    </p:set>
                                    <p:anim calcmode="lin" valueType="num">
                                      <p:cBhvr additive="base">
                                        <p:cTn id="13" dur="500" fill="hold"/>
                                        <p:tgtEl>
                                          <p:spTgt spid="958513"/>
                                        </p:tgtEl>
                                        <p:attrNameLst>
                                          <p:attrName>ppt_x</p:attrName>
                                        </p:attrNameLst>
                                      </p:cBhvr>
                                      <p:tavLst>
                                        <p:tav tm="0">
                                          <p:val>
                                            <p:strVal val="0-#ppt_w/2"/>
                                          </p:val>
                                        </p:tav>
                                        <p:tav tm="100000">
                                          <p:val>
                                            <p:strVal val="#ppt_x"/>
                                          </p:val>
                                        </p:tav>
                                      </p:tavLst>
                                    </p:anim>
                                    <p:anim calcmode="lin" valueType="num">
                                      <p:cBhvr additive="base">
                                        <p:cTn id="14" dur="500" fill="hold"/>
                                        <p:tgtEl>
                                          <p:spTgt spid="9585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58514">
                                            <p:txEl>
                                              <p:pRg st="0" end="0"/>
                                            </p:txEl>
                                          </p:spTgt>
                                        </p:tgtEl>
                                        <p:attrNameLst>
                                          <p:attrName>style.visibility</p:attrName>
                                        </p:attrNameLst>
                                      </p:cBhvr>
                                      <p:to>
                                        <p:strVal val="visible"/>
                                      </p:to>
                                    </p:set>
                                    <p:anim calcmode="lin" valueType="num">
                                      <p:cBhvr additive="base">
                                        <p:cTn id="19" dur="500" fill="hold"/>
                                        <p:tgtEl>
                                          <p:spTgt spid="958514">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585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58514">
                                            <p:txEl>
                                              <p:pRg st="1" end="1"/>
                                            </p:txEl>
                                          </p:spTgt>
                                        </p:tgtEl>
                                        <p:attrNameLst>
                                          <p:attrName>style.visibility</p:attrName>
                                        </p:attrNameLst>
                                      </p:cBhvr>
                                      <p:to>
                                        <p:strVal val="visible"/>
                                      </p:to>
                                    </p:set>
                                    <p:anim calcmode="lin" valueType="num">
                                      <p:cBhvr additive="base">
                                        <p:cTn id="25" dur="500" fill="hold"/>
                                        <p:tgtEl>
                                          <p:spTgt spid="958514">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5851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58514">
                                            <p:txEl>
                                              <p:pRg st="2" end="2"/>
                                            </p:txEl>
                                          </p:spTgt>
                                        </p:tgtEl>
                                        <p:attrNameLst>
                                          <p:attrName>style.visibility</p:attrName>
                                        </p:attrNameLst>
                                      </p:cBhvr>
                                      <p:to>
                                        <p:strVal val="visible"/>
                                      </p:to>
                                    </p:set>
                                    <p:anim calcmode="lin" valueType="num">
                                      <p:cBhvr additive="base">
                                        <p:cTn id="31" dur="500" fill="hold"/>
                                        <p:tgtEl>
                                          <p:spTgt spid="958514">
                                            <p:txEl>
                                              <p:pRg st="2" end="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5851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58514">
                                            <p:txEl>
                                              <p:pRg st="3" end="3"/>
                                            </p:txEl>
                                          </p:spTgt>
                                        </p:tgtEl>
                                        <p:attrNameLst>
                                          <p:attrName>style.visibility</p:attrName>
                                        </p:attrNameLst>
                                      </p:cBhvr>
                                      <p:to>
                                        <p:strVal val="visible"/>
                                      </p:to>
                                    </p:set>
                                    <p:anim calcmode="lin" valueType="num">
                                      <p:cBhvr additive="base">
                                        <p:cTn id="37" dur="500" fill="hold"/>
                                        <p:tgtEl>
                                          <p:spTgt spid="958514">
                                            <p:txEl>
                                              <p:pRg st="3" end="3"/>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5851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58517"/>
                                        </p:tgtEl>
                                        <p:attrNameLst>
                                          <p:attrName>style.visibility</p:attrName>
                                        </p:attrNameLst>
                                      </p:cBhvr>
                                      <p:to>
                                        <p:strVal val="visible"/>
                                      </p:to>
                                    </p:set>
                                    <p:anim calcmode="lin" valueType="num">
                                      <p:cBhvr additive="base">
                                        <p:cTn id="43" dur="500" fill="hold"/>
                                        <p:tgtEl>
                                          <p:spTgt spid="958517"/>
                                        </p:tgtEl>
                                        <p:attrNameLst>
                                          <p:attrName>ppt_x</p:attrName>
                                        </p:attrNameLst>
                                      </p:cBhvr>
                                      <p:tavLst>
                                        <p:tav tm="0">
                                          <p:val>
                                            <p:strVal val="0-#ppt_w/2"/>
                                          </p:val>
                                        </p:tav>
                                        <p:tav tm="100000">
                                          <p:val>
                                            <p:strVal val="#ppt_x"/>
                                          </p:val>
                                        </p:tav>
                                      </p:tavLst>
                                    </p:anim>
                                    <p:anim calcmode="lin" valueType="num">
                                      <p:cBhvr additive="base">
                                        <p:cTn id="44" dur="500" fill="hold"/>
                                        <p:tgtEl>
                                          <p:spTgt spid="9585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4"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958518">
                                            <p:txEl>
                                              <p:pRg st="0" end="0"/>
                                            </p:txEl>
                                          </p:spTgt>
                                        </p:tgtEl>
                                        <p:attrNameLst>
                                          <p:attrName>style.visibility</p:attrName>
                                        </p:attrNameLst>
                                      </p:cBhvr>
                                      <p:to>
                                        <p:strVal val="visible"/>
                                      </p:to>
                                    </p:set>
                                    <p:anim calcmode="lin" valueType="num">
                                      <p:cBhvr additive="base">
                                        <p:cTn id="49" dur="500" fill="hold"/>
                                        <p:tgtEl>
                                          <p:spTgt spid="958518">
                                            <p:txEl>
                                              <p:pRg st="0" end="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95851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958518">
                                            <p:txEl>
                                              <p:pRg st="1" end="1"/>
                                            </p:txEl>
                                          </p:spTgt>
                                        </p:tgtEl>
                                        <p:attrNameLst>
                                          <p:attrName>style.visibility</p:attrName>
                                        </p:attrNameLst>
                                      </p:cBhvr>
                                      <p:to>
                                        <p:strVal val="visible"/>
                                      </p:to>
                                    </p:set>
                                    <p:anim calcmode="lin" valueType="num">
                                      <p:cBhvr additive="base">
                                        <p:cTn id="55" dur="500" fill="hold"/>
                                        <p:tgtEl>
                                          <p:spTgt spid="958518">
                                            <p:txEl>
                                              <p:pRg st="1" end="1"/>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95851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958518">
                                            <p:txEl>
                                              <p:pRg st="2" end="2"/>
                                            </p:txEl>
                                          </p:spTgt>
                                        </p:tgtEl>
                                        <p:attrNameLst>
                                          <p:attrName>style.visibility</p:attrName>
                                        </p:attrNameLst>
                                      </p:cBhvr>
                                      <p:to>
                                        <p:strVal val="visible"/>
                                      </p:to>
                                    </p:set>
                                    <p:anim calcmode="lin" valueType="num">
                                      <p:cBhvr additive="base">
                                        <p:cTn id="61" dur="500" fill="hold"/>
                                        <p:tgtEl>
                                          <p:spTgt spid="958518">
                                            <p:txEl>
                                              <p:pRg st="2" end="2"/>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958518">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childTnLst>
                    </p:cTn>
                  </p:par>
                  <p:par>
                    <p:cTn id="63" fill="hold">
                      <p:stCondLst>
                        <p:cond delay="indefinite"/>
                      </p:stCondLst>
                      <p:childTnLst>
                        <p:par>
                          <p:cTn id="64" fill="hold">
                            <p:stCondLst>
                              <p:cond delay="0"/>
                            </p:stCondLst>
                            <p:childTnLst>
                              <p:par>
                                <p:cTn id="65" presetID="18" presetClass="entr" presetSubtype="6" fill="hold" grpId="0" nodeType="clickEffect">
                                  <p:stCondLst>
                                    <p:cond delay="0"/>
                                  </p:stCondLst>
                                  <p:childTnLst>
                                    <p:set>
                                      <p:cBhvr>
                                        <p:cTn id="66" dur="1" fill="hold">
                                          <p:stCondLst>
                                            <p:cond delay="0"/>
                                          </p:stCondLst>
                                        </p:cTn>
                                        <p:tgtEl>
                                          <p:spTgt spid="958515"/>
                                        </p:tgtEl>
                                        <p:attrNameLst>
                                          <p:attrName>style.visibility</p:attrName>
                                        </p:attrNameLst>
                                      </p:cBhvr>
                                      <p:to>
                                        <p:strVal val="visible"/>
                                      </p:to>
                                    </p:set>
                                    <p:animEffect transition="in" filter="strips(downRight)">
                                      <p:cBhvr>
                                        <p:cTn id="67" dur="500"/>
                                        <p:tgtEl>
                                          <p:spTgt spid="958515"/>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8" fill="hold">
                            <p:stCondLst>
                              <p:cond delay="500"/>
                            </p:stCondLst>
                            <p:childTnLst>
                              <p:par>
                                <p:cTn id="69" presetID="18" presetClass="entr" presetSubtype="6" fill="hold" grpId="0" nodeType="afterEffect">
                                  <p:stCondLst>
                                    <p:cond delay="0"/>
                                  </p:stCondLst>
                                  <p:childTnLst>
                                    <p:set>
                                      <p:cBhvr>
                                        <p:cTn id="70" dur="1" fill="hold">
                                          <p:stCondLst>
                                            <p:cond delay="0"/>
                                          </p:stCondLst>
                                        </p:cTn>
                                        <p:tgtEl>
                                          <p:spTgt spid="958516"/>
                                        </p:tgtEl>
                                        <p:attrNameLst>
                                          <p:attrName>style.visibility</p:attrName>
                                        </p:attrNameLst>
                                      </p:cBhvr>
                                      <p:to>
                                        <p:strVal val="visible"/>
                                      </p:to>
                                    </p:set>
                                    <p:animEffect transition="in" filter="strips(downRight)">
                                      <p:cBhvr>
                                        <p:cTn id="71" dur="500"/>
                                        <p:tgtEl>
                                          <p:spTgt spid="958516"/>
                                        </p:tgtEl>
                                      </p:cBhvr>
                                    </p:animEffect>
                                  </p:childTnLst>
                                  <p:subTnLst>
                                    <p:audio>
                                      <p:cMediaNode>
                                        <p:cTn display="0" masterRel="sameClick">
                                          <p:stCondLst>
                                            <p:cond evt="begin" delay="0">
                                              <p:tn val="69"/>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96" grpId="0"/>
      <p:bldP spid="958513" grpId="0"/>
      <p:bldP spid="958515" grpId="0" animBg="1"/>
      <p:bldP spid="958516" grpId="0" animBg="1"/>
      <p:bldP spid="958517"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2" name="Text Box 22"/>
          <p:cNvSpPr txBox="1">
            <a:spLocks noChangeArrowheads="1"/>
          </p:cNvSpPr>
          <p:nvPr/>
        </p:nvSpPr>
        <p:spPr bwMode="auto">
          <a:xfrm>
            <a:off x="1764090" y="3384649"/>
            <a:ext cx="8652390" cy="1409700"/>
          </a:xfrm>
          <a:prstGeom prst="rect">
            <a:avLst/>
          </a:prstGeom>
          <a:gradFill rotWithShape="1">
            <a:gsLst>
              <a:gs pos="0">
                <a:srgbClr val="CCCCCC"/>
              </a:gs>
              <a:gs pos="100000">
                <a:schemeClr val="bg1"/>
              </a:gs>
            </a:gsLst>
            <a:lin ang="5400000" scaled="1"/>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如 </a:t>
            </a:r>
            <a:r>
              <a:rPr lang="zh-CN" altLang="en-US" sz="2000" b="1" dirty="0">
                <a:effectLst>
                  <a:outerShdw blurRad="38100" dist="38100" dir="2700000" algn="tl">
                    <a:srgbClr val="FFFFFF"/>
                  </a:outerShdw>
                </a:effectLst>
                <a:ea typeface="隶书" pitchFamily="49" charset="-122"/>
              </a:rPr>
              <a:t>   </a:t>
            </a:r>
            <a:r>
              <a:rPr lang="en-US" altLang="zh-CN" sz="2000" b="1" dirty="0">
                <a:effectLst>
                  <a:outerShdw blurRad="38100" dist="38100" dir="2700000" algn="tl">
                    <a:srgbClr val="FFFFFF"/>
                  </a:outerShdw>
                </a:effectLst>
                <a:ea typeface="隶书" pitchFamily="49" charset="-122"/>
              </a:rPr>
              <a:t>#define    YES       1</a:t>
            </a:r>
          </a:p>
          <a:p>
            <a:r>
              <a:rPr lang="en-US" altLang="zh-CN" sz="2000" b="1" dirty="0">
                <a:effectLst>
                  <a:outerShdw blurRad="38100" dist="38100" dir="2700000" algn="tl">
                    <a:srgbClr val="FFFFFF"/>
                  </a:outerShdw>
                </a:effectLst>
                <a:ea typeface="隶书" pitchFamily="49" charset="-122"/>
              </a:rPr>
              <a:t>          #define     NO        0</a:t>
            </a:r>
          </a:p>
          <a:p>
            <a:r>
              <a:rPr lang="en-US" altLang="zh-CN" sz="2000" b="1" dirty="0">
                <a:effectLst>
                  <a:outerShdw blurRad="38100" dist="38100" dir="2700000" algn="tl">
                    <a:srgbClr val="FFFFFF"/>
                  </a:outerShdw>
                </a:effectLst>
                <a:ea typeface="隶书" pitchFamily="49" charset="-122"/>
              </a:rPr>
              <a:t>          #define     PI          3.1415926</a:t>
            </a:r>
          </a:p>
          <a:p>
            <a:r>
              <a:rPr lang="en-US" altLang="zh-CN" sz="2000" b="1" dirty="0">
                <a:effectLst>
                  <a:outerShdw blurRad="38100" dist="38100" dir="2700000" algn="tl">
                    <a:srgbClr val="FFFFFF"/>
                  </a:outerShdw>
                </a:effectLst>
                <a:ea typeface="隶书" pitchFamily="49" charset="-122"/>
              </a:rPr>
              <a:t>          #define     OUT     </a:t>
            </a:r>
            <a:r>
              <a:rPr lang="en-US" altLang="zh-CN" sz="2000" b="1" dirty="0" err="1">
                <a:effectLst>
                  <a:outerShdw blurRad="38100" dist="38100" dir="2700000" algn="tl">
                    <a:srgbClr val="FFFFFF"/>
                  </a:outerShdw>
                </a:effectLst>
                <a:ea typeface="隶书" pitchFamily="49" charset="-122"/>
              </a:rPr>
              <a:t>printf</a:t>
            </a:r>
            <a:r>
              <a:rPr lang="en-US" altLang="zh-CN" sz="2000" b="1" dirty="0">
                <a:effectLst>
                  <a:outerShdw blurRad="38100" dist="38100" dir="2700000" algn="tl">
                    <a:srgbClr val="FFFFFF"/>
                  </a:outerShdw>
                </a:effectLst>
                <a:ea typeface="隶书" pitchFamily="49" charset="-122"/>
              </a:rPr>
              <a:t>(</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隶书" pitchFamily="49" charset="-122"/>
              </a:rPr>
              <a:t>Hello,World</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隶书" pitchFamily="49" charset="-122"/>
              </a:rPr>
              <a:t>);</a:t>
            </a:r>
            <a:endParaRPr lang="en-US" altLang="zh-CN" sz="2000" b="1" dirty="0">
              <a:effectLst>
                <a:outerShdw blurRad="38100" dist="38100" dir="2700000" algn="tl">
                  <a:srgbClr val="FFFFFF"/>
                </a:outerShdw>
              </a:effectLst>
            </a:endParaRPr>
          </a:p>
        </p:txBody>
      </p:sp>
      <p:sp>
        <p:nvSpPr>
          <p:cNvPr id="1024003" name="Rectangle 3"/>
          <p:cNvSpPr>
            <a:spLocks noChangeArrowheads="1"/>
          </p:cNvSpPr>
          <p:nvPr/>
        </p:nvSpPr>
        <p:spPr bwMode="auto">
          <a:xfrm>
            <a:off x="890291" y="1082576"/>
            <a:ext cx="8005762" cy="457200"/>
          </a:xfrm>
          <a:prstGeom prst="rect">
            <a:avLst/>
          </a:prstGeom>
          <a:noFill/>
          <a:ln w="9525">
            <a:noFill/>
            <a:miter lim="800000"/>
            <a:headEnd/>
            <a:tailEnd/>
          </a:ln>
          <a:effectLst/>
        </p:spPr>
        <p:txBody>
          <a:bodyPr>
            <a:spAutoFit/>
          </a:bodyPr>
          <a:lstStyle/>
          <a:p>
            <a:pPr>
              <a:buFont typeface="Wingdings" pitchFamily="2" charset="2"/>
              <a:buNone/>
            </a:pPr>
            <a:r>
              <a:rPr lang="zh-CN" altLang="en-US" b="1" dirty="0">
                <a:effectLst>
                  <a:outerShdw blurRad="38100" dist="38100" dir="2700000" algn="tl">
                    <a:srgbClr val="FFFFFF"/>
                  </a:outerShdw>
                </a:effectLst>
                <a:latin typeface="+mn-lt"/>
                <a:ea typeface="楷体" pitchFamily="49" charset="-122"/>
              </a:rPr>
              <a:t>宏定义分为两种：</a:t>
            </a:r>
            <a:r>
              <a:rPr lang="zh-CN" altLang="en-US" b="1" dirty="0">
                <a:solidFill>
                  <a:srgbClr val="C01920"/>
                </a:solidFill>
                <a:latin typeface="+mn-lt"/>
                <a:ea typeface="楷体" pitchFamily="49" charset="-122"/>
              </a:rPr>
              <a:t>不带参数的宏定义</a:t>
            </a:r>
            <a:r>
              <a:rPr lang="zh-CN" altLang="en-US" b="1" dirty="0">
                <a:effectLst>
                  <a:outerShdw blurRad="38100" dist="38100" dir="2700000" algn="tl">
                    <a:srgbClr val="FFFFFF"/>
                  </a:outerShdw>
                </a:effectLst>
                <a:latin typeface="+mn-lt"/>
                <a:ea typeface="楷体" pitchFamily="49" charset="-122"/>
              </a:rPr>
              <a:t>和</a:t>
            </a:r>
            <a:r>
              <a:rPr lang="zh-CN" altLang="en-US" b="1" dirty="0">
                <a:solidFill>
                  <a:srgbClr val="C01920"/>
                </a:solidFill>
                <a:latin typeface="+mn-lt"/>
                <a:ea typeface="楷体" pitchFamily="49" charset="-122"/>
              </a:rPr>
              <a:t>带参数的宏定义。</a:t>
            </a:r>
            <a:r>
              <a:rPr lang="zh-CN" altLang="en-US" dirty="0">
                <a:solidFill>
                  <a:srgbClr val="C01920"/>
                </a:solidFill>
                <a:latin typeface="+mn-lt"/>
                <a:ea typeface="楷体" pitchFamily="49" charset="-122"/>
              </a:rPr>
              <a:t> </a:t>
            </a:r>
          </a:p>
        </p:txBody>
      </p:sp>
      <p:sp>
        <p:nvSpPr>
          <p:cNvPr id="1024013" name="Rectangle 13"/>
          <p:cNvSpPr>
            <a:spLocks noChangeArrowheads="1"/>
          </p:cNvSpPr>
          <p:nvPr/>
        </p:nvSpPr>
        <p:spPr bwMode="auto">
          <a:xfrm>
            <a:off x="845842" y="1587401"/>
            <a:ext cx="3095625" cy="457200"/>
          </a:xfrm>
          <a:prstGeom prst="rect">
            <a:avLst/>
          </a:prstGeom>
          <a:noFill/>
          <a:ln w="9525">
            <a:noFill/>
            <a:miter lim="800000"/>
            <a:headEnd/>
            <a:tailEnd/>
          </a:ln>
          <a:effectLst/>
        </p:spPr>
        <p:txBody>
          <a:bodyPr wrap="none">
            <a:spAutoFit/>
          </a:bodyPr>
          <a:lstStyle/>
          <a:p>
            <a:r>
              <a:rPr lang="en-US" altLang="zh-CN" b="1" dirty="0">
                <a:solidFill>
                  <a:srgbClr val="C01920"/>
                </a:solidFill>
                <a:latin typeface="+mn-lt"/>
                <a:ea typeface="楷体" pitchFamily="49" charset="-122"/>
              </a:rPr>
              <a:t>1</a:t>
            </a:r>
            <a:r>
              <a:rPr lang="zh-CN" altLang="en-US" b="1" dirty="0">
                <a:solidFill>
                  <a:srgbClr val="C01920"/>
                </a:solidFill>
                <a:latin typeface="+mn-lt"/>
                <a:ea typeface="楷体" pitchFamily="49" charset="-122"/>
              </a:rPr>
              <a:t>、不带参数的宏定义</a:t>
            </a:r>
          </a:p>
        </p:txBody>
      </p:sp>
      <p:sp>
        <p:nvSpPr>
          <p:cNvPr id="1024014" name="Rectangle 14"/>
          <p:cNvSpPr>
            <a:spLocks noChangeArrowheads="1"/>
          </p:cNvSpPr>
          <p:nvPr/>
        </p:nvSpPr>
        <p:spPr bwMode="auto">
          <a:xfrm>
            <a:off x="1352253" y="2088406"/>
            <a:ext cx="1923925"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ea typeface="隶书" pitchFamily="49" charset="-122"/>
              </a:rPr>
              <a:t> </a:t>
            </a:r>
            <a:r>
              <a:rPr lang="zh-CN" altLang="en-US" b="1" dirty="0">
                <a:solidFill>
                  <a:srgbClr val="C01920"/>
                </a:solidFill>
                <a:ea typeface="隶书" pitchFamily="49" charset="-122"/>
              </a:rPr>
              <a:t>一般形式</a:t>
            </a:r>
            <a:r>
              <a:rPr lang="en-US" altLang="zh-CN" b="1" dirty="0">
                <a:solidFill>
                  <a:srgbClr val="C01920"/>
                </a:solidFill>
                <a:ea typeface="隶书" pitchFamily="49" charset="-122"/>
              </a:rPr>
              <a:t>:</a:t>
            </a:r>
            <a:r>
              <a:rPr lang="zh-CN" altLang="en-US" dirty="0">
                <a:solidFill>
                  <a:srgbClr val="C01920"/>
                </a:solidFill>
              </a:rPr>
              <a:t> </a:t>
            </a:r>
          </a:p>
        </p:txBody>
      </p:sp>
      <p:sp>
        <p:nvSpPr>
          <p:cNvPr id="1024015" name="Text Box 15"/>
          <p:cNvSpPr txBox="1">
            <a:spLocks noChangeArrowheads="1"/>
          </p:cNvSpPr>
          <p:nvPr/>
        </p:nvSpPr>
        <p:spPr bwMode="auto">
          <a:xfrm>
            <a:off x="3338067" y="2112854"/>
            <a:ext cx="7086847" cy="504825"/>
          </a:xfrm>
          <a:prstGeom prst="rect">
            <a:avLst/>
          </a:prstGeom>
          <a:gradFill rotWithShape="1">
            <a:gsLst>
              <a:gs pos="0">
                <a:srgbClr val="CCCCCC"/>
              </a:gs>
              <a:gs pos="100000">
                <a:srgbClr val="CCCCCC"/>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b="1" dirty="0">
                <a:effectLst>
                  <a:outerShdw blurRad="38100" dist="38100" dir="2700000" algn="tl">
                    <a:srgbClr val="FFFFFF"/>
                  </a:outerShdw>
                </a:effectLst>
                <a:latin typeface="+mn-lt"/>
                <a:ea typeface="隶书" pitchFamily="49" charset="-122"/>
              </a:rPr>
              <a:t>#define       </a:t>
            </a:r>
            <a:r>
              <a:rPr lang="zh-CN" altLang="en-US" b="1" dirty="0">
                <a:effectLst>
                  <a:outerShdw blurRad="38100" dist="38100" dir="2700000" algn="tl">
                    <a:srgbClr val="FFFFFF"/>
                  </a:outerShdw>
                </a:effectLst>
                <a:latin typeface="+mn-lt"/>
                <a:ea typeface="隶书" pitchFamily="49" charset="-122"/>
              </a:rPr>
              <a:t>标识符        单词串</a:t>
            </a:r>
          </a:p>
        </p:txBody>
      </p:sp>
      <p:sp>
        <p:nvSpPr>
          <p:cNvPr id="1024019" name="AutoShape 19"/>
          <p:cNvSpPr>
            <a:spLocks noChangeArrowheads="1"/>
          </p:cNvSpPr>
          <p:nvPr/>
        </p:nvSpPr>
        <p:spPr bwMode="auto">
          <a:xfrm>
            <a:off x="7257580" y="720353"/>
            <a:ext cx="3158900" cy="998489"/>
          </a:xfrm>
          <a:prstGeom prst="wedgeEllipseCallout">
            <a:avLst>
              <a:gd name="adj1" fmla="val -15388"/>
              <a:gd name="adj2" fmla="val 99384"/>
            </a:avLst>
          </a:prstGeom>
          <a:gradFill rotWithShape="1">
            <a:gsLst>
              <a:gs pos="0">
                <a:srgbClr val="CCCCCC"/>
              </a:gs>
              <a:gs pos="100000">
                <a:schemeClr val="bg1"/>
              </a:gs>
            </a:gsLst>
            <a:lin ang="5400000" scaled="1"/>
          </a:gradFill>
          <a:ln w="38100" cap="sq">
            <a:solidFill>
              <a:srgbClr val="BEDFC4"/>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a:effectLst>
                  <a:outerShdw blurRad="38100" dist="38100" dir="2700000" algn="tl">
                    <a:srgbClr val="FFFFFF"/>
                  </a:outerShdw>
                </a:effectLst>
                <a:latin typeface="+mn-lt"/>
                <a:ea typeface="楷体" pitchFamily="49" charset="-122"/>
              </a:rPr>
              <a:t>可缺省，表示宏名</a:t>
            </a:r>
          </a:p>
          <a:p>
            <a:pPr algn="ctr"/>
            <a:r>
              <a:rPr lang="zh-CN" altLang="en-US" sz="2000" b="1">
                <a:effectLst>
                  <a:outerShdw blurRad="38100" dist="38100" dir="2700000" algn="tl">
                    <a:srgbClr val="FFFFFF"/>
                  </a:outerShdw>
                </a:effectLst>
                <a:latin typeface="+mn-lt"/>
                <a:ea typeface="楷体" pitchFamily="49" charset="-122"/>
              </a:rPr>
              <a:t>定义过或取消宏体</a:t>
            </a:r>
          </a:p>
        </p:txBody>
      </p:sp>
      <p:sp>
        <p:nvSpPr>
          <p:cNvPr id="1024020" name="Rectangle 20"/>
          <p:cNvSpPr>
            <a:spLocks noChangeArrowheads="1"/>
          </p:cNvSpPr>
          <p:nvPr/>
        </p:nvSpPr>
        <p:spPr bwMode="auto">
          <a:xfrm>
            <a:off x="1353841" y="2808585"/>
            <a:ext cx="1305165"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ea typeface="隶书" pitchFamily="49" charset="-122"/>
              </a:rPr>
              <a:t> </a:t>
            </a:r>
            <a:r>
              <a:rPr lang="zh-CN" altLang="en-US" b="1" dirty="0">
                <a:solidFill>
                  <a:srgbClr val="C01920"/>
                </a:solidFill>
                <a:ea typeface="隶书" pitchFamily="49" charset="-122"/>
              </a:rPr>
              <a:t>功能</a:t>
            </a:r>
            <a:r>
              <a:rPr lang="en-US" altLang="zh-CN" b="1" dirty="0">
                <a:solidFill>
                  <a:srgbClr val="C01920"/>
                </a:solidFill>
                <a:ea typeface="隶书" pitchFamily="49" charset="-122"/>
              </a:rPr>
              <a:t>:</a:t>
            </a:r>
            <a:r>
              <a:rPr lang="zh-CN" altLang="en-US" dirty="0">
                <a:solidFill>
                  <a:srgbClr val="C01920"/>
                </a:solidFill>
              </a:rPr>
              <a:t> </a:t>
            </a:r>
          </a:p>
        </p:txBody>
      </p:sp>
      <p:sp>
        <p:nvSpPr>
          <p:cNvPr id="1024021" name="Rectangle 21"/>
          <p:cNvSpPr>
            <a:spLocks noChangeArrowheads="1"/>
          </p:cNvSpPr>
          <p:nvPr/>
        </p:nvSpPr>
        <p:spPr bwMode="auto">
          <a:xfrm>
            <a:off x="2495600" y="2833148"/>
            <a:ext cx="5854488" cy="461665"/>
          </a:xfrm>
          <a:prstGeom prst="rect">
            <a:avLst/>
          </a:prstGeom>
          <a:noFill/>
          <a:ln w="9525">
            <a:noFill/>
            <a:miter lim="800000"/>
            <a:headEnd/>
            <a:tailEnd/>
          </a:ln>
          <a:effectLst/>
        </p:spPr>
        <p:txBody>
          <a:bodyPr wrap="none">
            <a:spAutoFit/>
          </a:bodyPr>
          <a:lstStyle/>
          <a:p>
            <a:r>
              <a:rPr lang="zh-CN" altLang="en-US" b="1" dirty="0">
                <a:effectLst>
                  <a:outerShdw blurRad="38100" dist="38100" dir="2700000" algn="tl">
                    <a:srgbClr val="FFFFFF"/>
                  </a:outerShdw>
                </a:effectLst>
                <a:latin typeface="+mn-lt"/>
                <a:ea typeface="楷体" pitchFamily="49" charset="-122"/>
              </a:rPr>
              <a:t>用指定标识符</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宏名</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代替字符序列</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宏体</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p:txBody>
      </p:sp>
      <p:sp>
        <p:nvSpPr>
          <p:cNvPr id="1024089" name="Text Box 89" descr="信纸"/>
          <p:cNvSpPr txBox="1">
            <a:spLocks noChangeArrowheads="1"/>
          </p:cNvSpPr>
          <p:nvPr/>
        </p:nvSpPr>
        <p:spPr bwMode="auto">
          <a:xfrm>
            <a:off x="1744331" y="3323979"/>
            <a:ext cx="3800400" cy="3477875"/>
          </a:xfrm>
          <a:prstGeom prst="rect">
            <a:avLst/>
          </a:prstGeom>
          <a:gradFill>
            <a:gsLst>
              <a:gs pos="0">
                <a:srgbClr val="CCCCCC"/>
              </a:gs>
              <a:gs pos="100000">
                <a:schemeClr val="bg1">
                  <a:lumMod val="95000"/>
                </a:schemeClr>
              </a:gs>
            </a:gsLst>
            <a:lin ang="135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effectLst>
                  <a:outerShdw blurRad="38100" dist="38100" dir="2700000" algn="tl">
                    <a:srgbClr val="FFFFFF"/>
                  </a:outerShdw>
                </a:effectLst>
              </a:rPr>
              <a:t>#define  </a:t>
            </a:r>
            <a:r>
              <a:rPr lang="en-US" altLang="zh-CN" sz="2000" b="1" dirty="0">
                <a:solidFill>
                  <a:schemeClr val="accent2"/>
                </a:solidFill>
                <a:effectLst>
                  <a:outerShdw blurRad="38100" dist="38100" dir="2700000" algn="tl">
                    <a:srgbClr val="000000"/>
                  </a:outerShdw>
                </a:effectLst>
              </a:rPr>
              <a:t>SIZE </a:t>
            </a:r>
            <a:r>
              <a:rPr lang="en-US" altLang="zh-CN" sz="2000" b="1" dirty="0">
                <a:effectLst>
                  <a:outerShdw blurRad="38100" dist="38100" dir="2700000" algn="tl">
                    <a:srgbClr val="FFFFFF"/>
                  </a:outerShdw>
                </a:effectLst>
              </a:rPr>
              <a:t>          10</a:t>
            </a:r>
          </a:p>
          <a:p>
            <a:r>
              <a:rPr lang="en-US" altLang="zh-CN" sz="2000" b="1" dirty="0">
                <a:effectLst>
                  <a:outerShdw blurRad="38100" dist="38100" dir="2700000" algn="tl">
                    <a:srgbClr val="FFFFFF"/>
                  </a:outerShdw>
                </a:effectLst>
              </a:rPr>
              <a:t>#define  </a:t>
            </a:r>
            <a:r>
              <a:rPr lang="en-US" altLang="zh-CN" sz="2000" b="1" dirty="0">
                <a:solidFill>
                  <a:schemeClr val="accent2"/>
                </a:solidFill>
                <a:effectLst>
                  <a:outerShdw blurRad="38100" dist="38100" dir="2700000" algn="tl">
                    <a:srgbClr val="000000"/>
                  </a:outerShdw>
                </a:effectLst>
              </a:rPr>
              <a:t>INT_STR</a:t>
            </a:r>
            <a:r>
              <a:rPr lang="en-US" altLang="zh-CN" sz="2000" b="1" dirty="0">
                <a:effectLst>
                  <a:outerShdw blurRad="38100" dist="38100" dir="2700000" algn="tl">
                    <a:srgbClr val="FFFFFF"/>
                  </a:outerShdw>
                </a:effectLst>
              </a:rPr>
              <a:t>   </a:t>
            </a:r>
            <a:r>
              <a:rPr lang="en-US" altLang="zh-CN" sz="2000" b="1" dirty="0">
                <a:solidFill>
                  <a:srgbClr val="000000"/>
                </a:solidFill>
                <a:effectLst>
                  <a:outerShdw blurRad="38100" dist="38100" dir="2700000" algn="tl">
                    <a:srgbClr val="FFFFFF"/>
                  </a:outerShdw>
                </a:effectLst>
              </a:rPr>
              <a:t>"</a:t>
            </a:r>
            <a:r>
              <a:rPr lang="en-US" altLang="zh-CN" sz="2000" b="1" dirty="0">
                <a:effectLst>
                  <a:outerShdw blurRad="38100" dist="38100" dir="2700000" algn="tl">
                    <a:srgbClr val="FFFFFF"/>
                  </a:outerShdw>
                </a:effectLst>
              </a:rPr>
              <a:t>%d</a:t>
            </a:r>
            <a:r>
              <a:rPr lang="en-US" altLang="zh-CN" sz="2000" b="1" dirty="0">
                <a:solidFill>
                  <a:srgbClr val="000000"/>
                </a:solidFill>
                <a:effectLst>
                  <a:outerShdw blurRad="38100" dist="38100" dir="2700000" algn="tl">
                    <a:srgbClr val="FFFFFF"/>
                  </a:outerShdw>
                </a:effectLst>
              </a:rPr>
              <a:t>"</a:t>
            </a:r>
            <a:endParaRPr lang="en-US" altLang="zh-CN" sz="2000" b="1" dirty="0">
              <a:effectLst>
                <a:outerShdw blurRad="38100" dist="38100" dir="2700000" algn="tl">
                  <a:srgbClr val="FFFFFF"/>
                </a:outerShdw>
              </a:effectLst>
            </a:endParaRPr>
          </a:p>
          <a:p>
            <a:r>
              <a:rPr lang="en-US" altLang="zh-CN" sz="2000" b="1" dirty="0">
                <a:solidFill>
                  <a:srgbClr val="CC0000"/>
                </a:solidFill>
                <a:effectLst>
                  <a:outerShdw blurRad="38100" dist="38100" dir="2700000" algn="tl">
                    <a:srgbClr val="000000"/>
                  </a:outerShdw>
                </a:effectLst>
              </a:rPr>
              <a:t>int main (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int  a[</a:t>
            </a:r>
            <a:r>
              <a:rPr lang="en-US" altLang="zh-CN" sz="2000" b="1" dirty="0">
                <a:solidFill>
                  <a:schemeClr val="accent2"/>
                </a:solidFill>
                <a:effectLst>
                  <a:outerShdw blurRad="38100" dist="38100" dir="2700000" algn="tl">
                    <a:srgbClr val="000000"/>
                  </a:outerShdw>
                </a:effectLst>
              </a:rPr>
              <a:t>SIZE</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for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0;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&lt; </a:t>
            </a:r>
            <a:r>
              <a:rPr lang="en-US" altLang="zh-CN" sz="2000" b="1" dirty="0">
                <a:solidFill>
                  <a:schemeClr val="accent2"/>
                </a:solidFill>
                <a:effectLst>
                  <a:outerShdw blurRad="38100" dist="38100" dir="2700000" algn="tl">
                    <a:srgbClr val="000000"/>
                  </a:outerShdw>
                </a:effectLst>
              </a:rPr>
              <a:t>SIZE</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a:solidFill>
                  <a:schemeClr val="accent2"/>
                </a:solidFill>
                <a:effectLst>
                  <a:outerShdw blurRad="38100" dist="38100" dir="2700000" algn="tl">
                    <a:srgbClr val="000000"/>
                  </a:outerShdw>
                </a:effectLst>
              </a:rPr>
              <a:t>INT_STR</a:t>
            </a:r>
            <a:r>
              <a:rPr lang="en-US" altLang="zh-CN" sz="2000" b="1" dirty="0">
                <a:effectLst>
                  <a:outerShdw blurRad="38100" dist="38100" dir="2700000" algn="tl">
                    <a:srgbClr val="FFFFFF"/>
                  </a:outerShdw>
                </a:effectLst>
              </a:rPr>
              <a:t>, &amp;a[</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for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a:t>
            </a:r>
            <a:r>
              <a:rPr lang="en-US" altLang="zh-CN" sz="2000" b="1" dirty="0">
                <a:solidFill>
                  <a:schemeClr val="accent2"/>
                </a:solidFill>
                <a:effectLst>
                  <a:outerShdw blurRad="38100" dist="38100" dir="2700000" algn="tl">
                    <a:srgbClr val="000000"/>
                  </a:outerShdw>
                </a:effectLst>
              </a:rPr>
              <a:t>SIZE</a:t>
            </a:r>
            <a:r>
              <a:rPr lang="en-US" altLang="zh-CN" sz="2000" b="1" dirty="0">
                <a:effectLst>
                  <a:outerShdw blurRad="38100" dist="38100" dir="2700000" algn="tl">
                    <a:srgbClr val="FFFFFF"/>
                  </a:outerShdw>
                </a:effectLst>
              </a:rPr>
              <a:t> - 1;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&gt;= 0;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t>
            </a:r>
            <a:r>
              <a:rPr lang="en-US" altLang="zh-CN" sz="2000" b="1" dirty="0">
                <a:solidFill>
                  <a:schemeClr val="accent2"/>
                </a:solidFill>
                <a:effectLst>
                  <a:outerShdw blurRad="38100" dist="38100" dir="2700000" algn="tl">
                    <a:srgbClr val="000000"/>
                  </a:outerShdw>
                </a:effectLst>
              </a:rPr>
              <a:t>INT_STR</a:t>
            </a:r>
            <a:r>
              <a:rPr lang="en-US" altLang="zh-CN" sz="2000" b="1" dirty="0">
                <a:effectLst>
                  <a:outerShdw blurRad="38100" dist="38100" dir="2700000" algn="tl">
                    <a:srgbClr val="FFFFFF"/>
                  </a:outerShdw>
                </a:effectLst>
              </a:rPr>
              <a:t>, a[</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return 0; </a:t>
            </a:r>
          </a:p>
          <a:p>
            <a:r>
              <a:rPr lang="en-US" altLang="zh-CN" sz="2000" b="1" dirty="0">
                <a:effectLst>
                  <a:outerShdw blurRad="38100" dist="38100" dir="2700000" algn="tl">
                    <a:srgbClr val="FFFFFF"/>
                  </a:outerShdw>
                </a:effectLst>
              </a:rPr>
              <a:t>}</a:t>
            </a:r>
          </a:p>
        </p:txBody>
      </p:sp>
      <p:grpSp>
        <p:nvGrpSpPr>
          <p:cNvPr id="1024093" name="Group 93"/>
          <p:cNvGrpSpPr>
            <a:grpSpLocks/>
          </p:cNvGrpSpPr>
          <p:nvPr/>
        </p:nvGrpSpPr>
        <p:grpSpPr bwMode="auto">
          <a:xfrm>
            <a:off x="1826849" y="3619787"/>
            <a:ext cx="3308350" cy="1395413"/>
            <a:chOff x="930" y="2260"/>
            <a:chExt cx="2084" cy="879"/>
          </a:xfrm>
        </p:grpSpPr>
        <p:sp>
          <p:nvSpPr>
            <p:cNvPr id="1024090" name="Rectangle 90"/>
            <p:cNvSpPr>
              <a:spLocks noChangeArrowheads="1"/>
            </p:cNvSpPr>
            <p:nvPr/>
          </p:nvSpPr>
          <p:spPr bwMode="auto">
            <a:xfrm>
              <a:off x="930" y="2260"/>
              <a:ext cx="1859" cy="408"/>
            </a:xfrm>
            <a:prstGeom prst="rect">
              <a:avLst/>
            </a:prstGeom>
            <a:noFill/>
            <a:ln w="28575">
              <a:solidFill>
                <a:schemeClr val="accent1">
                  <a:lumMod val="50000"/>
                </a:schemeClr>
              </a:solidFill>
              <a:miter lim="800000"/>
              <a:headEnd/>
              <a:tailEnd/>
            </a:ln>
            <a:effectLst/>
          </p:spPr>
          <p:txBody>
            <a:bodyPr wrap="none" anchor="ctr"/>
            <a:lstStyle/>
            <a:p>
              <a:endParaRPr lang="zh-CN" altLang="en-US"/>
            </a:p>
          </p:txBody>
        </p:sp>
        <p:sp>
          <p:nvSpPr>
            <p:cNvPr id="1024091" name="AutoShape 91"/>
            <p:cNvSpPr>
              <a:spLocks/>
            </p:cNvSpPr>
            <p:nvPr/>
          </p:nvSpPr>
          <p:spPr bwMode="auto">
            <a:xfrm>
              <a:off x="2336" y="2840"/>
              <a:ext cx="678" cy="299"/>
            </a:xfrm>
            <a:prstGeom prst="borderCallout1">
              <a:avLst>
                <a:gd name="adj1" fmla="val 24079"/>
                <a:gd name="adj2" fmla="val -7079"/>
                <a:gd name="adj3" fmla="val -72574"/>
                <a:gd name="adj4" fmla="val -51917"/>
              </a:avLst>
            </a:prstGeom>
            <a:gradFill rotWithShape="1">
              <a:gsLst>
                <a:gs pos="0">
                  <a:srgbClr val="CCCCCC"/>
                </a:gs>
                <a:gs pos="100000">
                  <a:schemeClr val="bg1"/>
                </a:gs>
              </a:gsLst>
              <a:lin ang="5400000" scaled="1"/>
            </a:gradFill>
            <a:ln w="19050">
              <a:solidFill>
                <a:schemeClr val="accent1">
                  <a:lumMod val="50000"/>
                </a:schemeClr>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solidFill>
                    <a:srgbClr val="002060"/>
                  </a:solidFill>
                  <a:ea typeface="隶书" pitchFamily="49" charset="-122"/>
                </a:rPr>
                <a:t>宏定义</a:t>
              </a:r>
            </a:p>
          </p:txBody>
        </p:sp>
      </p:grpSp>
      <p:sp>
        <p:nvSpPr>
          <p:cNvPr id="1024094" name="Text Box 94" descr="信纸"/>
          <p:cNvSpPr txBox="1">
            <a:spLocks noChangeArrowheads="1"/>
          </p:cNvSpPr>
          <p:nvPr/>
        </p:nvSpPr>
        <p:spPr bwMode="auto">
          <a:xfrm>
            <a:off x="7012239" y="3875375"/>
            <a:ext cx="3392811" cy="2862322"/>
          </a:xfrm>
          <a:prstGeom prst="rect">
            <a:avLst/>
          </a:prstGeom>
          <a:gradFill>
            <a:gsLst>
              <a:gs pos="0">
                <a:srgbClr val="CCCCCC"/>
              </a:gs>
              <a:gs pos="100000">
                <a:schemeClr val="bg1">
                  <a:lumMod val="95000"/>
                </a:schemeClr>
              </a:gs>
            </a:gsLst>
            <a:lin ang="135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effectLst>
                  <a:outerShdw blurRad="38100" dist="38100" dir="2700000" algn="tl">
                    <a:srgbClr val="000000"/>
                  </a:outerShdw>
                </a:effectLst>
              </a:rPr>
              <a:t>int main (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a:t>
            </a:r>
            <a:r>
              <a:rPr lang="en-US" altLang="zh-CN" sz="2000" b="1" dirty="0">
                <a:solidFill>
                  <a:srgbClr val="FF0066"/>
                </a:solidFill>
                <a:effectLst>
                  <a:outerShdw blurRad="38100" dist="38100" dir="2700000" algn="tl">
                    <a:srgbClr val="000000"/>
                  </a:outerShdw>
                </a:effectLst>
              </a:rPr>
              <a:t>10</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for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0;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&lt; </a:t>
            </a:r>
            <a:r>
              <a:rPr lang="en-US" altLang="zh-CN" sz="2000" b="1" dirty="0">
                <a:solidFill>
                  <a:srgbClr val="FF0066"/>
                </a:solidFill>
                <a:effectLst>
                  <a:outerShdw blurRad="38100" dist="38100" dir="2700000" algn="tl">
                    <a:srgbClr val="000000"/>
                  </a:outerShdw>
                </a:effectLst>
              </a:rPr>
              <a:t>10</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a:solidFill>
                  <a:srgbClr val="FF0066"/>
                </a:solidFill>
                <a:effectLst>
                  <a:outerShdw blurRad="38100" dist="38100" dir="2700000" algn="tl">
                    <a:srgbClr val="000000"/>
                  </a:outerShdw>
                </a:effectLst>
              </a:rPr>
              <a:t>"%d"</a:t>
            </a:r>
            <a:r>
              <a:rPr lang="en-US" altLang="zh-CN" sz="2000" b="1" dirty="0">
                <a:effectLst>
                  <a:outerShdw blurRad="38100" dist="38100" dir="2700000" algn="tl">
                    <a:srgbClr val="FFFFFF"/>
                  </a:outerShdw>
                </a:effectLst>
              </a:rPr>
              <a:t>, &amp;a[</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for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a:t>
            </a:r>
            <a:r>
              <a:rPr lang="en-US" altLang="zh-CN" sz="2000" b="1" dirty="0">
                <a:solidFill>
                  <a:srgbClr val="FF0066"/>
                </a:solidFill>
                <a:effectLst>
                  <a:outerShdw blurRad="38100" dist="38100" dir="2700000" algn="tl">
                    <a:srgbClr val="000000"/>
                  </a:outerShdw>
                </a:effectLst>
              </a:rPr>
              <a:t>10</a:t>
            </a:r>
            <a:r>
              <a:rPr lang="en-US" altLang="zh-CN" sz="2000" b="1" dirty="0">
                <a:effectLst>
                  <a:outerShdw blurRad="38100" dist="38100" dir="2700000" algn="tl">
                    <a:srgbClr val="FFFFFF"/>
                  </a:outerShdw>
                </a:effectLst>
              </a:rPr>
              <a:t> - 1;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&gt;= 0;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t>
            </a:r>
            <a:r>
              <a:rPr lang="en-US" altLang="zh-CN" sz="2000" b="1" dirty="0">
                <a:solidFill>
                  <a:srgbClr val="FF0066"/>
                </a:solidFill>
                <a:effectLst>
                  <a:outerShdw blurRad="38100" dist="38100" dir="2700000" algn="tl">
                    <a:srgbClr val="000000"/>
                  </a:outerShdw>
                </a:effectLst>
              </a:rPr>
              <a:t>"%d"</a:t>
            </a:r>
            <a:r>
              <a:rPr lang="en-US" altLang="zh-CN" sz="2000" b="1" dirty="0">
                <a:effectLst>
                  <a:outerShdw blurRad="38100" dist="38100" dir="2700000" algn="tl">
                    <a:srgbClr val="FFFFFF"/>
                  </a:outerShdw>
                </a:effectLst>
              </a:rPr>
              <a:t>, a[</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grpSp>
        <p:nvGrpSpPr>
          <p:cNvPr id="1024097" name="Group 97"/>
          <p:cNvGrpSpPr>
            <a:grpSpLocks/>
          </p:cNvGrpSpPr>
          <p:nvPr/>
        </p:nvGrpSpPr>
        <p:grpSpPr bwMode="auto">
          <a:xfrm>
            <a:off x="5736089" y="5189831"/>
            <a:ext cx="1157288" cy="868363"/>
            <a:chOff x="2695" y="3249"/>
            <a:chExt cx="729" cy="547"/>
          </a:xfrm>
        </p:grpSpPr>
        <p:sp>
          <p:nvSpPr>
            <p:cNvPr id="1024095" name="AutoShape 95"/>
            <p:cNvSpPr>
              <a:spLocks noChangeArrowheads="1"/>
            </p:cNvSpPr>
            <p:nvPr/>
          </p:nvSpPr>
          <p:spPr bwMode="auto">
            <a:xfrm>
              <a:off x="2695" y="3249"/>
              <a:ext cx="729" cy="10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EDFC4"/>
                </a:gs>
                <a:gs pos="100000">
                  <a:schemeClr val="bg1"/>
                </a:gs>
              </a:gsLst>
              <a:lin ang="5400000" scaled="1"/>
            </a:gradFill>
            <a:ln w="19050">
              <a:solidFill>
                <a:srgbClr val="C01920"/>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24096" name="Text Box 96"/>
            <p:cNvSpPr txBox="1">
              <a:spLocks noChangeArrowheads="1"/>
            </p:cNvSpPr>
            <p:nvPr/>
          </p:nvSpPr>
          <p:spPr bwMode="auto">
            <a:xfrm>
              <a:off x="2748" y="3354"/>
              <a:ext cx="635" cy="442"/>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01920"/>
                  </a:solidFill>
                  <a:latin typeface="+mn-lt"/>
                  <a:ea typeface="楷体" pitchFamily="49" charset="-122"/>
                </a:rPr>
                <a:t>预编译处理后</a:t>
              </a:r>
            </a:p>
          </p:txBody>
        </p:sp>
      </p:grpSp>
      <p:sp>
        <p:nvSpPr>
          <p:cNvPr id="1024016" name="AutoShape 16"/>
          <p:cNvSpPr>
            <a:spLocks noChangeArrowheads="1"/>
          </p:cNvSpPr>
          <p:nvPr/>
        </p:nvSpPr>
        <p:spPr bwMode="auto">
          <a:xfrm>
            <a:off x="4224089" y="2952601"/>
            <a:ext cx="1439863" cy="431800"/>
          </a:xfrm>
          <a:prstGeom prst="wedgeRoundRectCallout">
            <a:avLst>
              <a:gd name="adj1" fmla="val 21773"/>
              <a:gd name="adj2" fmla="val -167278"/>
              <a:gd name="adj3" fmla="val 16667"/>
            </a:avLst>
          </a:prstGeom>
          <a:gradFill rotWithShape="1">
            <a:gsLst>
              <a:gs pos="0">
                <a:srgbClr val="CCCCCC"/>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latin typeface="+mn-lt"/>
                <a:ea typeface="楷体" pitchFamily="49" charset="-122"/>
              </a:rPr>
              <a:t>指令名称</a:t>
            </a:r>
          </a:p>
        </p:txBody>
      </p:sp>
      <p:sp>
        <p:nvSpPr>
          <p:cNvPr id="1024017" name="AutoShape 17"/>
          <p:cNvSpPr>
            <a:spLocks noChangeArrowheads="1"/>
          </p:cNvSpPr>
          <p:nvPr/>
        </p:nvSpPr>
        <p:spPr bwMode="auto">
          <a:xfrm>
            <a:off x="6384825" y="2952601"/>
            <a:ext cx="2303463" cy="720725"/>
          </a:xfrm>
          <a:prstGeom prst="wedgeRoundRectCallout">
            <a:avLst>
              <a:gd name="adj1" fmla="val -33389"/>
              <a:gd name="adj2" fmla="val -120264"/>
              <a:gd name="adj3" fmla="val 16667"/>
            </a:avLst>
          </a:prstGeom>
          <a:gradFill rotWithShape="1">
            <a:gsLst>
              <a:gs pos="0">
                <a:srgbClr val="CCCCCC"/>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C01920"/>
                </a:solidFill>
                <a:latin typeface="+mn-lt"/>
                <a:ea typeface="楷体" pitchFamily="49" charset="-122"/>
              </a:rPr>
              <a:t>宏名，被定义代表后面的单词串</a:t>
            </a:r>
            <a:r>
              <a:rPr lang="zh-CN" altLang="en-US" sz="2000">
                <a:solidFill>
                  <a:srgbClr val="C01920"/>
                </a:solidFill>
                <a:latin typeface="+mn-lt"/>
                <a:ea typeface="楷体" pitchFamily="49" charset="-122"/>
              </a:rPr>
              <a:t> </a:t>
            </a:r>
          </a:p>
        </p:txBody>
      </p:sp>
      <p:sp>
        <p:nvSpPr>
          <p:cNvPr id="1024018" name="AutoShape 18"/>
          <p:cNvSpPr>
            <a:spLocks noChangeArrowheads="1"/>
          </p:cNvSpPr>
          <p:nvPr/>
        </p:nvSpPr>
        <p:spPr bwMode="auto">
          <a:xfrm>
            <a:off x="8339901" y="2975461"/>
            <a:ext cx="2232025" cy="720725"/>
          </a:xfrm>
          <a:prstGeom prst="wedgeRoundRectCallout">
            <a:avLst>
              <a:gd name="adj1" fmla="val -47153"/>
              <a:gd name="adj2" fmla="val -120264"/>
              <a:gd name="adj3" fmla="val 16667"/>
            </a:avLst>
          </a:prstGeom>
          <a:gradFill rotWithShape="1">
            <a:gsLst>
              <a:gs pos="0">
                <a:srgbClr val="CCCCCC"/>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C01920"/>
                </a:solidFill>
                <a:latin typeface="+mn-lt"/>
                <a:ea typeface="楷体" pitchFamily="49" charset="-122"/>
              </a:rPr>
              <a:t>宏体，是宏的内容文本</a:t>
            </a:r>
            <a:r>
              <a:rPr lang="zh-CN" altLang="en-US" sz="2000">
                <a:solidFill>
                  <a:srgbClr val="C01920"/>
                </a:solidFill>
                <a:latin typeface="+mn-lt"/>
                <a:ea typeface="楷体" pitchFamily="49" charset="-122"/>
              </a:rPr>
              <a:t> </a:t>
            </a:r>
          </a:p>
        </p:txBody>
      </p:sp>
      <p:sp>
        <p:nvSpPr>
          <p:cNvPr id="1024098" name="Rectangle 98"/>
          <p:cNvSpPr>
            <a:spLocks noChangeArrowheads="1"/>
          </p:cNvSpPr>
          <p:nvPr/>
        </p:nvSpPr>
        <p:spPr bwMode="auto">
          <a:xfrm>
            <a:off x="1893890" y="2939984"/>
            <a:ext cx="8652390" cy="830997"/>
          </a:xfrm>
          <a:prstGeom prst="rect">
            <a:avLst/>
          </a:prstGeom>
          <a:gradFill>
            <a:gsLst>
              <a:gs pos="0">
                <a:srgbClr val="CCCCCC"/>
              </a:gs>
              <a:gs pos="100000">
                <a:schemeClr val="bg1">
                  <a:lumMod val="95000"/>
                </a:schemeClr>
              </a:gs>
            </a:gsLst>
            <a:lin ang="13500000" scaled="1"/>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dirty="0">
                <a:solidFill>
                  <a:srgbClr val="C01920"/>
                </a:solidFill>
                <a:ea typeface="隶书" pitchFamily="49" charset="-122"/>
              </a:rPr>
              <a:t>        </a:t>
            </a:r>
            <a:r>
              <a:rPr lang="zh-CN" altLang="en-US" dirty="0">
                <a:solidFill>
                  <a:srgbClr val="C01920"/>
                </a:solidFill>
                <a:ea typeface="隶书" pitchFamily="49" charset="-122"/>
              </a:rPr>
              <a:t>注意：</a:t>
            </a:r>
            <a:r>
              <a:rPr lang="zh-CN" altLang="en-US" dirty="0">
                <a:effectLst>
                  <a:outerShdw blurRad="38100" dist="38100" dir="2700000" algn="tl">
                    <a:srgbClr val="FFFFFF"/>
                  </a:outerShdw>
                </a:effectLst>
                <a:ea typeface="隶书" pitchFamily="49" charset="-122"/>
              </a:rPr>
              <a:t>宏替换时仅仅是将源程序中与宏名相同的标识符替换成宏的内容文本，并不对宏的内容文本做任何处理。</a:t>
            </a:r>
          </a:p>
        </p:txBody>
      </p:sp>
      <p:sp>
        <p:nvSpPr>
          <p:cNvPr id="27" name="Rectangle 4">
            <a:extLst>
              <a:ext uri="{FF2B5EF4-FFF2-40B4-BE49-F238E27FC236}">
                <a16:creationId xmlns:a16="http://schemas.microsoft.com/office/drawing/2014/main" id="{60CF9D72-338A-4DD8-A16F-B08A00B45D8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宏定义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03"/>
                                        </p:tgtEl>
                                        <p:attrNameLst>
                                          <p:attrName>style.visibility</p:attrName>
                                        </p:attrNameLst>
                                      </p:cBhvr>
                                      <p:to>
                                        <p:strVal val="visible"/>
                                      </p:to>
                                    </p:set>
                                    <p:anim calcmode="lin" valueType="num">
                                      <p:cBhvr additive="base">
                                        <p:cTn id="7" dur="500" fill="hold"/>
                                        <p:tgtEl>
                                          <p:spTgt spid="1024003"/>
                                        </p:tgtEl>
                                        <p:attrNameLst>
                                          <p:attrName>ppt_x</p:attrName>
                                        </p:attrNameLst>
                                      </p:cBhvr>
                                      <p:tavLst>
                                        <p:tav tm="0">
                                          <p:val>
                                            <p:strVal val="0-#ppt_w/2"/>
                                          </p:val>
                                        </p:tav>
                                        <p:tav tm="100000">
                                          <p:val>
                                            <p:strVal val="#ppt_x"/>
                                          </p:val>
                                        </p:tav>
                                      </p:tavLst>
                                    </p:anim>
                                    <p:anim calcmode="lin" valueType="num">
                                      <p:cBhvr additive="base">
                                        <p:cTn id="8" dur="500" fill="hold"/>
                                        <p:tgtEl>
                                          <p:spTgt spid="102400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24013"/>
                                        </p:tgtEl>
                                        <p:attrNameLst>
                                          <p:attrName>style.visibility</p:attrName>
                                        </p:attrNameLst>
                                      </p:cBhvr>
                                      <p:to>
                                        <p:strVal val="visible"/>
                                      </p:to>
                                    </p:set>
                                    <p:animEffect transition="in" filter="box(out)">
                                      <p:cBhvr>
                                        <p:cTn id="13" dur="500"/>
                                        <p:tgtEl>
                                          <p:spTgt spid="102401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24014"/>
                                        </p:tgtEl>
                                        <p:attrNameLst>
                                          <p:attrName>style.visibility</p:attrName>
                                        </p:attrNameLst>
                                      </p:cBhvr>
                                      <p:to>
                                        <p:strVal val="visible"/>
                                      </p:to>
                                    </p:set>
                                    <p:anim calcmode="lin" valueType="num">
                                      <p:cBhvr additive="base">
                                        <p:cTn id="18" dur="500" fill="hold"/>
                                        <p:tgtEl>
                                          <p:spTgt spid="1024014"/>
                                        </p:tgtEl>
                                        <p:attrNameLst>
                                          <p:attrName>ppt_x</p:attrName>
                                        </p:attrNameLst>
                                      </p:cBhvr>
                                      <p:tavLst>
                                        <p:tav tm="0">
                                          <p:val>
                                            <p:strVal val="0-#ppt_w/2"/>
                                          </p:val>
                                        </p:tav>
                                        <p:tav tm="100000">
                                          <p:val>
                                            <p:strVal val="#ppt_x"/>
                                          </p:val>
                                        </p:tav>
                                      </p:tavLst>
                                    </p:anim>
                                    <p:anim calcmode="lin" valueType="num">
                                      <p:cBhvr additive="base">
                                        <p:cTn id="19" dur="500" fill="hold"/>
                                        <p:tgtEl>
                                          <p:spTgt spid="10240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24015"/>
                                        </p:tgtEl>
                                        <p:attrNameLst>
                                          <p:attrName>style.visibility</p:attrName>
                                        </p:attrNameLst>
                                      </p:cBhvr>
                                      <p:to>
                                        <p:strVal val="visible"/>
                                      </p:to>
                                    </p:set>
                                    <p:animEffect transition="in" filter="box(out)">
                                      <p:cBhvr>
                                        <p:cTn id="24" dur="500"/>
                                        <p:tgtEl>
                                          <p:spTgt spid="1024015"/>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024016"/>
                                        </p:tgtEl>
                                        <p:attrNameLst>
                                          <p:attrName>style.visibility</p:attrName>
                                        </p:attrNameLst>
                                      </p:cBhvr>
                                      <p:to>
                                        <p:strVal val="visible"/>
                                      </p:to>
                                    </p:set>
                                    <p:animEffect transition="in" filter="strips(downLeft)">
                                      <p:cBhvr>
                                        <p:cTn id="29" dur="500"/>
                                        <p:tgtEl>
                                          <p:spTgt spid="1024016"/>
                                        </p:tgtEl>
                                      </p:cBhvr>
                                    </p:animEffect>
                                  </p:childTnLst>
                                  <p:subTnLst>
                                    <p:set>
                                      <p:cBhvr override="childStyle">
                                        <p:cTn dur="1" fill="hold" display="0" masterRel="nextClick" afterEffect="1"/>
                                        <p:tgtEl>
                                          <p:spTgt spid="1024016"/>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1024017"/>
                                        </p:tgtEl>
                                        <p:attrNameLst>
                                          <p:attrName>style.visibility</p:attrName>
                                        </p:attrNameLst>
                                      </p:cBhvr>
                                      <p:to>
                                        <p:strVal val="visible"/>
                                      </p:to>
                                    </p:set>
                                    <p:animEffect transition="in" filter="strips(downRight)">
                                      <p:cBhvr>
                                        <p:cTn id="34" dur="500"/>
                                        <p:tgtEl>
                                          <p:spTgt spid="1024017"/>
                                        </p:tgtEl>
                                      </p:cBhvr>
                                    </p:animEffect>
                                  </p:childTnLst>
                                  <p:subTnLst>
                                    <p:set>
                                      <p:cBhvr override="childStyle">
                                        <p:cTn dur="1" fill="hold" display="0" masterRel="nextClick" afterEffect="1"/>
                                        <p:tgtEl>
                                          <p:spTgt spid="1024017"/>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1024018"/>
                                        </p:tgtEl>
                                        <p:attrNameLst>
                                          <p:attrName>style.visibility</p:attrName>
                                        </p:attrNameLst>
                                      </p:cBhvr>
                                      <p:to>
                                        <p:strVal val="visible"/>
                                      </p:to>
                                    </p:set>
                                    <p:animEffect transition="in" filter="strips(downRight)">
                                      <p:cBhvr>
                                        <p:cTn id="39" dur="500"/>
                                        <p:tgtEl>
                                          <p:spTgt spid="1024018"/>
                                        </p:tgtEl>
                                      </p:cBhvr>
                                    </p:animEffect>
                                  </p:childTnLst>
                                  <p:subTnLst>
                                    <p:set>
                                      <p:cBhvr override="childStyle">
                                        <p:cTn dur="1" fill="hold" display="0" masterRel="nextClick" afterEffect="1"/>
                                        <p:tgtEl>
                                          <p:spTgt spid="1024018"/>
                                        </p:tgtEl>
                                        <p:attrNameLst>
                                          <p:attrName>style.visibility</p:attrName>
                                        </p:attrNameLst>
                                      </p:cBhvr>
                                      <p:to>
                                        <p:strVal val="hidden"/>
                                      </p:to>
                                    </p:se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3" fill="hold" grpId="0" nodeType="clickEffect">
                                  <p:stCondLst>
                                    <p:cond delay="0"/>
                                  </p:stCondLst>
                                  <p:childTnLst>
                                    <p:set>
                                      <p:cBhvr>
                                        <p:cTn id="43" dur="1" fill="hold">
                                          <p:stCondLst>
                                            <p:cond delay="0"/>
                                          </p:stCondLst>
                                        </p:cTn>
                                        <p:tgtEl>
                                          <p:spTgt spid="1024019"/>
                                        </p:tgtEl>
                                        <p:attrNameLst>
                                          <p:attrName>style.visibility</p:attrName>
                                        </p:attrNameLst>
                                      </p:cBhvr>
                                      <p:to>
                                        <p:strVal val="visible"/>
                                      </p:to>
                                    </p:set>
                                    <p:animEffect transition="in" filter="strips(upRight)">
                                      <p:cBhvr>
                                        <p:cTn id="44" dur="500"/>
                                        <p:tgtEl>
                                          <p:spTgt spid="1024019"/>
                                        </p:tgtEl>
                                      </p:cBhvr>
                                    </p:animEffect>
                                  </p:childTnLst>
                                  <p:subTnLst>
                                    <p:set>
                                      <p:cBhvr override="childStyle">
                                        <p:cTn dur="1" fill="hold" display="0" masterRel="nextClick" afterEffect="1"/>
                                        <p:tgtEl>
                                          <p:spTgt spid="1024019"/>
                                        </p:tgtEl>
                                        <p:attrNameLst>
                                          <p:attrName>style.visibility</p:attrName>
                                        </p:attrNameLst>
                                      </p:cBhvr>
                                      <p:to>
                                        <p:strVal val="hidden"/>
                                      </p:to>
                                    </p:se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020"/>
                                        </p:tgtEl>
                                        <p:attrNameLst>
                                          <p:attrName>style.visibility</p:attrName>
                                        </p:attrNameLst>
                                      </p:cBhvr>
                                      <p:to>
                                        <p:strVal val="visible"/>
                                      </p:to>
                                    </p:set>
                                    <p:anim calcmode="lin" valueType="num">
                                      <p:cBhvr additive="base">
                                        <p:cTn id="49" dur="500" fill="hold"/>
                                        <p:tgtEl>
                                          <p:spTgt spid="1024020"/>
                                        </p:tgtEl>
                                        <p:attrNameLst>
                                          <p:attrName>ppt_x</p:attrName>
                                        </p:attrNameLst>
                                      </p:cBhvr>
                                      <p:tavLst>
                                        <p:tav tm="0">
                                          <p:val>
                                            <p:strVal val="0-#ppt_w/2"/>
                                          </p:val>
                                        </p:tav>
                                        <p:tav tm="100000">
                                          <p:val>
                                            <p:strVal val="#ppt_x"/>
                                          </p:val>
                                        </p:tav>
                                      </p:tavLst>
                                    </p:anim>
                                    <p:anim calcmode="lin" valueType="num">
                                      <p:cBhvr additive="base">
                                        <p:cTn id="50" dur="500" fill="hold"/>
                                        <p:tgtEl>
                                          <p:spTgt spid="102402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4" name="whoosh.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024021"/>
                                        </p:tgtEl>
                                        <p:attrNameLst>
                                          <p:attrName>style.visibility</p:attrName>
                                        </p:attrNameLst>
                                      </p:cBhvr>
                                      <p:to>
                                        <p:strVal val="visible"/>
                                      </p:to>
                                    </p:set>
                                    <p:animEffect transition="in" filter="box(out)">
                                      <p:cBhvr>
                                        <p:cTn id="55" dur="500"/>
                                        <p:tgtEl>
                                          <p:spTgt spid="1024021"/>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024022"/>
                                        </p:tgtEl>
                                        <p:attrNameLst>
                                          <p:attrName>style.visibility</p:attrName>
                                        </p:attrNameLst>
                                      </p:cBhvr>
                                      <p:to>
                                        <p:strVal val="visible"/>
                                      </p:to>
                                    </p:set>
                                    <p:animEffect transition="in" filter="box(out)">
                                      <p:cBhvr>
                                        <p:cTn id="60" dur="500"/>
                                        <p:tgtEl>
                                          <p:spTgt spid="1024022"/>
                                        </p:tgtEl>
                                      </p:cBhvr>
                                    </p:animEffect>
                                  </p:childTnLst>
                                  <p:subTnLst>
                                    <p:set>
                                      <p:cBhvr override="childStyle">
                                        <p:cTn dur="1" fill="hold" display="0" masterRel="nextClick" afterEffect="1"/>
                                        <p:tgtEl>
                                          <p:spTgt spid="1024022"/>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024089"/>
                                        </p:tgtEl>
                                        <p:attrNameLst>
                                          <p:attrName>style.visibility</p:attrName>
                                        </p:attrNameLst>
                                      </p:cBhvr>
                                      <p:to>
                                        <p:strVal val="visible"/>
                                      </p:to>
                                    </p:set>
                                    <p:animEffect transition="in" filter="box(out)">
                                      <p:cBhvr>
                                        <p:cTn id="65" dur="500"/>
                                        <p:tgtEl>
                                          <p:spTgt spid="1024089"/>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6" fill="hold">
                      <p:stCondLst>
                        <p:cond delay="indefinite"/>
                      </p:stCondLst>
                      <p:childTnLst>
                        <p:par>
                          <p:cTn id="67" fill="hold">
                            <p:stCondLst>
                              <p:cond delay="0"/>
                            </p:stCondLst>
                            <p:childTnLst>
                              <p:par>
                                <p:cTn id="68" presetID="18" presetClass="entr" presetSubtype="6" fill="hold" nodeType="clickEffect">
                                  <p:stCondLst>
                                    <p:cond delay="0"/>
                                  </p:stCondLst>
                                  <p:childTnLst>
                                    <p:set>
                                      <p:cBhvr>
                                        <p:cTn id="69" dur="1" fill="hold">
                                          <p:stCondLst>
                                            <p:cond delay="0"/>
                                          </p:stCondLst>
                                        </p:cTn>
                                        <p:tgtEl>
                                          <p:spTgt spid="1024093"/>
                                        </p:tgtEl>
                                        <p:attrNameLst>
                                          <p:attrName>style.visibility</p:attrName>
                                        </p:attrNameLst>
                                      </p:cBhvr>
                                      <p:to>
                                        <p:strVal val="visible"/>
                                      </p:to>
                                    </p:set>
                                    <p:animEffect transition="in" filter="strips(downRight)">
                                      <p:cBhvr>
                                        <p:cTn id="70" dur="500"/>
                                        <p:tgtEl>
                                          <p:spTgt spid="1024093"/>
                                        </p:tgtEl>
                                      </p:cBhvr>
                                    </p:animEffect>
                                  </p:childTnLst>
                                  <p:subTnLst>
                                    <p:audio>
                                      <p:cMediaNode>
                                        <p:cTn display="0" masterRel="sameClick">
                                          <p:stCondLst>
                                            <p:cond evt="begin" delay="0">
                                              <p:tn val="68"/>
                                            </p:cond>
                                          </p:stCondLst>
                                          <p:endCondLst>
                                            <p:cond evt="onStopAudio" delay="0">
                                              <p:tgtEl>
                                                <p:sldTgt/>
                                              </p:tgtEl>
                                            </p:cond>
                                          </p:endCondLst>
                                        </p:cTn>
                                        <p:tgtEl>
                                          <p:sndTgt r:embed="rId5" name="laser.wav"/>
                                        </p:tgtEl>
                                      </p:cMediaNode>
                                    </p:audio>
                                  </p:subTnLst>
                                </p:cTn>
                              </p:par>
                            </p:childTnLst>
                          </p:cTn>
                        </p:par>
                      </p:childTnLst>
                    </p:cTn>
                  </p:par>
                  <p:par>
                    <p:cTn id="71" fill="hold">
                      <p:stCondLst>
                        <p:cond delay="indefinite"/>
                      </p:stCondLst>
                      <p:childTnLst>
                        <p:par>
                          <p:cTn id="72" fill="hold">
                            <p:stCondLst>
                              <p:cond delay="0"/>
                            </p:stCondLst>
                            <p:childTnLst>
                              <p:par>
                                <p:cTn id="73" presetID="18" presetClass="entr" presetSubtype="6" fill="hold" nodeType="clickEffect">
                                  <p:stCondLst>
                                    <p:cond delay="0"/>
                                  </p:stCondLst>
                                  <p:childTnLst>
                                    <p:set>
                                      <p:cBhvr>
                                        <p:cTn id="74" dur="1" fill="hold">
                                          <p:stCondLst>
                                            <p:cond delay="0"/>
                                          </p:stCondLst>
                                        </p:cTn>
                                        <p:tgtEl>
                                          <p:spTgt spid="1024097"/>
                                        </p:tgtEl>
                                        <p:attrNameLst>
                                          <p:attrName>style.visibility</p:attrName>
                                        </p:attrNameLst>
                                      </p:cBhvr>
                                      <p:to>
                                        <p:strVal val="visible"/>
                                      </p:to>
                                    </p:set>
                                    <p:animEffect transition="in" filter="strips(downRight)">
                                      <p:cBhvr>
                                        <p:cTn id="75" dur="500"/>
                                        <p:tgtEl>
                                          <p:spTgt spid="1024097"/>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par>
                          <p:cTn id="76" fill="hold">
                            <p:stCondLst>
                              <p:cond delay="500"/>
                            </p:stCondLst>
                            <p:childTnLst>
                              <p:par>
                                <p:cTn id="77" presetID="4" presetClass="entr" presetSubtype="32" fill="hold" grpId="0" nodeType="afterEffect">
                                  <p:stCondLst>
                                    <p:cond delay="0"/>
                                  </p:stCondLst>
                                  <p:childTnLst>
                                    <p:set>
                                      <p:cBhvr>
                                        <p:cTn id="78" dur="1" fill="hold">
                                          <p:stCondLst>
                                            <p:cond delay="0"/>
                                          </p:stCondLst>
                                        </p:cTn>
                                        <p:tgtEl>
                                          <p:spTgt spid="1024094"/>
                                        </p:tgtEl>
                                        <p:attrNameLst>
                                          <p:attrName>style.visibility</p:attrName>
                                        </p:attrNameLst>
                                      </p:cBhvr>
                                      <p:to>
                                        <p:strVal val="visible"/>
                                      </p:to>
                                    </p:set>
                                    <p:animEffect transition="in" filter="box(out)">
                                      <p:cBhvr>
                                        <p:cTn id="79" dur="500"/>
                                        <p:tgtEl>
                                          <p:spTgt spid="1024094"/>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1024098"/>
                                        </p:tgtEl>
                                        <p:attrNameLst>
                                          <p:attrName>style.visibility</p:attrName>
                                        </p:attrNameLst>
                                      </p:cBhvr>
                                      <p:to>
                                        <p:strVal val="visible"/>
                                      </p:to>
                                    </p:set>
                                    <p:animEffect transition="in" filter="box(out)">
                                      <p:cBhvr>
                                        <p:cTn id="84" dur="500"/>
                                        <p:tgtEl>
                                          <p:spTgt spid="1024098"/>
                                        </p:tgtEl>
                                      </p:cBhvr>
                                    </p:animEffect>
                                  </p:childTnLst>
                                  <p:subTnLst>
                                    <p:audio>
                                      <p:cMediaNode>
                                        <p:cTn display="0" masterRel="sameClick">
                                          <p:stCondLst>
                                            <p:cond evt="begin" delay="0">
                                              <p:tn val="82"/>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2" grpId="0" animBg="1" autoUpdateAnimBg="0"/>
      <p:bldP spid="1024003" grpId="0"/>
      <p:bldP spid="1024013" grpId="0"/>
      <p:bldP spid="1024014" grpId="0"/>
      <p:bldP spid="1024015" grpId="0" animBg="1"/>
      <p:bldP spid="1024019" grpId="0" animBg="1"/>
      <p:bldP spid="1024020" grpId="0"/>
      <p:bldP spid="1024021" grpId="0"/>
      <p:bldP spid="1024089" grpId="0" animBg="1"/>
      <p:bldP spid="1024094" grpId="0" animBg="1"/>
      <p:bldP spid="1024016" grpId="0" animBg="1"/>
      <p:bldP spid="1024017" grpId="0" animBg="1"/>
      <p:bldP spid="1024018" grpId="0" animBg="1"/>
      <p:bldP spid="1024098"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26092" name="Group 44"/>
          <p:cNvGrpSpPr>
            <a:grpSpLocks/>
          </p:cNvGrpSpPr>
          <p:nvPr/>
        </p:nvGrpSpPr>
        <p:grpSpPr bwMode="auto">
          <a:xfrm>
            <a:off x="3844826" y="3212976"/>
            <a:ext cx="4964112" cy="3482975"/>
            <a:chOff x="1383" y="2015"/>
            <a:chExt cx="3127" cy="2194"/>
          </a:xfrm>
          <a:effectLst>
            <a:outerShdw blurRad="50800" dist="106680" dir="2700000" algn="tl" rotWithShape="0">
              <a:prstClr val="black">
                <a:alpha val="43000"/>
              </a:prstClr>
            </a:outerShdw>
          </a:effectLst>
        </p:grpSpPr>
        <p:sp>
          <p:nvSpPr>
            <p:cNvPr id="1026083" name="Text Box 35" descr="信纸"/>
            <p:cNvSpPr txBox="1">
              <a:spLocks noChangeArrowheads="1"/>
            </p:cNvSpPr>
            <p:nvPr/>
          </p:nvSpPr>
          <p:spPr bwMode="auto">
            <a:xfrm>
              <a:off x="1383" y="2015"/>
              <a:ext cx="3127" cy="2194"/>
            </a:xfrm>
            <a:prstGeom prst="rect">
              <a:avLst/>
            </a:prstGeom>
            <a:solidFill>
              <a:schemeClr val="bg1"/>
            </a:solidFill>
            <a:ln w="38100" cap="sq">
              <a:solidFill>
                <a:schemeClr val="accent1">
                  <a:lumMod val="50000"/>
                </a:schemeClr>
              </a:solidFill>
              <a:miter lim="800000"/>
              <a:headEnd type="none" w="sm" len="sm"/>
              <a:tailEnd type="none" w="sm" len="sm"/>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a:solidFill>
                    <a:srgbClr val="002060"/>
                  </a:solidFill>
                  <a:ea typeface="隶书" pitchFamily="49" charset="-122"/>
                </a:rPr>
                <a:t>#define    YES       1</a:t>
              </a:r>
            </a:p>
            <a:p>
              <a:r>
                <a:rPr lang="en-US" altLang="zh-CN" sz="2000" b="1" dirty="0">
                  <a:effectLst>
                    <a:outerShdw blurRad="38100" dist="38100" dir="2700000" algn="tl">
                      <a:srgbClr val="FFFFFF"/>
                    </a:outerShdw>
                  </a:effectLst>
                  <a:ea typeface="隶书" pitchFamily="49" charset="-122"/>
                </a:rPr>
                <a:t>void main ( )</a:t>
              </a:r>
            </a:p>
            <a:p>
              <a:r>
                <a:rPr lang="en-US" altLang="zh-CN" sz="2000" b="1" dirty="0">
                  <a:effectLst>
                    <a:outerShdw blurRad="38100" dist="38100" dir="2700000" algn="tl">
                      <a:srgbClr val="FFFFFF"/>
                    </a:outerShdw>
                  </a:effectLst>
                  <a:ea typeface="隶书" pitchFamily="49" charset="-122"/>
                </a:rPr>
                <a:t>{</a:t>
              </a:r>
            </a:p>
            <a:p>
              <a:r>
                <a:rPr lang="en-US" altLang="zh-CN" sz="2000" b="1" dirty="0">
                  <a:effectLst>
                    <a:outerShdw blurRad="38100" dist="38100" dir="2700000" algn="tl">
                      <a:srgbClr val="FFFFFF"/>
                    </a:outerShdw>
                  </a:effectLst>
                  <a:ea typeface="隶书" pitchFamily="49" charset="-122"/>
                </a:rPr>
                <a:t>   ……..</a:t>
              </a:r>
            </a:p>
            <a:p>
              <a:r>
                <a:rPr lang="en-US" altLang="zh-CN" sz="2000" b="1" dirty="0">
                  <a:effectLst>
                    <a:outerShdw blurRad="38100" dist="38100" dir="2700000" algn="tl">
                      <a:srgbClr val="FFFFFF"/>
                    </a:outerShdw>
                  </a:effectLst>
                  <a:ea typeface="隶书" pitchFamily="49" charset="-122"/>
                </a:rPr>
                <a:t>}</a:t>
              </a:r>
            </a:p>
            <a:p>
              <a:r>
                <a:rPr lang="en-US" altLang="zh-CN" sz="2000" b="1" dirty="0">
                  <a:solidFill>
                    <a:srgbClr val="002060"/>
                  </a:solidFill>
                  <a:ea typeface="隶书" pitchFamily="49" charset="-122"/>
                </a:rPr>
                <a:t>#undef   YES</a:t>
              </a:r>
            </a:p>
            <a:p>
              <a:r>
                <a:rPr lang="en-US" altLang="zh-CN" sz="2000" b="1" dirty="0">
                  <a:solidFill>
                    <a:srgbClr val="C01920"/>
                  </a:solidFill>
                  <a:ea typeface="隶书" pitchFamily="49" charset="-122"/>
                </a:rPr>
                <a:t>#define    YES       0</a:t>
              </a:r>
            </a:p>
            <a:p>
              <a:r>
                <a:rPr lang="en-US" altLang="zh-CN" sz="2000" b="1" dirty="0">
                  <a:effectLst>
                    <a:outerShdw blurRad="38100" dist="38100" dir="2700000" algn="tl">
                      <a:srgbClr val="FFFFFF"/>
                    </a:outerShdw>
                  </a:effectLst>
                  <a:ea typeface="隶书" pitchFamily="49" charset="-122"/>
                </a:rPr>
                <a:t>void max (  )</a:t>
              </a:r>
            </a:p>
            <a:p>
              <a:r>
                <a:rPr lang="en-US" altLang="zh-CN" sz="2000" b="1" dirty="0">
                  <a:effectLst>
                    <a:outerShdw blurRad="38100" dist="38100" dir="2700000" algn="tl">
                      <a:srgbClr val="FFFFFF"/>
                    </a:outerShdw>
                  </a:effectLst>
                  <a:ea typeface="隶书" pitchFamily="49" charset="-122"/>
                </a:rPr>
                <a:t>{</a:t>
              </a:r>
            </a:p>
            <a:p>
              <a:r>
                <a:rPr lang="en-US" altLang="zh-CN" sz="2000" b="1" dirty="0">
                  <a:effectLst>
                    <a:outerShdw blurRad="38100" dist="38100" dir="2700000" algn="tl">
                      <a:srgbClr val="FFFFFF"/>
                    </a:outerShdw>
                  </a:effectLst>
                  <a:ea typeface="隶书" pitchFamily="49" charset="-122"/>
                </a:rPr>
                <a:t>  ……..</a:t>
              </a:r>
            </a:p>
            <a:p>
              <a:r>
                <a:rPr lang="en-US" altLang="zh-CN" sz="2000" b="1" dirty="0">
                  <a:effectLst>
                    <a:outerShdw blurRad="38100" dist="38100" dir="2700000" algn="tl">
                      <a:srgbClr val="FFFFFF"/>
                    </a:outerShdw>
                  </a:effectLst>
                  <a:ea typeface="隶书" pitchFamily="49" charset="-122"/>
                </a:rPr>
                <a:t>}</a:t>
              </a:r>
            </a:p>
          </p:txBody>
        </p:sp>
        <p:grpSp>
          <p:nvGrpSpPr>
            <p:cNvPr id="1026088" name="Group 40"/>
            <p:cNvGrpSpPr>
              <a:grpSpLocks/>
            </p:cNvGrpSpPr>
            <p:nvPr/>
          </p:nvGrpSpPr>
          <p:grpSpPr bwMode="auto">
            <a:xfrm>
              <a:off x="2835" y="2402"/>
              <a:ext cx="1219" cy="332"/>
              <a:chOff x="2835" y="2402"/>
              <a:chExt cx="1219" cy="332"/>
            </a:xfrm>
          </p:grpSpPr>
          <p:sp>
            <p:nvSpPr>
              <p:cNvPr id="1026084" name="AutoShape 36"/>
              <p:cNvSpPr>
                <a:spLocks/>
              </p:cNvSpPr>
              <p:nvPr/>
            </p:nvSpPr>
            <p:spPr bwMode="auto">
              <a:xfrm>
                <a:off x="2835" y="2402"/>
                <a:ext cx="144" cy="332"/>
              </a:xfrm>
              <a:prstGeom prst="rightBrace">
                <a:avLst>
                  <a:gd name="adj1" fmla="val 47222"/>
                  <a:gd name="adj2" fmla="val 51472"/>
                </a:avLst>
              </a:prstGeom>
              <a:noFill/>
              <a:ln w="28575" cap="sq">
                <a:solidFill>
                  <a:srgbClr val="002060"/>
                </a:solidFill>
                <a:round/>
                <a:headEnd type="none" w="sm" len="sm"/>
                <a:tailEnd type="none" w="sm" len="sm"/>
              </a:ln>
              <a:effectLst>
                <a:outerShdw dist="35921" dir="2700000" algn="ctr" rotWithShape="0">
                  <a:schemeClr val="bg2"/>
                </a:outerShdw>
              </a:effectLst>
              <a:scene3d>
                <a:camera prst="orthographicFront"/>
                <a:lightRig rig="threePt" dir="t"/>
              </a:scene3d>
              <a:sp3d>
                <a:bevelT w="114300" prst="hardEdge"/>
              </a:sp3d>
            </p:spPr>
            <p:txBody>
              <a:bodyPr lIns="90000" tIns="46800" rIns="90000" bIns="46800" anchor="ctr">
                <a:spAutoFit/>
              </a:bodyPr>
              <a:lstStyle/>
              <a:p>
                <a:endParaRPr lang="zh-CN" altLang="en-US"/>
              </a:p>
            </p:txBody>
          </p:sp>
          <p:sp>
            <p:nvSpPr>
              <p:cNvPr id="1026086" name="Text Box 38"/>
              <p:cNvSpPr txBox="1">
                <a:spLocks noChangeArrowheads="1"/>
              </p:cNvSpPr>
              <p:nvPr/>
            </p:nvSpPr>
            <p:spPr bwMode="auto">
              <a:xfrm>
                <a:off x="2974" y="2450"/>
                <a:ext cx="1080" cy="253"/>
              </a:xfrm>
              <a:prstGeom prst="rect">
                <a:avLst/>
              </a:prstGeom>
              <a:noFill/>
              <a:ln w="12700" cap="sq">
                <a:noFill/>
                <a:miter lim="800000"/>
                <a:headEnd type="none" w="sm" len="sm"/>
                <a:tailEnd type="none" w="sm" len="sm"/>
              </a:ln>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dirty="0">
                    <a:solidFill>
                      <a:srgbClr val="002060"/>
                    </a:solidFill>
                    <a:ea typeface="楷体_GB2312" pitchFamily="49" charset="-122"/>
                  </a:rPr>
                  <a:t>YES</a:t>
                </a:r>
                <a:r>
                  <a:rPr lang="zh-CN" altLang="zh-CN" sz="2000" b="1" dirty="0">
                    <a:solidFill>
                      <a:srgbClr val="002060"/>
                    </a:solidFill>
                    <a:latin typeface="楷体" pitchFamily="49" charset="-122"/>
                    <a:ea typeface="楷体" pitchFamily="49" charset="-122"/>
                  </a:rPr>
                  <a:t>原作用域</a:t>
                </a:r>
                <a:endParaRPr lang="zh-CN" altLang="en-US" sz="2000" b="1" dirty="0">
                  <a:solidFill>
                    <a:srgbClr val="002060"/>
                  </a:solidFill>
                  <a:latin typeface="楷体" pitchFamily="49" charset="-122"/>
                  <a:ea typeface="楷体" pitchFamily="49" charset="-122"/>
                </a:endParaRPr>
              </a:p>
            </p:txBody>
          </p:sp>
        </p:grpSp>
        <p:grpSp>
          <p:nvGrpSpPr>
            <p:cNvPr id="1026089" name="Group 41"/>
            <p:cNvGrpSpPr>
              <a:grpSpLocks/>
            </p:cNvGrpSpPr>
            <p:nvPr/>
          </p:nvGrpSpPr>
          <p:grpSpPr bwMode="auto">
            <a:xfrm>
              <a:off x="2836" y="3519"/>
              <a:ext cx="1219" cy="332"/>
              <a:chOff x="2835" y="2402"/>
              <a:chExt cx="1219" cy="332"/>
            </a:xfrm>
          </p:grpSpPr>
          <p:sp>
            <p:nvSpPr>
              <p:cNvPr id="1026090" name="AutoShape 42"/>
              <p:cNvSpPr>
                <a:spLocks/>
              </p:cNvSpPr>
              <p:nvPr/>
            </p:nvSpPr>
            <p:spPr bwMode="auto">
              <a:xfrm>
                <a:off x="2835" y="2402"/>
                <a:ext cx="144" cy="332"/>
              </a:xfrm>
              <a:prstGeom prst="rightBrace">
                <a:avLst>
                  <a:gd name="adj1" fmla="val 47222"/>
                  <a:gd name="adj2" fmla="val 51472"/>
                </a:avLst>
              </a:prstGeom>
              <a:noFill/>
              <a:ln w="28575" cap="sq">
                <a:solidFill>
                  <a:srgbClr val="C01920"/>
                </a:solidFill>
                <a:round/>
                <a:headEnd type="none" w="sm" len="sm"/>
                <a:tailEnd type="none" w="sm" len="sm"/>
              </a:ln>
              <a:effectLst>
                <a:outerShdw dist="35921" dir="2700000" algn="ctr" rotWithShape="0">
                  <a:schemeClr val="bg2"/>
                </a:outerShdw>
              </a:effectLst>
              <a:scene3d>
                <a:camera prst="orthographicFront"/>
                <a:lightRig rig="threePt" dir="t"/>
              </a:scene3d>
              <a:sp3d>
                <a:bevelT w="114300" prst="hardEdge"/>
              </a:sp3d>
            </p:spPr>
            <p:txBody>
              <a:bodyPr lIns="90000" tIns="46800" rIns="90000" bIns="46800" anchor="ctr">
                <a:spAutoFit/>
              </a:bodyPr>
              <a:lstStyle/>
              <a:p>
                <a:endParaRPr lang="zh-CN" altLang="en-US"/>
              </a:p>
            </p:txBody>
          </p:sp>
          <p:sp>
            <p:nvSpPr>
              <p:cNvPr id="1026091" name="Text Box 43"/>
              <p:cNvSpPr txBox="1">
                <a:spLocks noChangeArrowheads="1"/>
              </p:cNvSpPr>
              <p:nvPr/>
            </p:nvSpPr>
            <p:spPr bwMode="auto">
              <a:xfrm>
                <a:off x="2974" y="2450"/>
                <a:ext cx="1080" cy="253"/>
              </a:xfrm>
              <a:prstGeom prst="rect">
                <a:avLst/>
              </a:prstGeom>
              <a:noFill/>
              <a:ln w="12700" cap="sq">
                <a:noFill/>
                <a:miter lim="800000"/>
                <a:headEnd type="none" w="sm" len="sm"/>
                <a:tailEnd type="none" w="sm" len="sm"/>
              </a:ln>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dirty="0">
                    <a:solidFill>
                      <a:srgbClr val="C01920"/>
                    </a:solidFill>
                    <a:ea typeface="楷体_GB2312" pitchFamily="49" charset="-122"/>
                  </a:rPr>
                  <a:t>YES</a:t>
                </a:r>
                <a:r>
                  <a:rPr lang="zh-CN" altLang="en-US" sz="2000" b="1" dirty="0">
                    <a:solidFill>
                      <a:srgbClr val="C01920"/>
                    </a:solidFill>
                    <a:latin typeface="楷体" pitchFamily="49" charset="-122"/>
                    <a:ea typeface="楷体" pitchFamily="49" charset="-122"/>
                  </a:rPr>
                  <a:t>新</a:t>
                </a:r>
                <a:r>
                  <a:rPr lang="zh-CN" altLang="zh-CN" sz="2000" b="1" dirty="0">
                    <a:solidFill>
                      <a:srgbClr val="C01920"/>
                    </a:solidFill>
                    <a:latin typeface="楷体" pitchFamily="49" charset="-122"/>
                    <a:ea typeface="楷体" pitchFamily="49" charset="-122"/>
                  </a:rPr>
                  <a:t>作用域</a:t>
                </a:r>
                <a:endParaRPr lang="zh-CN" altLang="en-US" sz="2000" b="1" dirty="0">
                  <a:solidFill>
                    <a:srgbClr val="C01920"/>
                  </a:solidFill>
                  <a:latin typeface="楷体" pitchFamily="49" charset="-122"/>
                  <a:ea typeface="楷体" pitchFamily="49" charset="-122"/>
                </a:endParaRPr>
              </a:p>
            </p:txBody>
          </p:sp>
        </p:grpSp>
      </p:grpSp>
      <p:sp>
        <p:nvSpPr>
          <p:cNvPr id="1026078" name="Rectangle 30" descr="信纸"/>
          <p:cNvSpPr>
            <a:spLocks noChangeArrowheads="1"/>
          </p:cNvSpPr>
          <p:nvPr/>
        </p:nvSpPr>
        <p:spPr bwMode="auto">
          <a:xfrm>
            <a:off x="2629073" y="2937233"/>
            <a:ext cx="7624762" cy="800100"/>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b="1" dirty="0">
                <a:solidFill>
                  <a:srgbClr val="C01920"/>
                </a:solidFill>
                <a:ea typeface="隶书" pitchFamily="49" charset="-122"/>
              </a:rPr>
              <a:t>例如：</a:t>
            </a:r>
            <a:r>
              <a:rPr lang="en-US" altLang="zh-CN" sz="2000" b="1" dirty="0">
                <a:effectLst>
                  <a:outerShdw blurRad="38100" dist="38100" dir="2700000" algn="tl">
                    <a:srgbClr val="FFFFFF"/>
                  </a:outerShdw>
                </a:effectLst>
              </a:rPr>
              <a:t>#define  LONG_STRING   "this is a very long string that is</a:t>
            </a:r>
            <a:r>
              <a:rPr lang="en-US" altLang="zh-CN" sz="2000" b="1" dirty="0">
                <a:solidFill>
                  <a:srgbClr val="FF0066"/>
                </a:solidFill>
                <a:effectLst>
                  <a:outerShdw blurRad="38100" dist="38100" dir="2700000" algn="tl">
                    <a:srgbClr val="000000"/>
                  </a:outerShdw>
                </a:effectLst>
              </a:rPr>
              <a:t>\</a:t>
            </a:r>
          </a:p>
          <a:p>
            <a:r>
              <a:rPr lang="en-US" altLang="zh-CN" sz="2000" b="1" dirty="0">
                <a:effectLst>
                  <a:outerShdw blurRad="38100" dist="38100" dir="2700000" algn="tl">
                    <a:srgbClr val="FFFFFF"/>
                  </a:outerShdw>
                </a:effectLst>
              </a:rPr>
              <a:t>used as an example"</a:t>
            </a:r>
          </a:p>
        </p:txBody>
      </p:sp>
      <p:sp>
        <p:nvSpPr>
          <p:cNvPr id="1026079" name="Rectangle 31"/>
          <p:cNvSpPr>
            <a:spLocks noChangeArrowheads="1"/>
          </p:cNvSpPr>
          <p:nvPr/>
        </p:nvSpPr>
        <p:spPr bwMode="auto">
          <a:xfrm>
            <a:off x="1062559" y="2903905"/>
            <a:ext cx="10879482" cy="461665"/>
          </a:xfrm>
          <a:prstGeom prst="rect">
            <a:avLst/>
          </a:prstGeom>
          <a:noFill/>
          <a:ln w="9525">
            <a:noFill/>
            <a:miter lim="800000"/>
            <a:headEnd/>
            <a:tailEnd/>
          </a:ln>
          <a:effectLst/>
        </p:spPr>
        <p:txBody>
          <a:bodyPr wrap="square" anchor="ctr">
            <a:spAutoFit/>
          </a:bodyPr>
          <a:lstStyle/>
          <a:p>
            <a:pPr>
              <a:buClr>
                <a:srgbClr val="C01920"/>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宏名的</a:t>
            </a:r>
            <a:r>
              <a:rPr lang="zh-CN" altLang="en-US" b="1" dirty="0">
                <a:solidFill>
                  <a:srgbClr val="C01920"/>
                </a:solidFill>
                <a:latin typeface="+mn-lt"/>
                <a:ea typeface="楷体" pitchFamily="49" charset="-122"/>
              </a:rPr>
              <a:t>作用域</a:t>
            </a:r>
            <a:r>
              <a:rPr lang="zh-CN" altLang="en-US" b="1" dirty="0">
                <a:effectLst>
                  <a:outerShdw blurRad="38100" dist="38100" dir="2700000" algn="tl">
                    <a:srgbClr val="FFFFFF"/>
                  </a:outerShdw>
                </a:effectLst>
                <a:latin typeface="+mn-lt"/>
                <a:ea typeface="楷体" pitchFamily="49" charset="-122"/>
              </a:rPr>
              <a:t>是从</a:t>
            </a:r>
            <a:r>
              <a:rPr lang="en-US" altLang="zh-CN" b="1" dirty="0">
                <a:effectLst>
                  <a:outerShdw blurRad="38100" dist="38100" dir="2700000" algn="tl">
                    <a:srgbClr val="FFFFFF"/>
                  </a:outerShdw>
                </a:effectLst>
                <a:latin typeface="+mn-lt"/>
                <a:ea typeface="楷体" pitchFamily="49" charset="-122"/>
              </a:rPr>
              <a:t>#define</a:t>
            </a:r>
            <a:r>
              <a:rPr lang="zh-CN" altLang="en-US" b="1" dirty="0">
                <a:effectLst>
                  <a:outerShdw blurRad="38100" dist="38100" dir="2700000" algn="tl">
                    <a:srgbClr val="FFFFFF"/>
                  </a:outerShdw>
                </a:effectLst>
                <a:latin typeface="+mn-lt"/>
                <a:ea typeface="楷体" pitchFamily="49" charset="-122"/>
              </a:rPr>
              <a:t>定义之后直到该宏定义所在文件结束。</a:t>
            </a:r>
            <a:r>
              <a:rPr lang="zh-CN" altLang="en-US" dirty="0">
                <a:latin typeface="+mn-lt"/>
                <a:ea typeface="楷体" pitchFamily="49" charset="-122"/>
              </a:rPr>
              <a:t> </a:t>
            </a:r>
          </a:p>
        </p:txBody>
      </p:sp>
      <p:sp>
        <p:nvSpPr>
          <p:cNvPr id="1026076" name="Rectangle 28"/>
          <p:cNvSpPr>
            <a:spLocks noChangeArrowheads="1"/>
          </p:cNvSpPr>
          <p:nvPr/>
        </p:nvSpPr>
        <p:spPr bwMode="auto">
          <a:xfrm>
            <a:off x="1055491" y="1949080"/>
            <a:ext cx="6445995" cy="461665"/>
          </a:xfrm>
          <a:prstGeom prst="rect">
            <a:avLst/>
          </a:prstGeom>
          <a:noFill/>
          <a:ln w="9525">
            <a:noFill/>
            <a:miter lim="800000"/>
            <a:headEnd/>
            <a:tailEnd/>
          </a:ln>
          <a:effectLst/>
        </p:spPr>
        <p:txBody>
          <a:bodyPr wrap="none" anchor="ctr">
            <a:spAutoFit/>
          </a:bodyPr>
          <a:lstStyle/>
          <a:p>
            <a:pPr>
              <a:spcBef>
                <a:spcPct val="20000"/>
              </a:spcBef>
              <a:buClr>
                <a:srgbClr val="C01920"/>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宏定义的</a:t>
            </a:r>
            <a:r>
              <a:rPr lang="zh-CN" altLang="en-US" b="1" dirty="0">
                <a:solidFill>
                  <a:srgbClr val="C01920"/>
                </a:solidFill>
                <a:latin typeface="+mn-lt"/>
                <a:ea typeface="楷体" pitchFamily="49" charset="-122"/>
              </a:rPr>
              <a:t>位置任意</a:t>
            </a:r>
            <a:r>
              <a:rPr lang="zh-CN" altLang="en-US" b="1" dirty="0">
                <a:effectLst>
                  <a:outerShdw blurRad="38100" dist="38100" dir="2700000" algn="tl">
                    <a:srgbClr val="FFFFFF"/>
                  </a:outerShdw>
                </a:effectLst>
                <a:latin typeface="+mn-lt"/>
                <a:ea typeface="楷体" pitchFamily="49" charset="-122"/>
              </a:rPr>
              <a:t>，但</a:t>
            </a:r>
            <a:r>
              <a:rPr lang="zh-CN" altLang="zh-CN" b="1" dirty="0">
                <a:effectLst>
                  <a:outerShdw blurRad="38100" dist="38100" dir="2700000" algn="tl">
                    <a:srgbClr val="FFFFFF"/>
                  </a:outerShdw>
                </a:effectLst>
                <a:latin typeface="+mn-lt"/>
                <a:ea typeface="楷体" pitchFamily="49" charset="-122"/>
              </a:rPr>
              <a:t>一般放在函数外面</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sp>
        <p:nvSpPr>
          <p:cNvPr id="1026093" name="Rectangle 45"/>
          <p:cNvSpPr>
            <a:spLocks noChangeArrowheads="1"/>
          </p:cNvSpPr>
          <p:nvPr/>
        </p:nvSpPr>
        <p:spPr bwMode="auto">
          <a:xfrm>
            <a:off x="1055440" y="3893072"/>
            <a:ext cx="6224587" cy="457200"/>
          </a:xfrm>
          <a:prstGeom prst="rect">
            <a:avLst/>
          </a:prstGeom>
          <a:noFill/>
          <a:ln w="9525">
            <a:noFill/>
            <a:miter lim="800000"/>
            <a:headEnd/>
            <a:tailEnd/>
          </a:ln>
          <a:effectLst/>
        </p:spPr>
        <p:txBody>
          <a:bodyPr anchor="ctr">
            <a:spAutoFit/>
          </a:bodyPr>
          <a:lstStyle/>
          <a:p>
            <a:pPr>
              <a:buClr>
                <a:srgbClr val="C01920"/>
              </a:buClr>
              <a:buFont typeface="Wingdings" pitchFamily="2" charset="2"/>
              <a:buChar char="l"/>
            </a:pPr>
            <a:r>
              <a:rPr lang="en-US" altLang="zh-CN"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宏定义可以</a:t>
            </a:r>
            <a:r>
              <a:rPr lang="zh-CN" altLang="en-US" b="1" dirty="0">
                <a:solidFill>
                  <a:srgbClr val="C01920"/>
                </a:solidFill>
                <a:latin typeface="+mn-lt"/>
                <a:ea typeface="楷体" pitchFamily="49" charset="-122"/>
              </a:rPr>
              <a:t>嵌套定义</a:t>
            </a:r>
            <a:r>
              <a:rPr lang="zh-CN" altLang="en-US" b="1" dirty="0">
                <a:effectLst>
                  <a:outerShdw blurRad="38100" dist="38100" dir="2700000" algn="tl">
                    <a:srgbClr val="FFFFFF"/>
                  </a:outerShdw>
                </a:effectLst>
                <a:latin typeface="+mn-lt"/>
                <a:ea typeface="楷体" pitchFamily="49" charset="-122"/>
              </a:rPr>
              <a:t>，但不能递归定义。</a:t>
            </a:r>
            <a:r>
              <a:rPr lang="zh-CN" altLang="en-US" dirty="0">
                <a:latin typeface="+mn-lt"/>
                <a:ea typeface="楷体" pitchFamily="49" charset="-122"/>
              </a:rPr>
              <a:t> </a:t>
            </a:r>
          </a:p>
        </p:txBody>
      </p:sp>
      <p:sp>
        <p:nvSpPr>
          <p:cNvPr id="1026096" name="Rectangle 48"/>
          <p:cNvSpPr>
            <a:spLocks noChangeArrowheads="1"/>
          </p:cNvSpPr>
          <p:nvPr/>
        </p:nvSpPr>
        <p:spPr bwMode="auto">
          <a:xfrm>
            <a:off x="1055440" y="4373682"/>
            <a:ext cx="10873203" cy="461665"/>
          </a:xfrm>
          <a:prstGeom prst="rect">
            <a:avLst/>
          </a:prstGeom>
          <a:noFill/>
          <a:ln w="9525">
            <a:noFill/>
            <a:miter lim="800000"/>
            <a:headEnd/>
            <a:tailEnd/>
          </a:ln>
          <a:effectLst/>
        </p:spPr>
        <p:txBody>
          <a:bodyPr wrap="square" anchor="ctr">
            <a:spAutoFit/>
          </a:bodyPr>
          <a:lstStyle/>
          <a:p>
            <a:pPr>
              <a:buClr>
                <a:srgbClr val="C01920"/>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程序中字符串常量即双引号中的字符，不作为宏进行宏替换操作。</a:t>
            </a:r>
            <a:r>
              <a:rPr lang="zh-CN" altLang="en-US" dirty="0">
                <a:latin typeface="+mn-lt"/>
                <a:ea typeface="楷体" pitchFamily="49" charset="-122"/>
              </a:rPr>
              <a:t> </a:t>
            </a:r>
          </a:p>
        </p:txBody>
      </p:sp>
      <p:sp>
        <p:nvSpPr>
          <p:cNvPr id="1026081" name="Text Box 33"/>
          <p:cNvSpPr txBox="1">
            <a:spLocks noChangeArrowheads="1"/>
          </p:cNvSpPr>
          <p:nvPr/>
        </p:nvSpPr>
        <p:spPr bwMode="auto">
          <a:xfrm>
            <a:off x="5169695" y="3421380"/>
            <a:ext cx="4679950" cy="433388"/>
          </a:xfrm>
          <a:prstGeom prst="rect">
            <a:avLst/>
          </a:prstGeom>
          <a:gradFill rotWithShape="1">
            <a:gsLst>
              <a:gs pos="0">
                <a:srgbClr val="CCCCCC"/>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solidFill>
                  <a:srgbClr val="C01920"/>
                </a:solidFill>
                <a:effectLst>
                  <a:outerShdw blurRad="38100" dist="38100" dir="2700000" algn="tl">
                    <a:srgbClr val="FFFFFF"/>
                  </a:outerShdw>
                </a:effectLst>
                <a:latin typeface="+mn-lt"/>
                <a:ea typeface="隶书" pitchFamily="49" charset="-122"/>
              </a:rPr>
              <a:t>#undef    </a:t>
            </a:r>
            <a:r>
              <a:rPr lang="zh-CN" altLang="en-US" sz="2000" b="1" dirty="0">
                <a:solidFill>
                  <a:srgbClr val="C01920"/>
                </a:solidFill>
                <a:effectLst>
                  <a:outerShdw blurRad="38100" dist="38100" dir="2700000" algn="tl">
                    <a:srgbClr val="FFFFFF"/>
                  </a:outerShdw>
                </a:effectLst>
                <a:latin typeface="+mn-lt"/>
                <a:ea typeface="隶书" pitchFamily="49" charset="-122"/>
              </a:rPr>
              <a:t>标识符</a:t>
            </a:r>
          </a:p>
        </p:txBody>
      </p:sp>
      <p:sp>
        <p:nvSpPr>
          <p:cNvPr id="1026056" name="Rectangle 8"/>
          <p:cNvSpPr>
            <a:spLocks noChangeArrowheads="1"/>
          </p:cNvSpPr>
          <p:nvPr/>
        </p:nvSpPr>
        <p:spPr bwMode="auto">
          <a:xfrm>
            <a:off x="674392" y="958846"/>
            <a:ext cx="3144837" cy="519112"/>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sz="2800" b="1" dirty="0">
                <a:solidFill>
                  <a:srgbClr val="C01920"/>
                </a:solidFill>
                <a:ea typeface="隶书" pitchFamily="49" charset="-122"/>
              </a:rPr>
              <a:t> </a:t>
            </a:r>
            <a:r>
              <a:rPr lang="zh-CN" altLang="en-US" sz="2800" b="1" dirty="0">
                <a:solidFill>
                  <a:srgbClr val="C01920"/>
                </a:solidFill>
                <a:ea typeface="隶书" pitchFamily="49" charset="-122"/>
              </a:rPr>
              <a:t>宏定义注意事项</a:t>
            </a:r>
            <a:r>
              <a:rPr lang="zh-CN" altLang="en-US" sz="2800" dirty="0">
                <a:solidFill>
                  <a:srgbClr val="C01920"/>
                </a:solidFill>
              </a:rPr>
              <a:t> </a:t>
            </a:r>
          </a:p>
        </p:txBody>
      </p:sp>
      <p:sp>
        <p:nvSpPr>
          <p:cNvPr id="1026074" name="Rectangle 26"/>
          <p:cNvSpPr>
            <a:spLocks noChangeArrowheads="1"/>
          </p:cNvSpPr>
          <p:nvPr/>
        </p:nvSpPr>
        <p:spPr bwMode="auto">
          <a:xfrm>
            <a:off x="1059699" y="1465259"/>
            <a:ext cx="8613255"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C</a:t>
            </a:r>
            <a:r>
              <a:rPr lang="zh-CN" altLang="en-US" b="1" dirty="0">
                <a:effectLst>
                  <a:outerShdw blurRad="38100" dist="38100" dir="2700000" algn="tl">
                    <a:srgbClr val="FFFFFF"/>
                  </a:outerShdw>
                </a:effectLst>
                <a:latin typeface="+mn-lt"/>
                <a:ea typeface="楷体" pitchFamily="49" charset="-122"/>
              </a:rPr>
              <a:t>程序员通常用</a:t>
            </a:r>
            <a:r>
              <a:rPr lang="zh-CN" altLang="en-US" b="1" dirty="0">
                <a:solidFill>
                  <a:srgbClr val="C01920"/>
                </a:solidFill>
                <a:latin typeface="+mn-lt"/>
                <a:ea typeface="楷体" pitchFamily="49" charset="-122"/>
              </a:rPr>
              <a:t>大写字母</a:t>
            </a:r>
            <a:r>
              <a:rPr lang="zh-CN" altLang="en-US" b="1" dirty="0">
                <a:effectLst>
                  <a:outerShdw blurRad="38100" dist="38100" dir="2700000" algn="tl">
                    <a:srgbClr val="FFFFFF"/>
                  </a:outerShdw>
                </a:effectLst>
                <a:latin typeface="+mn-lt"/>
                <a:ea typeface="楷体" pitchFamily="49" charset="-122"/>
              </a:rPr>
              <a:t>来定义宏名，以便与变量名区别。</a:t>
            </a:r>
            <a:r>
              <a:rPr lang="zh-CN" altLang="en-US" dirty="0">
                <a:latin typeface="+mn-lt"/>
                <a:ea typeface="楷体" pitchFamily="49" charset="-122"/>
              </a:rPr>
              <a:t> </a:t>
            </a:r>
          </a:p>
        </p:txBody>
      </p:sp>
      <p:sp>
        <p:nvSpPr>
          <p:cNvPr id="1026075" name="Text Box 27" descr="信纸"/>
          <p:cNvSpPr txBox="1">
            <a:spLocks noChangeArrowheads="1"/>
          </p:cNvSpPr>
          <p:nvPr/>
        </p:nvSpPr>
        <p:spPr bwMode="auto">
          <a:xfrm>
            <a:off x="2828852" y="1967801"/>
            <a:ext cx="5048719" cy="46166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spcBef>
                <a:spcPct val="50000"/>
              </a:spcBef>
            </a:pPr>
            <a:r>
              <a:rPr lang="zh-CN" altLang="en-US" b="1" dirty="0">
                <a:solidFill>
                  <a:srgbClr val="C01920"/>
                </a:solidFill>
                <a:ea typeface="隶书" pitchFamily="49" charset="-122"/>
              </a:rPr>
              <a:t>如：  </a:t>
            </a:r>
            <a:r>
              <a:rPr lang="en-US" altLang="zh-CN" b="1" dirty="0">
                <a:effectLst>
                  <a:outerShdw blurRad="38100" dist="38100" dir="2700000" algn="tl">
                    <a:srgbClr val="FFFFFF"/>
                  </a:outerShdw>
                </a:effectLst>
              </a:rPr>
              <a:t>#define  </a:t>
            </a:r>
            <a:r>
              <a:rPr lang="en-US" altLang="zh-CN" b="1" dirty="0">
                <a:solidFill>
                  <a:srgbClr val="C01920"/>
                </a:solidFill>
              </a:rPr>
              <a:t>PI</a:t>
            </a:r>
            <a:r>
              <a:rPr lang="en-US" altLang="zh-CN" b="1" dirty="0">
                <a:effectLst>
                  <a:outerShdw blurRad="38100" dist="38100" dir="2700000" algn="tl">
                    <a:srgbClr val="FFFFFF"/>
                  </a:outerShdw>
                </a:effectLst>
              </a:rPr>
              <a:t>    3.14159</a:t>
            </a:r>
          </a:p>
        </p:txBody>
      </p:sp>
      <p:sp>
        <p:nvSpPr>
          <p:cNvPr id="1026077" name="Rectangle 29"/>
          <p:cNvSpPr>
            <a:spLocks noChangeArrowheads="1"/>
          </p:cNvSpPr>
          <p:nvPr/>
        </p:nvSpPr>
        <p:spPr bwMode="auto">
          <a:xfrm>
            <a:off x="1060889" y="2429466"/>
            <a:ext cx="10879482" cy="461665"/>
          </a:xfrm>
          <a:prstGeom prst="rect">
            <a:avLst/>
          </a:prstGeom>
          <a:noFill/>
          <a:ln w="9525">
            <a:noFill/>
            <a:miter lim="800000"/>
            <a:headEnd/>
            <a:tailEnd/>
          </a:ln>
          <a:effectLst/>
        </p:spPr>
        <p:txBody>
          <a:bodyPr wrap="square" anchor="ctr">
            <a:spAutoFit/>
          </a:bodyPr>
          <a:lstStyle/>
          <a:p>
            <a:pPr>
              <a:buClr>
                <a:srgbClr val="C01920"/>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宏定义时，如果单词串太长，需要写多行，可以在行尾使用反斜线“</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续行符。 </a:t>
            </a:r>
          </a:p>
        </p:txBody>
      </p:sp>
      <p:sp>
        <p:nvSpPr>
          <p:cNvPr id="1026080" name="Rectangle 32"/>
          <p:cNvSpPr>
            <a:spLocks noChangeArrowheads="1"/>
          </p:cNvSpPr>
          <p:nvPr/>
        </p:nvSpPr>
        <p:spPr bwMode="auto">
          <a:xfrm>
            <a:off x="1055440" y="3425855"/>
            <a:ext cx="4281488" cy="457200"/>
          </a:xfrm>
          <a:prstGeom prst="rect">
            <a:avLst/>
          </a:prstGeom>
          <a:noFill/>
          <a:ln w="9525">
            <a:noFill/>
            <a:miter lim="800000"/>
            <a:headEnd/>
            <a:tailEnd/>
          </a:ln>
          <a:effectLst/>
        </p:spPr>
        <p:txBody>
          <a:bodyPr anchor="ctr">
            <a:spAutoFit/>
          </a:bodyPr>
          <a:lstStyle/>
          <a:p>
            <a:pPr>
              <a:buClr>
                <a:srgbClr val="C01920"/>
              </a:buClr>
              <a:buFont typeface="Wingdings" pitchFamily="2" charset="2"/>
              <a:buChar char="l"/>
            </a:pPr>
            <a:r>
              <a:rPr lang="en-US" altLang="zh-CN" dirty="0">
                <a:effectLst>
                  <a:outerShdw blurRad="38100" dist="38100" dir="2700000" algn="tl">
                    <a:srgbClr val="FFFFFF"/>
                  </a:outerShdw>
                </a:effectLst>
                <a:latin typeface="+mn-lt"/>
                <a:ea typeface="楷体" pitchFamily="49" charset="-122"/>
              </a:rPr>
              <a:t>  </a:t>
            </a:r>
            <a:r>
              <a:rPr lang="en-US" altLang="zh-CN" b="1" dirty="0">
                <a:solidFill>
                  <a:srgbClr val="C01920"/>
                </a:solidFill>
                <a:latin typeface="+mn-lt"/>
                <a:ea typeface="楷体" pitchFamily="49" charset="-122"/>
              </a:rPr>
              <a:t>#</a:t>
            </a:r>
            <a:r>
              <a:rPr lang="en-US" altLang="zh-CN" b="1" dirty="0" err="1">
                <a:solidFill>
                  <a:srgbClr val="C01920"/>
                </a:solidFill>
                <a:latin typeface="+mn-lt"/>
                <a:ea typeface="楷体" pitchFamily="49" charset="-122"/>
              </a:rPr>
              <a:t>undef</a:t>
            </a:r>
            <a:r>
              <a:rPr lang="zh-CN" altLang="en-US" b="1" dirty="0">
                <a:effectLst>
                  <a:outerShdw blurRad="38100" dist="38100" dir="2700000" algn="tl">
                    <a:srgbClr val="FFFFFF"/>
                  </a:outerShdw>
                </a:effectLst>
                <a:latin typeface="+mn-lt"/>
                <a:ea typeface="楷体" pitchFamily="49" charset="-122"/>
              </a:rPr>
              <a:t>可</a:t>
            </a:r>
            <a:r>
              <a:rPr lang="zh-CN" altLang="zh-CN" b="1" dirty="0">
                <a:effectLst>
                  <a:outerShdw blurRad="38100" dist="38100" dir="2700000" algn="tl">
                    <a:srgbClr val="FFFFFF"/>
                  </a:outerShdw>
                </a:effectLst>
                <a:latin typeface="+mn-lt"/>
                <a:ea typeface="楷体" pitchFamily="49" charset="-122"/>
              </a:rPr>
              <a:t>终止宏名作用域</a:t>
            </a:r>
            <a:r>
              <a:rPr lang="zh-CN" altLang="en-US" b="1" dirty="0">
                <a:effectLst>
                  <a:outerShdw blurRad="38100" dist="38100" dir="2700000" algn="tl">
                    <a:srgbClr val="FFFFFF"/>
                  </a:outerShdw>
                </a:effectLst>
                <a:latin typeface="+mn-lt"/>
                <a:ea typeface="楷体" pitchFamily="49" charset="-122"/>
              </a:rPr>
              <a:t>。</a:t>
            </a:r>
          </a:p>
        </p:txBody>
      </p:sp>
      <p:sp>
        <p:nvSpPr>
          <p:cNvPr id="1026094" name="Rectangle 46" descr="信纸"/>
          <p:cNvSpPr>
            <a:spLocks noChangeArrowheads="1"/>
          </p:cNvSpPr>
          <p:nvPr/>
        </p:nvSpPr>
        <p:spPr bwMode="auto">
          <a:xfrm>
            <a:off x="1747285" y="4449286"/>
            <a:ext cx="4176457" cy="1652588"/>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effectLst>
                  <a:outerShdw blurRad="38100" dist="38100" dir="2700000" algn="tl">
                    <a:srgbClr val="FFFFFF"/>
                  </a:outerShdw>
                </a:effectLst>
              </a:rPr>
              <a:t>#define  R    2.0        </a:t>
            </a:r>
          </a:p>
          <a:p>
            <a:r>
              <a:rPr lang="en-US" altLang="zh-CN" b="1" dirty="0">
                <a:effectLst>
                  <a:outerShdw blurRad="38100" dist="38100" dir="2700000" algn="tl">
                    <a:srgbClr val="FFFFFF"/>
                  </a:outerShdw>
                </a:effectLst>
              </a:rPr>
              <a:t>#define  PI   3.14159</a:t>
            </a:r>
          </a:p>
          <a:p>
            <a:r>
              <a:rPr lang="en-US" altLang="zh-CN" b="1" dirty="0">
                <a:effectLst>
                  <a:outerShdw blurRad="38100" dist="38100" dir="2700000" algn="tl">
                    <a:srgbClr val="FFFFFF"/>
                  </a:outerShdw>
                </a:effectLst>
              </a:rPr>
              <a:t>#define  L    2*PI*R    (</a:t>
            </a:r>
            <a:r>
              <a:rPr lang="en-US" altLang="zh-CN" sz="2800" b="1" dirty="0">
                <a:solidFill>
                  <a:srgbClr val="FF0000"/>
                </a:solidFill>
                <a:effectLst>
                  <a:outerShdw blurRad="38100" dist="38100" dir="2700000" algn="tl">
                    <a:srgbClr val="000000"/>
                  </a:outerShdw>
                </a:effectLst>
              </a:rPr>
              <a:t>√</a:t>
            </a:r>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#define  S    PI*R*R    (</a:t>
            </a:r>
            <a:r>
              <a:rPr lang="en-US" altLang="zh-CN" b="1" dirty="0">
                <a:solidFill>
                  <a:srgbClr val="FF0000"/>
                </a:solidFill>
                <a:effectLst>
                  <a:outerShdw blurRad="38100" dist="38100" dir="2700000" algn="tl">
                    <a:srgbClr val="000000"/>
                  </a:outerShdw>
                </a:effectLst>
              </a:rPr>
              <a:t>√</a:t>
            </a:r>
            <a:r>
              <a:rPr lang="en-US" altLang="zh-CN" b="1" dirty="0">
                <a:effectLst>
                  <a:outerShdw blurRad="38100" dist="38100" dir="2700000" algn="tl">
                    <a:srgbClr val="FFFFFF"/>
                  </a:outerShdw>
                </a:effectLst>
              </a:rPr>
              <a:t>)</a:t>
            </a:r>
          </a:p>
        </p:txBody>
      </p:sp>
      <p:sp>
        <p:nvSpPr>
          <p:cNvPr id="1026095" name="Rectangle 47" descr="信纸"/>
          <p:cNvSpPr>
            <a:spLocks noChangeArrowheads="1"/>
          </p:cNvSpPr>
          <p:nvPr/>
        </p:nvSpPr>
        <p:spPr bwMode="auto">
          <a:xfrm>
            <a:off x="1731001" y="4463365"/>
            <a:ext cx="4176456" cy="523220"/>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r>
              <a:rPr lang="en-US" altLang="zh-CN" b="1">
                <a:effectLst>
                  <a:outerShdw blurRad="38100" dist="38100" dir="2700000" algn="tl">
                    <a:srgbClr val="FFFFFF"/>
                  </a:outerShdw>
                </a:effectLst>
              </a:rPr>
              <a:t>#define  M   M + 10   (</a:t>
            </a:r>
            <a:r>
              <a:rPr lang="en-US" altLang="en-US" sz="2800" b="1">
                <a:solidFill>
                  <a:srgbClr val="FF0000"/>
                </a:solidFill>
                <a:effectLst>
                  <a:outerShdw blurRad="38100" dist="38100" dir="2700000" algn="tl">
                    <a:srgbClr val="000000"/>
                  </a:outerShdw>
                </a:effectLst>
              </a:rPr>
              <a:t>×</a:t>
            </a:r>
            <a:r>
              <a:rPr lang="en-US" altLang="zh-CN" b="1">
                <a:effectLst>
                  <a:outerShdw blurRad="38100" dist="38100" dir="2700000" algn="tl">
                    <a:srgbClr val="FFFFFF"/>
                  </a:outerShdw>
                </a:effectLst>
              </a:rPr>
              <a:t>)</a:t>
            </a:r>
          </a:p>
        </p:txBody>
      </p:sp>
      <p:sp>
        <p:nvSpPr>
          <p:cNvPr id="1026097" name="Rectangle 49" descr="信纸"/>
          <p:cNvSpPr>
            <a:spLocks noChangeArrowheads="1"/>
          </p:cNvSpPr>
          <p:nvPr/>
        </p:nvSpPr>
        <p:spPr bwMode="auto">
          <a:xfrm>
            <a:off x="2112225" y="5021942"/>
            <a:ext cx="6912768" cy="104457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effectLst>
                  <a:outerShdw blurRad="38100" dist="38100" dir="2700000" algn="tl">
                    <a:srgbClr val="FFFFFF"/>
                  </a:outerShdw>
                </a:effectLst>
                <a:ea typeface="楷体_GB2312" pitchFamily="49" charset="-122"/>
              </a:rPr>
              <a:t>#define  XYZ  this is a test </a:t>
            </a:r>
          </a:p>
          <a:p>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("XYZ");</a:t>
            </a:r>
          </a:p>
          <a:p>
            <a:r>
              <a:rPr lang="zh-CN" altLang="en-US" sz="2000" b="1" dirty="0">
                <a:effectLst>
                  <a:outerShdw blurRad="38100" dist="38100" dir="2700000" algn="tl">
                    <a:srgbClr val="FFFFFF"/>
                  </a:outerShdw>
                </a:effectLst>
                <a:latin typeface="楷体" pitchFamily="49" charset="-122"/>
                <a:ea typeface="楷体" pitchFamily="49" charset="-122"/>
              </a:rPr>
              <a:t>输出</a:t>
            </a:r>
            <a:r>
              <a:rPr lang="zh-CN" altLang="en-US" sz="2000" b="1" dirty="0">
                <a:effectLst>
                  <a:outerShdw blurRad="38100" dist="38100" dir="2700000" algn="tl">
                    <a:srgbClr val="FFFFFF"/>
                  </a:outerShdw>
                </a:effectLst>
                <a:ea typeface="楷体_GB2312" pitchFamily="49" charset="-122"/>
              </a:rPr>
              <a:t>：</a:t>
            </a:r>
            <a:r>
              <a:rPr lang="en-US" altLang="zh-CN" sz="2000" b="1" dirty="0">
                <a:solidFill>
                  <a:srgbClr val="C01920"/>
                </a:solidFill>
                <a:ea typeface="楷体_GB2312" pitchFamily="49" charset="-122"/>
              </a:rPr>
              <a:t>XYZ</a:t>
            </a:r>
            <a:r>
              <a:rPr lang="zh-CN" altLang="en-US" sz="2000" b="1" dirty="0">
                <a:effectLst>
                  <a:outerShdw blurRad="38100" dist="38100" dir="2700000" algn="tl">
                    <a:srgbClr val="FFFFFF"/>
                  </a:outerShdw>
                </a:effectLst>
                <a:ea typeface="楷体_GB2312" pitchFamily="49" charset="-122"/>
              </a:rPr>
              <a:t>，</a:t>
            </a:r>
            <a:r>
              <a:rPr lang="zh-CN" altLang="en-US" sz="2000" b="1" dirty="0">
                <a:effectLst>
                  <a:outerShdw blurRad="38100" dist="38100" dir="2700000" algn="tl">
                    <a:srgbClr val="FFFFFF"/>
                  </a:outerShdw>
                </a:effectLst>
                <a:latin typeface="楷体" pitchFamily="49" charset="-122"/>
                <a:ea typeface="楷体" pitchFamily="49" charset="-122"/>
              </a:rPr>
              <a:t>而不是</a:t>
            </a:r>
            <a:r>
              <a:rPr lang="zh-CN" altLang="en-US" sz="2000" b="1" dirty="0">
                <a:effectLst>
                  <a:outerShdw blurRad="38100" dist="38100" dir="2700000" algn="tl">
                    <a:srgbClr val="FFFFFF"/>
                  </a:outerShdw>
                </a:effectLst>
                <a:ea typeface="楷体_GB2312" pitchFamily="49" charset="-122"/>
              </a:rPr>
              <a:t>：</a:t>
            </a:r>
            <a:r>
              <a:rPr lang="en-US" altLang="zh-CN" sz="2000" b="1" dirty="0">
                <a:effectLst>
                  <a:outerShdw blurRad="38100" dist="38100" dir="2700000" algn="tl">
                    <a:srgbClr val="FFFFFF"/>
                  </a:outerShdw>
                </a:effectLst>
                <a:ea typeface="楷体_GB2312" pitchFamily="49" charset="-122"/>
              </a:rPr>
              <a:t>this is a test</a:t>
            </a:r>
            <a:r>
              <a:rPr lang="zh-CN" altLang="en-US" sz="2000" b="1" dirty="0">
                <a:effectLst>
                  <a:outerShdw blurRad="38100" dist="38100" dir="2700000" algn="tl">
                    <a:srgbClr val="FFFFFF"/>
                  </a:outerShdw>
                </a:effectLst>
                <a:ea typeface="楷体_GB2312" pitchFamily="49" charset="-122"/>
              </a:rPr>
              <a:t>。</a:t>
            </a:r>
          </a:p>
        </p:txBody>
      </p:sp>
      <p:sp>
        <p:nvSpPr>
          <p:cNvPr id="27" name="Rectangle 4">
            <a:extLst>
              <a:ext uri="{FF2B5EF4-FFF2-40B4-BE49-F238E27FC236}">
                <a16:creationId xmlns:a16="http://schemas.microsoft.com/office/drawing/2014/main" id="{DB8B672F-183E-4D02-BC29-878212554E2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宏定义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6056"/>
                                        </p:tgtEl>
                                        <p:attrNameLst>
                                          <p:attrName>style.visibility</p:attrName>
                                        </p:attrNameLst>
                                      </p:cBhvr>
                                      <p:to>
                                        <p:strVal val="visible"/>
                                      </p:to>
                                    </p:set>
                                    <p:anim calcmode="lin" valueType="num">
                                      <p:cBhvr additive="base">
                                        <p:cTn id="7" dur="500" fill="hold"/>
                                        <p:tgtEl>
                                          <p:spTgt spid="1026056"/>
                                        </p:tgtEl>
                                        <p:attrNameLst>
                                          <p:attrName>ppt_x</p:attrName>
                                        </p:attrNameLst>
                                      </p:cBhvr>
                                      <p:tavLst>
                                        <p:tav tm="0">
                                          <p:val>
                                            <p:strVal val="0-#ppt_w/2"/>
                                          </p:val>
                                        </p:tav>
                                        <p:tav tm="100000">
                                          <p:val>
                                            <p:strVal val="#ppt_x"/>
                                          </p:val>
                                        </p:tav>
                                      </p:tavLst>
                                    </p:anim>
                                    <p:anim calcmode="lin" valueType="num">
                                      <p:cBhvr additive="base">
                                        <p:cTn id="8" dur="500" fill="hold"/>
                                        <p:tgtEl>
                                          <p:spTgt spid="10260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6074"/>
                                        </p:tgtEl>
                                        <p:attrNameLst>
                                          <p:attrName>style.visibility</p:attrName>
                                        </p:attrNameLst>
                                      </p:cBhvr>
                                      <p:to>
                                        <p:strVal val="visible"/>
                                      </p:to>
                                    </p:set>
                                    <p:anim calcmode="lin" valueType="num">
                                      <p:cBhvr additive="base">
                                        <p:cTn id="13" dur="500" fill="hold"/>
                                        <p:tgtEl>
                                          <p:spTgt spid="1026074"/>
                                        </p:tgtEl>
                                        <p:attrNameLst>
                                          <p:attrName>ppt_x</p:attrName>
                                        </p:attrNameLst>
                                      </p:cBhvr>
                                      <p:tavLst>
                                        <p:tav tm="0">
                                          <p:val>
                                            <p:strVal val="0-#ppt_w/2"/>
                                          </p:val>
                                        </p:tav>
                                        <p:tav tm="100000">
                                          <p:val>
                                            <p:strVal val="#ppt_x"/>
                                          </p:val>
                                        </p:tav>
                                      </p:tavLst>
                                    </p:anim>
                                    <p:anim calcmode="lin" valueType="num">
                                      <p:cBhvr additive="base">
                                        <p:cTn id="14" dur="500" fill="hold"/>
                                        <p:tgtEl>
                                          <p:spTgt spid="10260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26075"/>
                                        </p:tgtEl>
                                        <p:attrNameLst>
                                          <p:attrName>style.visibility</p:attrName>
                                        </p:attrNameLst>
                                      </p:cBhvr>
                                      <p:to>
                                        <p:strVal val="visible"/>
                                      </p:to>
                                    </p:set>
                                    <p:animEffect transition="in" filter="box(out)">
                                      <p:cBhvr>
                                        <p:cTn id="19" dur="500"/>
                                        <p:tgtEl>
                                          <p:spTgt spid="1026075"/>
                                        </p:tgtEl>
                                      </p:cBhvr>
                                    </p:animEffect>
                                  </p:childTnLst>
                                  <p:subTnLst>
                                    <p:set>
                                      <p:cBhvr override="childStyle">
                                        <p:cTn dur="1" fill="hold" display="0" masterRel="nextClick" afterEffect="1"/>
                                        <p:tgtEl>
                                          <p:spTgt spid="1026075"/>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26076"/>
                                        </p:tgtEl>
                                        <p:attrNameLst>
                                          <p:attrName>style.visibility</p:attrName>
                                        </p:attrNameLst>
                                      </p:cBhvr>
                                      <p:to>
                                        <p:strVal val="visible"/>
                                      </p:to>
                                    </p:set>
                                    <p:anim calcmode="lin" valueType="num">
                                      <p:cBhvr additive="base">
                                        <p:cTn id="24" dur="500" fill="hold"/>
                                        <p:tgtEl>
                                          <p:spTgt spid="1026076"/>
                                        </p:tgtEl>
                                        <p:attrNameLst>
                                          <p:attrName>ppt_x</p:attrName>
                                        </p:attrNameLst>
                                      </p:cBhvr>
                                      <p:tavLst>
                                        <p:tav tm="0">
                                          <p:val>
                                            <p:strVal val="0-#ppt_w/2"/>
                                          </p:val>
                                        </p:tav>
                                        <p:tav tm="100000">
                                          <p:val>
                                            <p:strVal val="#ppt_x"/>
                                          </p:val>
                                        </p:tav>
                                      </p:tavLst>
                                    </p:anim>
                                    <p:anim calcmode="lin" valueType="num">
                                      <p:cBhvr additive="base">
                                        <p:cTn id="25" dur="500" fill="hold"/>
                                        <p:tgtEl>
                                          <p:spTgt spid="102607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whoosh.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026077"/>
                                        </p:tgtEl>
                                        <p:attrNameLst>
                                          <p:attrName>style.visibility</p:attrName>
                                        </p:attrNameLst>
                                      </p:cBhvr>
                                      <p:to>
                                        <p:strVal val="visible"/>
                                      </p:to>
                                    </p:set>
                                    <p:anim calcmode="lin" valueType="num">
                                      <p:cBhvr additive="base">
                                        <p:cTn id="30" dur="500" fill="hold"/>
                                        <p:tgtEl>
                                          <p:spTgt spid="1026077"/>
                                        </p:tgtEl>
                                        <p:attrNameLst>
                                          <p:attrName>ppt_x</p:attrName>
                                        </p:attrNameLst>
                                      </p:cBhvr>
                                      <p:tavLst>
                                        <p:tav tm="0">
                                          <p:val>
                                            <p:strVal val="0-#ppt_w/2"/>
                                          </p:val>
                                        </p:tav>
                                        <p:tav tm="100000">
                                          <p:val>
                                            <p:strVal val="#ppt_x"/>
                                          </p:val>
                                        </p:tav>
                                      </p:tavLst>
                                    </p:anim>
                                    <p:anim calcmode="lin" valueType="num">
                                      <p:cBhvr additive="base">
                                        <p:cTn id="31" dur="500" fill="hold"/>
                                        <p:tgtEl>
                                          <p:spTgt spid="102607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4" name="whoosh.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026078"/>
                                        </p:tgtEl>
                                        <p:attrNameLst>
                                          <p:attrName>style.visibility</p:attrName>
                                        </p:attrNameLst>
                                      </p:cBhvr>
                                      <p:to>
                                        <p:strVal val="visible"/>
                                      </p:to>
                                    </p:set>
                                    <p:animEffect transition="in" filter="box(out)">
                                      <p:cBhvr>
                                        <p:cTn id="36" dur="500"/>
                                        <p:tgtEl>
                                          <p:spTgt spid="1026078"/>
                                        </p:tgtEl>
                                      </p:cBhvr>
                                    </p:animEffect>
                                  </p:childTnLst>
                                  <p:subTnLst>
                                    <p:set>
                                      <p:cBhvr override="childStyle">
                                        <p:cTn dur="1" fill="hold" display="0" masterRel="nextClick" afterEffect="1"/>
                                        <p:tgtEl>
                                          <p:spTgt spid="1026078"/>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026079"/>
                                        </p:tgtEl>
                                        <p:attrNameLst>
                                          <p:attrName>style.visibility</p:attrName>
                                        </p:attrNameLst>
                                      </p:cBhvr>
                                      <p:to>
                                        <p:strVal val="visible"/>
                                      </p:to>
                                    </p:set>
                                    <p:anim calcmode="lin" valueType="num">
                                      <p:cBhvr additive="base">
                                        <p:cTn id="41" dur="500" fill="hold"/>
                                        <p:tgtEl>
                                          <p:spTgt spid="1026079"/>
                                        </p:tgtEl>
                                        <p:attrNameLst>
                                          <p:attrName>ppt_x</p:attrName>
                                        </p:attrNameLst>
                                      </p:cBhvr>
                                      <p:tavLst>
                                        <p:tav tm="0">
                                          <p:val>
                                            <p:strVal val="0-#ppt_w/2"/>
                                          </p:val>
                                        </p:tav>
                                        <p:tav tm="100000">
                                          <p:val>
                                            <p:strVal val="#ppt_x"/>
                                          </p:val>
                                        </p:tav>
                                      </p:tavLst>
                                    </p:anim>
                                    <p:anim calcmode="lin" valueType="num">
                                      <p:cBhvr additive="base">
                                        <p:cTn id="42" dur="500" fill="hold"/>
                                        <p:tgtEl>
                                          <p:spTgt spid="10260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4" name="whoosh.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026080"/>
                                        </p:tgtEl>
                                        <p:attrNameLst>
                                          <p:attrName>style.visibility</p:attrName>
                                        </p:attrNameLst>
                                      </p:cBhvr>
                                      <p:to>
                                        <p:strVal val="visible"/>
                                      </p:to>
                                    </p:set>
                                    <p:anim calcmode="lin" valueType="num">
                                      <p:cBhvr additive="base">
                                        <p:cTn id="47" dur="500" fill="hold"/>
                                        <p:tgtEl>
                                          <p:spTgt spid="1026080"/>
                                        </p:tgtEl>
                                        <p:attrNameLst>
                                          <p:attrName>ppt_x</p:attrName>
                                        </p:attrNameLst>
                                      </p:cBhvr>
                                      <p:tavLst>
                                        <p:tav tm="0">
                                          <p:val>
                                            <p:strVal val="0-#ppt_w/2"/>
                                          </p:val>
                                        </p:tav>
                                        <p:tav tm="100000">
                                          <p:val>
                                            <p:strVal val="#ppt_x"/>
                                          </p:val>
                                        </p:tav>
                                      </p:tavLst>
                                    </p:anim>
                                    <p:anim calcmode="lin" valueType="num">
                                      <p:cBhvr additive="base">
                                        <p:cTn id="48" dur="500" fill="hold"/>
                                        <p:tgtEl>
                                          <p:spTgt spid="102608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4" name="whoosh.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026081"/>
                                        </p:tgtEl>
                                        <p:attrNameLst>
                                          <p:attrName>style.visibility</p:attrName>
                                        </p:attrNameLst>
                                      </p:cBhvr>
                                      <p:to>
                                        <p:strVal val="visible"/>
                                      </p:to>
                                    </p:set>
                                    <p:animEffect transition="in" filter="box(out)">
                                      <p:cBhvr>
                                        <p:cTn id="53" dur="500"/>
                                        <p:tgtEl>
                                          <p:spTgt spid="1026081"/>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1026092"/>
                                        </p:tgtEl>
                                        <p:attrNameLst>
                                          <p:attrName>style.visibility</p:attrName>
                                        </p:attrNameLst>
                                      </p:cBhvr>
                                      <p:to>
                                        <p:strVal val="visible"/>
                                      </p:to>
                                    </p:set>
                                    <p:animEffect transition="in" filter="box(out)">
                                      <p:cBhvr>
                                        <p:cTn id="58" dur="500"/>
                                        <p:tgtEl>
                                          <p:spTgt spid="1026092"/>
                                        </p:tgtEl>
                                      </p:cBhvr>
                                    </p:animEffect>
                                  </p:childTnLst>
                                  <p:subTnLst>
                                    <p:set>
                                      <p:cBhvr override="childStyle">
                                        <p:cTn dur="1" fill="hold" display="0" masterRel="nextClick" afterEffect="1"/>
                                        <p:tgtEl>
                                          <p:spTgt spid="1026092"/>
                                        </p:tgtEl>
                                        <p:attrNameLst>
                                          <p:attrName>style.visibility</p:attrName>
                                        </p:attrNameLst>
                                      </p:cBhvr>
                                      <p:to>
                                        <p:strVal val="hidden"/>
                                      </p:to>
                                    </p:se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1026093"/>
                                        </p:tgtEl>
                                        <p:attrNameLst>
                                          <p:attrName>style.visibility</p:attrName>
                                        </p:attrNameLst>
                                      </p:cBhvr>
                                      <p:to>
                                        <p:strVal val="visible"/>
                                      </p:to>
                                    </p:set>
                                    <p:anim calcmode="lin" valueType="num">
                                      <p:cBhvr additive="base">
                                        <p:cTn id="63" dur="500" fill="hold"/>
                                        <p:tgtEl>
                                          <p:spTgt spid="1026093"/>
                                        </p:tgtEl>
                                        <p:attrNameLst>
                                          <p:attrName>ppt_x</p:attrName>
                                        </p:attrNameLst>
                                      </p:cBhvr>
                                      <p:tavLst>
                                        <p:tav tm="0">
                                          <p:val>
                                            <p:strVal val="0-#ppt_w/2"/>
                                          </p:val>
                                        </p:tav>
                                        <p:tav tm="100000">
                                          <p:val>
                                            <p:strVal val="#ppt_x"/>
                                          </p:val>
                                        </p:tav>
                                      </p:tavLst>
                                    </p:anim>
                                    <p:anim calcmode="lin" valueType="num">
                                      <p:cBhvr additive="base">
                                        <p:cTn id="64" dur="500" fill="hold"/>
                                        <p:tgtEl>
                                          <p:spTgt spid="102609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4" name="whoosh.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026094"/>
                                        </p:tgtEl>
                                        <p:attrNameLst>
                                          <p:attrName>style.visibility</p:attrName>
                                        </p:attrNameLst>
                                      </p:cBhvr>
                                      <p:to>
                                        <p:strVal val="visible"/>
                                      </p:to>
                                    </p:set>
                                    <p:animEffect transition="in" filter="box(out)">
                                      <p:cBhvr>
                                        <p:cTn id="69" dur="500"/>
                                        <p:tgtEl>
                                          <p:spTgt spid="1026094"/>
                                        </p:tgtEl>
                                      </p:cBhvr>
                                    </p:animEffect>
                                  </p:childTnLst>
                                  <p:subTnLst>
                                    <p:set>
                                      <p:cBhvr override="childStyle">
                                        <p:cTn dur="1" fill="hold" display="0" masterRel="nextClick" afterEffect="1"/>
                                        <p:tgtEl>
                                          <p:spTgt spid="1026094"/>
                                        </p:tgtEl>
                                        <p:attrNameLst>
                                          <p:attrName>style.visibility</p:attrName>
                                        </p:attrNameLst>
                                      </p:cBhvr>
                                      <p:to>
                                        <p:strVal val="hidden"/>
                                      </p:to>
                                    </p:se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 fill="hold">
                                          <p:stCondLst>
                                            <p:cond delay="0"/>
                                          </p:stCondLst>
                                        </p:cTn>
                                        <p:tgtEl>
                                          <p:spTgt spid="1026095"/>
                                        </p:tgtEl>
                                        <p:attrNameLst>
                                          <p:attrName>style.visibility</p:attrName>
                                        </p:attrNameLst>
                                      </p:cBhvr>
                                      <p:to>
                                        <p:strVal val="visible"/>
                                      </p:to>
                                    </p:set>
                                    <p:animEffect transition="in" filter="box(out)">
                                      <p:cBhvr>
                                        <p:cTn id="74" dur="500"/>
                                        <p:tgtEl>
                                          <p:spTgt spid="1026095"/>
                                        </p:tgtEl>
                                      </p:cBhvr>
                                    </p:animEffect>
                                  </p:childTnLst>
                                  <p:subTnLst>
                                    <p:set>
                                      <p:cBhvr override="childStyle">
                                        <p:cTn dur="1" fill="hold" display="0" masterRel="nextClick" afterEffect="1"/>
                                        <p:tgtEl>
                                          <p:spTgt spid="1026095"/>
                                        </p:tgtEl>
                                        <p:attrNameLst>
                                          <p:attrName>style.visibility</p:attrName>
                                        </p:attrNameLst>
                                      </p:cBhvr>
                                      <p:to>
                                        <p:strVal val="hidden"/>
                                      </p:to>
                                    </p:se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026096"/>
                                        </p:tgtEl>
                                        <p:attrNameLst>
                                          <p:attrName>style.visibility</p:attrName>
                                        </p:attrNameLst>
                                      </p:cBhvr>
                                      <p:to>
                                        <p:strVal val="visible"/>
                                      </p:to>
                                    </p:set>
                                    <p:anim calcmode="lin" valueType="num">
                                      <p:cBhvr additive="base">
                                        <p:cTn id="79" dur="500" fill="hold"/>
                                        <p:tgtEl>
                                          <p:spTgt spid="1026096"/>
                                        </p:tgtEl>
                                        <p:attrNameLst>
                                          <p:attrName>ppt_x</p:attrName>
                                        </p:attrNameLst>
                                      </p:cBhvr>
                                      <p:tavLst>
                                        <p:tav tm="0">
                                          <p:val>
                                            <p:strVal val="0-#ppt_w/2"/>
                                          </p:val>
                                        </p:tav>
                                        <p:tav tm="100000">
                                          <p:val>
                                            <p:strVal val="#ppt_x"/>
                                          </p:val>
                                        </p:tav>
                                      </p:tavLst>
                                    </p:anim>
                                    <p:anim calcmode="lin" valueType="num">
                                      <p:cBhvr additive="base">
                                        <p:cTn id="80" dur="500" fill="hold"/>
                                        <p:tgtEl>
                                          <p:spTgt spid="102609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4" name="whoosh.wav"/>
                                        </p:tgtEl>
                                      </p:cMediaNode>
                                    </p:audio>
                                  </p:subTnLst>
                                </p:cTn>
                              </p:par>
                            </p:childTnLst>
                          </p:cTn>
                        </p:par>
                      </p:childTnLst>
                    </p:cTn>
                  </p:par>
                  <p:par>
                    <p:cTn id="81" fill="hold">
                      <p:stCondLst>
                        <p:cond delay="indefinite"/>
                      </p:stCondLst>
                      <p:childTnLst>
                        <p:par>
                          <p:cTn id="82" fill="hold">
                            <p:stCondLst>
                              <p:cond delay="0"/>
                            </p:stCondLst>
                            <p:childTnLst>
                              <p:par>
                                <p:cTn id="83" presetID="4" presetClass="entr" presetSubtype="32" fill="hold" grpId="0" nodeType="clickEffect">
                                  <p:stCondLst>
                                    <p:cond delay="0"/>
                                  </p:stCondLst>
                                  <p:childTnLst>
                                    <p:set>
                                      <p:cBhvr>
                                        <p:cTn id="84" dur="1" fill="hold">
                                          <p:stCondLst>
                                            <p:cond delay="0"/>
                                          </p:stCondLst>
                                        </p:cTn>
                                        <p:tgtEl>
                                          <p:spTgt spid="1026097"/>
                                        </p:tgtEl>
                                        <p:attrNameLst>
                                          <p:attrName>style.visibility</p:attrName>
                                        </p:attrNameLst>
                                      </p:cBhvr>
                                      <p:to>
                                        <p:strVal val="visible"/>
                                      </p:to>
                                    </p:set>
                                    <p:animEffect transition="in" filter="box(out)">
                                      <p:cBhvr>
                                        <p:cTn id="85" dur="500"/>
                                        <p:tgtEl>
                                          <p:spTgt spid="1026097"/>
                                        </p:tgtEl>
                                      </p:cBhvr>
                                    </p:animEffect>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078" grpId="0" animBg="1"/>
      <p:bldP spid="1026079" grpId="0"/>
      <p:bldP spid="1026076" grpId="0"/>
      <p:bldP spid="1026093" grpId="0"/>
      <p:bldP spid="1026096" grpId="0"/>
      <p:bldP spid="1026081" grpId="0" animBg="1"/>
      <p:bldP spid="1026056" grpId="0"/>
      <p:bldP spid="1026074" grpId="0"/>
      <p:bldP spid="1026075" grpId="0" animBg="1"/>
      <p:bldP spid="1026077" grpId="0"/>
      <p:bldP spid="1026080" grpId="0"/>
      <p:bldP spid="1026094" grpId="0" animBg="1"/>
      <p:bldP spid="1026095" grpId="0" animBg="1"/>
      <p:bldP spid="1026097"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134" name="Rectangle 38"/>
          <p:cNvSpPr>
            <a:spLocks noChangeArrowheads="1"/>
          </p:cNvSpPr>
          <p:nvPr/>
        </p:nvSpPr>
        <p:spPr bwMode="auto">
          <a:xfrm>
            <a:off x="1102332" y="3458283"/>
            <a:ext cx="10382545" cy="830997"/>
          </a:xfrm>
          <a:prstGeom prst="rect">
            <a:avLst/>
          </a:prstGeom>
          <a:noFill/>
          <a:ln w="9525">
            <a:noFill/>
            <a:miter lim="800000"/>
            <a:headEnd/>
            <a:tailEnd/>
          </a:ln>
          <a:effectLst/>
        </p:spPr>
        <p:txBody>
          <a:bodyPr wrap="square" anchor="ctr">
            <a:spAutoFit/>
          </a:bodyPr>
          <a:lstStyle/>
          <a:p>
            <a:pPr marL="342900" indent="-342900">
              <a:spcBef>
                <a:spcPts val="0"/>
              </a:spcBef>
              <a:buClr>
                <a:srgbClr val="C01920"/>
              </a:buClr>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在定义宏时，如果宏是一个表达式，那么一定要将这个表达式用（）括起来，否则可能会引起非预期的结果。</a:t>
            </a:r>
            <a:r>
              <a:rPr lang="zh-CN" altLang="en-US" dirty="0">
                <a:latin typeface="+mn-lt"/>
                <a:ea typeface="楷体" pitchFamily="49" charset="-122"/>
              </a:rPr>
              <a:t> </a:t>
            </a:r>
          </a:p>
        </p:txBody>
      </p:sp>
      <p:sp>
        <p:nvSpPr>
          <p:cNvPr id="1028129" name="Rectangle 33"/>
          <p:cNvSpPr>
            <a:spLocks noChangeArrowheads="1"/>
          </p:cNvSpPr>
          <p:nvPr/>
        </p:nvSpPr>
        <p:spPr bwMode="auto">
          <a:xfrm>
            <a:off x="1104969" y="3073127"/>
            <a:ext cx="3527425" cy="457200"/>
          </a:xfrm>
          <a:prstGeom prst="rect">
            <a:avLst/>
          </a:prstGeom>
          <a:noFill/>
          <a:ln w="9525">
            <a:noFill/>
            <a:miter lim="800000"/>
            <a:headEnd/>
            <a:tailEnd/>
          </a:ln>
          <a:effectLst/>
        </p:spPr>
        <p:txBody>
          <a:bodyPr anchor="ctr">
            <a:spAutoFit/>
          </a:bodyPr>
          <a:lstStyle/>
          <a:p>
            <a:pPr>
              <a:buClr>
                <a:srgbClr val="C01920"/>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宏可以被</a:t>
            </a:r>
            <a:r>
              <a:rPr lang="zh-CN" altLang="en-US" b="1" dirty="0">
                <a:solidFill>
                  <a:srgbClr val="CC0000"/>
                </a:solidFill>
                <a:effectLst>
                  <a:outerShdw blurRad="38100" dist="38100" dir="2700000" algn="tl">
                    <a:srgbClr val="000000"/>
                  </a:outerShdw>
                </a:effectLst>
                <a:latin typeface="+mn-lt"/>
                <a:ea typeface="楷体" pitchFamily="49" charset="-122"/>
              </a:rPr>
              <a:t>重复定义</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grpSp>
        <p:nvGrpSpPr>
          <p:cNvPr id="1028133" name="Group 37"/>
          <p:cNvGrpSpPr>
            <a:grpSpLocks/>
          </p:cNvGrpSpPr>
          <p:nvPr/>
        </p:nvGrpSpPr>
        <p:grpSpPr bwMode="auto">
          <a:xfrm>
            <a:off x="2588319" y="2874053"/>
            <a:ext cx="5832475" cy="3786188"/>
            <a:chOff x="975" y="1883"/>
            <a:chExt cx="3674" cy="2385"/>
          </a:xfrm>
          <a:effectLst>
            <a:outerShdw blurRad="50800" dist="106680" dir="2700000" algn="tl" rotWithShape="0">
              <a:prstClr val="black">
                <a:alpha val="43000"/>
              </a:prstClr>
            </a:outerShdw>
          </a:effectLst>
        </p:grpSpPr>
        <p:sp>
          <p:nvSpPr>
            <p:cNvPr id="1028130" name="Rectangle 34" descr="信纸"/>
            <p:cNvSpPr>
              <a:spLocks noChangeArrowheads="1"/>
            </p:cNvSpPr>
            <p:nvPr/>
          </p:nvSpPr>
          <p:spPr bwMode="auto">
            <a:xfrm>
              <a:off x="975" y="1883"/>
              <a:ext cx="3674" cy="2385"/>
            </a:xfrm>
            <a:prstGeom prst="rect">
              <a:avLst/>
            </a:prstGeom>
            <a:solidFill>
              <a:schemeClr val="bg1"/>
            </a:solidFill>
            <a:ln w="38100">
              <a:solidFill>
                <a:schemeClr val="accent1">
                  <a:lumMod val="50000"/>
                </a:schemeClr>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nchor="ctr">
              <a:spAutoFit/>
            </a:bodyPr>
            <a:lstStyle/>
            <a:p>
              <a:r>
                <a:rPr lang="en-US" altLang="zh-CN" sz="2000" b="1" dirty="0">
                  <a:solidFill>
                    <a:srgbClr val="002060"/>
                  </a:solidFill>
                  <a:effectLst>
                    <a:outerShdw blurRad="38100" dist="38100" dir="2700000" algn="tl">
                      <a:srgbClr val="000000"/>
                    </a:outerShdw>
                  </a:effectLst>
                  <a:latin typeface="+mn-lt"/>
                  <a:ea typeface="楷体" pitchFamily="49" charset="-122"/>
                </a:rPr>
                <a:t>#</a:t>
              </a:r>
              <a:r>
                <a:rPr lang="en-US" altLang="zh-CN" sz="2000" b="1" dirty="0">
                  <a:solidFill>
                    <a:srgbClr val="002060"/>
                  </a:solidFill>
                  <a:latin typeface="+mn-lt"/>
                  <a:ea typeface="楷体" pitchFamily="49" charset="-122"/>
                </a:rPr>
                <a:t>define  N   10     //</a:t>
              </a:r>
              <a:r>
                <a:rPr lang="zh-CN" altLang="en-US" sz="2000" b="1" dirty="0">
                  <a:solidFill>
                    <a:srgbClr val="002060"/>
                  </a:solidFill>
                  <a:latin typeface="+mn-lt"/>
                  <a:ea typeface="楷体" pitchFamily="49" charset="-122"/>
                </a:rPr>
                <a:t>第一次宏定义</a:t>
              </a:r>
            </a:p>
            <a:p>
              <a:r>
                <a:rPr lang="en-US" altLang="zh-CN" sz="2000" b="1" dirty="0">
                  <a:effectLst>
                    <a:outerShdw blurRad="38100" dist="38100" dir="2700000" algn="tl">
                      <a:srgbClr val="FFFFFF"/>
                    </a:outerShdw>
                  </a:effectLst>
                  <a:latin typeface="+mn-lt"/>
                  <a:ea typeface="楷体" pitchFamily="49" charset="-122"/>
                </a:rPr>
                <a:t>int f ( )</a:t>
              </a:r>
            </a:p>
            <a:p>
              <a:r>
                <a:rPr lang="en-US" altLang="zh-CN" sz="2000" b="1" dirty="0">
                  <a:effectLst>
                    <a:outerShdw blurRad="38100" dist="38100" dir="2700000" algn="tl">
                      <a:srgbClr val="FFFFFF"/>
                    </a:outerShdw>
                  </a:effectLst>
                  <a:latin typeface="+mn-lt"/>
                  <a:ea typeface="楷体" pitchFamily="49" charset="-122"/>
                </a:rPr>
                <a:t>{                                                             </a:t>
              </a:r>
              <a:r>
                <a:rPr lang="en-US" altLang="zh-CN" sz="2000" b="1" dirty="0">
                  <a:solidFill>
                    <a:srgbClr val="002060"/>
                  </a:solidFill>
                  <a:latin typeface="+mn-lt"/>
                  <a:ea typeface="楷体" pitchFamily="49" charset="-122"/>
                </a:rPr>
                <a:t>N</a:t>
              </a:r>
              <a:r>
                <a:rPr lang="zh-CN" altLang="en-US" sz="2000" b="1" dirty="0">
                  <a:solidFill>
                    <a:srgbClr val="002060"/>
                  </a:solidFill>
                  <a:latin typeface="+mn-lt"/>
                  <a:ea typeface="楷体" pitchFamily="49" charset="-122"/>
                </a:rPr>
                <a:t>的内容是</a:t>
              </a:r>
              <a:r>
                <a:rPr lang="en-US" altLang="zh-CN" sz="2000" b="1" dirty="0">
                  <a:solidFill>
                    <a:srgbClr val="002060"/>
                  </a:solidFill>
                  <a:latin typeface="+mn-lt"/>
                  <a:ea typeface="楷体" pitchFamily="49" charset="-122"/>
                </a:rPr>
                <a:t>10</a:t>
              </a:r>
            </a:p>
            <a:p>
              <a:r>
                <a:rPr lang="en-US" altLang="zh-CN" sz="2000" b="1" dirty="0">
                  <a:effectLst>
                    <a:outerShdw blurRad="38100" dist="38100" dir="2700000" algn="tl">
                      <a:srgbClr val="FFFFFF"/>
                    </a:outerShdw>
                  </a:effectLst>
                  <a:latin typeface="+mn-lt"/>
                  <a:ea typeface="楷体" pitchFamily="49" charset="-122"/>
                </a:rPr>
                <a:t>  return (N * N);</a:t>
              </a:r>
            </a:p>
            <a:p>
              <a:r>
                <a:rPr lang="en-US" altLang="zh-CN" sz="2000" b="1" dirty="0">
                  <a:effectLst>
                    <a:outerShdw blurRad="38100" dist="38100" dir="2700000" algn="tl">
                      <a:srgbClr val="FFFFFF"/>
                    </a:outerShdw>
                  </a:effectLst>
                  <a:latin typeface="+mn-lt"/>
                  <a:ea typeface="楷体" pitchFamily="49" charset="-122"/>
                </a:rPr>
                <a:t>}</a:t>
              </a:r>
            </a:p>
            <a:p>
              <a:endParaRPr lang="en-US" altLang="zh-CN" sz="2000" b="1" dirty="0">
                <a:effectLst>
                  <a:outerShdw blurRad="38100" dist="38100" dir="2700000" algn="tl">
                    <a:srgbClr val="FFFFFF"/>
                  </a:outerShdw>
                </a:effectLst>
                <a:latin typeface="+mn-lt"/>
                <a:ea typeface="楷体" pitchFamily="49" charset="-122"/>
              </a:endParaRPr>
            </a:p>
            <a:p>
              <a:r>
                <a:rPr lang="en-US" altLang="zh-CN" sz="2000" b="1" dirty="0">
                  <a:solidFill>
                    <a:srgbClr val="C01920"/>
                  </a:solidFill>
                  <a:latin typeface="+mn-lt"/>
                  <a:ea typeface="楷体" pitchFamily="49" charset="-122"/>
                </a:rPr>
                <a:t>#define  N   20    //</a:t>
              </a:r>
              <a:r>
                <a:rPr lang="zh-CN" altLang="en-US" sz="2000" b="1" dirty="0">
                  <a:solidFill>
                    <a:srgbClr val="C01920"/>
                  </a:solidFill>
                  <a:latin typeface="+mn-lt"/>
                  <a:ea typeface="楷体" pitchFamily="49" charset="-122"/>
                </a:rPr>
                <a:t>第二次宏定义</a:t>
              </a:r>
            </a:p>
            <a:p>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 main ( )</a:t>
              </a:r>
            </a:p>
            <a:p>
              <a:r>
                <a:rPr lang="en-US" altLang="zh-CN" sz="2000" b="1" dirty="0">
                  <a:effectLst>
                    <a:outerShdw blurRad="38100" dist="38100" dir="2700000" algn="tl">
                      <a:srgbClr val="FFFFFF"/>
                    </a:outerShdw>
                  </a:effectLst>
                  <a:latin typeface="+mn-lt"/>
                  <a:ea typeface="楷体" pitchFamily="49" charset="-122"/>
                </a:rPr>
                <a:t>{                                                            </a:t>
              </a:r>
              <a:r>
                <a:rPr lang="en-US" altLang="zh-CN" sz="2000" b="1" dirty="0">
                  <a:solidFill>
                    <a:srgbClr val="C01920"/>
                  </a:solidFill>
                  <a:latin typeface="+mn-lt"/>
                  <a:ea typeface="楷体" pitchFamily="49" charset="-122"/>
                </a:rPr>
                <a:t>N</a:t>
              </a:r>
              <a:r>
                <a:rPr lang="zh-CN" altLang="en-US" sz="2000" b="1" dirty="0">
                  <a:solidFill>
                    <a:srgbClr val="C01920"/>
                  </a:solidFill>
                  <a:latin typeface="+mn-lt"/>
                  <a:ea typeface="楷体" pitchFamily="49" charset="-122"/>
                </a:rPr>
                <a:t>的内容是</a:t>
              </a:r>
              <a:r>
                <a:rPr lang="en-US" altLang="zh-CN" sz="2000" b="1" dirty="0">
                  <a:solidFill>
                    <a:srgbClr val="C01920"/>
                  </a:solidFill>
                  <a:latin typeface="+mn-lt"/>
                  <a:ea typeface="楷体" pitchFamily="49" charset="-122"/>
                </a:rPr>
                <a:t>20</a:t>
              </a:r>
            </a:p>
            <a:p>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printf</a:t>
              </a:r>
              <a:r>
                <a:rPr lang="en-US" altLang="zh-CN" sz="2000" b="1" dirty="0">
                  <a:effectLst>
                    <a:outerShdw blurRad="38100" dist="38100" dir="2700000" algn="tl">
                      <a:srgbClr val="FFFFFF"/>
                    </a:outerShdw>
                  </a:effectLst>
                  <a:latin typeface="+mn-lt"/>
                  <a:ea typeface="楷体" pitchFamily="49" charset="-122"/>
                </a:rPr>
                <a:t> ("%d\n", N + f ( ));</a:t>
              </a:r>
            </a:p>
            <a:p>
              <a:r>
                <a:rPr lang="en-US" altLang="zh-CN" sz="2000" b="1" dirty="0">
                  <a:effectLst>
                    <a:outerShdw blurRad="38100" dist="38100" dir="2700000" algn="tl">
                      <a:srgbClr val="FFFFFF"/>
                    </a:outerShdw>
                  </a:effectLst>
                  <a:latin typeface="+mn-lt"/>
                  <a:ea typeface="楷体" pitchFamily="49" charset="-122"/>
                </a:rPr>
                <a:t>  return 0;</a:t>
              </a:r>
            </a:p>
            <a:p>
              <a:r>
                <a:rPr lang="en-US" altLang="zh-CN" sz="2000" b="1" dirty="0">
                  <a:effectLst>
                    <a:outerShdw blurRad="38100" dist="38100" dir="2700000" algn="tl">
                      <a:srgbClr val="FFFFFF"/>
                    </a:outerShdw>
                  </a:effectLst>
                  <a:latin typeface="+mn-lt"/>
                  <a:ea typeface="楷体" pitchFamily="49" charset="-122"/>
                </a:rPr>
                <a:t>}</a:t>
              </a:r>
            </a:p>
          </p:txBody>
        </p:sp>
        <p:sp>
          <p:nvSpPr>
            <p:cNvPr id="1028131" name="AutoShape 35"/>
            <p:cNvSpPr>
              <a:spLocks/>
            </p:cNvSpPr>
            <p:nvPr/>
          </p:nvSpPr>
          <p:spPr bwMode="auto">
            <a:xfrm>
              <a:off x="3306" y="1997"/>
              <a:ext cx="136" cy="771"/>
            </a:xfrm>
            <a:prstGeom prst="rightBrace">
              <a:avLst>
                <a:gd name="adj1" fmla="val 47243"/>
                <a:gd name="adj2" fmla="val 50000"/>
              </a:avLst>
            </a:prstGeom>
            <a:noFill/>
            <a:ln w="28575">
              <a:solidFill>
                <a:srgbClr val="002060"/>
              </a:solidFill>
              <a:round/>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sp>
          <p:nvSpPr>
            <p:cNvPr id="1028132" name="AutoShape 36"/>
            <p:cNvSpPr>
              <a:spLocks/>
            </p:cNvSpPr>
            <p:nvPr/>
          </p:nvSpPr>
          <p:spPr bwMode="auto">
            <a:xfrm>
              <a:off x="3288" y="3158"/>
              <a:ext cx="136" cy="856"/>
            </a:xfrm>
            <a:prstGeom prst="rightBrace">
              <a:avLst>
                <a:gd name="adj1" fmla="val 47243"/>
                <a:gd name="adj2" fmla="val 50000"/>
              </a:avLst>
            </a:prstGeom>
            <a:noFill/>
            <a:ln w="28575">
              <a:solidFill>
                <a:srgbClr val="C01920"/>
              </a:solidFill>
              <a:round/>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grpSp>
      <p:sp>
        <p:nvSpPr>
          <p:cNvPr id="1028102" name="Rectangle 6"/>
          <p:cNvSpPr>
            <a:spLocks noChangeArrowheads="1"/>
          </p:cNvSpPr>
          <p:nvPr/>
        </p:nvSpPr>
        <p:spPr bwMode="auto">
          <a:xfrm>
            <a:off x="1103834" y="1500674"/>
            <a:ext cx="10176742" cy="461665"/>
          </a:xfrm>
          <a:prstGeom prst="rect">
            <a:avLst/>
          </a:prstGeom>
          <a:noFill/>
          <a:ln w="9525">
            <a:noFill/>
            <a:miter lim="800000"/>
            <a:headEnd/>
            <a:tailEnd/>
          </a:ln>
          <a:effectLst/>
        </p:spPr>
        <p:txBody>
          <a:bodyPr wrap="square" anchor="ctr">
            <a:spAutoFit/>
          </a:bodyPr>
          <a:lstStyle/>
          <a:p>
            <a:pPr>
              <a:buClr>
                <a:srgbClr val="C01920"/>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宏定义一般以</a:t>
            </a:r>
            <a:r>
              <a:rPr lang="zh-CN" altLang="en-US" b="1" dirty="0">
                <a:solidFill>
                  <a:srgbClr val="C01920"/>
                </a:solidFill>
                <a:latin typeface="+mn-lt"/>
                <a:ea typeface="楷体" pitchFamily="49" charset="-122"/>
              </a:rPr>
              <a:t>换行结束</a:t>
            </a:r>
            <a:r>
              <a:rPr lang="zh-CN" altLang="en-US" b="1" dirty="0">
                <a:effectLst>
                  <a:outerShdw blurRad="38100" dist="38100" dir="2700000" algn="tl">
                    <a:srgbClr val="FFFFFF"/>
                  </a:outerShdw>
                </a:effectLst>
                <a:latin typeface="+mn-lt"/>
                <a:ea typeface="楷体" pitchFamily="49" charset="-122"/>
              </a:rPr>
              <a:t>，不要用分号结束，以免引起不必要的错误。 </a:t>
            </a:r>
          </a:p>
        </p:txBody>
      </p:sp>
      <p:sp>
        <p:nvSpPr>
          <p:cNvPr id="1028123" name="Rectangle 27" descr="信纸"/>
          <p:cNvSpPr>
            <a:spLocks noChangeArrowheads="1"/>
          </p:cNvSpPr>
          <p:nvPr/>
        </p:nvSpPr>
        <p:spPr bwMode="auto">
          <a:xfrm>
            <a:off x="2423591" y="2039899"/>
            <a:ext cx="3101175" cy="86042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effectLst>
                  <a:outerShdw blurRad="38100" dist="38100" dir="2700000" algn="tl">
                    <a:srgbClr val="FFFFFF"/>
                  </a:outerShdw>
                </a:effectLst>
              </a:rPr>
              <a:t>#define  PI  </a:t>
            </a:r>
            <a:r>
              <a:rPr lang="en-US" altLang="zh-CN" b="1" dirty="0">
                <a:solidFill>
                  <a:srgbClr val="C01920"/>
                </a:solidFill>
              </a:rPr>
              <a:t>3.14;</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a = PI * 2 * 2;</a:t>
            </a:r>
            <a:r>
              <a:rPr lang="en-US" altLang="zh-CN" dirty="0">
                <a:effectLst>
                  <a:outerShdw blurRad="38100" dist="38100" dir="2700000" algn="tl">
                    <a:srgbClr val="FFFFFF"/>
                  </a:outerShdw>
                </a:effectLst>
              </a:rPr>
              <a:t> </a:t>
            </a:r>
          </a:p>
        </p:txBody>
      </p:sp>
      <p:grpSp>
        <p:nvGrpSpPr>
          <p:cNvPr id="1028124" name="Group 28"/>
          <p:cNvGrpSpPr>
            <a:grpSpLocks/>
          </p:cNvGrpSpPr>
          <p:nvPr/>
        </p:nvGrpSpPr>
        <p:grpSpPr bwMode="auto">
          <a:xfrm>
            <a:off x="5640654" y="2235160"/>
            <a:ext cx="1295400" cy="890588"/>
            <a:chOff x="2608" y="3249"/>
            <a:chExt cx="816" cy="561"/>
          </a:xfrm>
        </p:grpSpPr>
        <p:sp>
          <p:nvSpPr>
            <p:cNvPr id="1028125" name="AutoShape 29"/>
            <p:cNvSpPr>
              <a:spLocks noChangeArrowheads="1"/>
            </p:cNvSpPr>
            <p:nvPr/>
          </p:nvSpPr>
          <p:spPr bwMode="auto">
            <a:xfrm>
              <a:off x="2608" y="3249"/>
              <a:ext cx="816" cy="13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EDFC4"/>
                </a:gs>
                <a:gs pos="100000">
                  <a:schemeClr val="bg1"/>
                </a:gs>
              </a:gsLst>
              <a:lin ang="5400000" scaled="1"/>
            </a:gradFill>
            <a:ln w="19050">
              <a:solidFill>
                <a:srgbClr val="C01920"/>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28126" name="Text Box 30"/>
            <p:cNvSpPr txBox="1">
              <a:spLocks noChangeArrowheads="1"/>
            </p:cNvSpPr>
            <p:nvPr/>
          </p:nvSpPr>
          <p:spPr bwMode="auto">
            <a:xfrm>
              <a:off x="2717" y="3368"/>
              <a:ext cx="635" cy="442"/>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01920"/>
                  </a:solidFill>
                  <a:latin typeface="+mn-lt"/>
                  <a:ea typeface="楷体" pitchFamily="49" charset="-122"/>
                </a:rPr>
                <a:t>预编译处理后</a:t>
              </a:r>
            </a:p>
          </p:txBody>
        </p:sp>
      </p:grpSp>
      <p:sp>
        <p:nvSpPr>
          <p:cNvPr id="1028127" name="Rectangle 31" descr="信纸"/>
          <p:cNvSpPr>
            <a:spLocks noChangeArrowheads="1"/>
          </p:cNvSpPr>
          <p:nvPr/>
        </p:nvSpPr>
        <p:spPr bwMode="auto">
          <a:xfrm>
            <a:off x="7051941" y="2147203"/>
            <a:ext cx="2736850" cy="461665"/>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b="1" dirty="0">
                <a:effectLst>
                  <a:outerShdw blurRad="38100" dist="38100" dir="2700000" algn="tl">
                    <a:srgbClr val="FFFFFF"/>
                  </a:outerShdw>
                </a:effectLst>
              </a:rPr>
              <a:t>a = </a:t>
            </a:r>
            <a:r>
              <a:rPr lang="en-US" altLang="zh-CN" b="1" dirty="0">
                <a:solidFill>
                  <a:srgbClr val="C01920"/>
                </a:solidFill>
              </a:rPr>
              <a:t>3.14; </a:t>
            </a:r>
            <a:r>
              <a:rPr lang="en-US" altLang="zh-CN" b="1" dirty="0">
                <a:effectLst>
                  <a:outerShdw blurRad="38100" dist="38100" dir="2700000" algn="tl">
                    <a:srgbClr val="FFFFFF"/>
                  </a:outerShdw>
                </a:effectLst>
              </a:rPr>
              <a:t>* 2 * 2;</a:t>
            </a:r>
            <a:r>
              <a:rPr lang="en-US" altLang="zh-CN" dirty="0">
                <a:effectLst>
                  <a:outerShdw blurRad="38100" dist="38100" dir="2700000" algn="tl">
                    <a:srgbClr val="FFFFFF"/>
                  </a:outerShdw>
                </a:effectLst>
              </a:rPr>
              <a:t> </a:t>
            </a:r>
          </a:p>
        </p:txBody>
      </p:sp>
      <p:sp>
        <p:nvSpPr>
          <p:cNvPr id="1028128" name="AutoShape 32"/>
          <p:cNvSpPr>
            <a:spLocks noChangeArrowheads="1"/>
          </p:cNvSpPr>
          <p:nvPr/>
        </p:nvSpPr>
        <p:spPr bwMode="auto">
          <a:xfrm>
            <a:off x="8348929" y="2451061"/>
            <a:ext cx="1657350" cy="792163"/>
          </a:xfrm>
          <a:prstGeom prst="irregularSeal1">
            <a:avLst/>
          </a:prstGeom>
          <a:gradFill rotWithShape="1">
            <a:gsLst>
              <a:gs pos="0">
                <a:srgbClr val="CCCCCC"/>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p:spPr>
        <p:txBody>
          <a:bodyPr wrap="none" anchor="ctr"/>
          <a:lstStyle/>
          <a:p>
            <a:pPr algn="ctr"/>
            <a:r>
              <a:rPr lang="zh-CN" altLang="en-US" sz="2000" b="1" dirty="0">
                <a:solidFill>
                  <a:srgbClr val="C01920"/>
                </a:solidFill>
                <a:latin typeface="+mn-lt"/>
                <a:ea typeface="楷体" pitchFamily="49" charset="-122"/>
              </a:rPr>
              <a:t>错误！</a:t>
            </a:r>
          </a:p>
        </p:txBody>
      </p:sp>
      <p:sp>
        <p:nvSpPr>
          <p:cNvPr id="1028135" name="Rectangle 39" descr="信纸"/>
          <p:cNvSpPr>
            <a:spLocks noChangeArrowheads="1"/>
          </p:cNvSpPr>
          <p:nvPr/>
        </p:nvSpPr>
        <p:spPr bwMode="auto">
          <a:xfrm>
            <a:off x="1747293" y="3153755"/>
            <a:ext cx="4348707" cy="3477875"/>
          </a:xfrm>
          <a:prstGeom prst="rect">
            <a:avLst/>
          </a:prstGeom>
          <a:gradFill>
            <a:gsLst>
              <a:gs pos="0">
                <a:srgbClr val="CCCCCC"/>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effectLst>
                  <a:outerShdw blurRad="38100" dist="38100" dir="2700000" algn="tl">
                    <a:srgbClr val="FFFFFF"/>
                  </a:outerShdw>
                </a:effectLst>
              </a:rPr>
              <a:t>#define  NUM1   10</a:t>
            </a:r>
          </a:p>
          <a:p>
            <a:r>
              <a:rPr lang="en-US" altLang="zh-CN" sz="2000" b="1" dirty="0">
                <a:effectLst>
                  <a:outerShdw blurRad="38100" dist="38100" dir="2700000" algn="tl">
                    <a:srgbClr val="FFFFFF"/>
                  </a:outerShdw>
                </a:effectLst>
              </a:rPr>
              <a:t>#define  NUM2   20</a:t>
            </a:r>
          </a:p>
          <a:p>
            <a:r>
              <a:rPr lang="en-US" altLang="zh-CN" sz="2000" b="1" dirty="0">
                <a:effectLst>
                  <a:outerShdw blurRad="38100" dist="38100" dir="2700000" algn="tl">
                    <a:srgbClr val="FFFFFF"/>
                  </a:outerShdw>
                </a:effectLst>
              </a:rPr>
              <a:t>#define  NUM    NUM1 + NUM2  </a:t>
            </a:r>
          </a:p>
          <a:p>
            <a:r>
              <a:rPr lang="en-US" altLang="zh-CN" sz="2000" b="1" dirty="0" err="1">
                <a:solidFill>
                  <a:srgbClr val="CC0000"/>
                </a:solidFill>
                <a:effectLst>
                  <a:outerShdw blurRad="38100" dist="38100" dir="2700000" algn="tl">
                    <a:srgbClr val="000000"/>
                  </a:outerShdw>
                </a:effectLst>
              </a:rPr>
              <a:t>int</a:t>
            </a:r>
            <a:r>
              <a:rPr lang="en-US" altLang="zh-CN" sz="2000" b="1" dirty="0">
                <a:solidFill>
                  <a:srgbClr val="CC0000"/>
                </a:solidFill>
                <a:effectLst>
                  <a:outerShdw blurRad="38100" dist="38100" dir="2700000" algn="tl">
                    <a:srgbClr val="000000"/>
                  </a:outerShdw>
                </a:effectLst>
              </a:rPr>
              <a:t> main (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2, b = 3; </a:t>
            </a:r>
          </a:p>
          <a:p>
            <a:r>
              <a:rPr lang="en-US" altLang="zh-CN" sz="2000" b="1" dirty="0">
                <a:effectLst>
                  <a:outerShdw blurRad="38100" dist="38100" dir="2700000" algn="tl">
                    <a:srgbClr val="FFFFFF"/>
                  </a:outerShdw>
                </a:effectLst>
              </a:rPr>
              <a:t>   a *= </a:t>
            </a:r>
            <a:r>
              <a:rPr lang="en-US" altLang="zh-CN" sz="2000" b="1" dirty="0">
                <a:solidFill>
                  <a:schemeClr val="accent2"/>
                </a:solidFill>
                <a:effectLst>
                  <a:outerShdw blurRad="38100" dist="38100" dir="2700000" algn="tl">
                    <a:srgbClr val="000000"/>
                  </a:outerShdw>
                </a:effectLst>
              </a:rPr>
              <a:t>NUM</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b = b * </a:t>
            </a:r>
            <a:r>
              <a:rPr lang="en-US" altLang="zh-CN" sz="2000" b="1" dirty="0">
                <a:solidFill>
                  <a:schemeClr val="accent2"/>
                </a:solidFill>
                <a:effectLst>
                  <a:outerShdw blurRad="38100" dist="38100" dir="2700000" algn="tl">
                    <a:srgbClr val="000000"/>
                  </a:outerShdw>
                </a:effectLst>
              </a:rPr>
              <a:t>NUM</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 = %d, b = %d\n", a, b);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sp>
        <p:nvSpPr>
          <p:cNvPr id="1028136" name="Rectangle 40" descr="信纸"/>
          <p:cNvSpPr>
            <a:spLocks noChangeArrowheads="1"/>
          </p:cNvSpPr>
          <p:nvPr/>
        </p:nvSpPr>
        <p:spPr bwMode="auto">
          <a:xfrm>
            <a:off x="6891876" y="3652961"/>
            <a:ext cx="4392488" cy="2554545"/>
          </a:xfrm>
          <a:prstGeom prst="rect">
            <a:avLst/>
          </a:prstGeom>
          <a:gradFill>
            <a:gsLst>
              <a:gs pos="0">
                <a:srgbClr val="CCCCCC"/>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err="1">
                <a:solidFill>
                  <a:srgbClr val="CC0000"/>
                </a:solidFill>
                <a:effectLst>
                  <a:outerShdw blurRad="38100" dist="38100" dir="2700000" algn="tl">
                    <a:srgbClr val="000000"/>
                  </a:outerShdw>
                </a:effectLst>
              </a:rPr>
              <a:t>int</a:t>
            </a:r>
            <a:r>
              <a:rPr lang="en-US" altLang="zh-CN" sz="2000" b="1" dirty="0">
                <a:solidFill>
                  <a:srgbClr val="CC0000"/>
                </a:solidFill>
                <a:effectLst>
                  <a:outerShdw blurRad="38100" dist="38100" dir="2700000" algn="tl">
                    <a:srgbClr val="000000"/>
                  </a:outerShdw>
                </a:effectLst>
              </a:rPr>
              <a:t> main (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2, b = 3; </a:t>
            </a:r>
          </a:p>
          <a:p>
            <a:r>
              <a:rPr lang="en-US" altLang="zh-CN" sz="2000" b="1" dirty="0">
                <a:effectLst>
                  <a:outerShdw blurRad="38100" dist="38100" dir="2700000" algn="tl">
                    <a:srgbClr val="FFFFFF"/>
                  </a:outerShdw>
                </a:effectLst>
              </a:rPr>
              <a:t>   a *= </a:t>
            </a:r>
            <a:r>
              <a:rPr lang="en-US" altLang="zh-CN" sz="2000" b="1" dirty="0">
                <a:solidFill>
                  <a:schemeClr val="accent2"/>
                </a:solidFill>
                <a:effectLst>
                  <a:outerShdw blurRad="38100" dist="38100" dir="2700000" algn="tl">
                    <a:srgbClr val="000000"/>
                  </a:outerShdw>
                </a:effectLst>
              </a:rPr>
              <a:t>10 + 20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b = b * </a:t>
            </a:r>
            <a:r>
              <a:rPr lang="en-US" altLang="zh-CN" sz="2000" b="1" dirty="0">
                <a:solidFill>
                  <a:schemeClr val="accent2"/>
                </a:solidFill>
                <a:effectLst>
                  <a:outerShdw blurRad="38100" dist="38100" dir="2700000" algn="tl">
                    <a:srgbClr val="000000"/>
                  </a:outerShdw>
                </a:effectLst>
              </a:rPr>
              <a:t>10 + 20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 = %d, b = %d\n", a, b);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grpSp>
        <p:nvGrpSpPr>
          <p:cNvPr id="1028139" name="Group 43"/>
          <p:cNvGrpSpPr>
            <a:grpSpLocks/>
          </p:cNvGrpSpPr>
          <p:nvPr/>
        </p:nvGrpSpPr>
        <p:grpSpPr bwMode="auto">
          <a:xfrm rot="1174757">
            <a:off x="6145235" y="5549249"/>
            <a:ext cx="1728788" cy="1439863"/>
            <a:chOff x="3152" y="3430"/>
            <a:chExt cx="1089" cy="907"/>
          </a:xfrm>
        </p:grpSpPr>
        <p:sp>
          <p:nvSpPr>
            <p:cNvPr id="1028137" name="AutoShape 41"/>
            <p:cNvSpPr>
              <a:spLocks noChangeArrowheads="1"/>
            </p:cNvSpPr>
            <p:nvPr/>
          </p:nvSpPr>
          <p:spPr bwMode="auto">
            <a:xfrm rot="-3135031">
              <a:off x="2880" y="3702"/>
              <a:ext cx="907" cy="363"/>
            </a:xfrm>
            <a:prstGeom prst="curvedUpArrow">
              <a:avLst>
                <a:gd name="adj1" fmla="val 35305"/>
                <a:gd name="adj2" fmla="val 85277"/>
                <a:gd name="adj3" fmla="val 33333"/>
              </a:avLst>
            </a:prstGeom>
            <a:gradFill rotWithShape="1">
              <a:gsLst>
                <a:gs pos="0">
                  <a:srgbClr val="0070C0"/>
                </a:gs>
                <a:gs pos="100000">
                  <a:srgbClr val="002060">
                    <a:alpha val="50000"/>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28138" name="Rectangle 42"/>
            <p:cNvSpPr>
              <a:spLocks noChangeArrowheads="1"/>
            </p:cNvSpPr>
            <p:nvPr/>
          </p:nvSpPr>
          <p:spPr bwMode="auto">
            <a:xfrm>
              <a:off x="3515" y="3748"/>
              <a:ext cx="726" cy="442"/>
            </a:xfrm>
            <a:prstGeom prst="rect">
              <a:avLst/>
            </a:prstGeom>
            <a:noFill/>
            <a:ln w="9525">
              <a:noFill/>
              <a:miter lim="800000"/>
              <a:headEnd/>
              <a:tailEnd/>
            </a:ln>
            <a:effectLst/>
          </p:spPr>
          <p:txBody>
            <a:bodyPr>
              <a:spAutoFit/>
            </a:bodyPr>
            <a:lstStyle/>
            <a:p>
              <a:r>
                <a:rPr lang="zh-CN" altLang="en-US" sz="2000" b="1" dirty="0">
                  <a:solidFill>
                    <a:srgbClr val="C01920"/>
                  </a:solidFill>
                  <a:latin typeface="+mn-lt"/>
                  <a:ea typeface="楷体" pitchFamily="49" charset="-122"/>
                </a:rPr>
                <a:t>预编译处理后</a:t>
              </a:r>
            </a:p>
          </p:txBody>
        </p:sp>
      </p:grpSp>
      <p:sp>
        <p:nvSpPr>
          <p:cNvPr id="1028140" name="Rectangle 44"/>
          <p:cNvSpPr>
            <a:spLocks noChangeArrowheads="1"/>
          </p:cNvSpPr>
          <p:nvPr/>
        </p:nvSpPr>
        <p:spPr bwMode="auto">
          <a:xfrm>
            <a:off x="9355430" y="5249864"/>
            <a:ext cx="1709122" cy="707886"/>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C01920"/>
                </a:solidFill>
                <a:latin typeface="隶书" pitchFamily="49" charset="-122"/>
                <a:ea typeface="隶书" pitchFamily="49" charset="-122"/>
              </a:rPr>
              <a:t>输出结果：</a:t>
            </a:r>
          </a:p>
          <a:p>
            <a:r>
              <a:rPr lang="en-US" altLang="zh-CN" sz="2000" b="1" dirty="0">
                <a:solidFill>
                  <a:schemeClr val="accent2"/>
                </a:solidFill>
                <a:effectLst>
                  <a:outerShdw blurRad="38100" dist="38100" dir="2700000" algn="tl">
                    <a:srgbClr val="C0C0C0"/>
                  </a:outerShdw>
                </a:effectLst>
                <a:ea typeface="楷体_GB2312" pitchFamily="49" charset="-122"/>
              </a:rPr>
              <a:t>a = 60, b = 50</a:t>
            </a:r>
            <a:r>
              <a:rPr lang="en-US" altLang="zh-CN" sz="2000" dirty="0"/>
              <a:t> </a:t>
            </a:r>
          </a:p>
        </p:txBody>
      </p:sp>
      <p:grpSp>
        <p:nvGrpSpPr>
          <p:cNvPr id="1028147" name="Group 51"/>
          <p:cNvGrpSpPr>
            <a:grpSpLocks/>
          </p:cNvGrpSpPr>
          <p:nvPr/>
        </p:nvGrpSpPr>
        <p:grpSpPr bwMode="auto">
          <a:xfrm>
            <a:off x="3462058" y="3717032"/>
            <a:ext cx="2262187" cy="457200"/>
            <a:chOff x="1501" y="2569"/>
            <a:chExt cx="1425" cy="288"/>
          </a:xfrm>
        </p:grpSpPr>
        <p:sp>
          <p:nvSpPr>
            <p:cNvPr id="1028141" name="Text Box 45"/>
            <p:cNvSpPr txBox="1">
              <a:spLocks noChangeArrowheads="1"/>
            </p:cNvSpPr>
            <p:nvPr/>
          </p:nvSpPr>
          <p:spPr bwMode="auto">
            <a:xfrm>
              <a:off x="1501" y="2569"/>
              <a:ext cx="272" cy="288"/>
            </a:xfrm>
            <a:prstGeom prst="rect">
              <a:avLst/>
            </a:prstGeom>
            <a:noFill/>
            <a:ln w="9525">
              <a:noFill/>
              <a:miter lim="800000"/>
              <a:headEnd/>
              <a:tailEnd/>
            </a:ln>
            <a:effectLst/>
          </p:spPr>
          <p:txBody>
            <a:bodyPr>
              <a:spAutoFit/>
            </a:bodyPr>
            <a:lstStyle/>
            <a:p>
              <a:pPr>
                <a:spcBef>
                  <a:spcPct val="50000"/>
                </a:spcBef>
              </a:pPr>
              <a:r>
                <a:rPr lang="en-US" altLang="zh-CN" b="1">
                  <a:solidFill>
                    <a:srgbClr val="FF0000"/>
                  </a:solidFill>
                  <a:effectLst>
                    <a:outerShdw blurRad="38100" dist="38100" dir="2700000" algn="tl">
                      <a:srgbClr val="000000"/>
                    </a:outerShdw>
                  </a:effectLst>
                </a:rPr>
                <a:t>(</a:t>
              </a:r>
            </a:p>
          </p:txBody>
        </p:sp>
        <p:sp>
          <p:nvSpPr>
            <p:cNvPr id="1028142" name="Text Box 46"/>
            <p:cNvSpPr txBox="1">
              <a:spLocks noChangeArrowheads="1"/>
            </p:cNvSpPr>
            <p:nvPr/>
          </p:nvSpPr>
          <p:spPr bwMode="auto">
            <a:xfrm>
              <a:off x="2654" y="2569"/>
              <a:ext cx="272"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0000"/>
                  </a:solidFill>
                  <a:effectLst>
                    <a:outerShdw blurRad="38100" dist="38100" dir="2700000" algn="tl">
                      <a:srgbClr val="000000"/>
                    </a:outerShdw>
                  </a:effectLst>
                </a:rPr>
                <a:t>)</a:t>
              </a:r>
            </a:p>
          </p:txBody>
        </p:sp>
      </p:grpSp>
      <p:grpSp>
        <p:nvGrpSpPr>
          <p:cNvPr id="1028148" name="Group 52"/>
          <p:cNvGrpSpPr>
            <a:grpSpLocks/>
          </p:cNvGrpSpPr>
          <p:nvPr/>
        </p:nvGrpSpPr>
        <p:grpSpPr bwMode="auto">
          <a:xfrm>
            <a:off x="7542029" y="4509120"/>
            <a:ext cx="1250950" cy="457200"/>
            <a:chOff x="3524" y="2759"/>
            <a:chExt cx="788" cy="288"/>
          </a:xfrm>
        </p:grpSpPr>
        <p:sp>
          <p:nvSpPr>
            <p:cNvPr id="1028143" name="Text Box 47"/>
            <p:cNvSpPr txBox="1">
              <a:spLocks noChangeArrowheads="1"/>
            </p:cNvSpPr>
            <p:nvPr/>
          </p:nvSpPr>
          <p:spPr bwMode="auto">
            <a:xfrm>
              <a:off x="3524" y="2759"/>
              <a:ext cx="272" cy="288"/>
            </a:xfrm>
            <a:prstGeom prst="rect">
              <a:avLst/>
            </a:prstGeom>
            <a:noFill/>
            <a:ln w="9525">
              <a:noFill/>
              <a:miter lim="800000"/>
              <a:headEnd/>
              <a:tailEnd/>
            </a:ln>
            <a:effectLst/>
          </p:spPr>
          <p:txBody>
            <a:bodyPr>
              <a:spAutoFit/>
            </a:bodyPr>
            <a:lstStyle/>
            <a:p>
              <a:pPr>
                <a:spcBef>
                  <a:spcPct val="50000"/>
                </a:spcBef>
              </a:pPr>
              <a:r>
                <a:rPr lang="en-US" altLang="zh-CN" b="1">
                  <a:solidFill>
                    <a:srgbClr val="FF0000"/>
                  </a:solidFill>
                  <a:effectLst>
                    <a:outerShdw blurRad="38100" dist="38100" dir="2700000" algn="tl">
                      <a:srgbClr val="000000"/>
                    </a:outerShdw>
                  </a:effectLst>
                </a:rPr>
                <a:t>(</a:t>
              </a:r>
            </a:p>
          </p:txBody>
        </p:sp>
        <p:sp>
          <p:nvSpPr>
            <p:cNvPr id="1028144" name="Text Box 48"/>
            <p:cNvSpPr txBox="1">
              <a:spLocks noChangeArrowheads="1"/>
            </p:cNvSpPr>
            <p:nvPr/>
          </p:nvSpPr>
          <p:spPr bwMode="auto">
            <a:xfrm>
              <a:off x="4040" y="2759"/>
              <a:ext cx="272"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0000"/>
                  </a:solidFill>
                  <a:effectLst>
                    <a:outerShdw blurRad="38100" dist="38100" dir="2700000" algn="tl">
                      <a:srgbClr val="000000"/>
                    </a:outerShdw>
                  </a:effectLst>
                </a:rPr>
                <a:t>)</a:t>
              </a:r>
            </a:p>
          </p:txBody>
        </p:sp>
      </p:grpSp>
      <p:grpSp>
        <p:nvGrpSpPr>
          <p:cNvPr id="1028149" name="Group 53"/>
          <p:cNvGrpSpPr>
            <a:grpSpLocks/>
          </p:cNvGrpSpPr>
          <p:nvPr/>
        </p:nvGrpSpPr>
        <p:grpSpPr bwMode="auto">
          <a:xfrm>
            <a:off x="7815079" y="4829721"/>
            <a:ext cx="1265238" cy="471487"/>
            <a:chOff x="3696" y="2949"/>
            <a:chExt cx="797" cy="297"/>
          </a:xfrm>
        </p:grpSpPr>
        <p:sp>
          <p:nvSpPr>
            <p:cNvPr id="1028145" name="Text Box 49"/>
            <p:cNvSpPr txBox="1">
              <a:spLocks noChangeArrowheads="1"/>
            </p:cNvSpPr>
            <p:nvPr/>
          </p:nvSpPr>
          <p:spPr bwMode="auto">
            <a:xfrm>
              <a:off x="3696" y="2949"/>
              <a:ext cx="272" cy="288"/>
            </a:xfrm>
            <a:prstGeom prst="rect">
              <a:avLst/>
            </a:prstGeom>
            <a:noFill/>
            <a:ln w="9525">
              <a:noFill/>
              <a:miter lim="800000"/>
              <a:headEnd/>
              <a:tailEnd/>
            </a:ln>
            <a:effectLst/>
          </p:spPr>
          <p:txBody>
            <a:bodyPr>
              <a:spAutoFit/>
            </a:bodyPr>
            <a:lstStyle/>
            <a:p>
              <a:pPr>
                <a:spcBef>
                  <a:spcPct val="50000"/>
                </a:spcBef>
              </a:pPr>
              <a:r>
                <a:rPr lang="en-US" altLang="zh-CN" b="1">
                  <a:solidFill>
                    <a:srgbClr val="FF0000"/>
                  </a:solidFill>
                  <a:effectLst>
                    <a:outerShdw blurRad="38100" dist="38100" dir="2700000" algn="tl">
                      <a:srgbClr val="000000"/>
                    </a:outerShdw>
                  </a:effectLst>
                </a:rPr>
                <a:t>(</a:t>
              </a:r>
            </a:p>
          </p:txBody>
        </p:sp>
        <p:sp>
          <p:nvSpPr>
            <p:cNvPr id="1028146" name="Text Box 50"/>
            <p:cNvSpPr txBox="1">
              <a:spLocks noChangeArrowheads="1"/>
            </p:cNvSpPr>
            <p:nvPr/>
          </p:nvSpPr>
          <p:spPr bwMode="auto">
            <a:xfrm>
              <a:off x="4221" y="2958"/>
              <a:ext cx="272"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0000"/>
                  </a:solidFill>
                  <a:effectLst>
                    <a:outerShdw blurRad="38100" dist="38100" dir="2700000" algn="tl">
                      <a:srgbClr val="000000"/>
                    </a:outerShdw>
                  </a:effectLst>
                </a:rPr>
                <a:t>)</a:t>
              </a:r>
            </a:p>
          </p:txBody>
        </p:sp>
      </p:grpSp>
      <p:sp>
        <p:nvSpPr>
          <p:cNvPr id="1028150" name="Rectangle 54"/>
          <p:cNvSpPr>
            <a:spLocks noChangeArrowheads="1"/>
          </p:cNvSpPr>
          <p:nvPr/>
        </p:nvSpPr>
        <p:spPr bwMode="auto">
          <a:xfrm>
            <a:off x="9347785" y="5258576"/>
            <a:ext cx="1709122" cy="707886"/>
          </a:xfrm>
          <a:prstGeom prst="rect">
            <a:avLst/>
          </a:prstGeom>
          <a:gradFill rotWithShape="1">
            <a:gsLst>
              <a:gs pos="0">
                <a:srgbClr val="CCCCCC"/>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C01920"/>
                </a:solidFill>
                <a:latin typeface="隶书" pitchFamily="49" charset="-122"/>
                <a:ea typeface="隶书" pitchFamily="49" charset="-122"/>
              </a:rPr>
              <a:t>输出结果：</a:t>
            </a:r>
          </a:p>
          <a:p>
            <a:r>
              <a:rPr lang="en-US" altLang="zh-CN" sz="2000" b="1" dirty="0">
                <a:solidFill>
                  <a:schemeClr val="accent2"/>
                </a:solidFill>
                <a:effectLst>
                  <a:outerShdw blurRad="38100" dist="38100" dir="2700000" algn="tl">
                    <a:srgbClr val="000000"/>
                  </a:outerShdw>
                </a:effectLst>
                <a:ea typeface="楷体_GB2312" pitchFamily="49" charset="-122"/>
              </a:rPr>
              <a:t>a = 60, b = 90</a:t>
            </a:r>
            <a:r>
              <a:rPr lang="en-US" altLang="zh-CN" sz="2000" dirty="0"/>
              <a:t> </a:t>
            </a:r>
          </a:p>
        </p:txBody>
      </p:sp>
      <p:sp>
        <p:nvSpPr>
          <p:cNvPr id="35" name="Rectangle 4">
            <a:extLst>
              <a:ext uri="{FF2B5EF4-FFF2-40B4-BE49-F238E27FC236}">
                <a16:creationId xmlns:a16="http://schemas.microsoft.com/office/drawing/2014/main" id="{55851066-EBBD-4E29-94FF-0A0BCCC41E3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宏定义 </a:t>
            </a:r>
          </a:p>
        </p:txBody>
      </p:sp>
      <p:sp>
        <p:nvSpPr>
          <p:cNvPr id="36" name="Rectangle 8">
            <a:extLst>
              <a:ext uri="{FF2B5EF4-FFF2-40B4-BE49-F238E27FC236}">
                <a16:creationId xmlns:a16="http://schemas.microsoft.com/office/drawing/2014/main" id="{918397F9-A13E-4EEF-95A6-4DCC49A4DA90}"/>
              </a:ext>
            </a:extLst>
          </p:cNvPr>
          <p:cNvSpPr>
            <a:spLocks noChangeArrowheads="1"/>
          </p:cNvSpPr>
          <p:nvPr/>
        </p:nvSpPr>
        <p:spPr bwMode="auto">
          <a:xfrm>
            <a:off x="674392" y="958846"/>
            <a:ext cx="3144837" cy="519112"/>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sz="2800" b="1" dirty="0">
                <a:solidFill>
                  <a:srgbClr val="C01920"/>
                </a:solidFill>
                <a:ea typeface="隶书" pitchFamily="49" charset="-122"/>
              </a:rPr>
              <a:t> </a:t>
            </a:r>
            <a:r>
              <a:rPr lang="zh-CN" altLang="en-US" sz="2800" b="1" dirty="0">
                <a:solidFill>
                  <a:srgbClr val="C01920"/>
                </a:solidFill>
                <a:ea typeface="隶书" pitchFamily="49" charset="-122"/>
              </a:rPr>
              <a:t>宏定义注意事项</a:t>
            </a:r>
            <a:r>
              <a:rPr lang="zh-CN" altLang="en-US" sz="2800" dirty="0">
                <a:solidFill>
                  <a:srgbClr val="C01920"/>
                </a:solidFill>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8102"/>
                                        </p:tgtEl>
                                        <p:attrNameLst>
                                          <p:attrName>style.visibility</p:attrName>
                                        </p:attrNameLst>
                                      </p:cBhvr>
                                      <p:to>
                                        <p:strVal val="visible"/>
                                      </p:to>
                                    </p:set>
                                    <p:anim calcmode="lin" valueType="num">
                                      <p:cBhvr additive="base">
                                        <p:cTn id="13" dur="500" fill="hold"/>
                                        <p:tgtEl>
                                          <p:spTgt spid="1028102"/>
                                        </p:tgtEl>
                                        <p:attrNameLst>
                                          <p:attrName>ppt_x</p:attrName>
                                        </p:attrNameLst>
                                      </p:cBhvr>
                                      <p:tavLst>
                                        <p:tav tm="0">
                                          <p:val>
                                            <p:strVal val="0-#ppt_w/2"/>
                                          </p:val>
                                        </p:tav>
                                        <p:tav tm="100000">
                                          <p:val>
                                            <p:strVal val="#ppt_x"/>
                                          </p:val>
                                        </p:tav>
                                      </p:tavLst>
                                    </p:anim>
                                    <p:anim calcmode="lin" valueType="num">
                                      <p:cBhvr additive="base">
                                        <p:cTn id="14" dur="500" fill="hold"/>
                                        <p:tgtEl>
                                          <p:spTgt spid="102810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28123"/>
                                        </p:tgtEl>
                                        <p:attrNameLst>
                                          <p:attrName>style.visibility</p:attrName>
                                        </p:attrNameLst>
                                      </p:cBhvr>
                                      <p:to>
                                        <p:strVal val="visible"/>
                                      </p:to>
                                    </p:set>
                                    <p:animEffect transition="in" filter="box(out)">
                                      <p:cBhvr>
                                        <p:cTn id="19" dur="500"/>
                                        <p:tgtEl>
                                          <p:spTgt spid="1028123"/>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6" fill="hold" nodeType="clickEffect">
                                  <p:stCondLst>
                                    <p:cond delay="0"/>
                                  </p:stCondLst>
                                  <p:childTnLst>
                                    <p:set>
                                      <p:cBhvr>
                                        <p:cTn id="23" dur="1" fill="hold">
                                          <p:stCondLst>
                                            <p:cond delay="0"/>
                                          </p:stCondLst>
                                        </p:cTn>
                                        <p:tgtEl>
                                          <p:spTgt spid="1028124"/>
                                        </p:tgtEl>
                                        <p:attrNameLst>
                                          <p:attrName>style.visibility</p:attrName>
                                        </p:attrNameLst>
                                      </p:cBhvr>
                                      <p:to>
                                        <p:strVal val="visible"/>
                                      </p:to>
                                    </p:set>
                                    <p:animEffect transition="in" filter="strips(downRight)">
                                      <p:cBhvr>
                                        <p:cTn id="24" dur="500"/>
                                        <p:tgtEl>
                                          <p:spTgt spid="1028124"/>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1028127"/>
                                        </p:tgtEl>
                                        <p:attrNameLst>
                                          <p:attrName>style.visibility</p:attrName>
                                        </p:attrNameLst>
                                      </p:cBhvr>
                                      <p:to>
                                        <p:strVal val="visible"/>
                                      </p:to>
                                    </p:set>
                                    <p:animEffect transition="in" filter="box(out)">
                                      <p:cBhvr>
                                        <p:cTn id="28" dur="500"/>
                                        <p:tgtEl>
                                          <p:spTgt spid="1028127"/>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028128"/>
                                        </p:tgtEl>
                                        <p:attrNameLst>
                                          <p:attrName>style.visibility</p:attrName>
                                        </p:attrNameLst>
                                      </p:cBhvr>
                                      <p:to>
                                        <p:strVal val="visible"/>
                                      </p:to>
                                    </p:set>
                                    <p:animEffect transition="in" filter="box(out)">
                                      <p:cBhvr>
                                        <p:cTn id="33" dur="500"/>
                                        <p:tgtEl>
                                          <p:spTgt spid="1028128"/>
                                        </p:tgtEl>
                                      </p:cBhvr>
                                    </p:animEffect>
                                  </p:childTnLst>
                                  <p:subTnLst>
                                    <p:audio>
                                      <p:cMediaNode>
                                        <p:cTn display="0" masterRel="sameClick">
                                          <p:stCondLst>
                                            <p:cond evt="begin" delay="0">
                                              <p:tn val="31"/>
                                            </p:cond>
                                          </p:stCondLst>
                                          <p:endCondLst>
                                            <p:cond evt="onStopAudio" delay="0">
                                              <p:tgtEl>
                                                <p:sldTgt/>
                                              </p:tgtEl>
                                            </p:cond>
                                          </p:endCondLst>
                                        </p:cTn>
                                        <p:tgtEl>
                                          <p:sndTgt r:embed="rId5" name="bomb.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028129"/>
                                        </p:tgtEl>
                                        <p:attrNameLst>
                                          <p:attrName>style.visibility</p:attrName>
                                        </p:attrNameLst>
                                      </p:cBhvr>
                                      <p:to>
                                        <p:strVal val="visible"/>
                                      </p:to>
                                    </p:set>
                                    <p:anim calcmode="lin" valueType="num">
                                      <p:cBhvr additive="base">
                                        <p:cTn id="38" dur="500" fill="hold"/>
                                        <p:tgtEl>
                                          <p:spTgt spid="1028129"/>
                                        </p:tgtEl>
                                        <p:attrNameLst>
                                          <p:attrName>ppt_x</p:attrName>
                                        </p:attrNameLst>
                                      </p:cBhvr>
                                      <p:tavLst>
                                        <p:tav tm="0">
                                          <p:val>
                                            <p:strVal val="0-#ppt_w/2"/>
                                          </p:val>
                                        </p:tav>
                                        <p:tav tm="100000">
                                          <p:val>
                                            <p:strVal val="#ppt_x"/>
                                          </p:val>
                                        </p:tav>
                                      </p:tavLst>
                                    </p:anim>
                                    <p:anim calcmode="lin" valueType="num">
                                      <p:cBhvr additive="base">
                                        <p:cTn id="39" dur="500" fill="hold"/>
                                        <p:tgtEl>
                                          <p:spTgt spid="10281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4" name="whoosh.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nodeType="clickEffect">
                                  <p:stCondLst>
                                    <p:cond delay="0"/>
                                  </p:stCondLst>
                                  <p:childTnLst>
                                    <p:set>
                                      <p:cBhvr>
                                        <p:cTn id="43" dur="1" fill="hold">
                                          <p:stCondLst>
                                            <p:cond delay="0"/>
                                          </p:stCondLst>
                                        </p:cTn>
                                        <p:tgtEl>
                                          <p:spTgt spid="1028133"/>
                                        </p:tgtEl>
                                        <p:attrNameLst>
                                          <p:attrName>style.visibility</p:attrName>
                                        </p:attrNameLst>
                                      </p:cBhvr>
                                      <p:to>
                                        <p:strVal val="visible"/>
                                      </p:to>
                                    </p:set>
                                    <p:animEffect transition="in" filter="box(out)">
                                      <p:cBhvr>
                                        <p:cTn id="44" dur="500"/>
                                        <p:tgtEl>
                                          <p:spTgt spid="1028133"/>
                                        </p:tgtEl>
                                      </p:cBhvr>
                                    </p:animEffect>
                                  </p:childTnLst>
                                  <p:subTnLst>
                                    <p:set>
                                      <p:cBhvr override="childStyle">
                                        <p:cTn dur="1" fill="hold" display="0" masterRel="nextClick" afterEffect="1"/>
                                        <p:tgtEl>
                                          <p:spTgt spid="1028133"/>
                                        </p:tgtEl>
                                        <p:attrNameLst>
                                          <p:attrName>style.visibility</p:attrName>
                                        </p:attrNameLst>
                                      </p:cBhvr>
                                      <p:to>
                                        <p:strVal val="hidden"/>
                                      </p:to>
                                    </p:se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8134"/>
                                        </p:tgtEl>
                                        <p:attrNameLst>
                                          <p:attrName>style.visibility</p:attrName>
                                        </p:attrNameLst>
                                      </p:cBhvr>
                                      <p:to>
                                        <p:strVal val="visible"/>
                                      </p:to>
                                    </p:set>
                                    <p:anim calcmode="lin" valueType="num">
                                      <p:cBhvr additive="base">
                                        <p:cTn id="49" dur="500" fill="hold"/>
                                        <p:tgtEl>
                                          <p:spTgt spid="1028134"/>
                                        </p:tgtEl>
                                        <p:attrNameLst>
                                          <p:attrName>ppt_x</p:attrName>
                                        </p:attrNameLst>
                                      </p:cBhvr>
                                      <p:tavLst>
                                        <p:tav tm="0">
                                          <p:val>
                                            <p:strVal val="0-#ppt_w/2"/>
                                          </p:val>
                                        </p:tav>
                                        <p:tav tm="100000">
                                          <p:val>
                                            <p:strVal val="#ppt_x"/>
                                          </p:val>
                                        </p:tav>
                                      </p:tavLst>
                                    </p:anim>
                                    <p:anim calcmode="lin" valueType="num">
                                      <p:cBhvr additive="base">
                                        <p:cTn id="50" dur="500" fill="hold"/>
                                        <p:tgtEl>
                                          <p:spTgt spid="10281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4" name="whoosh.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028135"/>
                                        </p:tgtEl>
                                        <p:attrNameLst>
                                          <p:attrName>style.visibility</p:attrName>
                                        </p:attrNameLst>
                                      </p:cBhvr>
                                      <p:to>
                                        <p:strVal val="visible"/>
                                      </p:to>
                                    </p:set>
                                    <p:animEffect transition="in" filter="box(out)">
                                      <p:cBhvr>
                                        <p:cTn id="55" dur="500"/>
                                        <p:tgtEl>
                                          <p:spTgt spid="1028135"/>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18" presetClass="entr" presetSubtype="3" fill="hold" nodeType="clickEffect">
                                  <p:stCondLst>
                                    <p:cond delay="0"/>
                                  </p:stCondLst>
                                  <p:childTnLst>
                                    <p:set>
                                      <p:cBhvr>
                                        <p:cTn id="59" dur="1" fill="hold">
                                          <p:stCondLst>
                                            <p:cond delay="0"/>
                                          </p:stCondLst>
                                        </p:cTn>
                                        <p:tgtEl>
                                          <p:spTgt spid="1028139"/>
                                        </p:tgtEl>
                                        <p:attrNameLst>
                                          <p:attrName>style.visibility</p:attrName>
                                        </p:attrNameLst>
                                      </p:cBhvr>
                                      <p:to>
                                        <p:strVal val="visible"/>
                                      </p:to>
                                    </p:set>
                                    <p:animEffect transition="in" filter="strips(upRight)">
                                      <p:cBhvr>
                                        <p:cTn id="60" dur="500"/>
                                        <p:tgtEl>
                                          <p:spTgt spid="1028139"/>
                                        </p:tgtEl>
                                      </p:cBhvr>
                                    </p:animEffect>
                                  </p:childTnLst>
                                </p:cTn>
                              </p:par>
                            </p:childTnLst>
                          </p:cTn>
                        </p:par>
                        <p:par>
                          <p:cTn id="61" fill="hold">
                            <p:stCondLst>
                              <p:cond delay="500"/>
                            </p:stCondLst>
                            <p:childTnLst>
                              <p:par>
                                <p:cTn id="62" presetID="4" presetClass="entr" presetSubtype="32" fill="hold" grpId="0" nodeType="afterEffect">
                                  <p:stCondLst>
                                    <p:cond delay="0"/>
                                  </p:stCondLst>
                                  <p:childTnLst>
                                    <p:set>
                                      <p:cBhvr>
                                        <p:cTn id="63" dur="1" fill="hold">
                                          <p:stCondLst>
                                            <p:cond delay="0"/>
                                          </p:stCondLst>
                                        </p:cTn>
                                        <p:tgtEl>
                                          <p:spTgt spid="1028136"/>
                                        </p:tgtEl>
                                        <p:attrNameLst>
                                          <p:attrName>style.visibility</p:attrName>
                                        </p:attrNameLst>
                                      </p:cBhvr>
                                      <p:to>
                                        <p:strVal val="visible"/>
                                      </p:to>
                                    </p:set>
                                    <p:animEffect transition="in" filter="box(out)">
                                      <p:cBhvr>
                                        <p:cTn id="64" dur="500"/>
                                        <p:tgtEl>
                                          <p:spTgt spid="1028136"/>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028140"/>
                                        </p:tgtEl>
                                        <p:attrNameLst>
                                          <p:attrName>style.visibility</p:attrName>
                                        </p:attrNameLst>
                                      </p:cBhvr>
                                      <p:to>
                                        <p:strVal val="visible"/>
                                      </p:to>
                                    </p:set>
                                    <p:animEffect transition="in" filter="box(out)">
                                      <p:cBhvr>
                                        <p:cTn id="69" dur="500"/>
                                        <p:tgtEl>
                                          <p:spTgt spid="1028140"/>
                                        </p:tgtEl>
                                      </p:cBhvr>
                                    </p:animEffect>
                                  </p:childTnLst>
                                  <p:subTnLst>
                                    <p:audio>
                                      <p:cMediaNode>
                                        <p:cTn display="0" masterRel="sameClick">
                                          <p:stCondLst>
                                            <p:cond evt="begin" delay="0">
                                              <p:tn val="67"/>
                                            </p:cond>
                                          </p:stCondLst>
                                          <p:endCondLst>
                                            <p:cond evt="onStopAudio" delay="0">
                                              <p:tgtEl>
                                                <p:sldTgt/>
                                              </p:tgtEl>
                                            </p:cond>
                                          </p:endCondLst>
                                        </p:cTn>
                                        <p:tgtEl>
                                          <p:sndTgt r:embed="rId6" name="chimes.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16" fill="hold" nodeType="clickEffect">
                                  <p:stCondLst>
                                    <p:cond delay="0"/>
                                  </p:stCondLst>
                                  <p:childTnLst>
                                    <p:set>
                                      <p:cBhvr>
                                        <p:cTn id="73" dur="1" fill="hold">
                                          <p:stCondLst>
                                            <p:cond delay="0"/>
                                          </p:stCondLst>
                                        </p:cTn>
                                        <p:tgtEl>
                                          <p:spTgt spid="1028147"/>
                                        </p:tgtEl>
                                        <p:attrNameLst>
                                          <p:attrName>style.visibility</p:attrName>
                                        </p:attrNameLst>
                                      </p:cBhvr>
                                      <p:to>
                                        <p:strVal val="visible"/>
                                      </p:to>
                                    </p:set>
                                    <p:animEffect transition="in" filter="box(in)">
                                      <p:cBhvr>
                                        <p:cTn id="74" dur="500"/>
                                        <p:tgtEl>
                                          <p:spTgt spid="1028147"/>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par>
                          <p:cTn id="75" fill="hold">
                            <p:stCondLst>
                              <p:cond delay="500"/>
                            </p:stCondLst>
                            <p:childTnLst>
                              <p:par>
                                <p:cTn id="76" presetID="4" presetClass="entr" presetSubtype="16" fill="hold" nodeType="afterEffect">
                                  <p:stCondLst>
                                    <p:cond delay="0"/>
                                  </p:stCondLst>
                                  <p:childTnLst>
                                    <p:set>
                                      <p:cBhvr>
                                        <p:cTn id="77" dur="1" fill="hold">
                                          <p:stCondLst>
                                            <p:cond delay="0"/>
                                          </p:stCondLst>
                                        </p:cTn>
                                        <p:tgtEl>
                                          <p:spTgt spid="1028148"/>
                                        </p:tgtEl>
                                        <p:attrNameLst>
                                          <p:attrName>style.visibility</p:attrName>
                                        </p:attrNameLst>
                                      </p:cBhvr>
                                      <p:to>
                                        <p:strVal val="visible"/>
                                      </p:to>
                                    </p:set>
                                    <p:animEffect transition="in" filter="box(in)">
                                      <p:cBhvr>
                                        <p:cTn id="78" dur="500"/>
                                        <p:tgtEl>
                                          <p:spTgt spid="1028148"/>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par>
                          <p:cTn id="79" fill="hold">
                            <p:stCondLst>
                              <p:cond delay="1000"/>
                            </p:stCondLst>
                            <p:childTnLst>
                              <p:par>
                                <p:cTn id="80" presetID="4" presetClass="entr" presetSubtype="16" fill="hold" nodeType="afterEffect">
                                  <p:stCondLst>
                                    <p:cond delay="0"/>
                                  </p:stCondLst>
                                  <p:childTnLst>
                                    <p:set>
                                      <p:cBhvr>
                                        <p:cTn id="81" dur="1" fill="hold">
                                          <p:stCondLst>
                                            <p:cond delay="0"/>
                                          </p:stCondLst>
                                        </p:cTn>
                                        <p:tgtEl>
                                          <p:spTgt spid="1028149"/>
                                        </p:tgtEl>
                                        <p:attrNameLst>
                                          <p:attrName>style.visibility</p:attrName>
                                        </p:attrNameLst>
                                      </p:cBhvr>
                                      <p:to>
                                        <p:strVal val="visible"/>
                                      </p:to>
                                    </p:set>
                                    <p:animEffect transition="in" filter="box(in)">
                                      <p:cBhvr>
                                        <p:cTn id="82" dur="500"/>
                                        <p:tgtEl>
                                          <p:spTgt spid="1028149"/>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par>
                          <p:cTn id="83" fill="hold">
                            <p:stCondLst>
                              <p:cond delay="1500"/>
                            </p:stCondLst>
                            <p:childTnLst>
                              <p:par>
                                <p:cTn id="84" presetID="4" presetClass="entr" presetSubtype="32" fill="hold" grpId="0" nodeType="afterEffect">
                                  <p:stCondLst>
                                    <p:cond delay="0"/>
                                  </p:stCondLst>
                                  <p:childTnLst>
                                    <p:set>
                                      <p:cBhvr>
                                        <p:cTn id="85" dur="1" fill="hold">
                                          <p:stCondLst>
                                            <p:cond delay="0"/>
                                          </p:stCondLst>
                                        </p:cTn>
                                        <p:tgtEl>
                                          <p:spTgt spid="1028150"/>
                                        </p:tgtEl>
                                        <p:attrNameLst>
                                          <p:attrName>style.visibility</p:attrName>
                                        </p:attrNameLst>
                                      </p:cBhvr>
                                      <p:to>
                                        <p:strVal val="visible"/>
                                      </p:to>
                                    </p:set>
                                    <p:animEffect transition="in" filter="box(out)">
                                      <p:cBhvr>
                                        <p:cTn id="86" dur="500"/>
                                        <p:tgtEl>
                                          <p:spTgt spid="1028150"/>
                                        </p:tgtEl>
                                      </p:cBhvr>
                                    </p:animEffect>
                                  </p:childTnLst>
                                  <p:subTnLst>
                                    <p:audio>
                                      <p:cMediaNode>
                                        <p:cTn display="0" masterRel="sameClick">
                                          <p:stCondLst>
                                            <p:cond evt="begin" delay="0">
                                              <p:tn val="84"/>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134" grpId="0"/>
      <p:bldP spid="1028129" grpId="0"/>
      <p:bldP spid="1028102" grpId="0"/>
      <p:bldP spid="1028123" grpId="0" animBg="1"/>
      <p:bldP spid="1028127" grpId="0" animBg="1"/>
      <p:bldP spid="1028128" grpId="0" animBg="1"/>
      <p:bldP spid="1028135" grpId="0" animBg="1"/>
      <p:bldP spid="1028136" grpId="0" animBg="1"/>
      <p:bldP spid="1028140" grpId="0" animBg="1"/>
      <p:bldP spid="1028150" grpId="0" animBg="1"/>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0153" name="Text Box 9"/>
          <p:cNvSpPr txBox="1">
            <a:spLocks noChangeArrowheads="1"/>
          </p:cNvSpPr>
          <p:nvPr/>
        </p:nvSpPr>
        <p:spPr bwMode="auto">
          <a:xfrm>
            <a:off x="1594970" y="1970872"/>
            <a:ext cx="8821509" cy="504825"/>
          </a:xfrm>
          <a:prstGeom prst="rect">
            <a:avLst/>
          </a:prstGeom>
          <a:gradFill rotWithShape="1">
            <a:gsLst>
              <a:gs pos="0">
                <a:srgbClr val="CCCCCC"/>
              </a:gs>
              <a:gs pos="100000">
                <a:srgbClr val="CCCCCC"/>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b="1">
                <a:effectLst>
                  <a:outerShdw blurRad="38100" dist="38100" dir="2700000" algn="tl">
                    <a:srgbClr val="FFFFFF"/>
                  </a:outerShdw>
                </a:effectLst>
                <a:latin typeface="+mn-lt"/>
                <a:ea typeface="隶书" pitchFamily="49" charset="-122"/>
              </a:rPr>
              <a:t>#define    </a:t>
            </a:r>
            <a:r>
              <a:rPr lang="zh-CN" altLang="en-US" b="1">
                <a:effectLst>
                  <a:outerShdw blurRad="38100" dist="38100" dir="2700000" algn="tl">
                    <a:srgbClr val="FFFFFF"/>
                  </a:outerShdw>
                </a:effectLst>
                <a:latin typeface="+mn-lt"/>
                <a:ea typeface="隶书" pitchFamily="49" charset="-122"/>
              </a:rPr>
              <a:t>标识符</a:t>
            </a:r>
            <a:r>
              <a:rPr lang="en-US" altLang="zh-CN" b="1">
                <a:effectLst>
                  <a:outerShdw blurRad="38100" dist="38100" dir="2700000" algn="tl">
                    <a:srgbClr val="FFFFFF"/>
                  </a:outerShdw>
                </a:effectLst>
                <a:latin typeface="+mn-lt"/>
                <a:ea typeface="隶书" pitchFamily="49" charset="-122"/>
              </a:rPr>
              <a:t>(</a:t>
            </a:r>
            <a:r>
              <a:rPr lang="zh-CN" altLang="en-US" b="1">
                <a:effectLst>
                  <a:outerShdw blurRad="38100" dist="38100" dir="2700000" algn="tl">
                    <a:srgbClr val="FFFFFF"/>
                  </a:outerShdw>
                </a:effectLst>
                <a:latin typeface="+mn-lt"/>
                <a:ea typeface="隶书" pitchFamily="49" charset="-122"/>
              </a:rPr>
              <a:t>参数列表</a:t>
            </a:r>
            <a:r>
              <a:rPr lang="en-US" altLang="zh-CN" b="1">
                <a:effectLst>
                  <a:outerShdw blurRad="38100" dist="38100" dir="2700000" algn="tl">
                    <a:srgbClr val="FFFFFF"/>
                  </a:outerShdw>
                </a:effectLst>
                <a:latin typeface="+mn-lt"/>
                <a:ea typeface="隶书" pitchFamily="49" charset="-122"/>
              </a:rPr>
              <a:t>)     </a:t>
            </a:r>
            <a:r>
              <a:rPr lang="zh-CN" altLang="en-US" b="1">
                <a:effectLst>
                  <a:outerShdw blurRad="38100" dist="38100" dir="2700000" algn="tl">
                    <a:srgbClr val="FFFFFF"/>
                  </a:outerShdw>
                </a:effectLst>
                <a:latin typeface="+mn-lt"/>
                <a:ea typeface="隶书" pitchFamily="49" charset="-122"/>
              </a:rPr>
              <a:t>单词串</a:t>
            </a:r>
          </a:p>
        </p:txBody>
      </p:sp>
      <p:sp>
        <p:nvSpPr>
          <p:cNvPr id="1030155" name="AutoShape 11"/>
          <p:cNvSpPr>
            <a:spLocks noChangeArrowheads="1"/>
          </p:cNvSpPr>
          <p:nvPr/>
        </p:nvSpPr>
        <p:spPr bwMode="auto">
          <a:xfrm>
            <a:off x="3545929" y="2788350"/>
            <a:ext cx="5286375" cy="1152525"/>
          </a:xfrm>
          <a:prstGeom prst="wedgeRoundRectCallout">
            <a:avLst>
              <a:gd name="adj1" fmla="val 3361"/>
              <a:gd name="adj2" fmla="val -94213"/>
              <a:gd name="adj3" fmla="val 16667"/>
            </a:avLst>
          </a:prstGeom>
          <a:gradFill rotWithShape="1">
            <a:gsLst>
              <a:gs pos="0">
                <a:srgbClr val="CCCCCC"/>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effectLst>
                  <a:outerShdw blurRad="38100" dist="38100" dir="2700000" algn="tl">
                    <a:srgbClr val="FFFFFF"/>
                  </a:outerShdw>
                </a:effectLst>
                <a:latin typeface="+mn-lt"/>
                <a:ea typeface="楷体" pitchFamily="49" charset="-122"/>
              </a:rPr>
              <a:t>参数表由一个或多个参数构成，参数只有参数名，</a:t>
            </a:r>
            <a:r>
              <a:rPr lang="zh-CN" altLang="zh-CN" sz="2000" b="1" dirty="0">
                <a:solidFill>
                  <a:srgbClr val="0000FF"/>
                </a:solidFill>
                <a:effectLst>
                  <a:outerShdw blurRad="38100" dist="38100" dir="2700000" algn="tl">
                    <a:srgbClr val="FFFFFF"/>
                  </a:outerShdw>
                </a:effectLst>
                <a:latin typeface="+mn-lt"/>
                <a:ea typeface="楷体" pitchFamily="49" charset="-122"/>
              </a:rPr>
              <a:t>没有数据类型符</a:t>
            </a:r>
            <a:r>
              <a:rPr lang="zh-CN" altLang="zh-CN" sz="2000" b="1" dirty="0">
                <a:effectLst>
                  <a:outerShdw blurRad="38100" dist="38100" dir="2700000" algn="tl">
                    <a:srgbClr val="FFFFFF"/>
                  </a:outerShdw>
                </a:effectLst>
                <a:latin typeface="+mn-lt"/>
                <a:ea typeface="楷体" pitchFamily="49" charset="-122"/>
              </a:rPr>
              <a:t>，参数之间用逗</a:t>
            </a:r>
            <a:r>
              <a:rPr lang="zh-CN" altLang="en-US" sz="2000" b="1" dirty="0">
                <a:effectLst>
                  <a:outerShdw blurRad="38100" dist="38100" dir="2700000" algn="tl">
                    <a:srgbClr val="FFFFFF"/>
                  </a:outerShdw>
                </a:effectLst>
                <a:latin typeface="+mn-lt"/>
                <a:ea typeface="楷体" pitchFamily="49" charset="-122"/>
              </a:rPr>
              <a:t>号隔开，参数名必须是合法的标识符 </a:t>
            </a:r>
          </a:p>
        </p:txBody>
      </p:sp>
      <p:sp>
        <p:nvSpPr>
          <p:cNvPr id="1030151" name="Rectangle 7"/>
          <p:cNvSpPr>
            <a:spLocks noChangeArrowheads="1"/>
          </p:cNvSpPr>
          <p:nvPr/>
        </p:nvSpPr>
        <p:spPr bwMode="auto">
          <a:xfrm>
            <a:off x="686921" y="978683"/>
            <a:ext cx="2789238" cy="457200"/>
          </a:xfrm>
          <a:prstGeom prst="rect">
            <a:avLst/>
          </a:prstGeom>
          <a:noFill/>
          <a:ln w="9525">
            <a:noFill/>
            <a:miter lim="800000"/>
            <a:headEnd/>
            <a:tailEnd/>
          </a:ln>
          <a:effectLst/>
        </p:spPr>
        <p:txBody>
          <a:bodyPr wrap="none">
            <a:spAutoFit/>
          </a:bodyPr>
          <a:lstStyle/>
          <a:p>
            <a:r>
              <a:rPr lang="en-US" altLang="zh-CN" b="1" dirty="0">
                <a:solidFill>
                  <a:srgbClr val="C01920"/>
                </a:solidFill>
                <a:latin typeface="+mn-lt"/>
                <a:ea typeface="楷体" pitchFamily="49" charset="-122"/>
              </a:rPr>
              <a:t>2</a:t>
            </a:r>
            <a:r>
              <a:rPr lang="zh-CN" altLang="en-US" b="1" dirty="0">
                <a:solidFill>
                  <a:srgbClr val="C01920"/>
                </a:solidFill>
                <a:latin typeface="+mn-lt"/>
                <a:ea typeface="楷体" pitchFamily="49" charset="-122"/>
              </a:rPr>
              <a:t>、带参数的宏定义</a:t>
            </a:r>
          </a:p>
        </p:txBody>
      </p:sp>
      <p:sp>
        <p:nvSpPr>
          <p:cNvPr id="1030152" name="Rectangle 8"/>
          <p:cNvSpPr>
            <a:spLocks noChangeArrowheads="1"/>
          </p:cNvSpPr>
          <p:nvPr/>
        </p:nvSpPr>
        <p:spPr bwMode="auto">
          <a:xfrm>
            <a:off x="1193335" y="1479689"/>
            <a:ext cx="1976823"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一般形式</a:t>
            </a:r>
            <a:r>
              <a:rPr lang="zh-CN" altLang="en-US" dirty="0">
                <a:solidFill>
                  <a:srgbClr val="C01920"/>
                </a:solidFill>
                <a:latin typeface="楷体" panose="02010609060101010101" pitchFamily="49" charset="-122"/>
                <a:ea typeface="楷体" panose="02010609060101010101" pitchFamily="49" charset="-122"/>
              </a:rPr>
              <a:t> </a:t>
            </a:r>
          </a:p>
        </p:txBody>
      </p:sp>
      <p:sp>
        <p:nvSpPr>
          <p:cNvPr id="1030170" name="Rectangle 26"/>
          <p:cNvSpPr>
            <a:spLocks noChangeArrowheads="1"/>
          </p:cNvSpPr>
          <p:nvPr/>
        </p:nvSpPr>
        <p:spPr bwMode="auto">
          <a:xfrm>
            <a:off x="1968034" y="2616010"/>
            <a:ext cx="4343990" cy="1590675"/>
          </a:xfrm>
          <a:prstGeom prst="rect">
            <a:avLst/>
          </a:prstGeom>
          <a:gradFill rotWithShape="1">
            <a:gsLst>
              <a:gs pos="0">
                <a:srgbClr val="CCCCCC"/>
              </a:gs>
              <a:gs pos="100000">
                <a:schemeClr val="bg1"/>
              </a:gs>
            </a:gsLst>
            <a:lin ang="5400000" scaled="1"/>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r>
              <a:rPr lang="zh-CN" altLang="en-US" b="1" dirty="0">
                <a:solidFill>
                  <a:srgbClr val="C01920"/>
                </a:solidFill>
                <a:latin typeface="+mn-lt"/>
                <a:ea typeface="隶书" pitchFamily="49" charset="-122"/>
              </a:rPr>
              <a:t>例：  </a:t>
            </a:r>
            <a:r>
              <a:rPr lang="en-US" altLang="zh-CN" b="1" dirty="0">
                <a:effectLst>
                  <a:outerShdw blurRad="38100" dist="38100" dir="2700000" algn="tl">
                    <a:srgbClr val="FFFFFF"/>
                  </a:outerShdw>
                </a:effectLst>
                <a:ea typeface="楷体_GB2312" pitchFamily="49" charset="-122"/>
              </a:rPr>
              <a:t>#define    S(a, b)    a*b</a:t>
            </a:r>
          </a:p>
          <a:p>
            <a:pPr eaLnBrk="0" hangingPunct="0"/>
            <a:r>
              <a:rPr lang="en-US" altLang="zh-CN" b="1" dirty="0">
                <a:effectLst>
                  <a:outerShdw blurRad="38100" dist="38100" dir="2700000" algn="tl">
                    <a:srgbClr val="FFFFFF"/>
                  </a:outerShdw>
                </a:effectLst>
                <a:ea typeface="楷体_GB2312" pitchFamily="49" charset="-122"/>
              </a:rPr>
              <a:t>          ………..</a:t>
            </a:r>
          </a:p>
          <a:p>
            <a:pPr eaLnBrk="0" hangingPunct="0"/>
            <a:r>
              <a:rPr lang="en-US" altLang="zh-CN" b="1" dirty="0">
                <a:effectLst>
                  <a:outerShdw blurRad="38100" dist="38100" dir="2700000" algn="tl">
                    <a:srgbClr val="FFFFFF"/>
                  </a:outerShdw>
                </a:effectLst>
                <a:ea typeface="楷体_GB2312" pitchFamily="49" charset="-122"/>
              </a:rPr>
              <a:t>          area = S(3, 2);</a:t>
            </a:r>
          </a:p>
          <a:p>
            <a:pPr eaLnBrk="0" hangingPunct="0"/>
            <a:r>
              <a:rPr lang="zh-CN" altLang="en-US" b="1" dirty="0">
                <a:solidFill>
                  <a:srgbClr val="C01920"/>
                </a:solidFill>
                <a:latin typeface="+mn-lt"/>
                <a:ea typeface="隶书" pitchFamily="49" charset="-122"/>
              </a:rPr>
              <a:t>宏展开：           </a:t>
            </a:r>
            <a:r>
              <a:rPr lang="en-US" altLang="zh-CN" b="1" dirty="0">
                <a:solidFill>
                  <a:srgbClr val="C01920"/>
                </a:solidFill>
                <a:ea typeface="楷体_GB2312" pitchFamily="49" charset="-122"/>
              </a:rPr>
              <a:t>area=3*2;</a:t>
            </a:r>
          </a:p>
        </p:txBody>
      </p:sp>
      <p:sp>
        <p:nvSpPr>
          <p:cNvPr id="1030171" name="Line 27"/>
          <p:cNvSpPr>
            <a:spLocks noChangeShapeType="1"/>
          </p:cNvSpPr>
          <p:nvPr/>
        </p:nvSpPr>
        <p:spPr bwMode="auto">
          <a:xfrm flipV="1">
            <a:off x="4114335" y="3021978"/>
            <a:ext cx="287337" cy="4318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30172" name="Line 28"/>
          <p:cNvSpPr>
            <a:spLocks noChangeShapeType="1"/>
          </p:cNvSpPr>
          <p:nvPr/>
        </p:nvSpPr>
        <p:spPr bwMode="auto">
          <a:xfrm flipV="1">
            <a:off x="4444535" y="3037853"/>
            <a:ext cx="287337" cy="4318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30179" name="Freeform 35"/>
          <p:cNvSpPr>
            <a:spLocks/>
          </p:cNvSpPr>
          <p:nvPr/>
        </p:nvSpPr>
        <p:spPr bwMode="auto">
          <a:xfrm rot="-571441">
            <a:off x="4415960" y="2436191"/>
            <a:ext cx="936625" cy="417513"/>
          </a:xfrm>
          <a:custGeom>
            <a:avLst/>
            <a:gdLst/>
            <a:ahLst/>
            <a:cxnLst>
              <a:cxn ang="0">
                <a:pos x="0" y="56"/>
              </a:cxn>
              <a:cxn ang="0">
                <a:pos x="192" y="8"/>
              </a:cxn>
              <a:cxn ang="0">
                <a:pos x="432" y="104"/>
              </a:cxn>
            </a:cxnLst>
            <a:rect l="0" t="0" r="r" b="b"/>
            <a:pathLst>
              <a:path w="432" h="104">
                <a:moveTo>
                  <a:pt x="0" y="56"/>
                </a:moveTo>
                <a:cubicBezTo>
                  <a:pt x="60" y="28"/>
                  <a:pt x="120" y="0"/>
                  <a:pt x="192" y="8"/>
                </a:cubicBezTo>
                <a:cubicBezTo>
                  <a:pt x="264" y="16"/>
                  <a:pt x="348" y="60"/>
                  <a:pt x="432" y="104"/>
                </a:cubicBezTo>
              </a:path>
            </a:pathLst>
          </a:custGeom>
          <a:noFill/>
          <a:ln w="28575" cap="sq" cmpd="sng">
            <a:solidFill>
              <a:srgbClr val="0000FF"/>
            </a:solidFill>
            <a:prstDash val="solid"/>
            <a:round/>
            <a:headEnd type="none" w="sm" len="sm"/>
            <a:tailEnd type="stealth" w="lg" len="lg"/>
          </a:ln>
          <a:effectLst>
            <a:outerShdw dist="35921" dir="2700000" algn="ctr" rotWithShape="0">
              <a:schemeClr val="bg2"/>
            </a:outerShdw>
          </a:effectLst>
        </p:spPr>
        <p:txBody>
          <a:bodyPr wrap="none" anchor="ctr"/>
          <a:lstStyle/>
          <a:p>
            <a:endParaRPr lang="zh-CN" altLang="en-US"/>
          </a:p>
        </p:txBody>
      </p:sp>
      <p:sp>
        <p:nvSpPr>
          <p:cNvPr id="1030181" name="Freeform 37"/>
          <p:cNvSpPr>
            <a:spLocks/>
          </p:cNvSpPr>
          <p:nvPr/>
        </p:nvSpPr>
        <p:spPr bwMode="auto">
          <a:xfrm rot="-571441">
            <a:off x="4703297" y="2423491"/>
            <a:ext cx="936625" cy="417513"/>
          </a:xfrm>
          <a:custGeom>
            <a:avLst/>
            <a:gdLst/>
            <a:ahLst/>
            <a:cxnLst>
              <a:cxn ang="0">
                <a:pos x="0" y="56"/>
              </a:cxn>
              <a:cxn ang="0">
                <a:pos x="192" y="8"/>
              </a:cxn>
              <a:cxn ang="0">
                <a:pos x="432" y="104"/>
              </a:cxn>
            </a:cxnLst>
            <a:rect l="0" t="0" r="r" b="b"/>
            <a:pathLst>
              <a:path w="432" h="104">
                <a:moveTo>
                  <a:pt x="0" y="56"/>
                </a:moveTo>
                <a:cubicBezTo>
                  <a:pt x="60" y="28"/>
                  <a:pt x="120" y="0"/>
                  <a:pt x="192" y="8"/>
                </a:cubicBezTo>
                <a:cubicBezTo>
                  <a:pt x="264" y="16"/>
                  <a:pt x="348" y="60"/>
                  <a:pt x="432" y="104"/>
                </a:cubicBezTo>
              </a:path>
            </a:pathLst>
          </a:custGeom>
          <a:noFill/>
          <a:ln w="28575" cap="sq" cmpd="sng">
            <a:solidFill>
              <a:srgbClr val="0000FF"/>
            </a:solidFill>
            <a:prstDash val="solid"/>
            <a:round/>
            <a:headEnd type="none" w="sm" len="sm"/>
            <a:tailEnd type="stealth" w="lg" len="lg"/>
          </a:ln>
          <a:effectLst>
            <a:outerShdw dist="35921" dir="2700000" algn="ctr" rotWithShape="0">
              <a:schemeClr val="bg2"/>
            </a:outerShdw>
          </a:effectLst>
        </p:spPr>
        <p:txBody>
          <a:bodyPr wrap="none" anchor="ctr"/>
          <a:lstStyle/>
          <a:p>
            <a:endParaRPr lang="zh-CN" altLang="en-US"/>
          </a:p>
        </p:txBody>
      </p:sp>
      <p:sp>
        <p:nvSpPr>
          <p:cNvPr id="1030182" name="Line 38"/>
          <p:cNvSpPr>
            <a:spLocks noChangeShapeType="1"/>
          </p:cNvSpPr>
          <p:nvPr/>
        </p:nvSpPr>
        <p:spPr bwMode="auto">
          <a:xfrm flipH="1">
            <a:off x="5020797" y="3007691"/>
            <a:ext cx="288925" cy="792163"/>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30183" name="Line 39"/>
          <p:cNvSpPr>
            <a:spLocks noChangeShapeType="1"/>
          </p:cNvSpPr>
          <p:nvPr/>
        </p:nvSpPr>
        <p:spPr bwMode="auto">
          <a:xfrm flipH="1">
            <a:off x="5350997" y="3023566"/>
            <a:ext cx="288925" cy="792163"/>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30184" name="Rectangle 40"/>
          <p:cNvSpPr>
            <a:spLocks noChangeArrowheads="1"/>
          </p:cNvSpPr>
          <p:nvPr/>
        </p:nvSpPr>
        <p:spPr bwMode="auto">
          <a:xfrm>
            <a:off x="1225773" y="4293096"/>
            <a:ext cx="7102475" cy="914400"/>
          </a:xfrm>
          <a:prstGeom prst="rect">
            <a:avLst/>
          </a:prstGeom>
          <a:noFill/>
          <a:ln w="9525">
            <a:noFill/>
            <a:miter lim="800000"/>
            <a:headEnd/>
            <a:tailEnd/>
          </a:ln>
        </p:spPr>
        <p:txBody>
          <a:bodyPr/>
          <a:lstStyle/>
          <a:p>
            <a:pPr marL="342900" indent="-342900">
              <a:spcBef>
                <a:spcPct val="20000"/>
              </a:spcBef>
              <a:buClr>
                <a:srgbClr val="C01920"/>
              </a:buClr>
              <a:buFont typeface="Wingdings" pitchFamily="2" charset="2"/>
              <a:buChar char="Ø"/>
            </a:pPr>
            <a:r>
              <a:rPr lang="zh-CN" altLang="en-US" b="1" dirty="0">
                <a:solidFill>
                  <a:srgbClr val="C01920"/>
                </a:solidFill>
                <a:latin typeface="+mn-lt"/>
                <a:ea typeface="楷体" pitchFamily="49" charset="-122"/>
              </a:rPr>
              <a:t>宏展开：</a:t>
            </a:r>
            <a:r>
              <a:rPr lang="zh-CN" altLang="zh-CN" b="1" dirty="0">
                <a:effectLst>
                  <a:outerShdw blurRad="38100" dist="38100" dir="2700000" algn="tl">
                    <a:srgbClr val="FFFFFF"/>
                  </a:outerShdw>
                </a:effectLst>
                <a:latin typeface="+mn-lt"/>
                <a:ea typeface="楷体" pitchFamily="49" charset="-122"/>
              </a:rPr>
              <a:t>形参用实参换，其它字符保留</a:t>
            </a:r>
          </a:p>
          <a:p>
            <a:pPr marL="342900" indent="-342900">
              <a:spcBef>
                <a:spcPct val="20000"/>
              </a:spcBef>
              <a:buClr>
                <a:srgbClr val="C01920"/>
              </a:buClr>
              <a:buFont typeface="Wingdings" pitchFamily="2" charset="2"/>
              <a:buChar char="Ø"/>
            </a:pPr>
            <a:r>
              <a:rPr lang="zh-CN" altLang="en-US" b="1" dirty="0">
                <a:solidFill>
                  <a:srgbClr val="C01920"/>
                </a:solidFill>
                <a:latin typeface="+mn-lt"/>
                <a:ea typeface="楷体" pitchFamily="49" charset="-122"/>
              </a:rPr>
              <a:t>宏体及各形参外一般应加括号</a:t>
            </a:r>
            <a:r>
              <a:rPr lang="zh-CN" altLang="en-US" b="1" dirty="0">
                <a:solidFill>
                  <a:srgbClr val="002060"/>
                </a:solidFill>
                <a:latin typeface="+mn-lt"/>
                <a:ea typeface="楷体" pitchFamily="49" charset="-122"/>
              </a:rPr>
              <a:t>（）</a:t>
            </a:r>
          </a:p>
        </p:txBody>
      </p:sp>
      <p:sp>
        <p:nvSpPr>
          <p:cNvPr id="1030185" name="AutoShape 41"/>
          <p:cNvSpPr>
            <a:spLocks noChangeArrowheads="1"/>
          </p:cNvSpPr>
          <p:nvPr/>
        </p:nvSpPr>
        <p:spPr bwMode="auto">
          <a:xfrm>
            <a:off x="5333416" y="980886"/>
            <a:ext cx="2070158" cy="565697"/>
          </a:xfrm>
          <a:prstGeom prst="wedgeEllipseCallout">
            <a:avLst>
              <a:gd name="adj1" fmla="val -30250"/>
              <a:gd name="adj2" fmla="val 151694"/>
            </a:avLst>
          </a:prstGeom>
          <a:gradFill rotWithShape="1">
            <a:gsLst>
              <a:gs pos="0">
                <a:srgbClr val="CCCCCC"/>
              </a:gs>
              <a:gs pos="100000">
                <a:schemeClr val="bg1"/>
              </a:gs>
            </a:gsLst>
            <a:lin ang="5400000" scaled="1"/>
          </a:gradFill>
          <a:ln w="38100" cap="sq">
            <a:solidFill>
              <a:srgbClr val="F0E5B7"/>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a:effectLst>
                  <a:outerShdw blurRad="38100" dist="38100" dir="2700000" algn="tl">
                    <a:srgbClr val="FFFFFF"/>
                  </a:outerShdw>
                </a:effectLst>
                <a:latin typeface="+mn-lt"/>
                <a:ea typeface="楷体" pitchFamily="49" charset="-122"/>
              </a:rPr>
              <a:t>不能加空格</a:t>
            </a:r>
          </a:p>
        </p:txBody>
      </p:sp>
      <p:sp>
        <p:nvSpPr>
          <p:cNvPr id="1030186" name="Text Box 42" descr="信纸"/>
          <p:cNvSpPr txBox="1">
            <a:spLocks noChangeArrowheads="1"/>
          </p:cNvSpPr>
          <p:nvPr/>
        </p:nvSpPr>
        <p:spPr bwMode="auto">
          <a:xfrm>
            <a:off x="1631950" y="5328588"/>
            <a:ext cx="4398935" cy="1202510"/>
          </a:xfrm>
          <a:prstGeom prst="rect">
            <a:avLst/>
          </a:prstGeom>
          <a:solidFill>
            <a:schemeClr val="bg1"/>
          </a:solidFill>
          <a:ln w="38100" cap="sq">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C01920"/>
                </a:solidFill>
                <a:ea typeface="隶书" pitchFamily="49" charset="-122"/>
              </a:rPr>
              <a:t>例</a:t>
            </a:r>
            <a:r>
              <a:rPr lang="zh-CN" altLang="en-US" b="1" dirty="0">
                <a:effectLst>
                  <a:outerShdw blurRad="38100" dist="38100" dir="2700000" algn="tl">
                    <a:srgbClr val="FFFFFF"/>
                  </a:outerShdw>
                </a:effectLst>
                <a:ea typeface="隶书" pitchFamily="49" charset="-122"/>
              </a:rPr>
              <a:t>  </a:t>
            </a:r>
            <a:r>
              <a:rPr lang="en-US" altLang="zh-CN" b="1" dirty="0">
                <a:effectLst>
                  <a:outerShdw blurRad="38100" dist="38100" dir="2700000" algn="tl">
                    <a:srgbClr val="FFFFFF"/>
                  </a:outerShdw>
                </a:effectLst>
                <a:ea typeface="隶书" pitchFamily="49" charset="-122"/>
              </a:rPr>
              <a:t>#define   S   </a:t>
            </a:r>
            <a:r>
              <a:rPr lang="en-US" altLang="zh-CN" b="1" dirty="0">
                <a:effectLst>
                  <a:outerShdw blurRad="38100" dist="38100" dir="2700000" algn="tl">
                    <a:srgbClr val="FFFFFF"/>
                  </a:outerShdw>
                </a:effectLst>
                <a:ea typeface="隶书" pitchFamily="49" charset="-122"/>
                <a:sym typeface="Wingdings 3" pitchFamily="18" charset="2"/>
              </a:rPr>
              <a:t>(r)    PI*r*r</a:t>
            </a:r>
          </a:p>
          <a:p>
            <a:r>
              <a:rPr lang="zh-CN" altLang="en-US" b="1" dirty="0">
                <a:effectLst>
                  <a:outerShdw blurRad="38100" dist="38100" dir="2700000" algn="tl">
                    <a:srgbClr val="FFFFFF"/>
                  </a:outerShdw>
                </a:effectLst>
                <a:ea typeface="隶书" pitchFamily="49" charset="-122"/>
                <a:sym typeface="Wingdings 3" pitchFamily="18" charset="2"/>
              </a:rPr>
              <a:t>相当于定义了不带参数的宏</a:t>
            </a:r>
            <a:r>
              <a:rPr lang="en-US" altLang="zh-CN" b="1" dirty="0">
                <a:effectLst>
                  <a:outerShdw blurRad="38100" dist="38100" dir="2700000" algn="tl">
                    <a:srgbClr val="FFFFFF"/>
                  </a:outerShdw>
                </a:effectLst>
                <a:ea typeface="隶书" pitchFamily="49" charset="-122"/>
                <a:sym typeface="Wingdings 3" pitchFamily="18" charset="2"/>
              </a:rPr>
              <a:t>S</a:t>
            </a:r>
            <a:r>
              <a:rPr lang="zh-CN" altLang="en-US" b="1" dirty="0">
                <a:effectLst>
                  <a:outerShdw blurRad="38100" dist="38100" dir="2700000" algn="tl">
                    <a:srgbClr val="FFFFFF"/>
                  </a:outerShdw>
                </a:effectLst>
                <a:ea typeface="隶书" pitchFamily="49" charset="-122"/>
                <a:sym typeface="Wingdings 3" pitchFamily="18" charset="2"/>
              </a:rPr>
              <a:t>，</a:t>
            </a:r>
            <a:r>
              <a:rPr lang="zh-CN" altLang="zh-CN" b="1" dirty="0">
                <a:effectLst>
                  <a:outerShdw blurRad="38100" dist="38100" dir="2700000" algn="tl">
                    <a:srgbClr val="FFFFFF"/>
                  </a:outerShdw>
                </a:effectLst>
                <a:ea typeface="隶书" pitchFamily="49" charset="-122"/>
                <a:sym typeface="Wingdings 3" pitchFamily="18" charset="2"/>
              </a:rPr>
              <a:t>代表字符串</a:t>
            </a:r>
            <a:r>
              <a:rPr lang="en-US" altLang="zh-CN" b="1" dirty="0">
                <a:effectLst>
                  <a:outerShdw blurRad="38100" dist="38100" dir="2700000" algn="tl">
                    <a:srgbClr val="FFFFFF"/>
                  </a:outerShdw>
                </a:effectLst>
                <a:ea typeface="隶书" pitchFamily="49" charset="-122"/>
                <a:sym typeface="Wingdings 3" pitchFamily="18" charset="2"/>
              </a:rPr>
              <a:t> </a:t>
            </a:r>
            <a:r>
              <a:rPr lang="en-US" altLang="zh-CN" b="1" dirty="0">
                <a:solidFill>
                  <a:srgbClr val="C00000"/>
                </a:solidFill>
                <a:effectLst>
                  <a:outerShdw blurRad="38100" dist="38100" dir="2700000" algn="tl">
                    <a:srgbClr val="FFFFFF"/>
                  </a:outerShdw>
                </a:effectLst>
              </a:rPr>
              <a:t>"</a:t>
            </a:r>
            <a:r>
              <a:rPr lang="zh-CN" altLang="zh-CN" b="1" dirty="0">
                <a:solidFill>
                  <a:srgbClr val="C00000"/>
                </a:solidFill>
                <a:effectLst>
                  <a:outerShdw blurRad="38100" dist="38100" dir="2700000" algn="tl">
                    <a:srgbClr val="000000"/>
                  </a:outerShdw>
                </a:effectLst>
                <a:ea typeface="隶书" pitchFamily="49" charset="-122"/>
                <a:sym typeface="Wingdings 3" pitchFamily="18" charset="2"/>
              </a:rPr>
              <a:t>(</a:t>
            </a:r>
            <a:r>
              <a:rPr lang="en-US" altLang="zh-CN" b="1" dirty="0">
                <a:solidFill>
                  <a:srgbClr val="C00000"/>
                </a:solidFill>
                <a:effectLst>
                  <a:outerShdw blurRad="38100" dist="38100" dir="2700000" algn="tl">
                    <a:srgbClr val="000000"/>
                  </a:outerShdw>
                </a:effectLst>
                <a:ea typeface="隶书" pitchFamily="49" charset="-122"/>
                <a:sym typeface="Wingdings 3" pitchFamily="18" charset="2"/>
              </a:rPr>
              <a:t>r)     PI*r*r</a:t>
            </a:r>
            <a:r>
              <a:rPr lang="en-US" altLang="zh-CN" b="1" dirty="0">
                <a:solidFill>
                  <a:srgbClr val="C00000"/>
                </a:solidFill>
                <a:effectLst>
                  <a:outerShdw blurRad="38100" dist="38100" dir="2700000" algn="tl">
                    <a:srgbClr val="FFFFFF"/>
                  </a:outerShdw>
                </a:effectLst>
              </a:rPr>
              <a:t>"</a:t>
            </a:r>
            <a:r>
              <a:rPr lang="en-US" altLang="zh-CN" dirty="0">
                <a:solidFill>
                  <a:srgbClr val="C00000"/>
                </a:solidFill>
                <a:latin typeface="Arial" pitchFamily="34" charset="0"/>
                <a:ea typeface="隶书" pitchFamily="49" charset="-122"/>
                <a:sym typeface="Wingdings 3" pitchFamily="18" charset="2"/>
              </a:rPr>
              <a:t> </a:t>
            </a:r>
          </a:p>
        </p:txBody>
      </p:sp>
      <p:sp>
        <p:nvSpPr>
          <p:cNvPr id="1030156" name="AutoShape 12"/>
          <p:cNvSpPr>
            <a:spLocks noChangeArrowheads="1"/>
          </p:cNvSpPr>
          <p:nvPr/>
        </p:nvSpPr>
        <p:spPr bwMode="auto">
          <a:xfrm>
            <a:off x="7978472" y="2772475"/>
            <a:ext cx="1657350" cy="720725"/>
          </a:xfrm>
          <a:prstGeom prst="wedgeRoundRectCallout">
            <a:avLst>
              <a:gd name="adj1" fmla="val -46167"/>
              <a:gd name="adj2" fmla="val -120264"/>
              <a:gd name="adj3" fmla="val 16667"/>
            </a:avLst>
          </a:prstGeom>
          <a:gradFill rotWithShape="1">
            <a:gsLst>
              <a:gs pos="0">
                <a:srgbClr val="CCCCCC"/>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effectLst>
                  <a:outerShdw blurRad="38100" dist="38100" dir="2700000" algn="tl">
                    <a:srgbClr val="FFFFFF"/>
                  </a:outerShdw>
                </a:effectLst>
                <a:latin typeface="+mn-lt"/>
                <a:ea typeface="楷体" pitchFamily="49" charset="-122"/>
              </a:rPr>
              <a:t>通常会引用宏的参数</a:t>
            </a:r>
            <a:r>
              <a:rPr lang="zh-CN" altLang="en-US" sz="2000" b="1" dirty="0">
                <a:latin typeface="+mn-lt"/>
                <a:ea typeface="楷体" pitchFamily="49" charset="-122"/>
              </a:rPr>
              <a:t> </a:t>
            </a:r>
          </a:p>
        </p:txBody>
      </p:sp>
      <p:sp>
        <p:nvSpPr>
          <p:cNvPr id="1030187" name="Text Box 43" descr="信纸"/>
          <p:cNvSpPr txBox="1">
            <a:spLocks noChangeArrowheads="1"/>
          </p:cNvSpPr>
          <p:nvPr/>
        </p:nvSpPr>
        <p:spPr bwMode="auto">
          <a:xfrm>
            <a:off x="6286829" y="4797656"/>
            <a:ext cx="5040635" cy="1958975"/>
          </a:xfrm>
          <a:prstGeom prst="rect">
            <a:avLst/>
          </a:prstGeom>
          <a:solidFill>
            <a:schemeClr val="bg1"/>
          </a:solidFill>
          <a:ln w="38100" cap="sq">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隶书" pitchFamily="49" charset="-122"/>
              </a:rPr>
              <a:t>例</a:t>
            </a:r>
            <a:r>
              <a:rPr lang="zh-CN" altLang="en-US" sz="2000" b="1" dirty="0">
                <a:solidFill>
                  <a:srgbClr val="FF0066"/>
                </a:solidFill>
                <a:effectLst>
                  <a:outerShdw blurRad="38100" dist="38100" dir="2700000" algn="tl">
                    <a:srgbClr val="000000"/>
                  </a:outerShdw>
                </a:effectLst>
                <a:ea typeface="隶书" pitchFamily="49" charset="-122"/>
              </a:rPr>
              <a:t> </a:t>
            </a:r>
            <a:r>
              <a:rPr lang="zh-CN" altLang="en-US" sz="2000" b="1" dirty="0">
                <a:effectLst>
                  <a:outerShdw blurRad="38100" dist="38100" dir="2700000" algn="tl">
                    <a:srgbClr val="FFFFFF"/>
                  </a:outerShdw>
                </a:effectLst>
                <a:ea typeface="隶书" pitchFamily="49" charset="-122"/>
              </a:rPr>
              <a:t> </a:t>
            </a:r>
            <a:r>
              <a:rPr lang="en-US" altLang="zh-CN" sz="2000" b="1" dirty="0">
                <a:effectLst>
                  <a:outerShdw blurRad="38100" dist="38100" dir="2700000" algn="tl">
                    <a:srgbClr val="FFFFFF"/>
                  </a:outerShdw>
                </a:effectLst>
                <a:ea typeface="隶书" pitchFamily="49" charset="-122"/>
              </a:rPr>
              <a:t>#define   POWER(x)      x*x</a:t>
            </a:r>
          </a:p>
          <a:p>
            <a:r>
              <a:rPr lang="en-US" altLang="zh-CN" sz="2000" b="1" dirty="0">
                <a:effectLst>
                  <a:outerShdw blurRad="38100" dist="38100" dir="2700000" algn="tl">
                    <a:srgbClr val="FFFFFF"/>
                  </a:outerShdw>
                </a:effectLst>
                <a:ea typeface="隶书" pitchFamily="49" charset="-122"/>
              </a:rPr>
              <a:t>      x=4;   y=6;</a:t>
            </a:r>
          </a:p>
          <a:p>
            <a:r>
              <a:rPr lang="en-US" altLang="zh-CN" sz="2000" b="1" dirty="0">
                <a:effectLst>
                  <a:outerShdw blurRad="38100" dist="38100" dir="2700000" algn="tl">
                    <a:srgbClr val="FFFFFF"/>
                  </a:outerShdw>
                </a:effectLst>
                <a:ea typeface="隶书" pitchFamily="49" charset="-122"/>
              </a:rPr>
              <a:t>      z=POWER(</a:t>
            </a:r>
            <a:r>
              <a:rPr lang="en-US" altLang="zh-CN" sz="2000" b="1" dirty="0" err="1">
                <a:effectLst>
                  <a:outerShdw blurRad="38100" dist="38100" dir="2700000" algn="tl">
                    <a:srgbClr val="FFFFFF"/>
                  </a:outerShdw>
                </a:effectLst>
                <a:ea typeface="隶书" pitchFamily="49" charset="-122"/>
              </a:rPr>
              <a:t>x+y</a:t>
            </a:r>
            <a:r>
              <a:rPr lang="en-US" altLang="zh-CN" sz="2000" b="1" dirty="0">
                <a:effectLst>
                  <a:outerShdw blurRad="38100" dist="38100" dir="2700000" algn="tl">
                    <a:srgbClr val="FFFFFF"/>
                  </a:outerShdw>
                </a:effectLst>
                <a:ea typeface="隶书" pitchFamily="49" charset="-122"/>
              </a:rPr>
              <a:t>);</a:t>
            </a:r>
          </a:p>
          <a:p>
            <a:r>
              <a:rPr lang="zh-CN" altLang="en-US" sz="2000" b="1" dirty="0">
                <a:effectLst>
                  <a:outerShdw blurRad="38100" dist="38100" dir="2700000" algn="tl">
                    <a:srgbClr val="FFFFFF"/>
                  </a:outerShdw>
                </a:effectLst>
                <a:ea typeface="隶书" pitchFamily="49" charset="-122"/>
              </a:rPr>
              <a:t>宏展开：      </a:t>
            </a:r>
            <a:r>
              <a:rPr lang="en-US" altLang="zh-CN" sz="2000" b="1" dirty="0">
                <a:effectLst>
                  <a:outerShdw blurRad="38100" dist="38100" dir="2700000" algn="tl">
                    <a:srgbClr val="FFFFFF"/>
                  </a:outerShdw>
                </a:effectLst>
                <a:ea typeface="隶书" pitchFamily="49" charset="-122"/>
              </a:rPr>
              <a:t>z=</a:t>
            </a:r>
            <a:r>
              <a:rPr lang="en-US" altLang="zh-CN" sz="2000" b="1" dirty="0" err="1">
                <a:effectLst>
                  <a:outerShdw blurRad="38100" dist="38100" dir="2700000" algn="tl">
                    <a:srgbClr val="FFFFFF"/>
                  </a:outerShdw>
                </a:effectLst>
                <a:ea typeface="隶书" pitchFamily="49" charset="-122"/>
              </a:rPr>
              <a:t>x+y</a:t>
            </a:r>
            <a:r>
              <a:rPr lang="en-US" altLang="zh-CN" sz="2000" b="1" dirty="0">
                <a:effectLst>
                  <a:outerShdw blurRad="38100" dist="38100" dir="2700000" algn="tl">
                    <a:srgbClr val="FFFFFF"/>
                  </a:outerShdw>
                </a:effectLst>
                <a:ea typeface="隶书" pitchFamily="49" charset="-122"/>
              </a:rPr>
              <a:t>*</a:t>
            </a:r>
            <a:r>
              <a:rPr lang="en-US" altLang="zh-CN" sz="2000" b="1" dirty="0" err="1">
                <a:effectLst>
                  <a:outerShdw blurRad="38100" dist="38100" dir="2700000" algn="tl">
                    <a:srgbClr val="FFFFFF"/>
                  </a:outerShdw>
                </a:effectLst>
                <a:ea typeface="隶书" pitchFamily="49" charset="-122"/>
              </a:rPr>
              <a:t>x+y</a:t>
            </a:r>
            <a:r>
              <a:rPr lang="en-US" altLang="zh-CN" sz="2000" b="1" dirty="0">
                <a:effectLst>
                  <a:outerShdw blurRad="38100" dist="38100" dir="2700000" algn="tl">
                    <a:srgbClr val="FFFFFF"/>
                  </a:outerShdw>
                </a:effectLst>
                <a:ea typeface="隶书" pitchFamily="49" charset="-122"/>
              </a:rPr>
              <a:t>;</a:t>
            </a:r>
          </a:p>
          <a:p>
            <a:r>
              <a:rPr lang="zh-CN" altLang="zh-CN" sz="2000" b="1" dirty="0">
                <a:effectLst>
                  <a:outerShdw blurRad="38100" dist="38100" dir="2700000" algn="tl">
                    <a:srgbClr val="FFFFFF"/>
                  </a:outerShdw>
                </a:effectLst>
                <a:ea typeface="隶书" pitchFamily="49" charset="-122"/>
              </a:rPr>
              <a:t>一般写成：  #</a:t>
            </a:r>
            <a:r>
              <a:rPr lang="en-US" altLang="zh-CN" sz="2000" b="1" dirty="0">
                <a:effectLst>
                  <a:outerShdw blurRad="38100" dist="38100" dir="2700000" algn="tl">
                    <a:srgbClr val="FFFFFF"/>
                  </a:outerShdw>
                </a:effectLst>
                <a:ea typeface="隶书" pitchFamily="49" charset="-122"/>
              </a:rPr>
              <a:t>define    POWER(x)    </a:t>
            </a:r>
            <a:r>
              <a:rPr lang="en-US" altLang="zh-CN" sz="2000" b="1" dirty="0">
                <a:solidFill>
                  <a:srgbClr val="FF3300"/>
                </a:solidFill>
                <a:effectLst>
                  <a:outerShdw blurRad="38100" dist="38100" dir="2700000" algn="tl">
                    <a:srgbClr val="000000"/>
                  </a:outerShdw>
                </a:effectLst>
                <a:ea typeface="隶书" pitchFamily="49" charset="-122"/>
              </a:rPr>
              <a:t>(</a:t>
            </a:r>
            <a:r>
              <a:rPr lang="en-US" altLang="zh-CN" sz="2000" b="1" dirty="0">
                <a:solidFill>
                  <a:srgbClr val="0000FF"/>
                </a:solidFill>
                <a:effectLst>
                  <a:outerShdw blurRad="38100" dist="38100" dir="2700000" algn="tl">
                    <a:srgbClr val="000000"/>
                  </a:outerShdw>
                </a:effectLst>
                <a:ea typeface="隶书" pitchFamily="49" charset="-122"/>
              </a:rPr>
              <a:t>(</a:t>
            </a:r>
            <a:r>
              <a:rPr lang="en-US" altLang="zh-CN" sz="2000" b="1" dirty="0">
                <a:effectLst>
                  <a:outerShdw blurRad="38100" dist="38100" dir="2700000" algn="tl">
                    <a:srgbClr val="FFFFFF"/>
                  </a:outerShdw>
                </a:effectLst>
                <a:ea typeface="隶书" pitchFamily="49" charset="-122"/>
              </a:rPr>
              <a:t>x</a:t>
            </a:r>
            <a:r>
              <a:rPr lang="en-US" altLang="zh-CN" sz="2000" b="1" dirty="0">
                <a:solidFill>
                  <a:srgbClr val="0000FF"/>
                </a:solidFill>
                <a:effectLst>
                  <a:outerShdw blurRad="38100" dist="38100" dir="2700000" algn="tl">
                    <a:srgbClr val="000000"/>
                  </a:outerShdw>
                </a:effectLst>
                <a:ea typeface="隶书" pitchFamily="49" charset="-122"/>
              </a:rPr>
              <a:t>)</a:t>
            </a:r>
            <a:r>
              <a:rPr lang="en-US" altLang="zh-CN" sz="2000" b="1" dirty="0">
                <a:effectLst>
                  <a:outerShdw blurRad="38100" dist="38100" dir="2700000" algn="tl">
                    <a:srgbClr val="FFFFFF"/>
                  </a:outerShdw>
                </a:effectLst>
                <a:ea typeface="隶书" pitchFamily="49" charset="-122"/>
              </a:rPr>
              <a:t>*</a:t>
            </a:r>
            <a:r>
              <a:rPr lang="en-US" altLang="zh-CN" sz="2000" b="1" dirty="0">
                <a:solidFill>
                  <a:srgbClr val="0000FF"/>
                </a:solidFill>
                <a:effectLst>
                  <a:outerShdw blurRad="38100" dist="38100" dir="2700000" algn="tl">
                    <a:srgbClr val="000000"/>
                  </a:outerShdw>
                </a:effectLst>
                <a:ea typeface="隶书" pitchFamily="49" charset="-122"/>
              </a:rPr>
              <a:t>(</a:t>
            </a:r>
            <a:r>
              <a:rPr lang="en-US" altLang="zh-CN" sz="2000" b="1" dirty="0">
                <a:effectLst>
                  <a:outerShdw blurRad="38100" dist="38100" dir="2700000" algn="tl">
                    <a:srgbClr val="FFFFFF"/>
                  </a:outerShdw>
                </a:effectLst>
                <a:ea typeface="隶书" pitchFamily="49" charset="-122"/>
              </a:rPr>
              <a:t>x</a:t>
            </a:r>
            <a:r>
              <a:rPr lang="en-US" altLang="zh-CN" sz="2000" b="1" dirty="0">
                <a:solidFill>
                  <a:srgbClr val="0000FF"/>
                </a:solidFill>
                <a:effectLst>
                  <a:outerShdw blurRad="38100" dist="38100" dir="2700000" algn="tl">
                    <a:srgbClr val="000000"/>
                  </a:outerShdw>
                </a:effectLst>
                <a:ea typeface="隶书" pitchFamily="49" charset="-122"/>
              </a:rPr>
              <a:t>)</a:t>
            </a:r>
            <a:r>
              <a:rPr lang="en-US" altLang="zh-CN" sz="2000" b="1" dirty="0">
                <a:solidFill>
                  <a:srgbClr val="FF3300"/>
                </a:solidFill>
                <a:effectLst>
                  <a:outerShdw blurRad="38100" dist="38100" dir="2700000" algn="tl">
                    <a:srgbClr val="000000"/>
                  </a:outerShdw>
                </a:effectLst>
                <a:ea typeface="隶书" pitchFamily="49" charset="-122"/>
              </a:rPr>
              <a:t>)</a:t>
            </a:r>
            <a:endParaRPr lang="en-US" altLang="zh-CN" sz="2000" b="1" dirty="0">
              <a:effectLst>
                <a:outerShdw blurRad="38100" dist="38100" dir="2700000" algn="tl">
                  <a:srgbClr val="FFFFFF"/>
                </a:outerShdw>
              </a:effectLst>
              <a:ea typeface="隶书" pitchFamily="49" charset="-122"/>
            </a:endParaRPr>
          </a:p>
          <a:p>
            <a:r>
              <a:rPr lang="zh-CN" altLang="zh-CN" sz="2000" b="1" dirty="0">
                <a:effectLst>
                  <a:outerShdw blurRad="38100" dist="38100" dir="2700000" algn="tl">
                    <a:srgbClr val="FFFFFF"/>
                  </a:outerShdw>
                </a:effectLst>
                <a:ea typeface="隶书" pitchFamily="49" charset="-122"/>
              </a:rPr>
              <a:t>宏展开：  </a:t>
            </a:r>
            <a:r>
              <a:rPr lang="zh-CN" altLang="en-US" sz="2000" b="1" dirty="0">
                <a:effectLst>
                  <a:outerShdw blurRad="38100" dist="38100" dir="2700000" algn="tl">
                    <a:srgbClr val="FFFFFF"/>
                  </a:outerShdw>
                </a:effectLst>
                <a:ea typeface="隶书" pitchFamily="49" charset="-122"/>
              </a:rPr>
              <a:t>    </a:t>
            </a:r>
            <a:r>
              <a:rPr lang="en-US" altLang="zh-CN" sz="2000" b="1" dirty="0">
                <a:effectLst>
                  <a:outerShdw blurRad="38100" dist="38100" dir="2700000" algn="tl">
                    <a:srgbClr val="FFFFFF"/>
                  </a:outerShdw>
                </a:effectLst>
                <a:ea typeface="隶书" pitchFamily="49" charset="-122"/>
              </a:rPr>
              <a:t>z=((</a:t>
            </a:r>
            <a:r>
              <a:rPr lang="en-US" altLang="zh-CN" sz="2000" b="1" dirty="0" err="1">
                <a:effectLst>
                  <a:outerShdw blurRad="38100" dist="38100" dir="2700000" algn="tl">
                    <a:srgbClr val="FFFFFF"/>
                  </a:outerShdw>
                </a:effectLst>
                <a:ea typeface="隶书" pitchFamily="49" charset="-122"/>
              </a:rPr>
              <a:t>x+y</a:t>
            </a:r>
            <a:r>
              <a:rPr lang="en-US" altLang="zh-CN" sz="2000" b="1" dirty="0">
                <a:effectLst>
                  <a:outerShdw blurRad="38100" dist="38100" dir="2700000" algn="tl">
                    <a:srgbClr val="FFFFFF"/>
                  </a:outerShdw>
                </a:effectLst>
                <a:ea typeface="隶书" pitchFamily="49" charset="-122"/>
              </a:rPr>
              <a:t>)*(</a:t>
            </a:r>
            <a:r>
              <a:rPr lang="en-US" altLang="zh-CN" sz="2000" b="1" dirty="0" err="1">
                <a:effectLst>
                  <a:outerShdw blurRad="38100" dist="38100" dir="2700000" algn="tl">
                    <a:srgbClr val="FFFFFF"/>
                  </a:outerShdw>
                </a:effectLst>
                <a:ea typeface="隶书" pitchFamily="49" charset="-122"/>
              </a:rPr>
              <a:t>x+y</a:t>
            </a:r>
            <a:r>
              <a:rPr lang="en-US" altLang="zh-CN" sz="2000" b="1" dirty="0">
                <a:effectLst>
                  <a:outerShdw blurRad="38100" dist="38100" dir="2700000" algn="tl">
                    <a:srgbClr val="FFFFFF"/>
                  </a:outerShdw>
                </a:effectLst>
                <a:ea typeface="隶书" pitchFamily="49" charset="-122"/>
              </a:rPr>
              <a:t>));</a:t>
            </a:r>
          </a:p>
        </p:txBody>
      </p:sp>
      <p:sp>
        <p:nvSpPr>
          <p:cNvPr id="21" name="Rectangle 4">
            <a:extLst>
              <a:ext uri="{FF2B5EF4-FFF2-40B4-BE49-F238E27FC236}">
                <a16:creationId xmlns:a16="http://schemas.microsoft.com/office/drawing/2014/main" id="{42421FD0-AD1C-4169-B291-9F1A7A57A04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宏定义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0151"/>
                                        </p:tgtEl>
                                        <p:attrNameLst>
                                          <p:attrName>style.visibility</p:attrName>
                                        </p:attrNameLst>
                                      </p:cBhvr>
                                      <p:to>
                                        <p:strVal val="visible"/>
                                      </p:to>
                                    </p:set>
                                    <p:animEffect transition="in" filter="box(out)">
                                      <p:cBhvr>
                                        <p:cTn id="7" dur="500"/>
                                        <p:tgtEl>
                                          <p:spTgt spid="103015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30152"/>
                                        </p:tgtEl>
                                        <p:attrNameLst>
                                          <p:attrName>style.visibility</p:attrName>
                                        </p:attrNameLst>
                                      </p:cBhvr>
                                      <p:to>
                                        <p:strVal val="visible"/>
                                      </p:to>
                                    </p:set>
                                    <p:anim calcmode="lin" valueType="num">
                                      <p:cBhvr additive="base">
                                        <p:cTn id="12" dur="500" fill="hold"/>
                                        <p:tgtEl>
                                          <p:spTgt spid="1030152"/>
                                        </p:tgtEl>
                                        <p:attrNameLst>
                                          <p:attrName>ppt_x</p:attrName>
                                        </p:attrNameLst>
                                      </p:cBhvr>
                                      <p:tavLst>
                                        <p:tav tm="0">
                                          <p:val>
                                            <p:strVal val="0-#ppt_w/2"/>
                                          </p:val>
                                        </p:tav>
                                        <p:tav tm="100000">
                                          <p:val>
                                            <p:strVal val="#ppt_x"/>
                                          </p:val>
                                        </p:tav>
                                      </p:tavLst>
                                    </p:anim>
                                    <p:anim calcmode="lin" valueType="num">
                                      <p:cBhvr additive="base">
                                        <p:cTn id="13" dur="500" fill="hold"/>
                                        <p:tgtEl>
                                          <p:spTgt spid="10301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30153"/>
                                        </p:tgtEl>
                                        <p:attrNameLst>
                                          <p:attrName>style.visibility</p:attrName>
                                        </p:attrNameLst>
                                      </p:cBhvr>
                                      <p:to>
                                        <p:strVal val="visible"/>
                                      </p:to>
                                    </p:set>
                                    <p:animEffect transition="in" filter="box(out)">
                                      <p:cBhvr>
                                        <p:cTn id="18" dur="500"/>
                                        <p:tgtEl>
                                          <p:spTgt spid="103015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1030185"/>
                                        </p:tgtEl>
                                        <p:attrNameLst>
                                          <p:attrName>style.visibility</p:attrName>
                                        </p:attrNameLst>
                                      </p:cBhvr>
                                      <p:to>
                                        <p:strVal val="visible"/>
                                      </p:to>
                                    </p:set>
                                    <p:animEffect transition="in" filter="strips(upRight)">
                                      <p:cBhvr>
                                        <p:cTn id="23" dur="500"/>
                                        <p:tgtEl>
                                          <p:spTgt spid="1030185"/>
                                        </p:tgtEl>
                                      </p:cBhvr>
                                    </p:animEffect>
                                  </p:childTnLst>
                                  <p:subTnLst>
                                    <p:set>
                                      <p:cBhvr override="childStyle">
                                        <p:cTn dur="1" fill="hold" display="0" masterRel="nextClick" afterEffect="1"/>
                                        <p:tgtEl>
                                          <p:spTgt spid="1030185"/>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030155"/>
                                        </p:tgtEl>
                                        <p:attrNameLst>
                                          <p:attrName>style.visibility</p:attrName>
                                        </p:attrNameLst>
                                      </p:cBhvr>
                                      <p:to>
                                        <p:strVal val="visible"/>
                                      </p:to>
                                    </p:set>
                                    <p:animEffect transition="in" filter="strips(downRight)">
                                      <p:cBhvr>
                                        <p:cTn id="28" dur="500"/>
                                        <p:tgtEl>
                                          <p:spTgt spid="1030155"/>
                                        </p:tgtEl>
                                      </p:cBhvr>
                                    </p:animEffect>
                                  </p:childTnLst>
                                  <p:subTnLst>
                                    <p:set>
                                      <p:cBhvr override="childStyle">
                                        <p:cTn dur="1" fill="hold" display="0" masterRel="nextClick" afterEffect="1"/>
                                        <p:tgtEl>
                                          <p:spTgt spid="1030155"/>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1030156"/>
                                        </p:tgtEl>
                                        <p:attrNameLst>
                                          <p:attrName>style.visibility</p:attrName>
                                        </p:attrNameLst>
                                      </p:cBhvr>
                                      <p:to>
                                        <p:strVal val="visible"/>
                                      </p:to>
                                    </p:set>
                                    <p:animEffect transition="in" filter="strips(downRight)">
                                      <p:cBhvr>
                                        <p:cTn id="33" dur="500"/>
                                        <p:tgtEl>
                                          <p:spTgt spid="1030156"/>
                                        </p:tgtEl>
                                      </p:cBhvr>
                                    </p:animEffect>
                                  </p:childTnLst>
                                  <p:subTnLst>
                                    <p:set>
                                      <p:cBhvr override="childStyle">
                                        <p:cTn dur="1" fill="hold" display="0" masterRel="nextClick" afterEffect="1"/>
                                        <p:tgtEl>
                                          <p:spTgt spid="1030156"/>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030170"/>
                                        </p:tgtEl>
                                        <p:attrNameLst>
                                          <p:attrName>style.visibility</p:attrName>
                                        </p:attrNameLst>
                                      </p:cBhvr>
                                      <p:to>
                                        <p:strVal val="visible"/>
                                      </p:to>
                                    </p:set>
                                    <p:animEffect transition="in" filter="box(out)">
                                      <p:cBhvr>
                                        <p:cTn id="38" dur="500"/>
                                        <p:tgtEl>
                                          <p:spTgt spid="1030170"/>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1030171"/>
                                        </p:tgtEl>
                                        <p:attrNameLst>
                                          <p:attrName>style.visibility</p:attrName>
                                        </p:attrNameLst>
                                      </p:cBhvr>
                                      <p:to>
                                        <p:strVal val="visible"/>
                                      </p:to>
                                    </p:set>
                                    <p:animEffect transition="in" filter="strips(upRight)">
                                      <p:cBhvr>
                                        <p:cTn id="43" dur="500"/>
                                        <p:tgtEl>
                                          <p:spTgt spid="1030171"/>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500"/>
                            </p:stCondLst>
                            <p:childTnLst>
                              <p:par>
                                <p:cTn id="45" presetID="18" presetClass="entr" presetSubtype="3" fill="hold" grpId="0" nodeType="afterEffect">
                                  <p:stCondLst>
                                    <p:cond delay="0"/>
                                  </p:stCondLst>
                                  <p:childTnLst>
                                    <p:set>
                                      <p:cBhvr>
                                        <p:cTn id="46" dur="1" fill="hold">
                                          <p:stCondLst>
                                            <p:cond delay="0"/>
                                          </p:stCondLst>
                                        </p:cTn>
                                        <p:tgtEl>
                                          <p:spTgt spid="1030172"/>
                                        </p:tgtEl>
                                        <p:attrNameLst>
                                          <p:attrName>style.visibility</p:attrName>
                                        </p:attrNameLst>
                                      </p:cBhvr>
                                      <p:to>
                                        <p:strVal val="visible"/>
                                      </p:to>
                                    </p:set>
                                    <p:animEffect transition="in" filter="strips(upRight)">
                                      <p:cBhvr>
                                        <p:cTn id="47" dur="500"/>
                                        <p:tgtEl>
                                          <p:spTgt spid="1030172"/>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1000"/>
                            </p:stCondLst>
                            <p:childTnLst>
                              <p:par>
                                <p:cTn id="49" presetID="18" presetClass="entr" presetSubtype="6" fill="hold" grpId="0" nodeType="afterEffect">
                                  <p:stCondLst>
                                    <p:cond delay="0"/>
                                  </p:stCondLst>
                                  <p:childTnLst>
                                    <p:set>
                                      <p:cBhvr>
                                        <p:cTn id="50" dur="1" fill="hold">
                                          <p:stCondLst>
                                            <p:cond delay="0"/>
                                          </p:stCondLst>
                                        </p:cTn>
                                        <p:tgtEl>
                                          <p:spTgt spid="1030179"/>
                                        </p:tgtEl>
                                        <p:attrNameLst>
                                          <p:attrName>style.visibility</p:attrName>
                                        </p:attrNameLst>
                                      </p:cBhvr>
                                      <p:to>
                                        <p:strVal val="visible"/>
                                      </p:to>
                                    </p:set>
                                    <p:animEffect transition="in" filter="strips(downRight)">
                                      <p:cBhvr>
                                        <p:cTn id="51" dur="500"/>
                                        <p:tgtEl>
                                          <p:spTgt spid="1030179"/>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1500"/>
                            </p:stCondLst>
                            <p:childTnLst>
                              <p:par>
                                <p:cTn id="53" presetID="18" presetClass="entr" presetSubtype="6" fill="hold" grpId="0" nodeType="afterEffect">
                                  <p:stCondLst>
                                    <p:cond delay="0"/>
                                  </p:stCondLst>
                                  <p:childTnLst>
                                    <p:set>
                                      <p:cBhvr>
                                        <p:cTn id="54" dur="1" fill="hold">
                                          <p:stCondLst>
                                            <p:cond delay="0"/>
                                          </p:stCondLst>
                                        </p:cTn>
                                        <p:tgtEl>
                                          <p:spTgt spid="1030181"/>
                                        </p:tgtEl>
                                        <p:attrNameLst>
                                          <p:attrName>style.visibility</p:attrName>
                                        </p:attrNameLst>
                                      </p:cBhvr>
                                      <p:to>
                                        <p:strVal val="visible"/>
                                      </p:to>
                                    </p:set>
                                    <p:animEffect transition="in" filter="strips(downRight)">
                                      <p:cBhvr>
                                        <p:cTn id="55" dur="500"/>
                                        <p:tgtEl>
                                          <p:spTgt spid="1030181"/>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2000"/>
                            </p:stCondLst>
                            <p:childTnLst>
                              <p:par>
                                <p:cTn id="57" presetID="18" presetClass="entr" presetSubtype="12" fill="hold" grpId="0" nodeType="afterEffect">
                                  <p:stCondLst>
                                    <p:cond delay="0"/>
                                  </p:stCondLst>
                                  <p:childTnLst>
                                    <p:set>
                                      <p:cBhvr>
                                        <p:cTn id="58" dur="1" fill="hold">
                                          <p:stCondLst>
                                            <p:cond delay="0"/>
                                          </p:stCondLst>
                                        </p:cTn>
                                        <p:tgtEl>
                                          <p:spTgt spid="1030182"/>
                                        </p:tgtEl>
                                        <p:attrNameLst>
                                          <p:attrName>style.visibility</p:attrName>
                                        </p:attrNameLst>
                                      </p:cBhvr>
                                      <p:to>
                                        <p:strVal val="visible"/>
                                      </p:to>
                                    </p:set>
                                    <p:animEffect transition="in" filter="strips(downLeft)">
                                      <p:cBhvr>
                                        <p:cTn id="59" dur="500"/>
                                        <p:tgtEl>
                                          <p:spTgt spid="1030182"/>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0" fill="hold">
                            <p:stCondLst>
                              <p:cond delay="2500"/>
                            </p:stCondLst>
                            <p:childTnLst>
                              <p:par>
                                <p:cTn id="61" presetID="18" presetClass="entr" presetSubtype="12" fill="hold" grpId="0" nodeType="afterEffect">
                                  <p:stCondLst>
                                    <p:cond delay="0"/>
                                  </p:stCondLst>
                                  <p:childTnLst>
                                    <p:set>
                                      <p:cBhvr>
                                        <p:cTn id="62" dur="1" fill="hold">
                                          <p:stCondLst>
                                            <p:cond delay="0"/>
                                          </p:stCondLst>
                                        </p:cTn>
                                        <p:tgtEl>
                                          <p:spTgt spid="1030183"/>
                                        </p:tgtEl>
                                        <p:attrNameLst>
                                          <p:attrName>style.visibility</p:attrName>
                                        </p:attrNameLst>
                                      </p:cBhvr>
                                      <p:to>
                                        <p:strVal val="visible"/>
                                      </p:to>
                                    </p:set>
                                    <p:animEffect transition="in" filter="strips(downLeft)">
                                      <p:cBhvr>
                                        <p:cTn id="63" dur="500"/>
                                        <p:tgtEl>
                                          <p:spTgt spid="1030183"/>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1030184">
                                            <p:txEl>
                                              <p:pRg st="0" end="0"/>
                                            </p:txEl>
                                          </p:spTgt>
                                        </p:tgtEl>
                                        <p:attrNameLst>
                                          <p:attrName>style.visibility</p:attrName>
                                        </p:attrNameLst>
                                      </p:cBhvr>
                                      <p:to>
                                        <p:strVal val="visible"/>
                                      </p:to>
                                    </p:set>
                                    <p:animEffect transition="in" filter="box(out)">
                                      <p:cBhvr>
                                        <p:cTn id="68" dur="500"/>
                                        <p:tgtEl>
                                          <p:spTgt spid="1030184">
                                            <p:txEl>
                                              <p:pRg st="0" end="0"/>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1030184">
                                            <p:txEl>
                                              <p:pRg st="1" end="1"/>
                                            </p:txEl>
                                          </p:spTgt>
                                        </p:tgtEl>
                                        <p:attrNameLst>
                                          <p:attrName>style.visibility</p:attrName>
                                        </p:attrNameLst>
                                      </p:cBhvr>
                                      <p:to>
                                        <p:strVal val="visible"/>
                                      </p:to>
                                    </p:set>
                                    <p:animEffect transition="in" filter="box(out)">
                                      <p:cBhvr>
                                        <p:cTn id="73" dur="500"/>
                                        <p:tgtEl>
                                          <p:spTgt spid="1030184">
                                            <p:txEl>
                                              <p:pRg st="1" end="1"/>
                                            </p:txEl>
                                          </p:spTgt>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1030186"/>
                                        </p:tgtEl>
                                        <p:attrNameLst>
                                          <p:attrName>style.visibility</p:attrName>
                                        </p:attrNameLst>
                                      </p:cBhvr>
                                      <p:to>
                                        <p:strVal val="visible"/>
                                      </p:to>
                                    </p:set>
                                    <p:animEffect transition="in" filter="box(out)">
                                      <p:cBhvr>
                                        <p:cTn id="78" dur="500"/>
                                        <p:tgtEl>
                                          <p:spTgt spid="1030186"/>
                                        </p:tgtEl>
                                      </p:cBhvr>
                                    </p:animEffect>
                                  </p:childTnLst>
                                  <p:subTnLst>
                                    <p:set>
                                      <p:cBhvr override="childStyle">
                                        <p:cTn dur="1" fill="hold" display="0" masterRel="nextClick" afterEffect="1"/>
                                        <p:tgtEl>
                                          <p:spTgt spid="1030186"/>
                                        </p:tgtEl>
                                        <p:attrNameLst>
                                          <p:attrName>style.visibility</p:attrName>
                                        </p:attrNameLst>
                                      </p:cBhvr>
                                      <p:to>
                                        <p:strVal val="hidden"/>
                                      </p:to>
                                    </p:se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1030187"/>
                                        </p:tgtEl>
                                        <p:attrNameLst>
                                          <p:attrName>style.visibility</p:attrName>
                                        </p:attrNameLst>
                                      </p:cBhvr>
                                      <p:to>
                                        <p:strVal val="visible"/>
                                      </p:to>
                                    </p:set>
                                    <p:animEffect transition="in" filter="box(out)">
                                      <p:cBhvr>
                                        <p:cTn id="83" dur="500"/>
                                        <p:tgtEl>
                                          <p:spTgt spid="1030187"/>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153" grpId="0" animBg="1"/>
      <p:bldP spid="1030155" grpId="0" animBg="1"/>
      <p:bldP spid="1030151" grpId="0"/>
      <p:bldP spid="1030152" grpId="0"/>
      <p:bldP spid="1030170" grpId="0" animBg="1"/>
      <p:bldP spid="1030171" grpId="0" animBg="1"/>
      <p:bldP spid="1030172" grpId="0" animBg="1"/>
      <p:bldP spid="1030179" grpId="0" animBg="1"/>
      <p:bldP spid="1030181" grpId="0" animBg="1"/>
      <p:bldP spid="1030182" grpId="0" animBg="1"/>
      <p:bldP spid="1030183" grpId="0" animBg="1"/>
      <p:bldP spid="1030184" grpId="0" build="p" bldLvl="4" autoUpdateAnimBg="0"/>
      <p:bldP spid="1030185" grpId="0" animBg="1"/>
      <p:bldP spid="1030186" grpId="0" animBg="1" autoUpdateAnimBg="0"/>
      <p:bldP spid="1030156" grpId="0" animBg="1"/>
      <p:bldP spid="1030187"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5" name="Text Box 3" descr="信纸"/>
          <p:cNvSpPr txBox="1">
            <a:spLocks noChangeArrowheads="1"/>
          </p:cNvSpPr>
          <p:nvPr/>
        </p:nvSpPr>
        <p:spPr bwMode="auto">
          <a:xfrm>
            <a:off x="755460" y="1868992"/>
            <a:ext cx="5170303" cy="4157165"/>
          </a:xfrm>
          <a:prstGeom prst="rect">
            <a:avLst/>
          </a:prstGeom>
          <a:gradFill>
            <a:gsLst>
              <a:gs pos="0">
                <a:srgbClr val="CCCCCC"/>
              </a:gs>
              <a:gs pos="100000">
                <a:schemeClr val="bg1"/>
              </a:gs>
            </a:gsLst>
            <a:lin ang="5400000" scaled="1"/>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b="1" dirty="0">
                <a:solidFill>
                  <a:srgbClr val="002060"/>
                </a:solidFill>
                <a:ea typeface="隶书" pitchFamily="49" charset="-122"/>
              </a:rPr>
              <a:t>#define  MAX(x, y)   (x)&gt;(y)?(x):(y)</a:t>
            </a:r>
          </a:p>
          <a:p>
            <a:r>
              <a:rPr lang="en-US" altLang="zh-CN" b="1" dirty="0">
                <a:effectLst>
                  <a:outerShdw blurRad="38100" dist="38100" dir="2700000" algn="tl">
                    <a:srgbClr val="FFFFFF"/>
                  </a:outerShdw>
                </a:effectLst>
                <a:ea typeface="隶书" pitchFamily="49" charset="-122"/>
              </a:rPr>
              <a:t> …….</a:t>
            </a:r>
          </a:p>
          <a:p>
            <a:endParaRPr lang="en-US" altLang="zh-CN" b="1" dirty="0">
              <a:effectLst>
                <a:outerShdw blurRad="38100" dist="38100" dir="2700000" algn="tl">
                  <a:srgbClr val="FFFFFF"/>
                </a:outerShdw>
              </a:effectLst>
              <a:ea typeface="隶书" pitchFamily="49" charset="-122"/>
            </a:endParaRPr>
          </a:p>
          <a:p>
            <a:r>
              <a:rPr lang="en-US" altLang="zh-CN" b="1" dirty="0" err="1">
                <a:solidFill>
                  <a:srgbClr val="C00000"/>
                </a:solidFill>
                <a:effectLst>
                  <a:outerShdw blurRad="38100" dist="38100" dir="2700000" algn="tl">
                    <a:srgbClr val="FFFFFF"/>
                  </a:outerShdw>
                </a:effectLst>
                <a:ea typeface="隶书" pitchFamily="49" charset="-122"/>
              </a:rPr>
              <a:t>int</a:t>
            </a:r>
            <a:r>
              <a:rPr lang="en-US" altLang="zh-CN" b="1" dirty="0">
                <a:solidFill>
                  <a:srgbClr val="C00000"/>
                </a:solidFill>
                <a:effectLst>
                  <a:outerShdw blurRad="38100" dist="38100" dir="2700000" algn="tl">
                    <a:srgbClr val="FFFFFF"/>
                  </a:outerShdw>
                </a:effectLst>
                <a:ea typeface="隶书" pitchFamily="49" charset="-122"/>
              </a:rPr>
              <a:t> main ( )</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a, b, c, d, t;</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t = MAX(</a:t>
            </a:r>
            <a:r>
              <a:rPr lang="en-US" altLang="zh-CN" b="1" dirty="0" err="1">
                <a:effectLst>
                  <a:outerShdw blurRad="38100" dist="38100" dir="2700000" algn="tl">
                    <a:srgbClr val="FFFFFF"/>
                  </a:outerShdw>
                </a:effectLst>
                <a:ea typeface="隶书" pitchFamily="49" charset="-122"/>
              </a:rPr>
              <a:t>a+b</a:t>
            </a:r>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c+d</a:t>
            </a:r>
            <a:r>
              <a:rPr lang="en-US" altLang="zh-CN" b="1" dirty="0">
                <a:effectLst>
                  <a:outerShdw blurRad="38100" dist="38100" dir="2700000" algn="tl">
                    <a:srgbClr val="FFFFFF"/>
                  </a:outerShdw>
                </a:effectLst>
                <a:ea typeface="隶书" pitchFamily="49" charset="-122"/>
              </a:rPr>
              <a:t>);</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a:t>
            </a:r>
          </a:p>
          <a:p>
            <a:r>
              <a:rPr lang="zh-CN" altLang="en-US" b="1" dirty="0">
                <a:solidFill>
                  <a:srgbClr val="002060"/>
                </a:solidFill>
                <a:ea typeface="隶书" pitchFamily="49" charset="-122"/>
              </a:rPr>
              <a:t>宏展开：</a:t>
            </a:r>
            <a:r>
              <a:rPr lang="en-US" altLang="zh-CN" b="1" dirty="0">
                <a:solidFill>
                  <a:srgbClr val="C01920"/>
                </a:solidFill>
                <a:ea typeface="隶书" pitchFamily="49" charset="-122"/>
              </a:rPr>
              <a:t>t = (</a:t>
            </a:r>
            <a:r>
              <a:rPr lang="en-US" altLang="zh-CN" b="1" dirty="0" err="1">
                <a:solidFill>
                  <a:srgbClr val="C01920"/>
                </a:solidFill>
                <a:ea typeface="隶书" pitchFamily="49" charset="-122"/>
              </a:rPr>
              <a:t>a+b</a:t>
            </a:r>
            <a:r>
              <a:rPr lang="en-US" altLang="zh-CN" b="1" dirty="0">
                <a:solidFill>
                  <a:srgbClr val="C01920"/>
                </a:solidFill>
                <a:ea typeface="隶书" pitchFamily="49" charset="-122"/>
              </a:rPr>
              <a:t>)&gt;(</a:t>
            </a:r>
            <a:r>
              <a:rPr lang="en-US" altLang="zh-CN" b="1" dirty="0" err="1">
                <a:solidFill>
                  <a:srgbClr val="C01920"/>
                </a:solidFill>
                <a:ea typeface="隶书" pitchFamily="49" charset="-122"/>
              </a:rPr>
              <a:t>c+d</a:t>
            </a:r>
            <a:r>
              <a:rPr lang="en-US" altLang="zh-CN" b="1" dirty="0">
                <a:solidFill>
                  <a:srgbClr val="C01920"/>
                </a:solidFill>
                <a:ea typeface="隶书" pitchFamily="49" charset="-122"/>
              </a:rPr>
              <a:t>)?(</a:t>
            </a:r>
            <a:r>
              <a:rPr lang="en-US" altLang="zh-CN" b="1" dirty="0" err="1">
                <a:solidFill>
                  <a:srgbClr val="C01920"/>
                </a:solidFill>
                <a:ea typeface="隶书" pitchFamily="49" charset="-122"/>
              </a:rPr>
              <a:t>a+b</a:t>
            </a:r>
            <a:r>
              <a:rPr lang="en-US" altLang="zh-CN" b="1" dirty="0">
                <a:solidFill>
                  <a:srgbClr val="C01920"/>
                </a:solidFill>
                <a:ea typeface="隶书" pitchFamily="49" charset="-122"/>
              </a:rPr>
              <a:t>):(</a:t>
            </a:r>
            <a:r>
              <a:rPr lang="en-US" altLang="zh-CN" b="1" dirty="0" err="1">
                <a:solidFill>
                  <a:srgbClr val="C01920"/>
                </a:solidFill>
                <a:ea typeface="隶书" pitchFamily="49" charset="-122"/>
              </a:rPr>
              <a:t>c+d</a:t>
            </a:r>
            <a:r>
              <a:rPr lang="en-US" altLang="zh-CN" b="1" dirty="0">
                <a:solidFill>
                  <a:srgbClr val="C01920"/>
                </a:solidFill>
                <a:ea typeface="隶书" pitchFamily="49" charset="-122"/>
              </a:rPr>
              <a:t>);</a:t>
            </a:r>
          </a:p>
        </p:txBody>
      </p:sp>
      <p:sp>
        <p:nvSpPr>
          <p:cNvPr id="1032196" name="Text Box 4" descr="信纸"/>
          <p:cNvSpPr txBox="1">
            <a:spLocks noChangeArrowheads="1"/>
          </p:cNvSpPr>
          <p:nvPr/>
        </p:nvSpPr>
        <p:spPr bwMode="auto">
          <a:xfrm>
            <a:off x="6305083" y="1692175"/>
            <a:ext cx="4908492" cy="4511675"/>
          </a:xfrm>
          <a:prstGeom prst="rect">
            <a:avLst/>
          </a:prstGeom>
          <a:gradFill>
            <a:gsLst>
              <a:gs pos="0">
                <a:srgbClr val="CCCCCC"/>
              </a:gs>
              <a:gs pos="100000">
                <a:schemeClr val="bg1"/>
              </a:gs>
            </a:gsLst>
            <a:lin ang="5400000" scaled="1"/>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b="1" dirty="0" err="1">
                <a:solidFill>
                  <a:schemeClr val="accent2">
                    <a:lumMod val="50000"/>
                  </a:schemeClr>
                </a:solidFill>
                <a:ea typeface="隶书" pitchFamily="49" charset="-122"/>
              </a:rPr>
              <a:t>int</a:t>
            </a:r>
            <a:r>
              <a:rPr lang="en-US" altLang="zh-CN" b="1" dirty="0">
                <a:solidFill>
                  <a:schemeClr val="accent2">
                    <a:lumMod val="50000"/>
                  </a:schemeClr>
                </a:solidFill>
                <a:ea typeface="隶书" pitchFamily="49" charset="-122"/>
              </a:rPr>
              <a:t>   max(</a:t>
            </a:r>
            <a:r>
              <a:rPr lang="en-US" altLang="zh-CN" b="1" dirty="0" err="1">
                <a:solidFill>
                  <a:schemeClr val="accent2">
                    <a:lumMod val="50000"/>
                  </a:schemeClr>
                </a:solidFill>
                <a:ea typeface="隶书" pitchFamily="49" charset="-122"/>
              </a:rPr>
              <a:t>int</a:t>
            </a:r>
            <a:r>
              <a:rPr lang="en-US" altLang="zh-CN" b="1" dirty="0">
                <a:solidFill>
                  <a:schemeClr val="accent2">
                    <a:lumMod val="50000"/>
                  </a:schemeClr>
                </a:solidFill>
                <a:ea typeface="隶书" pitchFamily="49" charset="-122"/>
              </a:rPr>
              <a:t> </a:t>
            </a:r>
            <a:r>
              <a:rPr lang="en-US" altLang="zh-CN" b="1" dirty="0" err="1">
                <a:solidFill>
                  <a:schemeClr val="accent2">
                    <a:lumMod val="50000"/>
                  </a:schemeClr>
                </a:solidFill>
                <a:ea typeface="隶书" pitchFamily="49" charset="-122"/>
              </a:rPr>
              <a:t>x,int</a:t>
            </a:r>
            <a:r>
              <a:rPr lang="en-US" altLang="zh-CN" b="1" dirty="0">
                <a:solidFill>
                  <a:schemeClr val="accent2">
                    <a:lumMod val="50000"/>
                  </a:schemeClr>
                </a:solidFill>
                <a:ea typeface="隶书" pitchFamily="49" charset="-122"/>
              </a:rPr>
              <a:t> y)</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return(x &gt; y ? x : y);</a:t>
            </a:r>
          </a:p>
          <a:p>
            <a:r>
              <a:rPr lang="en-US" altLang="zh-CN" b="1" dirty="0">
                <a:effectLst>
                  <a:outerShdw blurRad="38100" dist="38100" dir="2700000" algn="tl">
                    <a:srgbClr val="FFFFFF"/>
                  </a:outerShdw>
                </a:effectLst>
                <a:ea typeface="隶书" pitchFamily="49" charset="-122"/>
              </a:rPr>
              <a:t>}</a:t>
            </a:r>
          </a:p>
          <a:p>
            <a:endParaRPr lang="en-US" altLang="zh-CN" b="1" dirty="0">
              <a:effectLst>
                <a:outerShdw blurRad="38100" dist="38100" dir="2700000" algn="tl">
                  <a:srgbClr val="FFFFFF"/>
                </a:outerShdw>
              </a:effectLst>
              <a:ea typeface="隶书" pitchFamily="49" charset="-122"/>
            </a:endParaRPr>
          </a:p>
          <a:p>
            <a:r>
              <a:rPr lang="en-US" altLang="zh-CN" b="1" dirty="0" err="1">
                <a:solidFill>
                  <a:srgbClr val="C00000"/>
                </a:solidFill>
                <a:effectLst>
                  <a:outerShdw blurRad="38100" dist="38100" dir="2700000" algn="tl">
                    <a:srgbClr val="FFFFFF"/>
                  </a:outerShdw>
                </a:effectLst>
                <a:ea typeface="隶书" pitchFamily="49" charset="-122"/>
              </a:rPr>
              <a:t>int</a:t>
            </a:r>
            <a:r>
              <a:rPr lang="en-US" altLang="zh-CN" b="1" dirty="0">
                <a:solidFill>
                  <a:srgbClr val="C00000"/>
                </a:solidFill>
                <a:effectLst>
                  <a:outerShdw blurRad="38100" dist="38100" dir="2700000" algn="tl">
                    <a:srgbClr val="FFFFFF"/>
                  </a:outerShdw>
                </a:effectLst>
                <a:ea typeface="隶书" pitchFamily="49" charset="-122"/>
              </a:rPr>
              <a:t> main ( )</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a, b, c, d, t;</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t = max(</a:t>
            </a:r>
            <a:r>
              <a:rPr lang="en-US" altLang="zh-CN" b="1" dirty="0" err="1">
                <a:effectLst>
                  <a:outerShdw blurRad="38100" dist="38100" dir="2700000" algn="tl">
                    <a:srgbClr val="FFFFFF"/>
                  </a:outerShdw>
                </a:effectLst>
                <a:ea typeface="隶书" pitchFamily="49" charset="-122"/>
              </a:rPr>
              <a:t>a+b</a:t>
            </a:r>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c+d</a:t>
            </a:r>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a:t>
            </a:r>
          </a:p>
        </p:txBody>
      </p:sp>
      <p:sp>
        <p:nvSpPr>
          <p:cNvPr id="1032197" name="Text Box 5"/>
          <p:cNvSpPr txBox="1">
            <a:spLocks noChangeArrowheads="1"/>
          </p:cNvSpPr>
          <p:nvPr/>
        </p:nvSpPr>
        <p:spPr bwMode="auto">
          <a:xfrm>
            <a:off x="445792" y="980728"/>
            <a:ext cx="5441211" cy="463846"/>
          </a:xfrm>
          <a:prstGeom prst="rect">
            <a:avLst/>
          </a:prstGeom>
          <a:noFill/>
          <a:ln w="12700" cap="sq">
            <a:noFill/>
            <a:miter lim="800000"/>
            <a:headEnd type="none" w="sm" len="sm"/>
            <a:tailEnd type="none" w="sm" len="sm"/>
          </a:ln>
          <a:effectLst/>
        </p:spPr>
        <p:txBody>
          <a:bodyPr wrap="none" lIns="90000" tIns="46800" rIns="90000" bIns="46800" anchor="ctr">
            <a:spAutoFit/>
          </a:bodyPr>
          <a:lstStyle/>
          <a:p>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用宏定义和函数实现同样的功能</a:t>
            </a:r>
          </a:p>
        </p:txBody>
      </p:sp>
      <p:sp>
        <p:nvSpPr>
          <p:cNvPr id="8" name="Rectangle 4">
            <a:extLst>
              <a:ext uri="{FF2B5EF4-FFF2-40B4-BE49-F238E27FC236}">
                <a16:creationId xmlns:a16="http://schemas.microsoft.com/office/drawing/2014/main" id="{63EFBE56-AE39-4E28-B087-3AA9A378837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宏定义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2195"/>
                                        </p:tgtEl>
                                        <p:attrNameLst>
                                          <p:attrName>style.visibility</p:attrName>
                                        </p:attrNameLst>
                                      </p:cBhvr>
                                      <p:to>
                                        <p:strVal val="visible"/>
                                      </p:to>
                                    </p:set>
                                    <p:animEffect transition="in" filter="box(out)">
                                      <p:cBhvr>
                                        <p:cTn id="7" dur="500"/>
                                        <p:tgtEl>
                                          <p:spTgt spid="103219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32196"/>
                                        </p:tgtEl>
                                        <p:attrNameLst>
                                          <p:attrName>style.visibility</p:attrName>
                                        </p:attrNameLst>
                                      </p:cBhvr>
                                      <p:to>
                                        <p:strVal val="visible"/>
                                      </p:to>
                                    </p:set>
                                    <p:animEffect transition="in" filter="box(out)">
                                      <p:cBhvr>
                                        <p:cTn id="12" dur="500"/>
                                        <p:tgtEl>
                                          <p:spTgt spid="103219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195" grpId="0" animBg="1"/>
      <p:bldP spid="1032196"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33372" name="Group 156"/>
          <p:cNvGraphicFramePr>
            <a:graphicFrameLocks noGrp="1"/>
          </p:cNvGraphicFramePr>
          <p:nvPr>
            <p:ph sz="half" idx="4294967295"/>
            <p:extLst>
              <p:ext uri="{D42A27DB-BD31-4B8C-83A1-F6EECF244321}">
                <p14:modId xmlns:p14="http://schemas.microsoft.com/office/powerpoint/2010/main" val="2240438935"/>
              </p:ext>
            </p:extLst>
          </p:nvPr>
        </p:nvGraphicFramePr>
        <p:xfrm>
          <a:off x="983432" y="2172691"/>
          <a:ext cx="10174956" cy="2984501"/>
        </p:xfrm>
        <a:graphic>
          <a:graphicData uri="http://schemas.openxmlformats.org/drawingml/2006/table">
            <a:tbl>
              <a:tblPr>
                <a:effectLst/>
              </a:tblPr>
              <a:tblGrid>
                <a:gridCol w="1801506">
                  <a:extLst>
                    <a:ext uri="{9D8B030D-6E8A-4147-A177-3AD203B41FA5}">
                      <a16:colId xmlns:a16="http://schemas.microsoft.com/office/drawing/2014/main" val="20000"/>
                    </a:ext>
                  </a:extLst>
                </a:gridCol>
                <a:gridCol w="3735776">
                  <a:extLst>
                    <a:ext uri="{9D8B030D-6E8A-4147-A177-3AD203B41FA5}">
                      <a16:colId xmlns:a16="http://schemas.microsoft.com/office/drawing/2014/main" val="20001"/>
                    </a:ext>
                  </a:extLst>
                </a:gridCol>
                <a:gridCol w="4637674">
                  <a:extLst>
                    <a:ext uri="{9D8B030D-6E8A-4147-A177-3AD203B41FA5}">
                      <a16:colId xmlns:a16="http://schemas.microsoft.com/office/drawing/2014/main" val="20002"/>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bg1"/>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bg1"/>
                          </a:solidFill>
                          <a:effectLst/>
                          <a:latin typeface="+mn-lt"/>
                          <a:ea typeface="楷体" pitchFamily="49" charset="-122"/>
                          <a:cs typeface="Times New Roman" pitchFamily="18" charset="0"/>
                        </a:rPr>
                        <a:t>带参宏</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bg1"/>
                          </a:solidFill>
                          <a:effectLst/>
                          <a:latin typeface="+mn-lt"/>
                          <a:ea typeface="楷体" pitchFamily="49" charset="-122"/>
                          <a:cs typeface="Times New Roman" pitchFamily="18" charset="0"/>
                        </a:rPr>
                        <a:t>函数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5048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处理时间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cs typeface="Times New Roman" pitchFamily="18" charset="0"/>
                        </a:rPr>
                        <a:t>编译时</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程序运行时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64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参数类型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cs typeface="Times New Roman" pitchFamily="18" charset="0"/>
                        </a:rPr>
                        <a:t>无类型问题</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定义实参、形参类型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48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处理过程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cs typeface="Times New Roman" pitchFamily="18" charset="0"/>
                        </a:rPr>
                        <a:t>不分配内存，简单的字符置换</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分配内存，先求实参值，再代入形参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64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程序长度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cs typeface="Times New Roman" pitchFamily="18" charset="0"/>
                        </a:rPr>
                        <a:t>变长</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不变</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48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运行速度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cs typeface="Times New Roman" pitchFamily="18" charset="0"/>
                        </a:rPr>
                        <a:t>不占运行时间</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调用和返回占时间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Rectangle 4">
            <a:extLst>
              <a:ext uri="{FF2B5EF4-FFF2-40B4-BE49-F238E27FC236}">
                <a16:creationId xmlns:a16="http://schemas.microsoft.com/office/drawing/2014/main" id="{1E3A1000-B6C4-4D00-BBB6-08959F466B7D}"/>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宏定义 </a:t>
            </a:r>
          </a:p>
        </p:txBody>
      </p:sp>
      <p:grpSp>
        <p:nvGrpSpPr>
          <p:cNvPr id="8" name="组合 7">
            <a:extLst>
              <a:ext uri="{FF2B5EF4-FFF2-40B4-BE49-F238E27FC236}">
                <a16:creationId xmlns:a16="http://schemas.microsoft.com/office/drawing/2014/main" id="{1E92B5E4-8820-4F89-9DF0-0B27ABA29873}"/>
              </a:ext>
            </a:extLst>
          </p:cNvPr>
          <p:cNvGrpSpPr/>
          <p:nvPr/>
        </p:nvGrpSpPr>
        <p:grpSpPr>
          <a:xfrm>
            <a:off x="695400" y="1059424"/>
            <a:ext cx="4032448" cy="557612"/>
            <a:chOff x="695400" y="1059424"/>
            <a:chExt cx="4032448" cy="557612"/>
          </a:xfrm>
        </p:grpSpPr>
        <p:sp>
          <p:nvSpPr>
            <p:cNvPr id="9" name="Text Box 5">
              <a:extLst>
                <a:ext uri="{FF2B5EF4-FFF2-40B4-BE49-F238E27FC236}">
                  <a16:creationId xmlns:a16="http://schemas.microsoft.com/office/drawing/2014/main" id="{0173E765-C5D9-4E9C-8B60-2D2F08C8FDCF}"/>
                </a:ext>
              </a:extLst>
            </p:cNvPr>
            <p:cNvSpPr txBox="1">
              <a:spLocks noChangeArrowheads="1"/>
            </p:cNvSpPr>
            <p:nvPr/>
          </p:nvSpPr>
          <p:spPr bwMode="auto">
            <a:xfrm>
              <a:off x="1558211" y="1081250"/>
              <a:ext cx="3169637"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带参的宏与函数区别</a:t>
              </a:r>
            </a:p>
          </p:txBody>
        </p:sp>
        <p:grpSp>
          <p:nvGrpSpPr>
            <p:cNvPr id="10" name="组合 9">
              <a:extLst>
                <a:ext uri="{FF2B5EF4-FFF2-40B4-BE49-F238E27FC236}">
                  <a16:creationId xmlns:a16="http://schemas.microsoft.com/office/drawing/2014/main" id="{851D8ABB-4D93-4664-9C79-41F23B0C279C}"/>
                </a:ext>
              </a:extLst>
            </p:cNvPr>
            <p:cNvGrpSpPr/>
            <p:nvPr/>
          </p:nvGrpSpPr>
          <p:grpSpPr>
            <a:xfrm>
              <a:off x="695400" y="1059424"/>
              <a:ext cx="833819" cy="557612"/>
              <a:chOff x="695400" y="1059424"/>
              <a:chExt cx="833819" cy="557612"/>
            </a:xfrm>
          </p:grpSpPr>
          <p:sp>
            <p:nvSpPr>
              <p:cNvPr id="11" name="菱形 10">
                <a:extLst>
                  <a:ext uri="{FF2B5EF4-FFF2-40B4-BE49-F238E27FC236}">
                    <a16:creationId xmlns:a16="http://schemas.microsoft.com/office/drawing/2014/main" id="{BC436945-476B-4B3E-A195-55FBE53ACBE5}"/>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2" name="菱形 11">
                <a:extLst>
                  <a:ext uri="{FF2B5EF4-FFF2-40B4-BE49-F238E27FC236}">
                    <a16:creationId xmlns:a16="http://schemas.microsoft.com/office/drawing/2014/main" id="{7EE98B7D-A998-4FE2-9455-74F7A13C9405}"/>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33372"/>
                                        </p:tgtEl>
                                        <p:attrNameLst>
                                          <p:attrName>style.visibility</p:attrName>
                                        </p:attrNameLst>
                                      </p:cBhvr>
                                      <p:to>
                                        <p:strVal val="visible"/>
                                      </p:to>
                                    </p:set>
                                    <p:animEffect transition="in" filter="box(out)">
                                      <p:cBhvr>
                                        <p:cTn id="13" dur="500"/>
                                        <p:tgtEl>
                                          <p:spTgt spid="103337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5284" name="Rectangle 20"/>
          <p:cNvSpPr>
            <a:spLocks noChangeArrowheads="1"/>
          </p:cNvSpPr>
          <p:nvPr/>
        </p:nvSpPr>
        <p:spPr bwMode="auto">
          <a:xfrm>
            <a:off x="1007767" y="2681289"/>
            <a:ext cx="2160587" cy="477837"/>
          </a:xfrm>
          <a:prstGeom prst="rect">
            <a:avLst/>
          </a:prstGeom>
          <a:noFill/>
          <a:ln w="9525">
            <a:noFill/>
            <a:miter lim="800000"/>
            <a:headEnd/>
            <a:tailEnd/>
          </a:ln>
        </p:spPr>
        <p:txBody>
          <a:bodyPr/>
          <a:lstStyle/>
          <a:p>
            <a:pPr marL="342900" indent="-342900">
              <a:spcBef>
                <a:spcPct val="20000"/>
              </a:spcBef>
              <a:buFont typeface="Wingdings" pitchFamily="2" charset="2"/>
              <a:buChar char="Ø"/>
            </a:pPr>
            <a:r>
              <a:rPr lang="zh-CN" altLang="en-US" b="1" dirty="0">
                <a:solidFill>
                  <a:srgbClr val="C01920"/>
                </a:solidFill>
                <a:latin typeface="+mn-lt"/>
                <a:ea typeface="楷体" pitchFamily="49" charset="-122"/>
              </a:rPr>
              <a:t>处理过程</a:t>
            </a:r>
          </a:p>
        </p:txBody>
      </p:sp>
      <p:sp>
        <p:nvSpPr>
          <p:cNvPr id="1035289" name="Rectangle 25"/>
          <p:cNvSpPr>
            <a:spLocks noChangeArrowheads="1"/>
          </p:cNvSpPr>
          <p:nvPr/>
        </p:nvSpPr>
        <p:spPr bwMode="auto">
          <a:xfrm>
            <a:off x="1003003" y="1013827"/>
            <a:ext cx="8064500" cy="830997"/>
          </a:xfrm>
          <a:prstGeom prst="rect">
            <a:avLst/>
          </a:prstGeom>
          <a:noFill/>
          <a:ln w="9525">
            <a:noFill/>
            <a:miter lim="800000"/>
            <a:headEnd/>
            <a:tailEnd/>
          </a:ln>
          <a:effectLst/>
        </p:spPr>
        <p:txBody>
          <a:bodyP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功能</a:t>
            </a:r>
          </a:p>
          <a:p>
            <a:pPr>
              <a:buFont typeface="Wingdings" pitchFamily="2" charset="2"/>
              <a:buNone/>
            </a:pPr>
            <a:r>
              <a:rPr lang="zh-CN" altLang="en-US" b="1" dirty="0">
                <a:effectLst>
                  <a:outerShdw blurRad="38100" dist="38100" dir="2700000" algn="tl">
                    <a:srgbClr val="FFFFFF"/>
                  </a:outerShdw>
                </a:effectLst>
                <a:latin typeface="+mn-lt"/>
                <a:ea typeface="楷体" pitchFamily="49" charset="-122"/>
              </a:rPr>
              <a:t>    一个源文件可将另一个源文件的内容全部包含进来。</a:t>
            </a:r>
          </a:p>
        </p:txBody>
      </p:sp>
      <p:sp>
        <p:nvSpPr>
          <p:cNvPr id="1035290" name="Rectangle 26"/>
          <p:cNvSpPr>
            <a:spLocks noChangeArrowheads="1"/>
          </p:cNvSpPr>
          <p:nvPr/>
        </p:nvSpPr>
        <p:spPr bwMode="auto">
          <a:xfrm>
            <a:off x="1004591" y="1912888"/>
            <a:ext cx="2044700" cy="457200"/>
          </a:xfrm>
          <a:prstGeom prst="rect">
            <a:avLst/>
          </a:prstGeom>
          <a:noFill/>
          <a:ln w="9525">
            <a:noFill/>
            <a:miter lim="800000"/>
            <a:headEnd/>
            <a:tailEnd/>
          </a:ln>
          <a:effectLst/>
        </p:spPr>
        <p:txBody>
          <a:bodyP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一般形式</a:t>
            </a:r>
          </a:p>
        </p:txBody>
      </p:sp>
      <p:sp>
        <p:nvSpPr>
          <p:cNvPr id="1035291" name="Text Box 27"/>
          <p:cNvSpPr txBox="1">
            <a:spLocks noChangeArrowheads="1"/>
          </p:cNvSpPr>
          <p:nvPr/>
        </p:nvSpPr>
        <p:spPr bwMode="auto">
          <a:xfrm>
            <a:off x="3247097" y="1989088"/>
            <a:ext cx="8122346" cy="431800"/>
          </a:xfrm>
          <a:prstGeom prst="rect">
            <a:avLst/>
          </a:prstGeom>
          <a:gradFill rotWithShape="1">
            <a:gsLst>
              <a:gs pos="0">
                <a:srgbClr val="CCCCCC"/>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effectLst>
                  <a:outerShdw blurRad="38100" dist="38100" dir="2700000" algn="tl">
                    <a:srgbClr val="FFFFFF"/>
                  </a:outerShdw>
                </a:effectLst>
                <a:latin typeface="+mn-lt"/>
                <a:ea typeface="楷体" pitchFamily="49" charset="-122"/>
              </a:rPr>
              <a:t>#include    &lt;</a:t>
            </a:r>
            <a:r>
              <a:rPr lang="zh-CN" altLang="en-US" sz="2000" b="1" dirty="0">
                <a:effectLst>
                  <a:outerShdw blurRad="38100" dist="38100" dir="2700000" algn="tl">
                    <a:srgbClr val="FFFFFF"/>
                  </a:outerShdw>
                </a:effectLst>
                <a:latin typeface="+mn-lt"/>
                <a:ea typeface="楷体" pitchFamily="49" charset="-122"/>
              </a:rPr>
              <a:t>包含文件名</a:t>
            </a:r>
            <a:r>
              <a:rPr lang="en-US" altLang="zh-CN" sz="2000" b="1" dirty="0">
                <a:effectLst>
                  <a:outerShdw blurRad="38100" dist="38100" dir="2700000" algn="tl">
                    <a:srgbClr val="FFFFFF"/>
                  </a:outerShdw>
                </a:effectLst>
                <a:latin typeface="+mn-lt"/>
                <a:ea typeface="楷体" pitchFamily="49" charset="-122"/>
              </a:rPr>
              <a:t>&gt;         </a:t>
            </a:r>
            <a:r>
              <a:rPr lang="zh-CN" altLang="en-US" sz="2000" b="1" dirty="0">
                <a:solidFill>
                  <a:srgbClr val="C01920"/>
                </a:solidFill>
                <a:latin typeface="+mn-lt"/>
                <a:ea typeface="楷体" pitchFamily="49" charset="-122"/>
              </a:rPr>
              <a:t>或</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#include    </a:t>
            </a:r>
            <a:r>
              <a:rPr lang="en-US" altLang="zh-CN" sz="2000" b="1" dirty="0">
                <a:effectLst>
                  <a:outerShdw blurRad="38100" dist="38100" dir="2700000" algn="tl">
                    <a:srgbClr val="FFFFFF"/>
                  </a:outerShdw>
                </a:effectLst>
              </a:rPr>
              <a:t>"</a:t>
            </a:r>
            <a:r>
              <a:rPr lang="zh-CN" altLang="en-US" sz="2000" b="1" dirty="0">
                <a:effectLst>
                  <a:outerShdw blurRad="38100" dist="38100" dir="2700000" algn="tl">
                    <a:srgbClr val="FFFFFF"/>
                  </a:outerShdw>
                </a:effectLst>
                <a:latin typeface="+mn-lt"/>
                <a:ea typeface="楷体" pitchFamily="49" charset="-122"/>
              </a:rPr>
              <a:t>包含文件名</a:t>
            </a:r>
            <a:r>
              <a:rPr lang="en-US" altLang="zh-CN" sz="2000" b="1" dirty="0">
                <a:effectLst>
                  <a:outerShdw blurRad="38100" dist="38100" dir="2700000" algn="tl">
                    <a:srgbClr val="FFFFFF"/>
                  </a:outerShdw>
                </a:effectLst>
              </a:rPr>
              <a:t>"</a:t>
            </a:r>
            <a:endParaRPr lang="zh-CN" altLang="en-US" sz="2000" b="1" dirty="0">
              <a:effectLst>
                <a:outerShdw blurRad="38100" dist="38100" dir="2700000" algn="tl">
                  <a:srgbClr val="FFFFFF"/>
                </a:outerShdw>
              </a:effectLst>
              <a:latin typeface="+mn-lt"/>
              <a:ea typeface="楷体" pitchFamily="49" charset="-122"/>
            </a:endParaRPr>
          </a:p>
        </p:txBody>
      </p:sp>
      <p:sp>
        <p:nvSpPr>
          <p:cNvPr id="1035292" name="Rectangle 28"/>
          <p:cNvSpPr>
            <a:spLocks noChangeArrowheads="1"/>
          </p:cNvSpPr>
          <p:nvPr/>
        </p:nvSpPr>
        <p:spPr bwMode="auto">
          <a:xfrm>
            <a:off x="731542" y="3141664"/>
            <a:ext cx="10765054" cy="830997"/>
          </a:xfrm>
          <a:prstGeom prst="rect">
            <a:avLst/>
          </a:prstGeom>
          <a:noFill/>
          <a:ln w="9525">
            <a:noFill/>
            <a:miter lim="800000"/>
            <a:headEnd/>
            <a:tailEnd/>
          </a:ln>
          <a:effectLst/>
        </p:spPr>
        <p:txBody>
          <a:bodyPr wrap="square">
            <a:spAutoFit/>
          </a:bodyPr>
          <a:lstStyle/>
          <a:p>
            <a:pPr>
              <a:spcBef>
                <a:spcPct val="20000"/>
              </a:spcBef>
            </a:pPr>
            <a:r>
              <a:rPr lang="zh-CN" altLang="en-US" b="1" dirty="0">
                <a:effectLst>
                  <a:outerShdw blurRad="38100" dist="38100" dir="2700000" algn="tl">
                    <a:srgbClr val="FFFFFF"/>
                  </a:outerShdw>
                </a:effectLst>
                <a:latin typeface="+mn-lt"/>
                <a:ea typeface="楷体" pitchFamily="49" charset="-122"/>
              </a:rPr>
              <a:t>        预编译时</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用被包含文件的内容取代该预处理命令，再对“包含”后的文件作一个源文件编译。</a:t>
            </a:r>
          </a:p>
        </p:txBody>
      </p:sp>
      <p:sp>
        <p:nvSpPr>
          <p:cNvPr id="1035293" name="AutoShape 29"/>
          <p:cNvSpPr>
            <a:spLocks noChangeArrowheads="1"/>
          </p:cNvSpPr>
          <p:nvPr/>
        </p:nvSpPr>
        <p:spPr bwMode="auto">
          <a:xfrm>
            <a:off x="5229714" y="2982914"/>
            <a:ext cx="3024188" cy="1152525"/>
          </a:xfrm>
          <a:prstGeom prst="wedgeRoundRectCallout">
            <a:avLst>
              <a:gd name="adj1" fmla="val -47898"/>
              <a:gd name="adj2" fmla="val -93940"/>
              <a:gd name="adj3" fmla="val 16667"/>
            </a:avLst>
          </a:prstGeom>
          <a:gradFill rotWithShape="1">
            <a:gsLst>
              <a:gs pos="0">
                <a:srgbClr val="CCCCCC"/>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kumimoji="0" lang="en-US" altLang="zh-CN" sz="2000" b="1" dirty="0">
                <a:solidFill>
                  <a:srgbClr val="002060"/>
                </a:solidFill>
                <a:latin typeface="+mn-lt"/>
                <a:ea typeface="楷体" pitchFamily="49" charset="-122"/>
              </a:rPr>
              <a:t>&lt; &gt;</a:t>
            </a:r>
            <a:r>
              <a:rPr kumimoji="0" lang="zh-CN" altLang="en-US" sz="2000" b="1" dirty="0">
                <a:solidFill>
                  <a:srgbClr val="002060"/>
                </a:solidFill>
                <a:latin typeface="+mn-lt"/>
                <a:ea typeface="楷体" pitchFamily="49" charset="-122"/>
              </a:rPr>
              <a:t>：</a:t>
            </a:r>
            <a:r>
              <a:rPr kumimoji="0" lang="zh-CN" altLang="en-US" sz="2000" b="1" dirty="0">
                <a:solidFill>
                  <a:srgbClr val="CC0000"/>
                </a:solidFill>
                <a:latin typeface="+mn-lt"/>
                <a:ea typeface="楷体" pitchFamily="49" charset="-122"/>
              </a:rPr>
              <a:t>直</a:t>
            </a:r>
            <a:r>
              <a:rPr lang="zh-CN" altLang="en-US" sz="2000" b="1" dirty="0">
                <a:solidFill>
                  <a:srgbClr val="CC0000"/>
                </a:solidFill>
                <a:latin typeface="+mn-lt"/>
                <a:ea typeface="楷体" pitchFamily="49" charset="-122"/>
              </a:rPr>
              <a:t>接到系统指定的“文件包含目录”去查找被包含的文件 </a:t>
            </a:r>
          </a:p>
        </p:txBody>
      </p:sp>
      <p:sp>
        <p:nvSpPr>
          <p:cNvPr id="1035294" name="AutoShape 30"/>
          <p:cNvSpPr>
            <a:spLocks noChangeArrowheads="1"/>
          </p:cNvSpPr>
          <p:nvPr/>
        </p:nvSpPr>
        <p:spPr bwMode="auto">
          <a:xfrm>
            <a:off x="6492378" y="2985771"/>
            <a:ext cx="3348038" cy="1368425"/>
          </a:xfrm>
          <a:prstGeom prst="wedgeRoundRectCallout">
            <a:avLst>
              <a:gd name="adj1" fmla="val 33926"/>
              <a:gd name="adj2" fmla="val -87009"/>
              <a:gd name="adj3" fmla="val 16667"/>
            </a:avLst>
          </a:prstGeom>
          <a:gradFill rotWithShape="1">
            <a:gsLst>
              <a:gs pos="0">
                <a:srgbClr val="CCCCCC"/>
              </a:gs>
              <a:gs pos="100000">
                <a:schemeClr val="bg1"/>
              </a:gs>
            </a:gsLst>
            <a:lin ang="5400000" scaled="1"/>
          </a:gradFill>
          <a:ln w="1905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002060"/>
                </a:solidFill>
              </a:rPr>
              <a:t>"</a:t>
            </a:r>
            <a:r>
              <a:rPr kumimoji="0" lang="en-US" altLang="zh-CN" sz="2000" b="1" dirty="0">
                <a:solidFill>
                  <a:srgbClr val="002060"/>
                </a:solidFill>
                <a:latin typeface="+mn-lt"/>
                <a:ea typeface="楷体" pitchFamily="49" charset="-122"/>
              </a:rPr>
              <a:t> </a:t>
            </a:r>
            <a:r>
              <a:rPr lang="en-US" altLang="zh-CN" sz="2000" b="1" dirty="0">
                <a:solidFill>
                  <a:srgbClr val="002060"/>
                </a:solidFill>
              </a:rPr>
              <a:t>" </a:t>
            </a:r>
            <a:r>
              <a:rPr kumimoji="0" lang="zh-CN" altLang="en-US" sz="2000" b="1" dirty="0">
                <a:solidFill>
                  <a:srgbClr val="002060"/>
                </a:solidFill>
                <a:latin typeface="+mn-lt"/>
                <a:ea typeface="楷体" pitchFamily="49" charset="-122"/>
              </a:rPr>
              <a:t>：</a:t>
            </a:r>
            <a:r>
              <a:rPr lang="zh-CN" altLang="zh-CN" sz="2000" b="1" dirty="0">
                <a:solidFill>
                  <a:srgbClr val="CC0000"/>
                </a:solidFill>
                <a:latin typeface="+mn-lt"/>
                <a:ea typeface="楷体" pitchFamily="49" charset="-122"/>
              </a:rPr>
              <a:t>系统首先到当前目录下查找被包含文件，如果没找到，再到系统</a:t>
            </a:r>
            <a:r>
              <a:rPr lang="zh-CN" altLang="en-US" sz="2000" b="1" dirty="0">
                <a:solidFill>
                  <a:srgbClr val="CC0000"/>
                </a:solidFill>
                <a:latin typeface="+mn-lt"/>
                <a:ea typeface="楷体" pitchFamily="49" charset="-122"/>
              </a:rPr>
              <a:t>指定的“文件包含目录”去查找。</a:t>
            </a:r>
            <a:r>
              <a:rPr lang="zh-CN" altLang="en-US" sz="2000" dirty="0">
                <a:solidFill>
                  <a:srgbClr val="CC0000"/>
                </a:solidFill>
                <a:latin typeface="+mn-lt"/>
                <a:ea typeface="楷体" pitchFamily="49" charset="-122"/>
              </a:rPr>
              <a:t> </a:t>
            </a:r>
          </a:p>
        </p:txBody>
      </p:sp>
      <p:grpSp>
        <p:nvGrpSpPr>
          <p:cNvPr id="1035309" name="Group 45"/>
          <p:cNvGrpSpPr>
            <a:grpSpLocks/>
          </p:cNvGrpSpPr>
          <p:nvPr/>
        </p:nvGrpSpPr>
        <p:grpSpPr bwMode="auto">
          <a:xfrm>
            <a:off x="6556623" y="4649464"/>
            <a:ext cx="1109663" cy="890588"/>
            <a:chOff x="3334" y="3148"/>
            <a:chExt cx="699" cy="561"/>
          </a:xfrm>
        </p:grpSpPr>
        <p:sp>
          <p:nvSpPr>
            <p:cNvPr id="1035303" name="AutoShape 39"/>
            <p:cNvSpPr>
              <a:spLocks noChangeArrowheads="1"/>
            </p:cNvSpPr>
            <p:nvPr/>
          </p:nvSpPr>
          <p:spPr bwMode="auto">
            <a:xfrm>
              <a:off x="3334" y="3148"/>
              <a:ext cx="652" cy="13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BEDFC4"/>
                </a:gs>
                <a:gs pos="100000">
                  <a:schemeClr val="bg1"/>
                </a:gs>
              </a:gsLst>
              <a:lin ang="5400000" scaled="1"/>
            </a:gradFill>
            <a:ln w="19050">
              <a:solidFill>
                <a:srgbClr val="C01920"/>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35304" name="Text Box 40"/>
            <p:cNvSpPr txBox="1">
              <a:spLocks noChangeArrowheads="1"/>
            </p:cNvSpPr>
            <p:nvPr/>
          </p:nvSpPr>
          <p:spPr bwMode="auto">
            <a:xfrm>
              <a:off x="3349" y="3267"/>
              <a:ext cx="684" cy="442"/>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C0000"/>
                  </a:solidFill>
                  <a:latin typeface="+mn-lt"/>
                  <a:ea typeface="楷体" pitchFamily="49" charset="-122"/>
                </a:rPr>
                <a:t>预编译处理后</a:t>
              </a:r>
            </a:p>
          </p:txBody>
        </p:sp>
      </p:grpSp>
      <p:grpSp>
        <p:nvGrpSpPr>
          <p:cNvPr id="1035322" name="Group 58"/>
          <p:cNvGrpSpPr>
            <a:grpSpLocks/>
          </p:cNvGrpSpPr>
          <p:nvPr/>
        </p:nvGrpSpPr>
        <p:grpSpPr bwMode="auto">
          <a:xfrm>
            <a:off x="1919536" y="4725664"/>
            <a:ext cx="1728787" cy="1828800"/>
            <a:chOff x="413" y="3124"/>
            <a:chExt cx="1089" cy="1152"/>
          </a:xfrm>
        </p:grpSpPr>
        <p:grpSp>
          <p:nvGrpSpPr>
            <p:cNvPr id="1035315" name="Group 51"/>
            <p:cNvGrpSpPr>
              <a:grpSpLocks/>
            </p:cNvGrpSpPr>
            <p:nvPr/>
          </p:nvGrpSpPr>
          <p:grpSpPr bwMode="auto">
            <a:xfrm>
              <a:off x="413" y="3124"/>
              <a:ext cx="1089" cy="726"/>
              <a:chOff x="413" y="3196"/>
              <a:chExt cx="1089" cy="726"/>
            </a:xfrm>
          </p:grpSpPr>
          <p:sp>
            <p:nvSpPr>
              <p:cNvPr id="1035297" name="Rectangle 33"/>
              <p:cNvSpPr>
                <a:spLocks noChangeArrowheads="1"/>
              </p:cNvSpPr>
              <p:nvPr/>
            </p:nvSpPr>
            <p:spPr bwMode="auto">
              <a:xfrm>
                <a:off x="413" y="3196"/>
                <a:ext cx="1089" cy="726"/>
              </a:xfrm>
              <a:prstGeom prst="rect">
                <a:avLst/>
              </a:prstGeom>
              <a:gradFill rotWithShape="1">
                <a:gsLst>
                  <a:gs pos="0">
                    <a:srgbClr val="CCCCCC"/>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035298" name="Text Box 34"/>
              <p:cNvSpPr txBox="1">
                <a:spLocks noChangeArrowheads="1"/>
              </p:cNvSpPr>
              <p:nvPr/>
            </p:nvSpPr>
            <p:spPr bwMode="auto">
              <a:xfrm>
                <a:off x="540" y="3424"/>
                <a:ext cx="817" cy="291"/>
              </a:xfrm>
              <a:prstGeom prst="rect">
                <a:avLst/>
              </a:prstGeom>
              <a:gradFill rotWithShape="1">
                <a:gsLst>
                  <a:gs pos="0">
                    <a:srgbClr val="F0E5B7"/>
                  </a:gs>
                  <a:gs pos="100000">
                    <a:schemeClr val="bg1"/>
                  </a:gs>
                </a:gsLst>
                <a:lin ang="5400000" scaled="1"/>
              </a:gradFill>
              <a:ln w="28575">
                <a:solidFill>
                  <a:srgbClr val="002060"/>
                </a:solidFill>
                <a:miter lim="800000"/>
                <a:headEnd/>
                <a:tailEnd/>
              </a:ln>
              <a:effectLst/>
            </p:spPr>
            <p:txBody>
              <a:bodyPr>
                <a:spAutoFit/>
              </a:bodyPr>
              <a:lstStyle/>
              <a:p>
                <a:pPr algn="ctr">
                  <a:spcBef>
                    <a:spcPct val="50000"/>
                  </a:spcBef>
                </a:pPr>
                <a:r>
                  <a:rPr lang="en-US" altLang="zh-CN" b="1">
                    <a:effectLst>
                      <a:outerShdw blurRad="38100" dist="38100" dir="2700000" algn="tl">
                        <a:srgbClr val="FFFFFF"/>
                      </a:outerShdw>
                    </a:effectLst>
                  </a:rPr>
                  <a:t>A</a:t>
                </a:r>
              </a:p>
            </p:txBody>
          </p:sp>
        </p:grpSp>
        <p:sp>
          <p:nvSpPr>
            <p:cNvPr id="1035316" name="Text Box 52"/>
            <p:cNvSpPr txBox="1">
              <a:spLocks noChangeArrowheads="1"/>
            </p:cNvSpPr>
            <p:nvPr/>
          </p:nvSpPr>
          <p:spPr bwMode="auto">
            <a:xfrm>
              <a:off x="612" y="3834"/>
              <a:ext cx="862" cy="442"/>
            </a:xfrm>
            <a:prstGeom prst="rect">
              <a:avLst/>
            </a:prstGeom>
            <a:noFill/>
            <a:ln w="9525">
              <a:noFill/>
              <a:miter lim="800000"/>
              <a:headEnd/>
              <a:tailEnd/>
            </a:ln>
            <a:effectLst/>
          </p:spPr>
          <p:txBody>
            <a:bodyPr>
              <a:spAutoFit/>
            </a:bodyPr>
            <a:lstStyle/>
            <a:p>
              <a:pPr>
                <a:spcBef>
                  <a:spcPct val="50000"/>
                </a:spcBef>
              </a:pPr>
              <a:r>
                <a:rPr lang="zh-CN" altLang="en-US" sz="2000" b="1" dirty="0">
                  <a:effectLst>
                    <a:outerShdw blurRad="38100" dist="38100" dir="2700000" algn="tl">
                      <a:srgbClr val="FFFFFF"/>
                    </a:outerShdw>
                  </a:effectLst>
                  <a:latin typeface="+mn-lt"/>
                  <a:ea typeface="楷体" pitchFamily="49" charset="-122"/>
                </a:rPr>
                <a:t>源文件</a:t>
              </a:r>
              <a:r>
                <a:rPr lang="en-US" altLang="zh-CN" sz="2000" b="1" dirty="0">
                  <a:effectLst>
                    <a:outerShdw blurRad="38100" dist="38100" dir="2700000" algn="tl">
                      <a:srgbClr val="FFFFFF"/>
                    </a:outerShdw>
                  </a:effectLst>
                  <a:latin typeface="+mn-lt"/>
                  <a:ea typeface="楷体" pitchFamily="49" charset="-122"/>
                </a:rPr>
                <a:t>prg1.cpp</a:t>
              </a:r>
            </a:p>
          </p:txBody>
        </p:sp>
      </p:grpSp>
      <p:grpSp>
        <p:nvGrpSpPr>
          <p:cNvPr id="1035323" name="Group 59"/>
          <p:cNvGrpSpPr>
            <a:grpSpLocks/>
          </p:cNvGrpSpPr>
          <p:nvPr/>
        </p:nvGrpSpPr>
        <p:grpSpPr bwMode="auto">
          <a:xfrm>
            <a:off x="3864223" y="3789040"/>
            <a:ext cx="2619375" cy="2792413"/>
            <a:chOff x="1638" y="2534"/>
            <a:chExt cx="1650" cy="1759"/>
          </a:xfrm>
        </p:grpSpPr>
        <p:grpSp>
          <p:nvGrpSpPr>
            <p:cNvPr id="1035301" name="Group 37"/>
            <p:cNvGrpSpPr>
              <a:grpSpLocks/>
            </p:cNvGrpSpPr>
            <p:nvPr/>
          </p:nvGrpSpPr>
          <p:grpSpPr bwMode="auto">
            <a:xfrm>
              <a:off x="1638" y="2534"/>
              <a:ext cx="1650" cy="1315"/>
              <a:chOff x="1701" y="2795"/>
              <a:chExt cx="1723" cy="1315"/>
            </a:xfrm>
          </p:grpSpPr>
          <p:sp>
            <p:nvSpPr>
              <p:cNvPr id="1035295" name="Rectangle 31"/>
              <p:cNvSpPr>
                <a:spLocks noChangeArrowheads="1"/>
              </p:cNvSpPr>
              <p:nvPr/>
            </p:nvSpPr>
            <p:spPr bwMode="auto">
              <a:xfrm>
                <a:off x="1701" y="2795"/>
                <a:ext cx="1723" cy="1315"/>
              </a:xfrm>
              <a:prstGeom prst="rect">
                <a:avLst/>
              </a:prstGeom>
              <a:gradFill rotWithShape="1">
                <a:gsLst>
                  <a:gs pos="0">
                    <a:srgbClr val="CCCCCC"/>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035296" name="Text Box 32"/>
              <p:cNvSpPr txBox="1">
                <a:spLocks noChangeArrowheads="1"/>
              </p:cNvSpPr>
              <p:nvPr/>
            </p:nvSpPr>
            <p:spPr bwMode="auto">
              <a:xfrm>
                <a:off x="1746" y="2886"/>
                <a:ext cx="1678" cy="288"/>
              </a:xfrm>
              <a:prstGeom prst="rect">
                <a:avLst/>
              </a:prstGeom>
              <a:noFill/>
              <a:ln w="9525">
                <a:noFill/>
                <a:miter lim="800000"/>
                <a:headEnd/>
                <a:tailEnd/>
              </a:ln>
              <a:effectLst/>
            </p:spPr>
            <p:txBody>
              <a:bodyPr>
                <a:spAutoFit/>
              </a:bodyPr>
              <a:lstStyle/>
              <a:p>
                <a:pPr>
                  <a:spcBef>
                    <a:spcPct val="50000"/>
                  </a:spcBef>
                </a:pPr>
                <a:r>
                  <a:rPr lang="en-US" altLang="zh-CN" sz="2000" b="1" dirty="0">
                    <a:effectLst>
                      <a:outerShdw blurRad="38100" dist="38100" dir="2700000" algn="tl">
                        <a:srgbClr val="FFFFFF"/>
                      </a:outerShdw>
                    </a:effectLst>
                  </a:rPr>
                  <a:t>#include  "prg1.cpp"</a:t>
                </a:r>
                <a:r>
                  <a:rPr lang="en-US" altLang="zh-CN" dirty="0"/>
                  <a:t> </a:t>
                </a:r>
              </a:p>
            </p:txBody>
          </p:sp>
          <p:sp>
            <p:nvSpPr>
              <p:cNvPr id="1035299" name="Text Box 35"/>
              <p:cNvSpPr txBox="1">
                <a:spLocks noChangeArrowheads="1"/>
              </p:cNvSpPr>
              <p:nvPr/>
            </p:nvSpPr>
            <p:spPr bwMode="auto">
              <a:xfrm>
                <a:off x="2019" y="3566"/>
                <a:ext cx="1134" cy="291"/>
              </a:xfrm>
              <a:prstGeom prst="rect">
                <a:avLst/>
              </a:prstGeom>
              <a:gradFill rotWithShape="1">
                <a:gsLst>
                  <a:gs pos="0">
                    <a:srgbClr val="BD6368"/>
                  </a:gs>
                  <a:gs pos="100000">
                    <a:schemeClr val="bg1"/>
                  </a:gs>
                </a:gsLst>
                <a:lin ang="5400000" scaled="1"/>
              </a:gradFill>
              <a:ln w="28575">
                <a:solidFill>
                  <a:srgbClr val="BEDFC4"/>
                </a:solidFill>
                <a:miter lim="800000"/>
                <a:headEnd/>
                <a:tailEnd/>
              </a:ln>
              <a:effectLst/>
            </p:spPr>
            <p:txBody>
              <a:bodyPr>
                <a:spAutoFit/>
              </a:bodyPr>
              <a:lstStyle/>
              <a:p>
                <a:pPr algn="ctr">
                  <a:spcBef>
                    <a:spcPct val="50000"/>
                  </a:spcBef>
                </a:pPr>
                <a:r>
                  <a:rPr lang="en-US" altLang="zh-CN" b="1">
                    <a:effectLst>
                      <a:outerShdw blurRad="38100" dist="38100" dir="2700000" algn="tl">
                        <a:srgbClr val="FFFFFF"/>
                      </a:outerShdw>
                    </a:effectLst>
                  </a:rPr>
                  <a:t>B</a:t>
                </a:r>
              </a:p>
            </p:txBody>
          </p:sp>
        </p:grpSp>
        <p:sp>
          <p:nvSpPr>
            <p:cNvPr id="1035317" name="Text Box 53"/>
            <p:cNvSpPr txBox="1">
              <a:spLocks noChangeArrowheads="1"/>
            </p:cNvSpPr>
            <p:nvPr/>
          </p:nvSpPr>
          <p:spPr bwMode="auto">
            <a:xfrm>
              <a:off x="2170" y="3851"/>
              <a:ext cx="862" cy="442"/>
            </a:xfrm>
            <a:prstGeom prst="rect">
              <a:avLst/>
            </a:prstGeom>
            <a:noFill/>
            <a:ln w="9525">
              <a:noFill/>
              <a:miter lim="800000"/>
              <a:headEnd/>
              <a:tailEnd/>
            </a:ln>
            <a:effectLst/>
          </p:spPr>
          <p:txBody>
            <a:bodyPr>
              <a:spAutoFit/>
            </a:bodyPr>
            <a:lstStyle/>
            <a:p>
              <a:pPr>
                <a:spcBef>
                  <a:spcPct val="50000"/>
                </a:spcBef>
              </a:pPr>
              <a:r>
                <a:rPr lang="zh-CN" altLang="en-US" sz="2000" b="1" dirty="0">
                  <a:effectLst>
                    <a:outerShdw blurRad="38100" dist="38100" dir="2700000" algn="tl">
                      <a:srgbClr val="FFFFFF"/>
                    </a:outerShdw>
                  </a:effectLst>
                  <a:latin typeface="+mn-lt"/>
                  <a:ea typeface="楷体" pitchFamily="49" charset="-122"/>
                </a:rPr>
                <a:t>源文件</a:t>
              </a:r>
              <a:r>
                <a:rPr lang="en-US" altLang="zh-CN" sz="2000" b="1" dirty="0">
                  <a:effectLst>
                    <a:outerShdw blurRad="38100" dist="38100" dir="2700000" algn="tl">
                      <a:srgbClr val="FFFFFF"/>
                    </a:outerShdw>
                  </a:effectLst>
                  <a:latin typeface="+mn-lt"/>
                  <a:ea typeface="楷体" pitchFamily="49" charset="-122"/>
                </a:rPr>
                <a:t>prg2.cpp</a:t>
              </a:r>
            </a:p>
          </p:txBody>
        </p:sp>
      </p:grpSp>
      <p:grpSp>
        <p:nvGrpSpPr>
          <p:cNvPr id="1035324" name="Group 60"/>
          <p:cNvGrpSpPr>
            <a:grpSpLocks/>
          </p:cNvGrpSpPr>
          <p:nvPr/>
        </p:nvGrpSpPr>
        <p:grpSpPr bwMode="auto">
          <a:xfrm>
            <a:off x="7631361" y="3816027"/>
            <a:ext cx="2619375" cy="2779712"/>
            <a:chOff x="4011" y="2551"/>
            <a:chExt cx="1650" cy="1751"/>
          </a:xfrm>
        </p:grpSpPr>
        <p:grpSp>
          <p:nvGrpSpPr>
            <p:cNvPr id="1035314" name="Group 50"/>
            <p:cNvGrpSpPr>
              <a:grpSpLocks/>
            </p:cNvGrpSpPr>
            <p:nvPr/>
          </p:nvGrpSpPr>
          <p:grpSpPr bwMode="auto">
            <a:xfrm>
              <a:off x="4011" y="2551"/>
              <a:ext cx="1650" cy="1315"/>
              <a:chOff x="4011" y="2659"/>
              <a:chExt cx="1650" cy="1315"/>
            </a:xfrm>
          </p:grpSpPr>
          <p:sp>
            <p:nvSpPr>
              <p:cNvPr id="1035306" name="Rectangle 42"/>
              <p:cNvSpPr>
                <a:spLocks noChangeArrowheads="1"/>
              </p:cNvSpPr>
              <p:nvPr/>
            </p:nvSpPr>
            <p:spPr bwMode="auto">
              <a:xfrm>
                <a:off x="4011" y="2659"/>
                <a:ext cx="1650" cy="1315"/>
              </a:xfrm>
              <a:prstGeom prst="rect">
                <a:avLst/>
              </a:prstGeom>
              <a:gradFill rotWithShape="1">
                <a:gsLst>
                  <a:gs pos="0">
                    <a:srgbClr val="CCCCCC"/>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035308" name="Text Box 44"/>
              <p:cNvSpPr txBox="1">
                <a:spLocks noChangeArrowheads="1"/>
              </p:cNvSpPr>
              <p:nvPr/>
            </p:nvSpPr>
            <p:spPr bwMode="auto">
              <a:xfrm>
                <a:off x="4316" y="3430"/>
                <a:ext cx="1085" cy="291"/>
              </a:xfrm>
              <a:prstGeom prst="rect">
                <a:avLst/>
              </a:prstGeom>
              <a:gradFill rotWithShape="1">
                <a:gsLst>
                  <a:gs pos="0">
                    <a:srgbClr val="BD6368"/>
                  </a:gs>
                  <a:gs pos="100000">
                    <a:schemeClr val="bg1"/>
                  </a:gs>
                </a:gsLst>
                <a:lin ang="5400000" scaled="1"/>
              </a:gradFill>
              <a:ln w="28575">
                <a:solidFill>
                  <a:srgbClr val="BEDFC4"/>
                </a:solidFill>
                <a:miter lim="800000"/>
                <a:headEnd/>
                <a:tailEnd/>
              </a:ln>
              <a:effectLst/>
            </p:spPr>
            <p:txBody>
              <a:bodyPr>
                <a:spAutoFit/>
              </a:bodyPr>
              <a:lstStyle/>
              <a:p>
                <a:pPr algn="ctr">
                  <a:spcBef>
                    <a:spcPct val="50000"/>
                  </a:spcBef>
                </a:pPr>
                <a:r>
                  <a:rPr lang="en-US" altLang="zh-CN" b="1">
                    <a:effectLst>
                      <a:outerShdw blurRad="38100" dist="38100" dir="2700000" algn="tl">
                        <a:srgbClr val="FFFFFF"/>
                      </a:outerShdw>
                    </a:effectLst>
                  </a:rPr>
                  <a:t>B</a:t>
                </a:r>
              </a:p>
            </p:txBody>
          </p:sp>
          <p:sp>
            <p:nvSpPr>
              <p:cNvPr id="1035313" name="Text Box 49"/>
              <p:cNvSpPr txBox="1">
                <a:spLocks noChangeArrowheads="1"/>
              </p:cNvSpPr>
              <p:nvPr/>
            </p:nvSpPr>
            <p:spPr bwMode="auto">
              <a:xfrm>
                <a:off x="4322" y="2886"/>
                <a:ext cx="1062" cy="291"/>
              </a:xfrm>
              <a:prstGeom prst="rect">
                <a:avLst/>
              </a:prstGeom>
              <a:gradFill rotWithShape="1">
                <a:gsLst>
                  <a:gs pos="0">
                    <a:srgbClr val="F0E5B7"/>
                  </a:gs>
                  <a:gs pos="100000">
                    <a:schemeClr val="bg1"/>
                  </a:gs>
                </a:gsLst>
                <a:lin ang="5400000" scaled="1"/>
              </a:gradFill>
              <a:ln w="28575">
                <a:solidFill>
                  <a:srgbClr val="002060"/>
                </a:solidFill>
                <a:miter lim="800000"/>
                <a:headEnd/>
                <a:tailEnd/>
              </a:ln>
              <a:effectLst/>
            </p:spPr>
            <p:txBody>
              <a:bodyPr>
                <a:spAutoFit/>
              </a:bodyPr>
              <a:lstStyle/>
              <a:p>
                <a:pPr algn="ctr">
                  <a:spcBef>
                    <a:spcPct val="50000"/>
                  </a:spcBef>
                </a:pPr>
                <a:r>
                  <a:rPr lang="en-US" altLang="zh-CN" b="1">
                    <a:effectLst>
                      <a:outerShdw blurRad="38100" dist="38100" dir="2700000" algn="tl">
                        <a:srgbClr val="FFFFFF"/>
                      </a:outerShdw>
                    </a:effectLst>
                  </a:rPr>
                  <a:t>A</a:t>
                </a:r>
              </a:p>
            </p:txBody>
          </p:sp>
        </p:grpSp>
        <p:sp>
          <p:nvSpPr>
            <p:cNvPr id="1035318" name="Text Box 54"/>
            <p:cNvSpPr txBox="1">
              <a:spLocks noChangeArrowheads="1"/>
            </p:cNvSpPr>
            <p:nvPr/>
          </p:nvSpPr>
          <p:spPr bwMode="auto">
            <a:xfrm>
              <a:off x="4519" y="3860"/>
              <a:ext cx="862" cy="442"/>
            </a:xfrm>
            <a:prstGeom prst="rect">
              <a:avLst/>
            </a:prstGeom>
            <a:noFill/>
            <a:ln w="9525">
              <a:noFill/>
              <a:miter lim="800000"/>
              <a:headEnd/>
              <a:tailEnd/>
            </a:ln>
            <a:effectLst/>
          </p:spPr>
          <p:txBody>
            <a:bodyPr>
              <a:spAutoFit/>
            </a:bodyPr>
            <a:lstStyle/>
            <a:p>
              <a:pPr>
                <a:spcBef>
                  <a:spcPct val="50000"/>
                </a:spcBef>
              </a:pPr>
              <a:r>
                <a:rPr lang="zh-CN" altLang="en-US" sz="2000" b="1" dirty="0">
                  <a:effectLst>
                    <a:outerShdw blurRad="38100" dist="38100" dir="2700000" algn="tl">
                      <a:srgbClr val="FFFFFF"/>
                    </a:outerShdw>
                  </a:effectLst>
                  <a:latin typeface="+mn-lt"/>
                  <a:ea typeface="楷体" pitchFamily="49" charset="-122"/>
                </a:rPr>
                <a:t>新源文件</a:t>
              </a:r>
              <a:r>
                <a:rPr lang="en-US" altLang="zh-CN" sz="2000" b="1">
                  <a:effectLst>
                    <a:outerShdw blurRad="38100" dist="38100" dir="2700000" algn="tl">
                      <a:srgbClr val="FFFFFF"/>
                    </a:outerShdw>
                  </a:effectLst>
                  <a:latin typeface="+mn-lt"/>
                  <a:ea typeface="楷体" pitchFamily="49" charset="-122"/>
                </a:rPr>
                <a:t>prg2.cpp</a:t>
              </a:r>
              <a:endParaRPr lang="en-US" altLang="zh-CN" sz="2000" b="1" dirty="0">
                <a:effectLst>
                  <a:outerShdw blurRad="38100" dist="38100" dir="2700000" algn="tl">
                    <a:srgbClr val="FFFFFF"/>
                  </a:outerShdw>
                </a:effectLst>
                <a:latin typeface="+mn-lt"/>
                <a:ea typeface="楷体" pitchFamily="49" charset="-122"/>
              </a:endParaRPr>
            </a:p>
          </p:txBody>
        </p:sp>
      </p:grpSp>
      <p:grpSp>
        <p:nvGrpSpPr>
          <p:cNvPr id="1035321" name="Group 57"/>
          <p:cNvGrpSpPr>
            <a:grpSpLocks/>
          </p:cNvGrpSpPr>
          <p:nvPr/>
        </p:nvGrpSpPr>
        <p:grpSpPr bwMode="auto">
          <a:xfrm>
            <a:off x="2740272" y="4174802"/>
            <a:ext cx="1079500" cy="863600"/>
            <a:chOff x="930" y="2777"/>
            <a:chExt cx="680" cy="544"/>
          </a:xfrm>
        </p:grpSpPr>
        <p:sp>
          <p:nvSpPr>
            <p:cNvPr id="1035319" name="Line 55"/>
            <p:cNvSpPr>
              <a:spLocks noChangeShapeType="1"/>
            </p:cNvSpPr>
            <p:nvPr/>
          </p:nvSpPr>
          <p:spPr bwMode="auto">
            <a:xfrm flipV="1">
              <a:off x="930" y="2777"/>
              <a:ext cx="0" cy="544"/>
            </a:xfrm>
            <a:prstGeom prst="line">
              <a:avLst/>
            </a:prstGeom>
            <a:noFill/>
            <a:ln w="28575">
              <a:solidFill>
                <a:srgbClr val="C01920"/>
              </a:solidFill>
              <a:round/>
              <a:headEnd/>
              <a:tailEnd/>
            </a:ln>
            <a:effectLst>
              <a:outerShdw dist="35921" dir="2700000" algn="ctr" rotWithShape="0">
                <a:schemeClr val="bg2"/>
              </a:outerShdw>
            </a:effectLst>
          </p:spPr>
          <p:txBody>
            <a:bodyPr/>
            <a:lstStyle/>
            <a:p>
              <a:endParaRPr lang="zh-CN" altLang="en-US"/>
            </a:p>
          </p:txBody>
        </p:sp>
        <p:sp>
          <p:nvSpPr>
            <p:cNvPr id="1035320" name="Line 56"/>
            <p:cNvSpPr>
              <a:spLocks noChangeShapeType="1"/>
            </p:cNvSpPr>
            <p:nvPr/>
          </p:nvSpPr>
          <p:spPr bwMode="auto">
            <a:xfrm>
              <a:off x="930" y="2777"/>
              <a:ext cx="680" cy="0"/>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36" name="Rectangle 4">
            <a:extLst>
              <a:ext uri="{FF2B5EF4-FFF2-40B4-BE49-F238E27FC236}">
                <a16:creationId xmlns:a16="http://schemas.microsoft.com/office/drawing/2014/main" id="{57BEC107-4E9E-4118-AA19-8207B1CDF91A}"/>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文件包含</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35289">
                                            <p:txEl>
                                              <p:pRg st="0" end="0"/>
                                            </p:txEl>
                                          </p:spTgt>
                                        </p:tgtEl>
                                        <p:attrNameLst>
                                          <p:attrName>style.visibility</p:attrName>
                                        </p:attrNameLst>
                                      </p:cBhvr>
                                      <p:to>
                                        <p:strVal val="visible"/>
                                      </p:to>
                                    </p:set>
                                    <p:anim calcmode="lin" valueType="num">
                                      <p:cBhvr additive="base">
                                        <p:cTn id="7" dur="500" fill="hold"/>
                                        <p:tgtEl>
                                          <p:spTgt spid="103528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528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35289">
                                            <p:txEl>
                                              <p:pRg st="1" end="1"/>
                                            </p:txEl>
                                          </p:spTgt>
                                        </p:tgtEl>
                                        <p:attrNameLst>
                                          <p:attrName>style.visibility</p:attrName>
                                        </p:attrNameLst>
                                      </p:cBhvr>
                                      <p:to>
                                        <p:strVal val="visible"/>
                                      </p:to>
                                    </p:set>
                                    <p:animEffect transition="in" filter="box(out)">
                                      <p:cBhvr>
                                        <p:cTn id="13" dur="500"/>
                                        <p:tgtEl>
                                          <p:spTgt spid="1035289">
                                            <p:txEl>
                                              <p:pRg st="1" end="1"/>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35290"/>
                                        </p:tgtEl>
                                        <p:attrNameLst>
                                          <p:attrName>style.visibility</p:attrName>
                                        </p:attrNameLst>
                                      </p:cBhvr>
                                      <p:to>
                                        <p:strVal val="visible"/>
                                      </p:to>
                                    </p:set>
                                    <p:anim calcmode="lin" valueType="num">
                                      <p:cBhvr additive="base">
                                        <p:cTn id="18" dur="500" fill="hold"/>
                                        <p:tgtEl>
                                          <p:spTgt spid="1035290"/>
                                        </p:tgtEl>
                                        <p:attrNameLst>
                                          <p:attrName>ppt_x</p:attrName>
                                        </p:attrNameLst>
                                      </p:cBhvr>
                                      <p:tavLst>
                                        <p:tav tm="0">
                                          <p:val>
                                            <p:strVal val="0-#ppt_w/2"/>
                                          </p:val>
                                        </p:tav>
                                        <p:tav tm="100000">
                                          <p:val>
                                            <p:strVal val="#ppt_x"/>
                                          </p:val>
                                        </p:tav>
                                      </p:tavLst>
                                    </p:anim>
                                    <p:anim calcmode="lin" valueType="num">
                                      <p:cBhvr additive="base">
                                        <p:cTn id="19" dur="500" fill="hold"/>
                                        <p:tgtEl>
                                          <p:spTgt spid="103529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35291"/>
                                        </p:tgtEl>
                                        <p:attrNameLst>
                                          <p:attrName>style.visibility</p:attrName>
                                        </p:attrNameLst>
                                      </p:cBhvr>
                                      <p:to>
                                        <p:strVal val="visible"/>
                                      </p:to>
                                    </p:set>
                                    <p:animEffect transition="in" filter="box(out)">
                                      <p:cBhvr>
                                        <p:cTn id="24" dur="500"/>
                                        <p:tgtEl>
                                          <p:spTgt spid="1035291"/>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1035293"/>
                                        </p:tgtEl>
                                        <p:attrNameLst>
                                          <p:attrName>style.visibility</p:attrName>
                                        </p:attrNameLst>
                                      </p:cBhvr>
                                      <p:to>
                                        <p:strVal val="visible"/>
                                      </p:to>
                                    </p:set>
                                    <p:animEffect transition="in" filter="strips(downRight)">
                                      <p:cBhvr>
                                        <p:cTn id="29" dur="500"/>
                                        <p:tgtEl>
                                          <p:spTgt spid="1035293"/>
                                        </p:tgtEl>
                                      </p:cBhvr>
                                    </p:animEffect>
                                  </p:childTnLst>
                                  <p:subTnLst>
                                    <p:set>
                                      <p:cBhvr override="childStyle">
                                        <p:cTn dur="1" fill="hold" display="0" masterRel="nextClick" afterEffect="1"/>
                                        <p:tgtEl>
                                          <p:spTgt spid="1035293"/>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4" name="laser.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1035294"/>
                                        </p:tgtEl>
                                        <p:attrNameLst>
                                          <p:attrName>style.visibility</p:attrName>
                                        </p:attrNameLst>
                                      </p:cBhvr>
                                      <p:to>
                                        <p:strVal val="visible"/>
                                      </p:to>
                                    </p:set>
                                    <p:animEffect transition="in" filter="strips(downRight)">
                                      <p:cBhvr>
                                        <p:cTn id="34" dur="500"/>
                                        <p:tgtEl>
                                          <p:spTgt spid="1035294"/>
                                        </p:tgtEl>
                                      </p:cBhvr>
                                    </p:animEffect>
                                  </p:childTnLst>
                                  <p:subTnLst>
                                    <p:set>
                                      <p:cBhvr override="childStyle">
                                        <p:cTn dur="1" fill="hold" display="0" masterRel="nextClick" afterEffect="1"/>
                                        <p:tgtEl>
                                          <p:spTgt spid="1035294"/>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4" name="laser.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035284"/>
                                        </p:tgtEl>
                                        <p:attrNameLst>
                                          <p:attrName>style.visibility</p:attrName>
                                        </p:attrNameLst>
                                      </p:cBhvr>
                                      <p:to>
                                        <p:strVal val="visible"/>
                                      </p:to>
                                    </p:set>
                                    <p:anim calcmode="lin" valueType="num">
                                      <p:cBhvr additive="base">
                                        <p:cTn id="39" dur="500" fill="hold"/>
                                        <p:tgtEl>
                                          <p:spTgt spid="1035284"/>
                                        </p:tgtEl>
                                        <p:attrNameLst>
                                          <p:attrName>ppt_x</p:attrName>
                                        </p:attrNameLst>
                                      </p:cBhvr>
                                      <p:tavLst>
                                        <p:tav tm="0">
                                          <p:val>
                                            <p:strVal val="0-#ppt_w/2"/>
                                          </p:val>
                                        </p:tav>
                                        <p:tav tm="100000">
                                          <p:val>
                                            <p:strVal val="#ppt_x"/>
                                          </p:val>
                                        </p:tav>
                                      </p:tavLst>
                                    </p:anim>
                                    <p:anim calcmode="lin" valueType="num">
                                      <p:cBhvr additive="base">
                                        <p:cTn id="40" dur="500" fill="hold"/>
                                        <p:tgtEl>
                                          <p:spTgt spid="10352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35292"/>
                                        </p:tgtEl>
                                        <p:attrNameLst>
                                          <p:attrName>style.visibility</p:attrName>
                                        </p:attrNameLst>
                                      </p:cBhvr>
                                      <p:to>
                                        <p:strVal val="visible"/>
                                      </p:to>
                                    </p:set>
                                    <p:animEffect transition="in" filter="box(out)">
                                      <p:cBhvr>
                                        <p:cTn id="45" dur="500"/>
                                        <p:tgtEl>
                                          <p:spTgt spid="1035292"/>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32" fill="hold" nodeType="clickEffect">
                                  <p:stCondLst>
                                    <p:cond delay="0"/>
                                  </p:stCondLst>
                                  <p:childTnLst>
                                    <p:set>
                                      <p:cBhvr>
                                        <p:cTn id="49" dur="1" fill="hold">
                                          <p:stCondLst>
                                            <p:cond delay="0"/>
                                          </p:stCondLst>
                                        </p:cTn>
                                        <p:tgtEl>
                                          <p:spTgt spid="1035322"/>
                                        </p:tgtEl>
                                        <p:attrNameLst>
                                          <p:attrName>style.visibility</p:attrName>
                                        </p:attrNameLst>
                                      </p:cBhvr>
                                      <p:to>
                                        <p:strVal val="visible"/>
                                      </p:to>
                                    </p:set>
                                    <p:animEffect transition="in" filter="box(out)">
                                      <p:cBhvr>
                                        <p:cTn id="50" dur="500"/>
                                        <p:tgtEl>
                                          <p:spTgt spid="1035322"/>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1" fill="hold">
                            <p:stCondLst>
                              <p:cond delay="500"/>
                            </p:stCondLst>
                            <p:childTnLst>
                              <p:par>
                                <p:cTn id="52" presetID="4" presetClass="entr" presetSubtype="32" fill="hold" nodeType="afterEffect">
                                  <p:stCondLst>
                                    <p:cond delay="0"/>
                                  </p:stCondLst>
                                  <p:childTnLst>
                                    <p:set>
                                      <p:cBhvr>
                                        <p:cTn id="53" dur="1" fill="hold">
                                          <p:stCondLst>
                                            <p:cond delay="0"/>
                                          </p:stCondLst>
                                        </p:cTn>
                                        <p:tgtEl>
                                          <p:spTgt spid="1035323"/>
                                        </p:tgtEl>
                                        <p:attrNameLst>
                                          <p:attrName>style.visibility</p:attrName>
                                        </p:attrNameLst>
                                      </p:cBhvr>
                                      <p:to>
                                        <p:strVal val="visible"/>
                                      </p:to>
                                    </p:set>
                                    <p:animEffect transition="in" filter="box(out)">
                                      <p:cBhvr>
                                        <p:cTn id="54" dur="500"/>
                                        <p:tgtEl>
                                          <p:spTgt spid="1035323"/>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18" presetClass="entr" presetSubtype="3" fill="hold" nodeType="clickEffect">
                                  <p:stCondLst>
                                    <p:cond delay="0"/>
                                  </p:stCondLst>
                                  <p:childTnLst>
                                    <p:set>
                                      <p:cBhvr>
                                        <p:cTn id="58" dur="1" fill="hold">
                                          <p:stCondLst>
                                            <p:cond delay="0"/>
                                          </p:stCondLst>
                                        </p:cTn>
                                        <p:tgtEl>
                                          <p:spTgt spid="1035321"/>
                                        </p:tgtEl>
                                        <p:attrNameLst>
                                          <p:attrName>style.visibility</p:attrName>
                                        </p:attrNameLst>
                                      </p:cBhvr>
                                      <p:to>
                                        <p:strVal val="visible"/>
                                      </p:to>
                                    </p:set>
                                    <p:animEffect transition="in" filter="strips(upRight)">
                                      <p:cBhvr>
                                        <p:cTn id="59" dur="500"/>
                                        <p:tgtEl>
                                          <p:spTgt spid="1035321"/>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par>
                          <p:cTn id="60" fill="hold">
                            <p:stCondLst>
                              <p:cond delay="500"/>
                            </p:stCondLst>
                            <p:childTnLst>
                              <p:par>
                                <p:cTn id="61" presetID="18" presetClass="entr" presetSubtype="6" fill="hold" nodeType="afterEffect">
                                  <p:stCondLst>
                                    <p:cond delay="0"/>
                                  </p:stCondLst>
                                  <p:childTnLst>
                                    <p:set>
                                      <p:cBhvr>
                                        <p:cTn id="62" dur="1" fill="hold">
                                          <p:stCondLst>
                                            <p:cond delay="0"/>
                                          </p:stCondLst>
                                        </p:cTn>
                                        <p:tgtEl>
                                          <p:spTgt spid="1035309"/>
                                        </p:tgtEl>
                                        <p:attrNameLst>
                                          <p:attrName>style.visibility</p:attrName>
                                        </p:attrNameLst>
                                      </p:cBhvr>
                                      <p:to>
                                        <p:strVal val="visible"/>
                                      </p:to>
                                    </p:set>
                                    <p:animEffect transition="in" filter="strips(downRight)">
                                      <p:cBhvr>
                                        <p:cTn id="63" dur="500"/>
                                        <p:tgtEl>
                                          <p:spTgt spid="1035309"/>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1000"/>
                            </p:stCondLst>
                            <p:childTnLst>
                              <p:par>
                                <p:cTn id="65" presetID="4" presetClass="entr" presetSubtype="32" fill="hold" nodeType="afterEffect">
                                  <p:stCondLst>
                                    <p:cond delay="0"/>
                                  </p:stCondLst>
                                  <p:childTnLst>
                                    <p:set>
                                      <p:cBhvr>
                                        <p:cTn id="66" dur="1" fill="hold">
                                          <p:stCondLst>
                                            <p:cond delay="0"/>
                                          </p:stCondLst>
                                        </p:cTn>
                                        <p:tgtEl>
                                          <p:spTgt spid="1035324"/>
                                        </p:tgtEl>
                                        <p:attrNameLst>
                                          <p:attrName>style.visibility</p:attrName>
                                        </p:attrNameLst>
                                      </p:cBhvr>
                                      <p:to>
                                        <p:strVal val="visible"/>
                                      </p:to>
                                    </p:set>
                                    <p:animEffect transition="in" filter="box(out)">
                                      <p:cBhvr>
                                        <p:cTn id="67" dur="500"/>
                                        <p:tgtEl>
                                          <p:spTgt spid="1035324"/>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284" grpId="0"/>
      <p:bldP spid="1035290" grpId="0"/>
      <p:bldP spid="1035291" grpId="0" animBg="1"/>
      <p:bldP spid="1035292" grpId="0"/>
      <p:bldP spid="1035293" grpId="0" animBg="1"/>
      <p:bldP spid="103529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6393" name="Text Box 105" descr="信纸"/>
          <p:cNvSpPr txBox="1">
            <a:spLocks noChangeArrowheads="1"/>
          </p:cNvSpPr>
          <p:nvPr/>
        </p:nvSpPr>
        <p:spPr bwMode="auto">
          <a:xfrm>
            <a:off x="1237042" y="865304"/>
            <a:ext cx="3994862" cy="3787833"/>
          </a:xfrm>
          <a:prstGeom prst="rect">
            <a:avLst/>
          </a:prstGeom>
          <a:gradFill>
            <a:gsLst>
              <a:gs pos="0">
                <a:srgbClr val="CCCCCC"/>
              </a:gs>
              <a:gs pos="100000">
                <a:schemeClr val="bg1">
                  <a:lumMod val="95000"/>
                </a:schemeClr>
              </a:gs>
            </a:gsLst>
            <a:lin ang="16200000" scaled="1"/>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a:solidFill>
                  <a:srgbClr val="C01920"/>
                </a:solidFill>
              </a:rPr>
              <a:t>#include  "</a:t>
            </a:r>
            <a:r>
              <a:rPr lang="en-US" altLang="zh-CN" sz="2000" b="1" dirty="0" err="1">
                <a:solidFill>
                  <a:srgbClr val="C01920"/>
                </a:solidFill>
              </a:rPr>
              <a:t>head.h</a:t>
            </a:r>
            <a:r>
              <a:rPr lang="en-US" altLang="zh-CN" sz="2000" b="1" dirty="0">
                <a:solidFill>
                  <a:srgbClr val="C01920"/>
                </a:solidFill>
              </a:rPr>
              <a:t>" </a:t>
            </a:r>
          </a:p>
          <a:p>
            <a:r>
              <a:rPr lang="en-US" altLang="zh-CN" sz="2000" b="1" dirty="0">
                <a:solidFill>
                  <a:schemeClr val="accent1">
                    <a:lumMod val="50000"/>
                  </a:schemeClr>
                </a:solidFill>
              </a:rPr>
              <a:t>#include  "func.cpp" </a:t>
            </a:r>
          </a:p>
          <a:p>
            <a:endParaRPr lang="en-US" altLang="zh-CN" sz="2000" b="1" dirty="0">
              <a:effectLst>
                <a:outerShdw blurRad="38100" dist="38100" dir="2700000" algn="tl">
                  <a:srgbClr val="FFFFFF"/>
                </a:outerShdw>
              </a:effectLst>
            </a:endParaRPr>
          </a:p>
          <a:p>
            <a:r>
              <a:rPr lang="en-US" altLang="zh-CN" sz="2000" b="1" dirty="0" err="1">
                <a:solidFill>
                  <a:srgbClr val="FF0066"/>
                </a:solidFill>
                <a:effectLst>
                  <a:outerShdw blurRad="38100" dist="38100" dir="2700000" algn="tl">
                    <a:srgbClr val="000000"/>
                  </a:outerShdw>
                </a:effectLst>
              </a:rPr>
              <a:t>int</a:t>
            </a:r>
            <a:r>
              <a:rPr lang="en-US" altLang="zh-CN" sz="2000" b="1" dirty="0">
                <a:solidFill>
                  <a:srgbClr val="FF0066"/>
                </a:solidFill>
                <a:effectLst>
                  <a:outerShdw blurRad="38100" dist="38100" dir="2700000" algn="tl">
                    <a:srgbClr val="000000"/>
                  </a:outerShdw>
                </a:effectLst>
              </a:rPr>
              <a:t> main (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b, c; </a:t>
            </a:r>
          </a:p>
          <a:p>
            <a:r>
              <a:rPr lang="en-US" altLang="zh-CN" sz="2000" b="1" dirty="0">
                <a:effectLst>
                  <a:outerShdw blurRad="38100" dist="38100" dir="2700000" algn="tl">
                    <a:srgbClr val="FFFFFF"/>
                  </a:outerShdw>
                </a:effectLst>
              </a:rPr>
              <a:t>   a = </a:t>
            </a:r>
            <a:r>
              <a:rPr lang="en-US" altLang="zh-CN" sz="2000" b="1" dirty="0" err="1">
                <a:effectLst>
                  <a:outerShdw blurRad="38100" dist="38100" dir="2700000" algn="tl">
                    <a:srgbClr val="FFFFFF"/>
                  </a:outerShdw>
                </a:effectLst>
              </a:rPr>
              <a:t>getnum</a:t>
            </a:r>
            <a:r>
              <a:rPr lang="en-US" altLang="zh-CN" sz="2000" b="1" dirty="0">
                <a:effectLst>
                  <a:outerShdw blurRad="38100" dist="38100" dir="2700000" algn="tl">
                    <a:srgbClr val="FFFFFF"/>
                  </a:outerShdw>
                </a:effectLst>
              </a:rPr>
              <a:t> ( ); </a:t>
            </a:r>
          </a:p>
          <a:p>
            <a:r>
              <a:rPr lang="en-US" altLang="zh-CN" sz="2000" b="1" dirty="0">
                <a:effectLst>
                  <a:outerShdw blurRad="38100" dist="38100" dir="2700000" algn="tl">
                    <a:srgbClr val="FFFFFF"/>
                  </a:outerShdw>
                </a:effectLst>
              </a:rPr>
              <a:t>   b = </a:t>
            </a:r>
            <a:r>
              <a:rPr lang="en-US" altLang="zh-CN" sz="2000" b="1" dirty="0" err="1">
                <a:effectLst>
                  <a:outerShdw blurRad="38100" dist="38100" dir="2700000" algn="tl">
                    <a:srgbClr val="FFFFFF"/>
                  </a:outerShdw>
                </a:effectLst>
              </a:rPr>
              <a:t>getnum</a:t>
            </a:r>
            <a:r>
              <a:rPr lang="en-US" altLang="zh-CN" sz="2000" b="1" dirty="0">
                <a:effectLst>
                  <a:outerShdw blurRad="38100" dist="38100" dir="2700000" algn="tl">
                    <a:srgbClr val="FFFFFF"/>
                  </a:outerShdw>
                </a:effectLst>
              </a:rPr>
              <a:t> ( ); </a:t>
            </a:r>
          </a:p>
          <a:p>
            <a:r>
              <a:rPr lang="en-US" altLang="zh-CN" sz="2000" b="1" dirty="0">
                <a:effectLst>
                  <a:outerShdw blurRad="38100" dist="38100" dir="2700000" algn="tl">
                    <a:srgbClr val="FFFFFF"/>
                  </a:outerShdw>
                </a:effectLst>
              </a:rPr>
              <a:t>   c = max ( max(a, b), NUM );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("MAX = %d\n", c );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sp>
        <p:nvSpPr>
          <p:cNvPr id="1036394" name="Text Box 106" descr="信纸"/>
          <p:cNvSpPr txBox="1">
            <a:spLocks noChangeArrowheads="1"/>
          </p:cNvSpPr>
          <p:nvPr/>
        </p:nvSpPr>
        <p:spPr bwMode="auto">
          <a:xfrm>
            <a:off x="6600056" y="156439"/>
            <a:ext cx="4244099" cy="6557822"/>
          </a:xfrm>
          <a:prstGeom prst="rect">
            <a:avLst/>
          </a:prstGeom>
          <a:gradFill>
            <a:gsLst>
              <a:gs pos="0">
                <a:srgbClr val="CCCCCC"/>
              </a:gs>
              <a:gs pos="100000">
                <a:schemeClr val="bg1">
                  <a:lumMod val="95000"/>
                </a:schemeClr>
              </a:gs>
            </a:gsLst>
            <a:lin ang="16200000" scaled="1"/>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01920"/>
                </a:solidFill>
                <a:ea typeface="楷体_GB2312" pitchFamily="49" charset="-122"/>
              </a:rPr>
              <a:t>（</a:t>
            </a:r>
            <a:r>
              <a:rPr lang="en-US" altLang="zh-CN" sz="2000" b="1" dirty="0" err="1">
                <a:solidFill>
                  <a:srgbClr val="C01920"/>
                </a:solidFill>
                <a:ea typeface="楷体_GB2312" pitchFamily="49" charset="-122"/>
              </a:rPr>
              <a:t>stdio.h</a:t>
            </a:r>
            <a:r>
              <a:rPr lang="zh-CN" altLang="en-US" sz="2000" b="1" dirty="0">
                <a:solidFill>
                  <a:srgbClr val="C01920"/>
                </a:solidFill>
                <a:latin typeface="+mn-lt"/>
                <a:ea typeface="楷体" pitchFamily="49" charset="-122"/>
              </a:rPr>
              <a:t>文件中的内容</a:t>
            </a:r>
            <a:r>
              <a:rPr lang="zh-CN" altLang="en-US" sz="2000" b="1" dirty="0">
                <a:solidFill>
                  <a:srgbClr val="C01920"/>
                </a:solidFill>
                <a:ea typeface="楷体_GB2312" pitchFamily="49" charset="-122"/>
              </a:rPr>
              <a:t>）</a:t>
            </a:r>
            <a:r>
              <a:rPr lang="zh-CN" altLang="en-US" sz="2000" b="1" dirty="0">
                <a:solidFill>
                  <a:srgbClr val="C01920"/>
                </a:solidFill>
              </a:rPr>
              <a:t> </a:t>
            </a:r>
          </a:p>
          <a:p>
            <a:r>
              <a:rPr lang="en-US" altLang="zh-CN" sz="2000" b="1" dirty="0">
                <a:solidFill>
                  <a:srgbClr val="C01920"/>
                </a:solidFill>
              </a:rPr>
              <a:t>#define   NUM   10 </a:t>
            </a:r>
          </a:p>
          <a:p>
            <a:r>
              <a:rPr lang="en-US" altLang="zh-CN" sz="2000" b="1" dirty="0" err="1">
                <a:solidFill>
                  <a:schemeClr val="accent1">
                    <a:lumMod val="50000"/>
                  </a:schemeClr>
                </a:solidFill>
              </a:rPr>
              <a:t>int</a:t>
            </a:r>
            <a:r>
              <a:rPr lang="en-US" altLang="zh-CN" sz="2000" b="1" dirty="0">
                <a:solidFill>
                  <a:schemeClr val="accent1">
                    <a:lumMod val="50000"/>
                  </a:schemeClr>
                </a:solidFill>
              </a:rPr>
              <a:t> max (</a:t>
            </a:r>
            <a:r>
              <a:rPr lang="en-US" altLang="zh-CN" sz="2000" b="1" dirty="0" err="1">
                <a:solidFill>
                  <a:schemeClr val="accent1">
                    <a:lumMod val="50000"/>
                  </a:schemeClr>
                </a:solidFill>
              </a:rPr>
              <a:t>int</a:t>
            </a:r>
            <a:r>
              <a:rPr lang="en-US" altLang="zh-CN" sz="2000" b="1" dirty="0">
                <a:solidFill>
                  <a:schemeClr val="accent1">
                    <a:lumMod val="50000"/>
                  </a:schemeClr>
                </a:solidFill>
              </a:rPr>
              <a:t> x, </a:t>
            </a:r>
            <a:r>
              <a:rPr lang="en-US" altLang="zh-CN" sz="2000" b="1" dirty="0" err="1">
                <a:solidFill>
                  <a:schemeClr val="accent1">
                    <a:lumMod val="50000"/>
                  </a:schemeClr>
                </a:solidFill>
              </a:rPr>
              <a:t>int</a:t>
            </a:r>
            <a:r>
              <a:rPr lang="en-US" altLang="zh-CN" sz="2000" b="1" dirty="0">
                <a:solidFill>
                  <a:schemeClr val="accent1">
                    <a:lumMod val="50000"/>
                  </a:schemeClr>
                </a:solidFill>
              </a:rPr>
              <a:t> y)</a:t>
            </a:r>
          </a:p>
          <a:p>
            <a:r>
              <a:rPr lang="en-US" altLang="zh-CN" sz="2000" b="1" dirty="0">
                <a:solidFill>
                  <a:schemeClr val="accent1">
                    <a:lumMod val="50000"/>
                  </a:schemeClr>
                </a:solidFill>
              </a:rPr>
              <a:t>{</a:t>
            </a:r>
          </a:p>
          <a:p>
            <a:r>
              <a:rPr lang="en-US" altLang="zh-CN" sz="2000" b="1" dirty="0">
                <a:solidFill>
                  <a:schemeClr val="accent1">
                    <a:lumMod val="50000"/>
                  </a:schemeClr>
                </a:solidFill>
              </a:rPr>
              <a:t>  return (x &gt; y ? x : y);</a:t>
            </a:r>
          </a:p>
          <a:p>
            <a:r>
              <a:rPr lang="en-US" altLang="zh-CN" sz="2000" b="1" dirty="0">
                <a:solidFill>
                  <a:schemeClr val="accent1">
                    <a:lumMod val="50000"/>
                  </a:schemeClr>
                </a:solidFill>
              </a:rPr>
              <a:t>}</a:t>
            </a:r>
          </a:p>
          <a:p>
            <a:r>
              <a:rPr lang="en-US" altLang="zh-CN" sz="2000" b="1" dirty="0" err="1">
                <a:solidFill>
                  <a:schemeClr val="accent1">
                    <a:lumMod val="50000"/>
                  </a:schemeClr>
                </a:solidFill>
              </a:rPr>
              <a:t>int</a:t>
            </a:r>
            <a:r>
              <a:rPr lang="en-US" altLang="zh-CN" sz="2000" b="1" dirty="0">
                <a:solidFill>
                  <a:schemeClr val="accent1">
                    <a:lumMod val="50000"/>
                  </a:schemeClr>
                </a:solidFill>
              </a:rPr>
              <a:t> </a:t>
            </a:r>
            <a:r>
              <a:rPr lang="en-US" altLang="zh-CN" sz="2000" b="1" dirty="0" err="1">
                <a:solidFill>
                  <a:schemeClr val="accent1">
                    <a:lumMod val="50000"/>
                  </a:schemeClr>
                </a:solidFill>
              </a:rPr>
              <a:t>getnum</a:t>
            </a:r>
            <a:r>
              <a:rPr lang="en-US" altLang="zh-CN" sz="2000" b="1" dirty="0">
                <a:solidFill>
                  <a:schemeClr val="accent1">
                    <a:lumMod val="50000"/>
                  </a:schemeClr>
                </a:solidFill>
              </a:rPr>
              <a:t> ( )</a:t>
            </a:r>
          </a:p>
          <a:p>
            <a:r>
              <a:rPr lang="en-US" altLang="zh-CN" sz="2000" b="1" dirty="0">
                <a:solidFill>
                  <a:schemeClr val="accent1">
                    <a:lumMod val="50000"/>
                  </a:schemeClr>
                </a:solidFill>
              </a:rPr>
              <a:t>{</a:t>
            </a:r>
          </a:p>
          <a:p>
            <a:r>
              <a:rPr lang="en-US" altLang="zh-CN" sz="2000" b="1" dirty="0">
                <a:solidFill>
                  <a:schemeClr val="accent1">
                    <a:lumMod val="50000"/>
                  </a:schemeClr>
                </a:solidFill>
              </a:rPr>
              <a:t>  </a:t>
            </a:r>
            <a:r>
              <a:rPr lang="en-US" altLang="zh-CN" sz="2000" b="1" dirty="0" err="1">
                <a:solidFill>
                  <a:schemeClr val="accent1">
                    <a:lumMod val="50000"/>
                  </a:schemeClr>
                </a:solidFill>
              </a:rPr>
              <a:t>int</a:t>
            </a:r>
            <a:r>
              <a:rPr lang="en-US" altLang="zh-CN" sz="2000" b="1" dirty="0">
                <a:solidFill>
                  <a:schemeClr val="accent1">
                    <a:lumMod val="50000"/>
                  </a:schemeClr>
                </a:solidFill>
              </a:rPr>
              <a:t> a;</a:t>
            </a:r>
          </a:p>
          <a:p>
            <a:r>
              <a:rPr lang="en-US" altLang="zh-CN" sz="2000" b="1" dirty="0">
                <a:solidFill>
                  <a:schemeClr val="accent1">
                    <a:lumMod val="50000"/>
                  </a:schemeClr>
                </a:solidFill>
              </a:rPr>
              <a:t>  </a:t>
            </a:r>
            <a:r>
              <a:rPr lang="en-US" altLang="zh-CN" sz="2000" b="1" dirty="0" err="1">
                <a:solidFill>
                  <a:schemeClr val="accent1">
                    <a:lumMod val="50000"/>
                  </a:schemeClr>
                </a:solidFill>
              </a:rPr>
              <a:t>scanf</a:t>
            </a:r>
            <a:r>
              <a:rPr lang="en-US" altLang="zh-CN" sz="2000" b="1" dirty="0">
                <a:solidFill>
                  <a:schemeClr val="accent1">
                    <a:lumMod val="50000"/>
                  </a:schemeClr>
                </a:solidFill>
              </a:rPr>
              <a:t>("%d", &amp;a)</a:t>
            </a:r>
          </a:p>
          <a:p>
            <a:r>
              <a:rPr lang="en-US" altLang="zh-CN" sz="2000" b="1" dirty="0">
                <a:solidFill>
                  <a:schemeClr val="accent1">
                    <a:lumMod val="50000"/>
                  </a:schemeClr>
                </a:solidFill>
              </a:rPr>
              <a:t>  return (a);</a:t>
            </a:r>
          </a:p>
          <a:p>
            <a:r>
              <a:rPr lang="en-US" altLang="zh-CN" sz="2000" b="1" dirty="0">
                <a:solidFill>
                  <a:schemeClr val="accent1">
                    <a:lumMod val="50000"/>
                  </a:schemeClr>
                </a:solidFill>
              </a:rPr>
              <a:t>}</a:t>
            </a:r>
          </a:p>
          <a:p>
            <a:r>
              <a:rPr lang="en-US" altLang="zh-CN" sz="2000" b="1" dirty="0" err="1">
                <a:solidFill>
                  <a:srgbClr val="FF0066"/>
                </a:solidFill>
                <a:effectLst>
                  <a:outerShdw blurRad="38100" dist="38100" dir="2700000" algn="tl">
                    <a:srgbClr val="000000"/>
                  </a:outerShdw>
                </a:effectLst>
              </a:rPr>
              <a:t>int</a:t>
            </a:r>
            <a:r>
              <a:rPr lang="en-US" altLang="zh-CN" sz="2000" b="1" dirty="0">
                <a:solidFill>
                  <a:srgbClr val="FF0066"/>
                </a:solidFill>
                <a:effectLst>
                  <a:outerShdw blurRad="38100" dist="38100" dir="2700000" algn="tl">
                    <a:srgbClr val="000000"/>
                  </a:outerShdw>
                </a:effectLst>
              </a:rPr>
              <a:t> main (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b, c; </a:t>
            </a:r>
          </a:p>
          <a:p>
            <a:r>
              <a:rPr lang="en-US" altLang="zh-CN" sz="2000" b="1" dirty="0">
                <a:effectLst>
                  <a:outerShdw blurRad="38100" dist="38100" dir="2700000" algn="tl">
                    <a:srgbClr val="FFFFFF"/>
                  </a:outerShdw>
                </a:effectLst>
              </a:rPr>
              <a:t>   a = </a:t>
            </a:r>
            <a:r>
              <a:rPr lang="en-US" altLang="zh-CN" sz="2000" b="1" dirty="0" err="1">
                <a:effectLst>
                  <a:outerShdw blurRad="38100" dist="38100" dir="2700000" algn="tl">
                    <a:srgbClr val="FFFFFF"/>
                  </a:outerShdw>
                </a:effectLst>
              </a:rPr>
              <a:t>getnum</a:t>
            </a:r>
            <a:r>
              <a:rPr lang="en-US" altLang="zh-CN" sz="2000" b="1" dirty="0">
                <a:effectLst>
                  <a:outerShdw blurRad="38100" dist="38100" dir="2700000" algn="tl">
                    <a:srgbClr val="FFFFFF"/>
                  </a:outerShdw>
                </a:effectLst>
              </a:rPr>
              <a:t> ( ); </a:t>
            </a:r>
          </a:p>
          <a:p>
            <a:r>
              <a:rPr lang="en-US" altLang="zh-CN" sz="2000" b="1" dirty="0">
                <a:effectLst>
                  <a:outerShdw blurRad="38100" dist="38100" dir="2700000" algn="tl">
                    <a:srgbClr val="FFFFFF"/>
                  </a:outerShdw>
                </a:effectLst>
              </a:rPr>
              <a:t>   b = </a:t>
            </a:r>
            <a:r>
              <a:rPr lang="en-US" altLang="zh-CN" sz="2000" b="1" dirty="0" err="1">
                <a:effectLst>
                  <a:outerShdw blurRad="38100" dist="38100" dir="2700000" algn="tl">
                    <a:srgbClr val="FFFFFF"/>
                  </a:outerShdw>
                </a:effectLst>
              </a:rPr>
              <a:t>getnum</a:t>
            </a:r>
            <a:r>
              <a:rPr lang="en-US" altLang="zh-CN" sz="2000" b="1" dirty="0">
                <a:effectLst>
                  <a:outerShdw blurRad="38100" dist="38100" dir="2700000" algn="tl">
                    <a:srgbClr val="FFFFFF"/>
                  </a:outerShdw>
                </a:effectLst>
              </a:rPr>
              <a:t> ( ); </a:t>
            </a:r>
          </a:p>
          <a:p>
            <a:r>
              <a:rPr lang="en-US" altLang="zh-CN" sz="2000" b="1" dirty="0">
                <a:effectLst>
                  <a:outerShdw blurRad="38100" dist="38100" dir="2700000" algn="tl">
                    <a:srgbClr val="FFFFFF"/>
                  </a:outerShdw>
                </a:effectLst>
              </a:rPr>
              <a:t>   c = max ( max(a, b), NUM );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("MAX = %d\n", c );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endParaRPr lang="en-US" altLang="zh-CN" sz="2000" dirty="0"/>
          </a:p>
        </p:txBody>
      </p:sp>
      <p:grpSp>
        <p:nvGrpSpPr>
          <p:cNvPr id="1036399" name="Group 111"/>
          <p:cNvGrpSpPr>
            <a:grpSpLocks/>
          </p:cNvGrpSpPr>
          <p:nvPr/>
        </p:nvGrpSpPr>
        <p:grpSpPr bwMode="auto">
          <a:xfrm>
            <a:off x="1294399" y="217488"/>
            <a:ext cx="8258180" cy="993775"/>
            <a:chOff x="476" y="137"/>
            <a:chExt cx="5202" cy="626"/>
          </a:xfrm>
        </p:grpSpPr>
        <p:sp>
          <p:nvSpPr>
            <p:cNvPr id="1036395" name="Rectangle 107"/>
            <p:cNvSpPr>
              <a:spLocks noChangeArrowheads="1"/>
            </p:cNvSpPr>
            <p:nvPr/>
          </p:nvSpPr>
          <p:spPr bwMode="auto">
            <a:xfrm>
              <a:off x="3864" y="137"/>
              <a:ext cx="1814" cy="390"/>
            </a:xfrm>
            <a:prstGeom prst="rect">
              <a:avLst/>
            </a:prstGeom>
            <a:noFill/>
            <a:ln w="28575">
              <a:solidFill>
                <a:srgbClr val="CC0000"/>
              </a:solidFill>
              <a:miter lim="800000"/>
              <a:headEnd/>
              <a:tailEnd/>
            </a:ln>
            <a:effectLst/>
          </p:spPr>
          <p:txBody>
            <a:bodyPr wrap="none" anchor="ctr"/>
            <a:lstStyle/>
            <a:p>
              <a:endParaRPr lang="zh-CN" altLang="en-US"/>
            </a:p>
          </p:txBody>
        </p:sp>
        <p:sp>
          <p:nvSpPr>
            <p:cNvPr id="1036397" name="Rectangle 109"/>
            <p:cNvSpPr>
              <a:spLocks noChangeArrowheads="1"/>
            </p:cNvSpPr>
            <p:nvPr/>
          </p:nvSpPr>
          <p:spPr bwMode="auto">
            <a:xfrm>
              <a:off x="476" y="599"/>
              <a:ext cx="1361" cy="164"/>
            </a:xfrm>
            <a:prstGeom prst="rect">
              <a:avLst/>
            </a:prstGeom>
            <a:noFill/>
            <a:ln w="28575">
              <a:solidFill>
                <a:srgbClr val="CC0000"/>
              </a:solidFill>
              <a:miter lim="800000"/>
              <a:headEnd/>
              <a:tailEnd/>
            </a:ln>
            <a:effectLst/>
          </p:spPr>
          <p:txBody>
            <a:bodyPr wrap="none" anchor="ctr"/>
            <a:lstStyle/>
            <a:p>
              <a:endParaRPr lang="zh-CN" altLang="en-US"/>
            </a:p>
          </p:txBody>
        </p:sp>
        <p:sp>
          <p:nvSpPr>
            <p:cNvPr id="1036398" name="Line 110"/>
            <p:cNvSpPr>
              <a:spLocks noChangeShapeType="1"/>
            </p:cNvSpPr>
            <p:nvPr/>
          </p:nvSpPr>
          <p:spPr bwMode="auto">
            <a:xfrm flipV="1">
              <a:off x="1882" y="272"/>
              <a:ext cx="1982" cy="391"/>
            </a:xfrm>
            <a:prstGeom prst="line">
              <a:avLst/>
            </a:prstGeom>
            <a:noFill/>
            <a:ln w="28575">
              <a:solidFill>
                <a:srgbClr val="CC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036404" name="Group 116"/>
          <p:cNvGrpSpPr>
            <a:grpSpLocks/>
          </p:cNvGrpSpPr>
          <p:nvPr/>
        </p:nvGrpSpPr>
        <p:grpSpPr bwMode="auto">
          <a:xfrm>
            <a:off x="1294324" y="906238"/>
            <a:ext cx="8258180" cy="3027363"/>
            <a:chOff x="468" y="576"/>
            <a:chExt cx="5202" cy="1907"/>
          </a:xfrm>
        </p:grpSpPr>
        <p:sp>
          <p:nvSpPr>
            <p:cNvPr id="1036401" name="Rectangle 113"/>
            <p:cNvSpPr>
              <a:spLocks noChangeArrowheads="1"/>
            </p:cNvSpPr>
            <p:nvPr/>
          </p:nvSpPr>
          <p:spPr bwMode="auto">
            <a:xfrm>
              <a:off x="3856" y="576"/>
              <a:ext cx="1814" cy="1907"/>
            </a:xfrm>
            <a:prstGeom prst="rect">
              <a:avLst/>
            </a:prstGeom>
            <a:noFill/>
            <a:ln w="28575">
              <a:solidFill>
                <a:srgbClr val="002060"/>
              </a:solidFill>
              <a:miter lim="800000"/>
              <a:headEnd/>
              <a:tailEnd/>
            </a:ln>
            <a:effectLst/>
          </p:spPr>
          <p:txBody>
            <a:bodyPr wrap="none" anchor="ctr"/>
            <a:lstStyle/>
            <a:p>
              <a:endParaRPr lang="zh-CN" altLang="en-US"/>
            </a:p>
          </p:txBody>
        </p:sp>
        <p:sp>
          <p:nvSpPr>
            <p:cNvPr id="1036402" name="Rectangle 114"/>
            <p:cNvSpPr>
              <a:spLocks noChangeArrowheads="1"/>
            </p:cNvSpPr>
            <p:nvPr/>
          </p:nvSpPr>
          <p:spPr bwMode="auto">
            <a:xfrm>
              <a:off x="468" y="798"/>
              <a:ext cx="1459" cy="183"/>
            </a:xfrm>
            <a:prstGeom prst="rect">
              <a:avLst/>
            </a:prstGeom>
            <a:noFill/>
            <a:ln w="28575">
              <a:solidFill>
                <a:srgbClr val="002060"/>
              </a:solidFill>
              <a:miter lim="800000"/>
              <a:headEnd/>
              <a:tailEnd/>
            </a:ln>
            <a:effectLst/>
          </p:spPr>
          <p:txBody>
            <a:bodyPr wrap="none" anchor="ctr"/>
            <a:lstStyle/>
            <a:p>
              <a:endParaRPr lang="zh-CN" altLang="en-US"/>
            </a:p>
          </p:txBody>
        </p:sp>
        <p:sp>
          <p:nvSpPr>
            <p:cNvPr id="1036403" name="Line 115"/>
            <p:cNvSpPr>
              <a:spLocks noChangeShapeType="1"/>
            </p:cNvSpPr>
            <p:nvPr/>
          </p:nvSpPr>
          <p:spPr bwMode="auto">
            <a:xfrm>
              <a:off x="1973" y="889"/>
              <a:ext cx="1883" cy="672"/>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036410" name="Group 122"/>
          <p:cNvGrpSpPr>
            <a:grpSpLocks/>
          </p:cNvGrpSpPr>
          <p:nvPr/>
        </p:nvGrpSpPr>
        <p:grpSpPr bwMode="auto">
          <a:xfrm>
            <a:off x="1308478" y="950914"/>
            <a:ext cx="3740150" cy="4319587"/>
            <a:chOff x="476" y="599"/>
            <a:chExt cx="2356" cy="2721"/>
          </a:xfrm>
        </p:grpSpPr>
        <p:sp>
          <p:nvSpPr>
            <p:cNvPr id="1036407" name="Rectangle 119"/>
            <p:cNvSpPr>
              <a:spLocks noChangeArrowheads="1"/>
            </p:cNvSpPr>
            <p:nvPr/>
          </p:nvSpPr>
          <p:spPr bwMode="auto">
            <a:xfrm>
              <a:off x="476" y="599"/>
              <a:ext cx="1361" cy="164"/>
            </a:xfrm>
            <a:prstGeom prst="rect">
              <a:avLst/>
            </a:prstGeom>
            <a:noFill/>
            <a:ln w="28575">
              <a:solidFill>
                <a:srgbClr val="FF0000"/>
              </a:solidFill>
              <a:miter lim="800000"/>
              <a:headEnd/>
              <a:tailEnd/>
            </a:ln>
            <a:effectLst/>
          </p:spPr>
          <p:txBody>
            <a:bodyPr wrap="none" anchor="ctr"/>
            <a:lstStyle/>
            <a:p>
              <a:endParaRPr lang="zh-CN" altLang="en-US"/>
            </a:p>
          </p:txBody>
        </p:sp>
        <p:sp>
          <p:nvSpPr>
            <p:cNvPr id="1036409" name="AutoShape 121"/>
            <p:cNvSpPr>
              <a:spLocks/>
            </p:cNvSpPr>
            <p:nvPr/>
          </p:nvSpPr>
          <p:spPr bwMode="auto">
            <a:xfrm>
              <a:off x="1247" y="2840"/>
              <a:ext cx="1585" cy="480"/>
            </a:xfrm>
            <a:prstGeom prst="borderCallout2">
              <a:avLst>
                <a:gd name="adj1" fmla="val 15000"/>
                <a:gd name="adj2" fmla="val -3028"/>
                <a:gd name="adj3" fmla="val 15000"/>
                <a:gd name="adj4" fmla="val -12301"/>
                <a:gd name="adj5" fmla="val -437708"/>
                <a:gd name="adj6" fmla="val -21954"/>
              </a:avLst>
            </a:prstGeom>
            <a:gradFill rotWithShape="1">
              <a:gsLst>
                <a:gs pos="0">
                  <a:srgbClr val="00FFFF"/>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r>
                <a:rPr lang="en-US" altLang="zh-CN" sz="2000" b="1">
                  <a:solidFill>
                    <a:srgbClr val="CC0000"/>
                  </a:solidFill>
                  <a:effectLst>
                    <a:outerShdw blurRad="38100" dist="38100" dir="2700000" algn="tl">
                      <a:srgbClr val="000000"/>
                    </a:outerShdw>
                  </a:effectLst>
                </a:rPr>
                <a:t>#include  &lt;stdio.h&gt;</a:t>
              </a:r>
            </a:p>
            <a:p>
              <a:r>
                <a:rPr lang="en-US" altLang="zh-CN" sz="2000" b="1">
                  <a:solidFill>
                    <a:srgbClr val="CC0000"/>
                  </a:solidFill>
                  <a:effectLst>
                    <a:outerShdw blurRad="38100" dist="38100" dir="2700000" algn="tl">
                      <a:srgbClr val="000000"/>
                    </a:outerShdw>
                  </a:effectLst>
                </a:rPr>
                <a:t>#define   NUM   10</a:t>
              </a:r>
            </a:p>
          </p:txBody>
        </p:sp>
      </p:grpSp>
      <p:grpSp>
        <p:nvGrpSpPr>
          <p:cNvPr id="1036418" name="Group 130"/>
          <p:cNvGrpSpPr>
            <a:grpSpLocks/>
          </p:cNvGrpSpPr>
          <p:nvPr/>
        </p:nvGrpSpPr>
        <p:grpSpPr bwMode="auto">
          <a:xfrm>
            <a:off x="1294191" y="1268413"/>
            <a:ext cx="4133850" cy="5441950"/>
            <a:chOff x="467" y="799"/>
            <a:chExt cx="2604" cy="3428"/>
          </a:xfrm>
        </p:grpSpPr>
        <p:sp>
          <p:nvSpPr>
            <p:cNvPr id="1036413" name="AutoShape 125"/>
            <p:cNvSpPr>
              <a:spLocks/>
            </p:cNvSpPr>
            <p:nvPr/>
          </p:nvSpPr>
          <p:spPr bwMode="auto">
            <a:xfrm>
              <a:off x="1030" y="2005"/>
              <a:ext cx="2041" cy="2222"/>
            </a:xfrm>
            <a:prstGeom prst="borderCallout2">
              <a:avLst>
                <a:gd name="adj1" fmla="val 3241"/>
                <a:gd name="adj2" fmla="val -2352"/>
                <a:gd name="adj3" fmla="val 3241"/>
                <a:gd name="adj4" fmla="val -11222"/>
                <a:gd name="adj5" fmla="val -47028"/>
                <a:gd name="adj6" fmla="val -20481"/>
              </a:avLst>
            </a:prstGeom>
            <a:gradFill rotWithShape="1">
              <a:gsLst>
                <a:gs pos="0">
                  <a:srgbClr val="CCCCCC"/>
                </a:gs>
                <a:gs pos="100000">
                  <a:schemeClr val="bg1"/>
                </a:gs>
              </a:gsLst>
              <a:lin ang="5400000" scaled="1"/>
            </a:gradFill>
            <a:ln w="31750">
              <a:solidFill>
                <a:srgbClr val="002060"/>
              </a:solidFill>
              <a:miter lim="800000"/>
              <a:headEnd/>
              <a:tailEnd/>
            </a:ln>
            <a:effectLst>
              <a:outerShdw blurRad="50800" dist="106680" dir="2700000" algn="tl" rotWithShape="0">
                <a:prstClr val="black">
                  <a:alpha val="43000"/>
                </a:prstClr>
              </a:outerShdw>
            </a:effectLst>
          </p:spPr>
          <p:txBody>
            <a:bodyPr/>
            <a:lstStyle/>
            <a:p>
              <a:r>
                <a:rPr lang="en-US" altLang="zh-CN" sz="2000" b="1" dirty="0">
                  <a:solidFill>
                    <a:srgbClr val="C01920"/>
                  </a:solidFill>
                </a:rPr>
                <a:t>int max (int x, int y)</a:t>
              </a:r>
            </a:p>
            <a:p>
              <a:r>
                <a:rPr lang="en-US" altLang="zh-CN" sz="2000" b="1" dirty="0">
                  <a:solidFill>
                    <a:srgbClr val="C01920"/>
                  </a:solidFill>
                </a:rPr>
                <a:t>{</a:t>
              </a:r>
            </a:p>
            <a:p>
              <a:r>
                <a:rPr lang="en-US" altLang="zh-CN" sz="2000" b="1" dirty="0">
                  <a:solidFill>
                    <a:srgbClr val="C01920"/>
                  </a:solidFill>
                </a:rPr>
                <a:t>  return (x &gt; y ? x : y);</a:t>
              </a:r>
            </a:p>
            <a:p>
              <a:r>
                <a:rPr lang="en-US" altLang="zh-CN" sz="2000" b="1" dirty="0">
                  <a:solidFill>
                    <a:srgbClr val="C01920"/>
                  </a:solidFill>
                </a:rPr>
                <a:t>}</a:t>
              </a:r>
            </a:p>
            <a:p>
              <a:endParaRPr lang="en-US" altLang="zh-CN" sz="2000" b="1" dirty="0">
                <a:solidFill>
                  <a:srgbClr val="C01920"/>
                </a:solidFill>
              </a:endParaRPr>
            </a:p>
            <a:p>
              <a:r>
                <a:rPr lang="en-US" altLang="zh-CN" sz="2000" b="1" dirty="0">
                  <a:solidFill>
                    <a:srgbClr val="C01920"/>
                  </a:solidFill>
                </a:rPr>
                <a:t>int </a:t>
              </a:r>
              <a:r>
                <a:rPr lang="en-US" altLang="zh-CN" sz="2000" b="1" dirty="0" err="1">
                  <a:solidFill>
                    <a:srgbClr val="C01920"/>
                  </a:solidFill>
                </a:rPr>
                <a:t>getnum</a:t>
              </a:r>
              <a:r>
                <a:rPr lang="en-US" altLang="zh-CN" sz="2000" b="1" dirty="0">
                  <a:solidFill>
                    <a:srgbClr val="C01920"/>
                  </a:solidFill>
                </a:rPr>
                <a:t> ( )</a:t>
              </a:r>
            </a:p>
            <a:p>
              <a:r>
                <a:rPr lang="en-US" altLang="zh-CN" sz="2000" b="1" dirty="0">
                  <a:solidFill>
                    <a:srgbClr val="C01920"/>
                  </a:solidFill>
                </a:rPr>
                <a:t>{</a:t>
              </a:r>
            </a:p>
            <a:p>
              <a:r>
                <a:rPr lang="en-US" altLang="zh-CN" sz="2000" b="1" dirty="0">
                  <a:solidFill>
                    <a:srgbClr val="C01920"/>
                  </a:solidFill>
                </a:rPr>
                <a:t>  int a;</a:t>
              </a:r>
            </a:p>
            <a:p>
              <a:r>
                <a:rPr lang="en-US" altLang="zh-CN" sz="2000" b="1" dirty="0">
                  <a:solidFill>
                    <a:srgbClr val="C01920"/>
                  </a:solidFill>
                </a:rPr>
                <a:t>  </a:t>
              </a:r>
              <a:r>
                <a:rPr lang="en-US" altLang="zh-CN" sz="2000" b="1" dirty="0" err="1">
                  <a:solidFill>
                    <a:srgbClr val="C01920"/>
                  </a:solidFill>
                </a:rPr>
                <a:t>scanf</a:t>
              </a:r>
              <a:r>
                <a:rPr lang="en-US" altLang="zh-CN" sz="2000" b="1" dirty="0">
                  <a:solidFill>
                    <a:srgbClr val="C01920"/>
                  </a:solidFill>
                </a:rPr>
                <a:t>("%d", &amp;a)</a:t>
              </a:r>
            </a:p>
            <a:p>
              <a:r>
                <a:rPr lang="en-US" altLang="zh-CN" sz="2000" b="1" dirty="0">
                  <a:solidFill>
                    <a:srgbClr val="C01920"/>
                  </a:solidFill>
                </a:rPr>
                <a:t>  return (a);</a:t>
              </a:r>
            </a:p>
            <a:p>
              <a:r>
                <a:rPr lang="en-US" altLang="zh-CN" sz="2000" b="1" dirty="0">
                  <a:solidFill>
                    <a:srgbClr val="C01920"/>
                  </a:solidFill>
                </a:rPr>
                <a:t>}</a:t>
              </a:r>
            </a:p>
          </p:txBody>
        </p:sp>
        <p:sp>
          <p:nvSpPr>
            <p:cNvPr id="1036416" name="Rectangle 128"/>
            <p:cNvSpPr>
              <a:spLocks noChangeArrowheads="1"/>
            </p:cNvSpPr>
            <p:nvPr/>
          </p:nvSpPr>
          <p:spPr bwMode="auto">
            <a:xfrm>
              <a:off x="467" y="799"/>
              <a:ext cx="1459" cy="183"/>
            </a:xfrm>
            <a:prstGeom prst="rect">
              <a:avLst/>
            </a:prstGeom>
            <a:noFill/>
            <a:ln w="28575">
              <a:solidFill>
                <a:srgbClr val="FF0000"/>
              </a:solidFill>
              <a:miter lim="800000"/>
              <a:headEnd/>
              <a:tailEnd/>
            </a:ln>
            <a:effectLst/>
          </p:spPr>
          <p:txBody>
            <a:bodyPr wrap="none" anchor="ctr"/>
            <a:lstStyle/>
            <a:p>
              <a:endParaRPr lang="zh-CN" altLang="en-US"/>
            </a:p>
          </p:txBody>
        </p:sp>
      </p:grpSp>
      <p:grpSp>
        <p:nvGrpSpPr>
          <p:cNvPr id="1036421" name="Group 133"/>
          <p:cNvGrpSpPr>
            <a:grpSpLocks/>
          </p:cNvGrpSpPr>
          <p:nvPr/>
        </p:nvGrpSpPr>
        <p:grpSpPr bwMode="auto">
          <a:xfrm>
            <a:off x="4600744" y="4578393"/>
            <a:ext cx="2425227" cy="976266"/>
            <a:chOff x="1952" y="2867"/>
            <a:chExt cx="1503" cy="558"/>
          </a:xfrm>
        </p:grpSpPr>
        <p:sp>
          <p:nvSpPr>
            <p:cNvPr id="1036419" name="AutoShape 131"/>
            <p:cNvSpPr>
              <a:spLocks noChangeArrowheads="1"/>
            </p:cNvSpPr>
            <p:nvPr/>
          </p:nvSpPr>
          <p:spPr bwMode="auto">
            <a:xfrm>
              <a:off x="1952" y="2867"/>
              <a:ext cx="1503" cy="558"/>
            </a:xfrm>
            <a:prstGeom prst="curvedUpArrow">
              <a:avLst>
                <a:gd name="adj1" fmla="val 32821"/>
                <a:gd name="adj2" fmla="val 81280"/>
                <a:gd name="adj3" fmla="val 48528"/>
              </a:avLst>
            </a:prstGeom>
            <a:gradFill rotWithShape="1">
              <a:gsLst>
                <a:gs pos="0">
                  <a:srgbClr val="0070C0"/>
                </a:gs>
                <a:gs pos="100000">
                  <a:srgbClr val="002060">
                    <a:alpha val="50000"/>
                  </a:srgbClr>
                </a:gs>
              </a:gsLst>
              <a:lin ang="5400000" scaled="1"/>
            </a:gradFill>
            <a:ln w="9525">
              <a:noFill/>
              <a:miter lim="800000"/>
              <a:headEnd/>
              <a:tailEnd/>
            </a:ln>
            <a:effectLst/>
          </p:spPr>
          <p:txBody>
            <a:bodyPr wrap="none" anchor="ctr"/>
            <a:lstStyle/>
            <a:p>
              <a:endParaRPr lang="zh-CN" altLang="en-US"/>
            </a:p>
          </p:txBody>
        </p:sp>
        <p:sp>
          <p:nvSpPr>
            <p:cNvPr id="1036420" name="Rectangle 132"/>
            <p:cNvSpPr>
              <a:spLocks noChangeArrowheads="1"/>
            </p:cNvSpPr>
            <p:nvPr/>
          </p:nvSpPr>
          <p:spPr bwMode="auto">
            <a:xfrm>
              <a:off x="2261" y="2923"/>
              <a:ext cx="680" cy="405"/>
            </a:xfrm>
            <a:prstGeom prst="rect">
              <a:avLst/>
            </a:prstGeom>
            <a:noFill/>
            <a:ln w="9525">
              <a:noFill/>
              <a:miter lim="800000"/>
              <a:headEnd/>
              <a:tailEnd/>
            </a:ln>
            <a:effectLst/>
          </p:spPr>
          <p:txBody>
            <a:bodyPr>
              <a:spAutoFit/>
            </a:bodyPr>
            <a:lstStyle/>
            <a:p>
              <a:r>
                <a:rPr lang="zh-CN" altLang="en-US" sz="2000" b="1" dirty="0">
                  <a:solidFill>
                    <a:srgbClr val="C01920"/>
                  </a:solidFill>
                  <a:latin typeface="+mn-lt"/>
                  <a:ea typeface="楷体" pitchFamily="49" charset="-122"/>
                </a:rPr>
                <a:t>预编译处理后</a:t>
              </a:r>
            </a:p>
          </p:txBody>
        </p:sp>
      </p:grpSp>
      <p:sp>
        <p:nvSpPr>
          <p:cNvPr id="25" name="Rectangle 4">
            <a:extLst>
              <a:ext uri="{FF2B5EF4-FFF2-40B4-BE49-F238E27FC236}">
                <a16:creationId xmlns:a16="http://schemas.microsoft.com/office/drawing/2014/main" id="{2EBC8288-408B-4B24-980C-3254EF53E003}"/>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文件包含</a:t>
            </a:r>
          </a:p>
        </p:txBody>
      </p:sp>
      <p:sp>
        <p:nvSpPr>
          <p:cNvPr id="26" name="文本框 25">
            <a:extLst>
              <a:ext uri="{FF2B5EF4-FFF2-40B4-BE49-F238E27FC236}">
                <a16:creationId xmlns:a16="http://schemas.microsoft.com/office/drawing/2014/main" id="{C29591D2-32F5-429A-AED1-FD5C88783B18}"/>
              </a:ext>
            </a:extLst>
          </p:cNvPr>
          <p:cNvSpPr txBox="1"/>
          <p:nvPr/>
        </p:nvSpPr>
        <p:spPr>
          <a:xfrm>
            <a:off x="492669" y="2636912"/>
            <a:ext cx="553998" cy="1944216"/>
          </a:xfrm>
          <a:prstGeom prst="rect">
            <a:avLst/>
          </a:prstGeom>
          <a:noFill/>
        </p:spPr>
        <p:txBody>
          <a:bodyPr vert="eaVert" wrap="square" rtlCol="0">
            <a:spAutoFit/>
          </a:bodyPr>
          <a:lstStyle/>
          <a:p>
            <a:r>
              <a:rPr lang="zh-CN" altLang="en-US" b="1" dirty="0">
                <a:solidFill>
                  <a:srgbClr val="C01920"/>
                </a:solidFill>
                <a:ea typeface="隶书" pitchFamily="49" charset="-122"/>
              </a:rPr>
              <a:t>文件包含举例</a:t>
            </a:r>
            <a:endParaRPr lang="zh-CN" altLang="en-US" dirty="0">
              <a:solidFill>
                <a:srgbClr val="C01920"/>
              </a:solidFill>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ox(out)">
                                      <p:cBhvr>
                                        <p:cTn id="7" dur="500"/>
                                        <p:tgtEl>
                                          <p:spTgt spid="2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36393"/>
                                        </p:tgtEl>
                                        <p:attrNameLst>
                                          <p:attrName>style.visibility</p:attrName>
                                        </p:attrNameLst>
                                      </p:cBhvr>
                                      <p:to>
                                        <p:strVal val="visible"/>
                                      </p:to>
                                    </p:set>
                                    <p:animEffect transition="in" filter="box(out)">
                                      <p:cBhvr>
                                        <p:cTn id="12" dur="500"/>
                                        <p:tgtEl>
                                          <p:spTgt spid="103639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036410"/>
                                        </p:tgtEl>
                                        <p:attrNameLst>
                                          <p:attrName>style.visibility</p:attrName>
                                        </p:attrNameLst>
                                      </p:cBhvr>
                                      <p:to>
                                        <p:strVal val="visible"/>
                                      </p:to>
                                    </p:set>
                                    <p:animEffect transition="in" filter="strips(downRight)">
                                      <p:cBhvr>
                                        <p:cTn id="17" dur="500"/>
                                        <p:tgtEl>
                                          <p:spTgt spid="1036410"/>
                                        </p:tgtEl>
                                      </p:cBhvr>
                                    </p:animEffect>
                                  </p:childTnLst>
                                  <p:subTnLst>
                                    <p:set>
                                      <p:cBhvr override="childStyle">
                                        <p:cTn dur="1" fill="hold" display="0" masterRel="nextClick" afterEffect="1"/>
                                        <p:tgtEl>
                                          <p:spTgt spid="1036410"/>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laser.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036418"/>
                                        </p:tgtEl>
                                        <p:attrNameLst>
                                          <p:attrName>style.visibility</p:attrName>
                                        </p:attrNameLst>
                                      </p:cBhvr>
                                      <p:to>
                                        <p:strVal val="visible"/>
                                      </p:to>
                                    </p:set>
                                    <p:animEffect transition="in" filter="strips(downRight)">
                                      <p:cBhvr>
                                        <p:cTn id="22" dur="500"/>
                                        <p:tgtEl>
                                          <p:spTgt spid="1036418"/>
                                        </p:tgtEl>
                                      </p:cBhvr>
                                    </p:animEffect>
                                  </p:childTnLst>
                                  <p:subTnLst>
                                    <p:set>
                                      <p:cBhvr override="childStyle">
                                        <p:cTn dur="1" fill="hold" display="0" masterRel="nextClick" afterEffect="1"/>
                                        <p:tgtEl>
                                          <p:spTgt spid="1036418"/>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3" name="laser.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1036421"/>
                                        </p:tgtEl>
                                        <p:attrNameLst>
                                          <p:attrName>style.visibility</p:attrName>
                                        </p:attrNameLst>
                                      </p:cBhvr>
                                      <p:to>
                                        <p:strVal val="visible"/>
                                      </p:to>
                                    </p:set>
                                    <p:animEffect transition="in" filter="strips(upRight)">
                                      <p:cBhvr>
                                        <p:cTn id="27" dur="500"/>
                                        <p:tgtEl>
                                          <p:spTgt spid="1036421"/>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500"/>
                            </p:stCondLst>
                            <p:childTnLst>
                              <p:par>
                                <p:cTn id="29" presetID="18" presetClass="entr" presetSubtype="3" fill="hold" nodeType="afterEffect">
                                  <p:stCondLst>
                                    <p:cond delay="0"/>
                                  </p:stCondLst>
                                  <p:childTnLst>
                                    <p:set>
                                      <p:cBhvr>
                                        <p:cTn id="30" dur="1" fill="hold">
                                          <p:stCondLst>
                                            <p:cond delay="0"/>
                                          </p:stCondLst>
                                        </p:cTn>
                                        <p:tgtEl>
                                          <p:spTgt spid="1036399"/>
                                        </p:tgtEl>
                                        <p:attrNameLst>
                                          <p:attrName>style.visibility</p:attrName>
                                        </p:attrNameLst>
                                      </p:cBhvr>
                                      <p:to>
                                        <p:strVal val="visible"/>
                                      </p:to>
                                    </p:set>
                                    <p:animEffect transition="in" filter="strips(upRight)">
                                      <p:cBhvr>
                                        <p:cTn id="31" dur="500"/>
                                        <p:tgtEl>
                                          <p:spTgt spid="1036399"/>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par>
                          <p:cTn id="32" fill="hold">
                            <p:stCondLst>
                              <p:cond delay="1000"/>
                            </p:stCondLst>
                            <p:childTnLst>
                              <p:par>
                                <p:cTn id="33" presetID="4" presetClass="entr" presetSubtype="32" fill="hold" nodeType="afterEffect">
                                  <p:stCondLst>
                                    <p:cond delay="0"/>
                                  </p:stCondLst>
                                  <p:childTnLst>
                                    <p:set>
                                      <p:cBhvr>
                                        <p:cTn id="34" dur="1" fill="hold">
                                          <p:stCondLst>
                                            <p:cond delay="0"/>
                                          </p:stCondLst>
                                        </p:cTn>
                                        <p:tgtEl>
                                          <p:spTgt spid="1036394">
                                            <p:txEl>
                                              <p:pRg st="0" end="0"/>
                                            </p:txEl>
                                          </p:spTgt>
                                        </p:tgtEl>
                                        <p:attrNameLst>
                                          <p:attrName>style.visibility</p:attrName>
                                        </p:attrNameLst>
                                      </p:cBhvr>
                                      <p:to>
                                        <p:strVal val="visible"/>
                                      </p:to>
                                    </p:set>
                                    <p:animEffect transition="in" filter="box(out)">
                                      <p:cBhvr>
                                        <p:cTn id="35" dur="500"/>
                                        <p:tgtEl>
                                          <p:spTgt spid="1036394">
                                            <p:txEl>
                                              <p:pRg st="0" end="0"/>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par>
                          <p:cTn id="36" fill="hold">
                            <p:stCondLst>
                              <p:cond delay="1500"/>
                            </p:stCondLst>
                            <p:childTnLst>
                              <p:par>
                                <p:cTn id="37" presetID="4" presetClass="entr" presetSubtype="32" fill="hold" nodeType="afterEffect">
                                  <p:stCondLst>
                                    <p:cond delay="0"/>
                                  </p:stCondLst>
                                  <p:childTnLst>
                                    <p:set>
                                      <p:cBhvr>
                                        <p:cTn id="38" dur="1" fill="hold">
                                          <p:stCondLst>
                                            <p:cond delay="0"/>
                                          </p:stCondLst>
                                        </p:cTn>
                                        <p:tgtEl>
                                          <p:spTgt spid="1036394">
                                            <p:txEl>
                                              <p:pRg st="1" end="1"/>
                                            </p:txEl>
                                          </p:spTgt>
                                        </p:tgtEl>
                                        <p:attrNameLst>
                                          <p:attrName>style.visibility</p:attrName>
                                        </p:attrNameLst>
                                      </p:cBhvr>
                                      <p:to>
                                        <p:strVal val="visible"/>
                                      </p:to>
                                    </p:set>
                                    <p:animEffect transition="in" filter="box(out)">
                                      <p:cBhvr>
                                        <p:cTn id="39" dur="500"/>
                                        <p:tgtEl>
                                          <p:spTgt spid="1036394">
                                            <p:txEl>
                                              <p:pRg st="1" end="1"/>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par>
                          <p:cTn id="40" fill="hold">
                            <p:stCondLst>
                              <p:cond delay="2000"/>
                            </p:stCondLst>
                            <p:childTnLst>
                              <p:par>
                                <p:cTn id="41" presetID="18" presetClass="entr" presetSubtype="6" fill="hold" nodeType="afterEffect">
                                  <p:stCondLst>
                                    <p:cond delay="0"/>
                                  </p:stCondLst>
                                  <p:childTnLst>
                                    <p:set>
                                      <p:cBhvr>
                                        <p:cTn id="42" dur="1" fill="hold">
                                          <p:stCondLst>
                                            <p:cond delay="0"/>
                                          </p:stCondLst>
                                        </p:cTn>
                                        <p:tgtEl>
                                          <p:spTgt spid="1036404"/>
                                        </p:tgtEl>
                                        <p:attrNameLst>
                                          <p:attrName>style.visibility</p:attrName>
                                        </p:attrNameLst>
                                      </p:cBhvr>
                                      <p:to>
                                        <p:strVal val="visible"/>
                                      </p:to>
                                    </p:set>
                                    <p:animEffect transition="in" filter="strips(downRight)">
                                      <p:cBhvr>
                                        <p:cTn id="43" dur="500"/>
                                        <p:tgtEl>
                                          <p:spTgt spid="1036404"/>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2500"/>
                            </p:stCondLst>
                            <p:childTnLst>
                              <p:par>
                                <p:cTn id="45" presetID="4" presetClass="entr" presetSubtype="32" fill="hold" nodeType="afterEffect">
                                  <p:stCondLst>
                                    <p:cond delay="0"/>
                                  </p:stCondLst>
                                  <p:childTnLst>
                                    <p:set>
                                      <p:cBhvr>
                                        <p:cTn id="46" dur="1" fill="hold">
                                          <p:stCondLst>
                                            <p:cond delay="0"/>
                                          </p:stCondLst>
                                        </p:cTn>
                                        <p:tgtEl>
                                          <p:spTgt spid="1036394">
                                            <p:txEl>
                                              <p:pRg st="2" end="2"/>
                                            </p:txEl>
                                          </p:spTgt>
                                        </p:tgtEl>
                                        <p:attrNameLst>
                                          <p:attrName>style.visibility</p:attrName>
                                        </p:attrNameLst>
                                      </p:cBhvr>
                                      <p:to>
                                        <p:strVal val="visible"/>
                                      </p:to>
                                    </p:set>
                                    <p:animEffect transition="in" filter="box(out)">
                                      <p:cBhvr>
                                        <p:cTn id="47" dur="500"/>
                                        <p:tgtEl>
                                          <p:spTgt spid="1036394">
                                            <p:txEl>
                                              <p:pRg st="2" end="2"/>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3000"/>
                            </p:stCondLst>
                            <p:childTnLst>
                              <p:par>
                                <p:cTn id="49" presetID="4" presetClass="entr" presetSubtype="32" fill="hold" nodeType="afterEffect">
                                  <p:stCondLst>
                                    <p:cond delay="0"/>
                                  </p:stCondLst>
                                  <p:childTnLst>
                                    <p:set>
                                      <p:cBhvr>
                                        <p:cTn id="50" dur="1" fill="hold">
                                          <p:stCondLst>
                                            <p:cond delay="0"/>
                                          </p:stCondLst>
                                        </p:cTn>
                                        <p:tgtEl>
                                          <p:spTgt spid="1036394">
                                            <p:txEl>
                                              <p:pRg st="3" end="3"/>
                                            </p:txEl>
                                          </p:spTgt>
                                        </p:tgtEl>
                                        <p:attrNameLst>
                                          <p:attrName>style.visibility</p:attrName>
                                        </p:attrNameLst>
                                      </p:cBhvr>
                                      <p:to>
                                        <p:strVal val="visible"/>
                                      </p:to>
                                    </p:set>
                                    <p:animEffect transition="in" filter="box(out)">
                                      <p:cBhvr>
                                        <p:cTn id="51" dur="500"/>
                                        <p:tgtEl>
                                          <p:spTgt spid="1036394">
                                            <p:txEl>
                                              <p:pRg st="3" end="3"/>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par>
                          <p:cTn id="52" fill="hold">
                            <p:stCondLst>
                              <p:cond delay="3500"/>
                            </p:stCondLst>
                            <p:childTnLst>
                              <p:par>
                                <p:cTn id="53" presetID="4" presetClass="entr" presetSubtype="32" fill="hold" nodeType="afterEffect">
                                  <p:stCondLst>
                                    <p:cond delay="0"/>
                                  </p:stCondLst>
                                  <p:childTnLst>
                                    <p:set>
                                      <p:cBhvr>
                                        <p:cTn id="54" dur="1" fill="hold">
                                          <p:stCondLst>
                                            <p:cond delay="0"/>
                                          </p:stCondLst>
                                        </p:cTn>
                                        <p:tgtEl>
                                          <p:spTgt spid="1036394">
                                            <p:txEl>
                                              <p:pRg st="4" end="4"/>
                                            </p:txEl>
                                          </p:spTgt>
                                        </p:tgtEl>
                                        <p:attrNameLst>
                                          <p:attrName>style.visibility</p:attrName>
                                        </p:attrNameLst>
                                      </p:cBhvr>
                                      <p:to>
                                        <p:strVal val="visible"/>
                                      </p:to>
                                    </p:set>
                                    <p:animEffect transition="in" filter="box(out)">
                                      <p:cBhvr>
                                        <p:cTn id="55" dur="500"/>
                                        <p:tgtEl>
                                          <p:spTgt spid="1036394">
                                            <p:txEl>
                                              <p:pRg st="4" end="4"/>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4000"/>
                            </p:stCondLst>
                            <p:childTnLst>
                              <p:par>
                                <p:cTn id="57" presetID="4" presetClass="entr" presetSubtype="32" fill="hold" nodeType="afterEffect">
                                  <p:stCondLst>
                                    <p:cond delay="0"/>
                                  </p:stCondLst>
                                  <p:childTnLst>
                                    <p:set>
                                      <p:cBhvr>
                                        <p:cTn id="58" dur="1" fill="hold">
                                          <p:stCondLst>
                                            <p:cond delay="0"/>
                                          </p:stCondLst>
                                        </p:cTn>
                                        <p:tgtEl>
                                          <p:spTgt spid="1036394">
                                            <p:txEl>
                                              <p:pRg st="5" end="5"/>
                                            </p:txEl>
                                          </p:spTgt>
                                        </p:tgtEl>
                                        <p:attrNameLst>
                                          <p:attrName>style.visibility</p:attrName>
                                        </p:attrNameLst>
                                      </p:cBhvr>
                                      <p:to>
                                        <p:strVal val="visible"/>
                                      </p:to>
                                    </p:set>
                                    <p:animEffect transition="in" filter="box(out)">
                                      <p:cBhvr>
                                        <p:cTn id="59" dur="500"/>
                                        <p:tgtEl>
                                          <p:spTgt spid="1036394">
                                            <p:txEl>
                                              <p:pRg st="5" end="5"/>
                                            </p:txEl>
                                          </p:spTgt>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par>
                          <p:cTn id="60" fill="hold">
                            <p:stCondLst>
                              <p:cond delay="4500"/>
                            </p:stCondLst>
                            <p:childTnLst>
                              <p:par>
                                <p:cTn id="61" presetID="4" presetClass="entr" presetSubtype="32" fill="hold" nodeType="afterEffect">
                                  <p:stCondLst>
                                    <p:cond delay="0"/>
                                  </p:stCondLst>
                                  <p:childTnLst>
                                    <p:set>
                                      <p:cBhvr>
                                        <p:cTn id="62" dur="1" fill="hold">
                                          <p:stCondLst>
                                            <p:cond delay="0"/>
                                          </p:stCondLst>
                                        </p:cTn>
                                        <p:tgtEl>
                                          <p:spTgt spid="1036394">
                                            <p:txEl>
                                              <p:pRg st="6" end="6"/>
                                            </p:txEl>
                                          </p:spTgt>
                                        </p:tgtEl>
                                        <p:attrNameLst>
                                          <p:attrName>style.visibility</p:attrName>
                                        </p:attrNameLst>
                                      </p:cBhvr>
                                      <p:to>
                                        <p:strVal val="visible"/>
                                      </p:to>
                                    </p:set>
                                    <p:animEffect transition="in" filter="box(out)">
                                      <p:cBhvr>
                                        <p:cTn id="63" dur="500"/>
                                        <p:tgtEl>
                                          <p:spTgt spid="1036394">
                                            <p:txEl>
                                              <p:pRg st="6" end="6"/>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5000"/>
                            </p:stCondLst>
                            <p:childTnLst>
                              <p:par>
                                <p:cTn id="65" presetID="4" presetClass="entr" presetSubtype="32" fill="hold" nodeType="afterEffect">
                                  <p:stCondLst>
                                    <p:cond delay="0"/>
                                  </p:stCondLst>
                                  <p:childTnLst>
                                    <p:set>
                                      <p:cBhvr>
                                        <p:cTn id="66" dur="1" fill="hold">
                                          <p:stCondLst>
                                            <p:cond delay="0"/>
                                          </p:stCondLst>
                                        </p:cTn>
                                        <p:tgtEl>
                                          <p:spTgt spid="1036394">
                                            <p:txEl>
                                              <p:pRg st="7" end="7"/>
                                            </p:txEl>
                                          </p:spTgt>
                                        </p:tgtEl>
                                        <p:attrNameLst>
                                          <p:attrName>style.visibility</p:attrName>
                                        </p:attrNameLst>
                                      </p:cBhvr>
                                      <p:to>
                                        <p:strVal val="visible"/>
                                      </p:to>
                                    </p:set>
                                    <p:animEffect transition="in" filter="box(out)">
                                      <p:cBhvr>
                                        <p:cTn id="67" dur="500"/>
                                        <p:tgtEl>
                                          <p:spTgt spid="1036394">
                                            <p:txEl>
                                              <p:pRg st="7" end="7"/>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par>
                          <p:cTn id="68" fill="hold">
                            <p:stCondLst>
                              <p:cond delay="5500"/>
                            </p:stCondLst>
                            <p:childTnLst>
                              <p:par>
                                <p:cTn id="69" presetID="4" presetClass="entr" presetSubtype="32" fill="hold" nodeType="afterEffect">
                                  <p:stCondLst>
                                    <p:cond delay="0"/>
                                  </p:stCondLst>
                                  <p:childTnLst>
                                    <p:set>
                                      <p:cBhvr>
                                        <p:cTn id="70" dur="1" fill="hold">
                                          <p:stCondLst>
                                            <p:cond delay="0"/>
                                          </p:stCondLst>
                                        </p:cTn>
                                        <p:tgtEl>
                                          <p:spTgt spid="1036394">
                                            <p:txEl>
                                              <p:pRg st="8" end="8"/>
                                            </p:txEl>
                                          </p:spTgt>
                                        </p:tgtEl>
                                        <p:attrNameLst>
                                          <p:attrName>style.visibility</p:attrName>
                                        </p:attrNameLst>
                                      </p:cBhvr>
                                      <p:to>
                                        <p:strVal val="visible"/>
                                      </p:to>
                                    </p:set>
                                    <p:animEffect transition="in" filter="box(out)">
                                      <p:cBhvr>
                                        <p:cTn id="71" dur="500"/>
                                        <p:tgtEl>
                                          <p:spTgt spid="1036394">
                                            <p:txEl>
                                              <p:pRg st="8" end="8"/>
                                            </p:txEl>
                                          </p:spTgt>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2" fill="hold">
                            <p:stCondLst>
                              <p:cond delay="6000"/>
                            </p:stCondLst>
                            <p:childTnLst>
                              <p:par>
                                <p:cTn id="73" presetID="4" presetClass="entr" presetSubtype="32" fill="hold" nodeType="afterEffect">
                                  <p:stCondLst>
                                    <p:cond delay="0"/>
                                  </p:stCondLst>
                                  <p:childTnLst>
                                    <p:set>
                                      <p:cBhvr>
                                        <p:cTn id="74" dur="1" fill="hold">
                                          <p:stCondLst>
                                            <p:cond delay="0"/>
                                          </p:stCondLst>
                                        </p:cTn>
                                        <p:tgtEl>
                                          <p:spTgt spid="1036394">
                                            <p:txEl>
                                              <p:pRg st="9" end="9"/>
                                            </p:txEl>
                                          </p:spTgt>
                                        </p:tgtEl>
                                        <p:attrNameLst>
                                          <p:attrName>style.visibility</p:attrName>
                                        </p:attrNameLst>
                                      </p:cBhvr>
                                      <p:to>
                                        <p:strVal val="visible"/>
                                      </p:to>
                                    </p:set>
                                    <p:animEffect transition="in" filter="box(out)">
                                      <p:cBhvr>
                                        <p:cTn id="75" dur="500"/>
                                        <p:tgtEl>
                                          <p:spTgt spid="1036394">
                                            <p:txEl>
                                              <p:pRg st="9" end="9"/>
                                            </p:txEl>
                                          </p:spTgt>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par>
                          <p:cTn id="76" fill="hold">
                            <p:stCondLst>
                              <p:cond delay="6500"/>
                            </p:stCondLst>
                            <p:childTnLst>
                              <p:par>
                                <p:cTn id="77" presetID="4" presetClass="entr" presetSubtype="32" fill="hold" nodeType="afterEffect">
                                  <p:stCondLst>
                                    <p:cond delay="0"/>
                                  </p:stCondLst>
                                  <p:childTnLst>
                                    <p:set>
                                      <p:cBhvr>
                                        <p:cTn id="78" dur="1" fill="hold">
                                          <p:stCondLst>
                                            <p:cond delay="0"/>
                                          </p:stCondLst>
                                        </p:cTn>
                                        <p:tgtEl>
                                          <p:spTgt spid="1036394">
                                            <p:txEl>
                                              <p:pRg st="10" end="10"/>
                                            </p:txEl>
                                          </p:spTgt>
                                        </p:tgtEl>
                                        <p:attrNameLst>
                                          <p:attrName>style.visibility</p:attrName>
                                        </p:attrNameLst>
                                      </p:cBhvr>
                                      <p:to>
                                        <p:strVal val="visible"/>
                                      </p:to>
                                    </p:set>
                                    <p:animEffect transition="in" filter="box(out)">
                                      <p:cBhvr>
                                        <p:cTn id="79" dur="500"/>
                                        <p:tgtEl>
                                          <p:spTgt spid="1036394">
                                            <p:txEl>
                                              <p:pRg st="10" end="10"/>
                                            </p:txEl>
                                          </p:spTgt>
                                        </p:tgtEl>
                                      </p:cBhvr>
                                    </p:animEffect>
                                  </p:childTnLst>
                                  <p:subTnLst>
                                    <p:audio>
                                      <p:cMediaNode>
                                        <p:cTn display="0" masterRel="sameClick">
                                          <p:stCondLst>
                                            <p:cond evt="begin" delay="0">
                                              <p:tn val="77"/>
                                            </p:cond>
                                          </p:stCondLst>
                                          <p:endCondLst>
                                            <p:cond evt="onStopAudio" delay="0">
                                              <p:tgtEl>
                                                <p:sldTgt/>
                                              </p:tgtEl>
                                            </p:cond>
                                          </p:endCondLst>
                                        </p:cTn>
                                        <p:tgtEl>
                                          <p:sndTgt r:embed="rId2" name="camera.wav"/>
                                        </p:tgtEl>
                                      </p:cMediaNode>
                                    </p:audio>
                                  </p:subTnLst>
                                </p:cTn>
                              </p:par>
                            </p:childTnLst>
                          </p:cTn>
                        </p:par>
                        <p:par>
                          <p:cTn id="80" fill="hold">
                            <p:stCondLst>
                              <p:cond delay="7000"/>
                            </p:stCondLst>
                            <p:childTnLst>
                              <p:par>
                                <p:cTn id="81" presetID="4" presetClass="entr" presetSubtype="32" fill="hold" nodeType="afterEffect">
                                  <p:stCondLst>
                                    <p:cond delay="0"/>
                                  </p:stCondLst>
                                  <p:childTnLst>
                                    <p:set>
                                      <p:cBhvr>
                                        <p:cTn id="82" dur="1" fill="hold">
                                          <p:stCondLst>
                                            <p:cond delay="0"/>
                                          </p:stCondLst>
                                        </p:cTn>
                                        <p:tgtEl>
                                          <p:spTgt spid="1036394">
                                            <p:txEl>
                                              <p:pRg st="11" end="11"/>
                                            </p:txEl>
                                          </p:spTgt>
                                        </p:tgtEl>
                                        <p:attrNameLst>
                                          <p:attrName>style.visibility</p:attrName>
                                        </p:attrNameLst>
                                      </p:cBhvr>
                                      <p:to>
                                        <p:strVal val="visible"/>
                                      </p:to>
                                    </p:set>
                                    <p:animEffect transition="in" filter="box(out)">
                                      <p:cBhvr>
                                        <p:cTn id="83" dur="500"/>
                                        <p:tgtEl>
                                          <p:spTgt spid="1036394">
                                            <p:txEl>
                                              <p:pRg st="11" end="11"/>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childTnLst>
                          </p:cTn>
                        </p:par>
                        <p:par>
                          <p:cTn id="84" fill="hold">
                            <p:stCondLst>
                              <p:cond delay="7500"/>
                            </p:stCondLst>
                            <p:childTnLst>
                              <p:par>
                                <p:cTn id="85" presetID="4" presetClass="entr" presetSubtype="32" fill="hold" nodeType="afterEffect">
                                  <p:stCondLst>
                                    <p:cond delay="0"/>
                                  </p:stCondLst>
                                  <p:childTnLst>
                                    <p:set>
                                      <p:cBhvr>
                                        <p:cTn id="86" dur="1" fill="hold">
                                          <p:stCondLst>
                                            <p:cond delay="0"/>
                                          </p:stCondLst>
                                        </p:cTn>
                                        <p:tgtEl>
                                          <p:spTgt spid="1036394">
                                            <p:txEl>
                                              <p:pRg st="12" end="12"/>
                                            </p:txEl>
                                          </p:spTgt>
                                        </p:tgtEl>
                                        <p:attrNameLst>
                                          <p:attrName>style.visibility</p:attrName>
                                        </p:attrNameLst>
                                      </p:cBhvr>
                                      <p:to>
                                        <p:strVal val="visible"/>
                                      </p:to>
                                    </p:set>
                                    <p:animEffect transition="in" filter="box(out)">
                                      <p:cBhvr>
                                        <p:cTn id="87" dur="500"/>
                                        <p:tgtEl>
                                          <p:spTgt spid="1036394">
                                            <p:txEl>
                                              <p:pRg st="12" end="12"/>
                                            </p:txEl>
                                          </p:spTgt>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par>
                          <p:cTn id="88" fill="hold">
                            <p:stCondLst>
                              <p:cond delay="8000"/>
                            </p:stCondLst>
                            <p:childTnLst>
                              <p:par>
                                <p:cTn id="89" presetID="4" presetClass="entr" presetSubtype="32" fill="hold" nodeType="afterEffect">
                                  <p:stCondLst>
                                    <p:cond delay="0"/>
                                  </p:stCondLst>
                                  <p:childTnLst>
                                    <p:set>
                                      <p:cBhvr>
                                        <p:cTn id="90" dur="1" fill="hold">
                                          <p:stCondLst>
                                            <p:cond delay="0"/>
                                          </p:stCondLst>
                                        </p:cTn>
                                        <p:tgtEl>
                                          <p:spTgt spid="1036394">
                                            <p:txEl>
                                              <p:pRg st="13" end="13"/>
                                            </p:txEl>
                                          </p:spTgt>
                                        </p:tgtEl>
                                        <p:attrNameLst>
                                          <p:attrName>style.visibility</p:attrName>
                                        </p:attrNameLst>
                                      </p:cBhvr>
                                      <p:to>
                                        <p:strVal val="visible"/>
                                      </p:to>
                                    </p:set>
                                    <p:animEffect transition="in" filter="box(out)">
                                      <p:cBhvr>
                                        <p:cTn id="91" dur="500"/>
                                        <p:tgtEl>
                                          <p:spTgt spid="1036394">
                                            <p:txEl>
                                              <p:pRg st="13" end="13"/>
                                            </p:txEl>
                                          </p:spTgt>
                                        </p:tgtEl>
                                      </p:cBhvr>
                                    </p:animEffect>
                                  </p:childTnLst>
                                  <p:subTnLst>
                                    <p:audio>
                                      <p:cMediaNode>
                                        <p:cTn display="0" masterRel="sameClick">
                                          <p:stCondLst>
                                            <p:cond evt="begin" delay="0">
                                              <p:tn val="89"/>
                                            </p:cond>
                                          </p:stCondLst>
                                          <p:endCondLst>
                                            <p:cond evt="onStopAudio" delay="0">
                                              <p:tgtEl>
                                                <p:sldTgt/>
                                              </p:tgtEl>
                                            </p:cond>
                                          </p:endCondLst>
                                        </p:cTn>
                                        <p:tgtEl>
                                          <p:sndTgt r:embed="rId2" name="camera.wav"/>
                                        </p:tgtEl>
                                      </p:cMediaNode>
                                    </p:audio>
                                  </p:subTnLst>
                                </p:cTn>
                              </p:par>
                            </p:childTnLst>
                          </p:cTn>
                        </p:par>
                        <p:par>
                          <p:cTn id="92" fill="hold">
                            <p:stCondLst>
                              <p:cond delay="8500"/>
                            </p:stCondLst>
                            <p:childTnLst>
                              <p:par>
                                <p:cTn id="93" presetID="4" presetClass="entr" presetSubtype="32" fill="hold" nodeType="afterEffect">
                                  <p:stCondLst>
                                    <p:cond delay="0"/>
                                  </p:stCondLst>
                                  <p:childTnLst>
                                    <p:set>
                                      <p:cBhvr>
                                        <p:cTn id="94" dur="1" fill="hold">
                                          <p:stCondLst>
                                            <p:cond delay="0"/>
                                          </p:stCondLst>
                                        </p:cTn>
                                        <p:tgtEl>
                                          <p:spTgt spid="1036394">
                                            <p:txEl>
                                              <p:pRg st="14" end="14"/>
                                            </p:txEl>
                                          </p:spTgt>
                                        </p:tgtEl>
                                        <p:attrNameLst>
                                          <p:attrName>style.visibility</p:attrName>
                                        </p:attrNameLst>
                                      </p:cBhvr>
                                      <p:to>
                                        <p:strVal val="visible"/>
                                      </p:to>
                                    </p:set>
                                    <p:animEffect transition="in" filter="box(out)">
                                      <p:cBhvr>
                                        <p:cTn id="95" dur="500"/>
                                        <p:tgtEl>
                                          <p:spTgt spid="1036394">
                                            <p:txEl>
                                              <p:pRg st="14" end="14"/>
                                            </p:txEl>
                                          </p:spTgt>
                                        </p:tgtEl>
                                      </p:cBhvr>
                                    </p:animEffect>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par>
                          <p:cTn id="96" fill="hold">
                            <p:stCondLst>
                              <p:cond delay="9000"/>
                            </p:stCondLst>
                            <p:childTnLst>
                              <p:par>
                                <p:cTn id="97" presetID="4" presetClass="entr" presetSubtype="32" fill="hold" nodeType="afterEffect">
                                  <p:stCondLst>
                                    <p:cond delay="0"/>
                                  </p:stCondLst>
                                  <p:childTnLst>
                                    <p:set>
                                      <p:cBhvr>
                                        <p:cTn id="98" dur="1" fill="hold">
                                          <p:stCondLst>
                                            <p:cond delay="0"/>
                                          </p:stCondLst>
                                        </p:cTn>
                                        <p:tgtEl>
                                          <p:spTgt spid="1036394">
                                            <p:txEl>
                                              <p:pRg st="15" end="15"/>
                                            </p:txEl>
                                          </p:spTgt>
                                        </p:tgtEl>
                                        <p:attrNameLst>
                                          <p:attrName>style.visibility</p:attrName>
                                        </p:attrNameLst>
                                      </p:cBhvr>
                                      <p:to>
                                        <p:strVal val="visible"/>
                                      </p:to>
                                    </p:set>
                                    <p:animEffect transition="in" filter="box(out)">
                                      <p:cBhvr>
                                        <p:cTn id="99" dur="500"/>
                                        <p:tgtEl>
                                          <p:spTgt spid="1036394">
                                            <p:txEl>
                                              <p:pRg st="15" end="15"/>
                                            </p:txEl>
                                          </p:spTgt>
                                        </p:tgtEl>
                                      </p:cBhvr>
                                    </p:animEffect>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childTnLst>
                          </p:cTn>
                        </p:par>
                        <p:par>
                          <p:cTn id="100" fill="hold">
                            <p:stCondLst>
                              <p:cond delay="9500"/>
                            </p:stCondLst>
                            <p:childTnLst>
                              <p:par>
                                <p:cTn id="101" presetID="4" presetClass="entr" presetSubtype="32" fill="hold" nodeType="afterEffect">
                                  <p:stCondLst>
                                    <p:cond delay="0"/>
                                  </p:stCondLst>
                                  <p:childTnLst>
                                    <p:set>
                                      <p:cBhvr>
                                        <p:cTn id="102" dur="1" fill="hold">
                                          <p:stCondLst>
                                            <p:cond delay="0"/>
                                          </p:stCondLst>
                                        </p:cTn>
                                        <p:tgtEl>
                                          <p:spTgt spid="1036394">
                                            <p:txEl>
                                              <p:pRg st="16" end="16"/>
                                            </p:txEl>
                                          </p:spTgt>
                                        </p:tgtEl>
                                        <p:attrNameLst>
                                          <p:attrName>style.visibility</p:attrName>
                                        </p:attrNameLst>
                                      </p:cBhvr>
                                      <p:to>
                                        <p:strVal val="visible"/>
                                      </p:to>
                                    </p:set>
                                    <p:animEffect transition="in" filter="box(out)">
                                      <p:cBhvr>
                                        <p:cTn id="103" dur="500"/>
                                        <p:tgtEl>
                                          <p:spTgt spid="1036394">
                                            <p:txEl>
                                              <p:pRg st="16" end="16"/>
                                            </p:txEl>
                                          </p:spTgt>
                                        </p:tgtEl>
                                      </p:cBhvr>
                                    </p:animEffect>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childTnLst>
                          </p:cTn>
                        </p:par>
                        <p:par>
                          <p:cTn id="104" fill="hold">
                            <p:stCondLst>
                              <p:cond delay="10000"/>
                            </p:stCondLst>
                            <p:childTnLst>
                              <p:par>
                                <p:cTn id="105" presetID="4" presetClass="entr" presetSubtype="32" fill="hold" nodeType="afterEffect">
                                  <p:stCondLst>
                                    <p:cond delay="0"/>
                                  </p:stCondLst>
                                  <p:childTnLst>
                                    <p:set>
                                      <p:cBhvr>
                                        <p:cTn id="106" dur="1" fill="hold">
                                          <p:stCondLst>
                                            <p:cond delay="0"/>
                                          </p:stCondLst>
                                        </p:cTn>
                                        <p:tgtEl>
                                          <p:spTgt spid="1036394">
                                            <p:txEl>
                                              <p:pRg st="17" end="17"/>
                                            </p:txEl>
                                          </p:spTgt>
                                        </p:tgtEl>
                                        <p:attrNameLst>
                                          <p:attrName>style.visibility</p:attrName>
                                        </p:attrNameLst>
                                      </p:cBhvr>
                                      <p:to>
                                        <p:strVal val="visible"/>
                                      </p:to>
                                    </p:set>
                                    <p:animEffect transition="in" filter="box(out)">
                                      <p:cBhvr>
                                        <p:cTn id="107" dur="500"/>
                                        <p:tgtEl>
                                          <p:spTgt spid="1036394">
                                            <p:txEl>
                                              <p:pRg st="17" end="17"/>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par>
                          <p:cTn id="108" fill="hold">
                            <p:stCondLst>
                              <p:cond delay="10500"/>
                            </p:stCondLst>
                            <p:childTnLst>
                              <p:par>
                                <p:cTn id="109" presetID="4" presetClass="entr" presetSubtype="32" fill="hold" nodeType="afterEffect">
                                  <p:stCondLst>
                                    <p:cond delay="0"/>
                                  </p:stCondLst>
                                  <p:childTnLst>
                                    <p:set>
                                      <p:cBhvr>
                                        <p:cTn id="110" dur="1" fill="hold">
                                          <p:stCondLst>
                                            <p:cond delay="0"/>
                                          </p:stCondLst>
                                        </p:cTn>
                                        <p:tgtEl>
                                          <p:spTgt spid="1036394">
                                            <p:txEl>
                                              <p:pRg st="18" end="18"/>
                                            </p:txEl>
                                          </p:spTgt>
                                        </p:tgtEl>
                                        <p:attrNameLst>
                                          <p:attrName>style.visibility</p:attrName>
                                        </p:attrNameLst>
                                      </p:cBhvr>
                                      <p:to>
                                        <p:strVal val="visible"/>
                                      </p:to>
                                    </p:set>
                                    <p:animEffect transition="in" filter="box(out)">
                                      <p:cBhvr>
                                        <p:cTn id="111" dur="500"/>
                                        <p:tgtEl>
                                          <p:spTgt spid="1036394">
                                            <p:txEl>
                                              <p:pRg st="18" end="18"/>
                                            </p:txEl>
                                          </p:spTgt>
                                        </p:tgtEl>
                                      </p:cBhvr>
                                    </p:animEffect>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par>
                          <p:cTn id="112" fill="hold">
                            <p:stCondLst>
                              <p:cond delay="11000"/>
                            </p:stCondLst>
                            <p:childTnLst>
                              <p:par>
                                <p:cTn id="113" presetID="4" presetClass="entr" presetSubtype="32" fill="hold" nodeType="afterEffect">
                                  <p:stCondLst>
                                    <p:cond delay="0"/>
                                  </p:stCondLst>
                                  <p:childTnLst>
                                    <p:set>
                                      <p:cBhvr>
                                        <p:cTn id="114" dur="1" fill="hold">
                                          <p:stCondLst>
                                            <p:cond delay="0"/>
                                          </p:stCondLst>
                                        </p:cTn>
                                        <p:tgtEl>
                                          <p:spTgt spid="1036394">
                                            <p:txEl>
                                              <p:pRg st="19" end="19"/>
                                            </p:txEl>
                                          </p:spTgt>
                                        </p:tgtEl>
                                        <p:attrNameLst>
                                          <p:attrName>style.visibility</p:attrName>
                                        </p:attrNameLst>
                                      </p:cBhvr>
                                      <p:to>
                                        <p:strVal val="visible"/>
                                      </p:to>
                                    </p:set>
                                    <p:animEffect transition="in" filter="box(out)">
                                      <p:cBhvr>
                                        <p:cTn id="115" dur="500"/>
                                        <p:tgtEl>
                                          <p:spTgt spid="1036394">
                                            <p:txEl>
                                              <p:pRg st="19" end="19"/>
                                            </p:txEl>
                                          </p:spTgt>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childTnLst>
                          </p:cTn>
                        </p:par>
                        <p:par>
                          <p:cTn id="116" fill="hold">
                            <p:stCondLst>
                              <p:cond delay="11500"/>
                            </p:stCondLst>
                            <p:childTnLst>
                              <p:par>
                                <p:cTn id="117" presetID="4" presetClass="entr" presetSubtype="32" fill="hold" nodeType="afterEffect">
                                  <p:stCondLst>
                                    <p:cond delay="0"/>
                                  </p:stCondLst>
                                  <p:childTnLst>
                                    <p:set>
                                      <p:cBhvr>
                                        <p:cTn id="118" dur="1" fill="hold">
                                          <p:stCondLst>
                                            <p:cond delay="0"/>
                                          </p:stCondLst>
                                        </p:cTn>
                                        <p:tgtEl>
                                          <p:spTgt spid="1036394">
                                            <p:txEl>
                                              <p:pRg st="20" end="20"/>
                                            </p:txEl>
                                          </p:spTgt>
                                        </p:tgtEl>
                                        <p:attrNameLst>
                                          <p:attrName>style.visibility</p:attrName>
                                        </p:attrNameLst>
                                      </p:cBhvr>
                                      <p:to>
                                        <p:strVal val="visible"/>
                                      </p:to>
                                    </p:set>
                                    <p:animEffect transition="in" filter="box(out)">
                                      <p:cBhvr>
                                        <p:cTn id="119" dur="500"/>
                                        <p:tgtEl>
                                          <p:spTgt spid="1036394">
                                            <p:txEl>
                                              <p:pRg st="20" end="20"/>
                                            </p:txEl>
                                          </p:spTgt>
                                        </p:tgtEl>
                                      </p:cBhvr>
                                    </p:animEffect>
                                  </p:childTnLst>
                                  <p:subTnLst>
                                    <p:audio>
                                      <p:cMediaNode>
                                        <p:cTn display="0" masterRel="sameClick">
                                          <p:stCondLst>
                                            <p:cond evt="begin" delay="0">
                                              <p:tn val="11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6393" grpId="0" animBg="1"/>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8361" name="Rectangle 25"/>
          <p:cNvSpPr>
            <a:spLocks noChangeArrowheads="1"/>
          </p:cNvSpPr>
          <p:nvPr/>
        </p:nvSpPr>
        <p:spPr bwMode="auto">
          <a:xfrm>
            <a:off x="695325" y="1765025"/>
            <a:ext cx="5005299" cy="4154984"/>
          </a:xfrm>
          <a:prstGeom prst="rect">
            <a:avLst/>
          </a:prstGeom>
          <a:gradFill>
            <a:gsLst>
              <a:gs pos="0">
                <a:srgbClr val="CCCCCC"/>
              </a:gs>
              <a:gs pos="100000">
                <a:schemeClr val="bg1">
                  <a:lumMod val="95000"/>
                </a:schemeClr>
              </a:gs>
            </a:gsLst>
          </a:gradFill>
          <a:ln w="38100">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dirty="0">
                <a:ea typeface="楷体" pitchFamily="49" charset="-122"/>
              </a:rPr>
              <a:t>      </a:t>
            </a:r>
            <a:r>
              <a:rPr lang="zh-CN" altLang="en-US" b="1" dirty="0">
                <a:effectLst>
                  <a:outerShdw blurRad="38100" dist="38100" dir="2700000" algn="tl">
                    <a:srgbClr val="FFFFFF"/>
                  </a:outerShdw>
                </a:effectLst>
                <a:ea typeface="楷体" pitchFamily="49" charset="-122"/>
              </a:rPr>
              <a:t>一个大程序，通常分为多个模块，并由多个程序员分别编程。有了文件包含处理功能，就可以将多个模块共用的数据（如符号常量和数据结构）或函数，集中到一个单独的文件中（如上例中的文件</a:t>
            </a:r>
            <a:r>
              <a:rPr lang="en-US" altLang="zh-CN" b="1" dirty="0" err="1">
                <a:effectLst>
                  <a:outerShdw blurRad="38100" dist="38100" dir="2700000" algn="tl">
                    <a:srgbClr val="FFFFFF"/>
                  </a:outerShdw>
                </a:effectLst>
                <a:ea typeface="楷体" pitchFamily="49" charset="-122"/>
              </a:rPr>
              <a:t>head.h</a:t>
            </a:r>
            <a:r>
              <a:rPr lang="zh-CN" altLang="en-US" b="1" dirty="0">
                <a:effectLst>
                  <a:outerShdw blurRad="38100" dist="38100" dir="2700000" algn="tl">
                    <a:srgbClr val="FFFFFF"/>
                  </a:outerShdw>
                </a:effectLst>
                <a:ea typeface="楷体" pitchFamily="49" charset="-122"/>
              </a:rPr>
              <a:t>和</a:t>
            </a:r>
            <a:r>
              <a:rPr lang="en-US" altLang="zh-CN" b="1" dirty="0">
                <a:effectLst>
                  <a:outerShdw blurRad="38100" dist="38100" dir="2700000" algn="tl">
                    <a:srgbClr val="FFFFFF"/>
                  </a:outerShdw>
                </a:effectLst>
                <a:ea typeface="楷体" pitchFamily="49" charset="-122"/>
              </a:rPr>
              <a:t>func.cpp</a:t>
            </a:r>
            <a:r>
              <a:rPr lang="zh-CN" altLang="en-US" b="1" dirty="0">
                <a:effectLst>
                  <a:outerShdw blurRad="38100" dist="38100" dir="2700000" algn="tl">
                    <a:srgbClr val="FFFFFF"/>
                  </a:outerShdw>
                </a:effectLst>
                <a:ea typeface="楷体" pitchFamily="49" charset="-122"/>
              </a:rPr>
              <a:t>）。这样，凡是要使用其中数据或调用其中函数的程序员，只要使用文件包含处理功能，将所需文件包含进来即可，不必再重复定义它们，从而减少重复劳动。 </a:t>
            </a:r>
          </a:p>
        </p:txBody>
      </p:sp>
      <p:sp>
        <p:nvSpPr>
          <p:cNvPr id="1038363" name="Rectangle 27"/>
          <p:cNvSpPr>
            <a:spLocks noChangeArrowheads="1"/>
          </p:cNvSpPr>
          <p:nvPr/>
        </p:nvSpPr>
        <p:spPr bwMode="auto">
          <a:xfrm>
            <a:off x="6107565" y="1786851"/>
            <a:ext cx="5400675" cy="4154984"/>
          </a:xfrm>
          <a:prstGeom prst="rect">
            <a:avLst/>
          </a:prstGeom>
          <a:gradFill>
            <a:gsLst>
              <a:gs pos="28000">
                <a:srgbClr val="CCCCCC"/>
              </a:gs>
              <a:gs pos="100000">
                <a:schemeClr val="bg1"/>
              </a:gs>
            </a:gsLst>
          </a:gradFill>
          <a:ln w="38100">
            <a:solidFill>
              <a:srgbClr val="C0192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buClr>
                <a:srgbClr val="C01920"/>
              </a:buClr>
              <a:buFont typeface="Wingdings" panose="05000000000000000000" pitchFamily="2" charset="2"/>
              <a:buChar char="Ø"/>
              <a:tabLst>
                <a:tab pos="533400" algn="l"/>
              </a:tabLst>
            </a:pPr>
            <a:r>
              <a:rPr lang="zh-CN" altLang="en-US" b="1" dirty="0">
                <a:effectLst>
                  <a:outerShdw blurRad="38100" dist="38100" dir="2700000" algn="tl">
                    <a:srgbClr val="FFFFFF"/>
                  </a:outerShdw>
                </a:effectLst>
                <a:ea typeface="楷体" pitchFamily="49" charset="-122"/>
              </a:rPr>
              <a:t>常用在文件头部的被包含文件，称为“标题文件”或“头部文件”，</a:t>
            </a:r>
            <a:r>
              <a:rPr lang="zh-CN" altLang="en-US" b="1" dirty="0">
                <a:solidFill>
                  <a:srgbClr val="C01920"/>
                </a:solidFill>
                <a:ea typeface="楷体" pitchFamily="49" charset="-122"/>
              </a:rPr>
              <a:t>常以</a:t>
            </a:r>
            <a:r>
              <a:rPr lang="en-US" altLang="zh-CN" b="1" dirty="0">
                <a:solidFill>
                  <a:srgbClr val="C01920"/>
                </a:solidFill>
                <a:ea typeface="楷体" pitchFamily="49" charset="-122"/>
              </a:rPr>
              <a:t>.h</a:t>
            </a:r>
            <a:r>
              <a:rPr lang="zh-CN" altLang="en-US" b="1" dirty="0">
                <a:solidFill>
                  <a:srgbClr val="C01920"/>
                </a:solidFill>
                <a:ea typeface="楷体" pitchFamily="49" charset="-122"/>
              </a:rPr>
              <a:t>（</a:t>
            </a:r>
            <a:r>
              <a:rPr lang="en-US" altLang="zh-CN" b="1" dirty="0">
                <a:solidFill>
                  <a:srgbClr val="C01920"/>
                </a:solidFill>
                <a:ea typeface="楷体" pitchFamily="49" charset="-122"/>
              </a:rPr>
              <a:t>head</a:t>
            </a:r>
            <a:r>
              <a:rPr lang="zh-CN" altLang="en-US" b="1" dirty="0">
                <a:solidFill>
                  <a:srgbClr val="C01920"/>
                </a:solidFill>
                <a:ea typeface="楷体" pitchFamily="49" charset="-122"/>
              </a:rPr>
              <a:t>）作为后缀，简称头文件</a:t>
            </a:r>
            <a:r>
              <a:rPr lang="zh-CN" altLang="en-US" b="1" dirty="0">
                <a:effectLst>
                  <a:outerShdw blurRad="38100" dist="38100" dir="2700000" algn="tl">
                    <a:srgbClr val="FFFFFF"/>
                  </a:outerShdw>
                </a:effectLst>
                <a:ea typeface="楷体" pitchFamily="49" charset="-122"/>
              </a:rPr>
              <a:t>。在头文件中，除可包含宏定义外，还可包含外部变量定义、结构类型定义等。</a:t>
            </a:r>
            <a:endParaRPr lang="en-US" altLang="zh-CN"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Ø"/>
              <a:tabLst>
                <a:tab pos="533400" algn="l"/>
              </a:tabLst>
            </a:pPr>
            <a:r>
              <a:rPr lang="zh-CN" altLang="en-US" b="1" dirty="0">
                <a:solidFill>
                  <a:srgbClr val="C01920"/>
                </a:solidFill>
                <a:ea typeface="楷体" pitchFamily="49" charset="-122"/>
              </a:rPr>
              <a:t>一条包含命令，只能指定一个被包含文件</a:t>
            </a:r>
            <a:r>
              <a:rPr lang="zh-CN" altLang="en-US" b="1" dirty="0">
                <a:effectLst>
                  <a:outerShdw blurRad="38100" dist="38100" dir="2700000" algn="tl">
                    <a:srgbClr val="FFFFFF"/>
                  </a:outerShdw>
                </a:effectLst>
                <a:ea typeface="楷体" pitchFamily="49" charset="-122"/>
              </a:rPr>
              <a:t>。如果要包含</a:t>
            </a:r>
            <a:r>
              <a:rPr lang="en-US" altLang="zh-CN" b="1" dirty="0">
                <a:effectLst>
                  <a:outerShdw blurRad="38100" dist="38100" dir="2700000" algn="tl">
                    <a:srgbClr val="FFFFFF"/>
                  </a:outerShdw>
                </a:effectLst>
                <a:ea typeface="楷体" pitchFamily="49" charset="-122"/>
              </a:rPr>
              <a:t>n</a:t>
            </a:r>
            <a:r>
              <a:rPr lang="zh-CN" altLang="en-US" b="1" dirty="0">
                <a:effectLst>
                  <a:outerShdw blurRad="38100" dist="38100" dir="2700000" algn="tl">
                    <a:srgbClr val="FFFFFF"/>
                  </a:outerShdw>
                </a:effectLst>
                <a:ea typeface="楷体" pitchFamily="49" charset="-122"/>
              </a:rPr>
              <a:t>个文件，则要用</a:t>
            </a:r>
            <a:r>
              <a:rPr lang="en-US" altLang="zh-CN" b="1" dirty="0">
                <a:effectLst>
                  <a:outerShdw blurRad="38100" dist="38100" dir="2700000" algn="tl">
                    <a:srgbClr val="FFFFFF"/>
                  </a:outerShdw>
                </a:effectLst>
                <a:ea typeface="楷体" pitchFamily="49" charset="-122"/>
              </a:rPr>
              <a:t>n</a:t>
            </a:r>
            <a:r>
              <a:rPr lang="zh-CN" altLang="en-US" b="1" dirty="0">
                <a:effectLst>
                  <a:outerShdw blurRad="38100" dist="38100" dir="2700000" algn="tl">
                    <a:srgbClr val="FFFFFF"/>
                  </a:outerShdw>
                </a:effectLst>
                <a:ea typeface="楷体" pitchFamily="49" charset="-122"/>
              </a:rPr>
              <a:t>条包含命令。</a:t>
            </a:r>
            <a:endParaRPr lang="en-US" altLang="zh-CN" b="1" dirty="0">
              <a:effectLst>
                <a:outerShdw blurRad="38100" dist="38100" dir="2700000" algn="tl">
                  <a:srgbClr val="FFFFFF"/>
                </a:outerShdw>
              </a:effectLst>
              <a:ea typeface="楷体" pitchFamily="49" charset="-122"/>
            </a:endParaRPr>
          </a:p>
          <a:p>
            <a:pPr marL="342900" indent="-342900">
              <a:buClr>
                <a:srgbClr val="C01920"/>
              </a:buClr>
              <a:buFont typeface="Wingdings" panose="05000000000000000000" pitchFamily="2" charset="2"/>
              <a:buChar char="Ø"/>
              <a:tabLst>
                <a:tab pos="533400" algn="l"/>
              </a:tabLst>
            </a:pPr>
            <a:r>
              <a:rPr lang="zh-CN" altLang="en-US" b="1" dirty="0">
                <a:solidFill>
                  <a:srgbClr val="C01920"/>
                </a:solidFill>
                <a:ea typeface="楷体" pitchFamily="49" charset="-122"/>
              </a:rPr>
              <a:t>文件包含可以嵌套</a:t>
            </a:r>
            <a:r>
              <a:rPr lang="zh-CN" altLang="en-US" b="1" dirty="0">
                <a:effectLst>
                  <a:outerShdw blurRad="38100" dist="38100" dir="2700000" algn="tl">
                    <a:srgbClr val="FFFFFF"/>
                  </a:outerShdw>
                </a:effectLst>
                <a:ea typeface="楷体" pitchFamily="49" charset="-122"/>
              </a:rPr>
              <a:t>，即被包含文件中又包含另一个文件。 </a:t>
            </a:r>
          </a:p>
        </p:txBody>
      </p:sp>
      <p:sp>
        <p:nvSpPr>
          <p:cNvPr id="9" name="Rectangle 4">
            <a:extLst>
              <a:ext uri="{FF2B5EF4-FFF2-40B4-BE49-F238E27FC236}">
                <a16:creationId xmlns:a16="http://schemas.microsoft.com/office/drawing/2014/main" id="{11AF9994-794F-49BB-A7E7-D2FCE6B641EE}"/>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文件包含</a:t>
            </a:r>
          </a:p>
        </p:txBody>
      </p:sp>
      <p:grpSp>
        <p:nvGrpSpPr>
          <p:cNvPr id="10" name="组合 9">
            <a:extLst>
              <a:ext uri="{FF2B5EF4-FFF2-40B4-BE49-F238E27FC236}">
                <a16:creationId xmlns:a16="http://schemas.microsoft.com/office/drawing/2014/main" id="{954FA4A9-E840-4440-AF78-AF7AAD3B74FE}"/>
              </a:ext>
            </a:extLst>
          </p:cNvPr>
          <p:cNvGrpSpPr/>
          <p:nvPr/>
        </p:nvGrpSpPr>
        <p:grpSpPr>
          <a:xfrm>
            <a:off x="695325" y="916165"/>
            <a:ext cx="4032448" cy="557612"/>
            <a:chOff x="695400" y="1059424"/>
            <a:chExt cx="4032448" cy="557612"/>
          </a:xfrm>
        </p:grpSpPr>
        <p:sp>
          <p:nvSpPr>
            <p:cNvPr id="11" name="Text Box 5">
              <a:extLst>
                <a:ext uri="{FF2B5EF4-FFF2-40B4-BE49-F238E27FC236}">
                  <a16:creationId xmlns:a16="http://schemas.microsoft.com/office/drawing/2014/main" id="{8AD35C9F-0E99-438D-BD3F-814CB278C963}"/>
                </a:ext>
              </a:extLst>
            </p:cNvPr>
            <p:cNvSpPr txBox="1">
              <a:spLocks noChangeArrowheads="1"/>
            </p:cNvSpPr>
            <p:nvPr/>
          </p:nvSpPr>
          <p:spPr bwMode="auto">
            <a:xfrm>
              <a:off x="1558211" y="1081250"/>
              <a:ext cx="3169637"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文件包含的优点</a:t>
              </a:r>
            </a:p>
          </p:txBody>
        </p:sp>
        <p:grpSp>
          <p:nvGrpSpPr>
            <p:cNvPr id="12" name="组合 11">
              <a:extLst>
                <a:ext uri="{FF2B5EF4-FFF2-40B4-BE49-F238E27FC236}">
                  <a16:creationId xmlns:a16="http://schemas.microsoft.com/office/drawing/2014/main" id="{77F30A4A-BAE6-40CE-8A5E-DD144D2B99F4}"/>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798962EA-1481-46AC-9F1D-057F1301E3CA}"/>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79F86777-16A5-41BC-B84E-3968C461F0EB}"/>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grpSp>
        <p:nvGrpSpPr>
          <p:cNvPr id="15" name="组合 14">
            <a:extLst>
              <a:ext uri="{FF2B5EF4-FFF2-40B4-BE49-F238E27FC236}">
                <a16:creationId xmlns:a16="http://schemas.microsoft.com/office/drawing/2014/main" id="{26307FCC-AC7B-403B-9089-DD40A1FC5893}"/>
              </a:ext>
            </a:extLst>
          </p:cNvPr>
          <p:cNvGrpSpPr/>
          <p:nvPr/>
        </p:nvGrpSpPr>
        <p:grpSpPr>
          <a:xfrm>
            <a:off x="6078299" y="916165"/>
            <a:ext cx="4032448" cy="557612"/>
            <a:chOff x="695400" y="1059424"/>
            <a:chExt cx="4032448" cy="557612"/>
          </a:xfrm>
        </p:grpSpPr>
        <p:sp>
          <p:nvSpPr>
            <p:cNvPr id="16" name="Text Box 5">
              <a:extLst>
                <a:ext uri="{FF2B5EF4-FFF2-40B4-BE49-F238E27FC236}">
                  <a16:creationId xmlns:a16="http://schemas.microsoft.com/office/drawing/2014/main" id="{08E7F503-FD45-49F1-BC73-191B08BF85AF}"/>
                </a:ext>
              </a:extLst>
            </p:cNvPr>
            <p:cNvSpPr txBox="1">
              <a:spLocks noChangeArrowheads="1"/>
            </p:cNvSpPr>
            <p:nvPr/>
          </p:nvSpPr>
          <p:spPr bwMode="auto">
            <a:xfrm>
              <a:off x="1558211" y="1081250"/>
              <a:ext cx="3169637"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文件包含的几点说明</a:t>
              </a:r>
            </a:p>
          </p:txBody>
        </p:sp>
        <p:grpSp>
          <p:nvGrpSpPr>
            <p:cNvPr id="17" name="组合 16">
              <a:extLst>
                <a:ext uri="{FF2B5EF4-FFF2-40B4-BE49-F238E27FC236}">
                  <a16:creationId xmlns:a16="http://schemas.microsoft.com/office/drawing/2014/main" id="{1B407027-B594-4873-A1FB-2220514A2ABB}"/>
                </a:ext>
              </a:extLst>
            </p:cNvPr>
            <p:cNvGrpSpPr/>
            <p:nvPr/>
          </p:nvGrpSpPr>
          <p:grpSpPr>
            <a:xfrm>
              <a:off x="695400" y="1059424"/>
              <a:ext cx="833819" cy="557612"/>
              <a:chOff x="695400" y="1059424"/>
              <a:chExt cx="833819" cy="557612"/>
            </a:xfrm>
          </p:grpSpPr>
          <p:sp>
            <p:nvSpPr>
              <p:cNvPr id="18" name="菱形 17">
                <a:extLst>
                  <a:ext uri="{FF2B5EF4-FFF2-40B4-BE49-F238E27FC236}">
                    <a16:creationId xmlns:a16="http://schemas.microsoft.com/office/drawing/2014/main" id="{6B1E7651-CB3D-4408-9F09-441FA3913E98}"/>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9" name="菱形 18">
                <a:extLst>
                  <a:ext uri="{FF2B5EF4-FFF2-40B4-BE49-F238E27FC236}">
                    <a16:creationId xmlns:a16="http://schemas.microsoft.com/office/drawing/2014/main" id="{B4908E8C-0035-4028-B36C-188BC571C2CC}"/>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38361"/>
                                        </p:tgtEl>
                                        <p:attrNameLst>
                                          <p:attrName>style.visibility</p:attrName>
                                        </p:attrNameLst>
                                      </p:cBhvr>
                                      <p:to>
                                        <p:strVal val="visible"/>
                                      </p:to>
                                    </p:set>
                                    <p:animEffect transition="in" filter="box(out)">
                                      <p:cBhvr>
                                        <p:cTn id="13" dur="500"/>
                                        <p:tgtEl>
                                          <p:spTgt spid="1038361"/>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38363"/>
                                        </p:tgtEl>
                                        <p:attrNameLst>
                                          <p:attrName>style.visibility</p:attrName>
                                        </p:attrNameLst>
                                      </p:cBhvr>
                                      <p:to>
                                        <p:strVal val="visible"/>
                                      </p:to>
                                    </p:set>
                                    <p:animEffect transition="in" filter="box(out)">
                                      <p:cBhvr>
                                        <p:cTn id="24" dur="500"/>
                                        <p:tgtEl>
                                          <p:spTgt spid="1038363"/>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361" grpId="0" animBg="1"/>
      <p:bldP spid="1038363"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9396" name="Rectangle 36"/>
          <p:cNvSpPr>
            <a:spLocks noChangeArrowheads="1"/>
          </p:cNvSpPr>
          <p:nvPr/>
        </p:nvSpPr>
        <p:spPr bwMode="auto">
          <a:xfrm>
            <a:off x="767408" y="1027584"/>
            <a:ext cx="8604250" cy="457200"/>
          </a:xfrm>
          <a:prstGeom prst="rect">
            <a:avLst/>
          </a:prstGeom>
          <a:noFill/>
          <a:ln w="9525">
            <a:noFill/>
            <a:miter lim="800000"/>
            <a:headEnd/>
            <a:tailEnd/>
          </a:ln>
          <a:effectLst/>
        </p:spPr>
        <p:txBody>
          <a:bodyPr anchor="ctr">
            <a:spAutoFit/>
          </a:bodyPr>
          <a:lstStyle/>
          <a:p>
            <a:r>
              <a:rPr lang="zh-CN" altLang="en-US" b="1" dirty="0">
                <a:effectLst>
                  <a:outerShdw blurRad="38100" dist="38100" dir="2700000" algn="tl">
                    <a:srgbClr val="FFFFFF"/>
                  </a:outerShdw>
                </a:effectLst>
                <a:latin typeface="+mn-lt"/>
                <a:ea typeface="楷体" pitchFamily="49" charset="-122"/>
              </a:rPr>
              <a:t>根据一定的条件去编译源文件的不同部分，这就是</a:t>
            </a:r>
            <a:r>
              <a:rPr lang="zh-CN" altLang="en-US" b="1" dirty="0">
                <a:solidFill>
                  <a:srgbClr val="C01920"/>
                </a:solidFill>
                <a:latin typeface="+mn-lt"/>
                <a:ea typeface="楷体" pitchFamily="49" charset="-122"/>
              </a:rPr>
              <a:t>条件编译</a:t>
            </a:r>
            <a:r>
              <a:rPr lang="zh-CN" altLang="en-US" b="1" dirty="0">
                <a:effectLst>
                  <a:outerShdw blurRad="38100" dist="38100" dir="2700000" algn="tl">
                    <a:srgbClr val="FFFFFF"/>
                  </a:outerShdw>
                </a:effectLst>
                <a:latin typeface="+mn-lt"/>
                <a:ea typeface="楷体" pitchFamily="49" charset="-122"/>
              </a:rPr>
              <a:t>。</a:t>
            </a:r>
          </a:p>
        </p:txBody>
      </p:sp>
      <p:sp>
        <p:nvSpPr>
          <p:cNvPr id="1039397" name="Rectangle 37"/>
          <p:cNvSpPr>
            <a:spLocks noChangeArrowheads="1"/>
          </p:cNvSpPr>
          <p:nvPr/>
        </p:nvSpPr>
        <p:spPr bwMode="auto">
          <a:xfrm>
            <a:off x="763292" y="1481143"/>
            <a:ext cx="3340979"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01920"/>
                </a:solidFill>
                <a:ea typeface="楷体_GB2312" pitchFamily="49" charset="-122"/>
              </a:rPr>
              <a:t>1</a:t>
            </a:r>
            <a:r>
              <a:rPr lang="zh-CN" altLang="en-US" sz="2800" b="1" dirty="0">
                <a:solidFill>
                  <a:srgbClr val="C01920"/>
                </a:solidFill>
                <a:ea typeface="楷体_GB2312" pitchFamily="49" charset="-122"/>
              </a:rPr>
              <a:t>、</a:t>
            </a:r>
            <a:r>
              <a:rPr lang="en-US" altLang="zh-CN" sz="2800" b="1" dirty="0">
                <a:solidFill>
                  <a:srgbClr val="C01920"/>
                </a:solidFill>
                <a:ea typeface="楷体_GB2312" pitchFamily="49" charset="-122"/>
              </a:rPr>
              <a:t>#if </a:t>
            </a:r>
            <a:r>
              <a:rPr lang="zh-CN" altLang="en-US" sz="2800" b="1" dirty="0">
                <a:solidFill>
                  <a:srgbClr val="C01920"/>
                </a:solidFill>
                <a:ea typeface="楷体_GB2312" pitchFamily="49" charset="-122"/>
              </a:rPr>
              <a:t>～ </a:t>
            </a:r>
            <a:r>
              <a:rPr lang="en-US" altLang="zh-CN" sz="2800" b="1" dirty="0">
                <a:solidFill>
                  <a:srgbClr val="C01920"/>
                </a:solidFill>
                <a:ea typeface="楷体_GB2312" pitchFamily="49" charset="-122"/>
              </a:rPr>
              <a:t>#endif</a:t>
            </a:r>
            <a:r>
              <a:rPr lang="zh-CN" altLang="en-US" sz="2800" b="1" dirty="0">
                <a:solidFill>
                  <a:srgbClr val="C01920"/>
                </a:solidFill>
                <a:latin typeface="楷体" panose="02010609060101010101" pitchFamily="49" charset="-122"/>
                <a:ea typeface="楷体" panose="02010609060101010101" pitchFamily="49" charset="-122"/>
              </a:rPr>
              <a:t>形式</a:t>
            </a:r>
          </a:p>
        </p:txBody>
      </p:sp>
      <p:sp>
        <p:nvSpPr>
          <p:cNvPr id="1039398" name="Text Box 38"/>
          <p:cNvSpPr txBox="1">
            <a:spLocks noChangeArrowheads="1"/>
          </p:cNvSpPr>
          <p:nvPr/>
        </p:nvSpPr>
        <p:spPr bwMode="auto">
          <a:xfrm>
            <a:off x="1196361" y="2072953"/>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格式：</a:t>
            </a:r>
          </a:p>
        </p:txBody>
      </p:sp>
      <p:sp>
        <p:nvSpPr>
          <p:cNvPr id="1039400" name="Text Box 40"/>
          <p:cNvSpPr txBox="1">
            <a:spLocks noChangeArrowheads="1"/>
          </p:cNvSpPr>
          <p:nvPr/>
        </p:nvSpPr>
        <p:spPr bwMode="auto">
          <a:xfrm>
            <a:off x="8976220" y="1637705"/>
            <a:ext cx="2592388" cy="3097212"/>
          </a:xfrm>
          <a:prstGeom prst="rect">
            <a:avLst/>
          </a:prstGeom>
          <a:gradFill rotWithShape="1">
            <a:gsLst>
              <a:gs pos="0">
                <a:srgbClr val="CCCCCC"/>
              </a:gs>
              <a:gs pos="100000">
                <a:srgbClr val="CCCCCC"/>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CC0000"/>
                </a:solidFill>
                <a:effectLst>
                  <a:outerShdw blurRad="38100" dist="38100" dir="2700000" algn="tl">
                    <a:srgbClr val="000000"/>
                  </a:outerShdw>
                </a:effectLst>
                <a:latin typeface="+mn-lt"/>
                <a:ea typeface="楷体" pitchFamily="49" charset="-122"/>
              </a:rPr>
              <a:t>#if</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条件</a:t>
            </a:r>
            <a:r>
              <a:rPr lang="en-US" altLang="zh-CN" b="1" dirty="0">
                <a:effectLst>
                  <a:outerShdw blurRad="38100" dist="38100" dir="2700000" algn="tl">
                    <a:srgbClr val="FFFFFF"/>
                  </a:outerShdw>
                </a:effectLst>
                <a:latin typeface="+mn-lt"/>
                <a:ea typeface="楷体" pitchFamily="49" charset="-122"/>
              </a:rPr>
              <a:t>1</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程序段</a:t>
            </a:r>
            <a:r>
              <a:rPr lang="en-US" altLang="zh-CN" b="1" dirty="0">
                <a:effectLst>
                  <a:outerShdw blurRad="38100" dist="38100" dir="2700000" algn="tl">
                    <a:srgbClr val="FFFFFF"/>
                  </a:outerShdw>
                </a:effectLst>
                <a:latin typeface="+mn-lt"/>
                <a:ea typeface="楷体" pitchFamily="49" charset="-122"/>
              </a:rPr>
              <a:t>1</a:t>
            </a:r>
          </a:p>
          <a:p>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elif</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条件</a:t>
            </a:r>
            <a:r>
              <a:rPr lang="en-US" altLang="zh-CN" b="1" dirty="0">
                <a:effectLst>
                  <a:outerShdw blurRad="38100" dist="38100" dir="2700000" algn="tl">
                    <a:srgbClr val="FFFFFF"/>
                  </a:outerShdw>
                </a:effectLst>
                <a:latin typeface="+mn-lt"/>
                <a:ea typeface="楷体" pitchFamily="49" charset="-122"/>
              </a:rPr>
              <a:t>2</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程序段</a:t>
            </a:r>
            <a:r>
              <a:rPr lang="en-US" altLang="zh-CN" b="1" dirty="0">
                <a:effectLst>
                  <a:outerShdw blurRad="38100" dist="38100" dir="2700000" algn="tl">
                    <a:srgbClr val="FFFFFF"/>
                  </a:outerShdw>
                </a:effectLst>
                <a:latin typeface="+mn-lt"/>
                <a:ea typeface="楷体" pitchFamily="49" charset="-122"/>
              </a:rPr>
              <a:t>2 </a:t>
            </a:r>
          </a:p>
          <a:p>
            <a:pPr lvl="1"/>
            <a:r>
              <a:rPr lang="en-US" altLang="zh-CN" b="1" dirty="0">
                <a:effectLst>
                  <a:outerShdw blurRad="38100" dist="38100" dir="2700000" algn="tl">
                    <a:srgbClr val="FFFFFF"/>
                  </a:outerShdw>
                </a:effectLst>
                <a:latin typeface="+mn-lt"/>
                <a:ea typeface="楷体" pitchFamily="49" charset="-122"/>
              </a:rPr>
              <a:t>          ……</a:t>
            </a:r>
          </a:p>
          <a:p>
            <a:r>
              <a:rPr lang="en-US" altLang="zh-CN" b="1" dirty="0">
                <a:effectLst>
                  <a:outerShdw blurRad="38100" dist="38100" dir="2700000" algn="tl">
                    <a:srgbClr val="FFFFFF"/>
                  </a:outerShdw>
                </a:effectLst>
                <a:latin typeface="+mn-lt"/>
                <a:ea typeface="楷体" pitchFamily="49" charset="-122"/>
              </a:rPr>
              <a:t>#else</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程序段</a:t>
            </a:r>
            <a:r>
              <a:rPr lang="en-US" altLang="zh-CN" b="1" dirty="0">
                <a:effectLst>
                  <a:outerShdw blurRad="38100" dist="38100" dir="2700000" algn="tl">
                    <a:srgbClr val="FFFFFF"/>
                  </a:outerShdw>
                </a:effectLst>
                <a:latin typeface="+mn-lt"/>
                <a:ea typeface="楷体" pitchFamily="49" charset="-122"/>
              </a:rPr>
              <a:t>n</a:t>
            </a:r>
          </a:p>
          <a:p>
            <a:r>
              <a:rPr lang="en-US" altLang="zh-CN" b="1" dirty="0">
                <a:solidFill>
                  <a:srgbClr val="CC0000"/>
                </a:solidFill>
                <a:effectLst>
                  <a:outerShdw blurRad="38100" dist="38100" dir="2700000" algn="tl">
                    <a:srgbClr val="000000"/>
                  </a:outerShdw>
                </a:effectLst>
                <a:latin typeface="+mn-lt"/>
                <a:ea typeface="楷体" pitchFamily="49" charset="-122"/>
              </a:rPr>
              <a:t>#endif</a:t>
            </a:r>
          </a:p>
        </p:txBody>
      </p:sp>
      <p:sp>
        <p:nvSpPr>
          <p:cNvPr id="1039401" name="AutoShape 41"/>
          <p:cNvSpPr>
            <a:spLocks noChangeArrowheads="1"/>
          </p:cNvSpPr>
          <p:nvPr/>
        </p:nvSpPr>
        <p:spPr bwMode="auto">
          <a:xfrm>
            <a:off x="7294439" y="340916"/>
            <a:ext cx="3960813" cy="720725"/>
          </a:xfrm>
          <a:prstGeom prst="wedgeRoundRectCallout">
            <a:avLst>
              <a:gd name="adj1" fmla="val 29748"/>
              <a:gd name="adj2" fmla="val 143345"/>
              <a:gd name="adj3" fmla="val 16667"/>
            </a:avLst>
          </a:prstGeom>
          <a:gradFill rotWithShape="1">
            <a:gsLst>
              <a:gs pos="0">
                <a:srgbClr val="CCCCCC"/>
              </a:gs>
              <a:gs pos="100000">
                <a:schemeClr val="bg1">
                  <a:lumMod val="95000"/>
                </a:schemeClr>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常量表达式。通常会用到宏名，条件可以不加括号“（）”</a:t>
            </a:r>
            <a:r>
              <a:rPr lang="zh-CN" altLang="en-US" sz="2000">
                <a:latin typeface="+mn-lt"/>
                <a:ea typeface="楷体" pitchFamily="49" charset="-122"/>
              </a:rPr>
              <a:t> </a:t>
            </a:r>
          </a:p>
        </p:txBody>
      </p:sp>
      <p:sp>
        <p:nvSpPr>
          <p:cNvPr id="1039402" name="AutoShape 42"/>
          <p:cNvSpPr>
            <a:spLocks noChangeArrowheads="1"/>
          </p:cNvSpPr>
          <p:nvPr/>
        </p:nvSpPr>
        <p:spPr bwMode="auto">
          <a:xfrm>
            <a:off x="6282234" y="2059981"/>
            <a:ext cx="2160587" cy="720725"/>
          </a:xfrm>
          <a:prstGeom prst="wedgeRoundRectCallout">
            <a:avLst>
              <a:gd name="adj1" fmla="val 81889"/>
              <a:gd name="adj2" fmla="val 50000"/>
              <a:gd name="adj3" fmla="val 16667"/>
            </a:avLst>
          </a:prstGeom>
          <a:gradFill rotWithShape="1">
            <a:gsLst>
              <a:gs pos="0">
                <a:srgbClr val="CCCCCC"/>
              </a:gs>
              <a:gs pos="100000">
                <a:schemeClr val="bg1">
                  <a:lumMod val="95000"/>
                </a:schemeClr>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FFFFFF"/>
                  </a:outerShdw>
                </a:effectLst>
                <a:latin typeface="+mn-lt"/>
                <a:ea typeface="楷体" pitchFamily="49" charset="-122"/>
              </a:rPr>
              <a:t>#elif</a:t>
            </a:r>
            <a:r>
              <a:rPr lang="zh-CN" altLang="en-US" sz="2000" b="1">
                <a:effectLst>
                  <a:outerShdw blurRad="38100" dist="38100" dir="2700000" algn="tl">
                    <a:srgbClr val="FFFFFF"/>
                  </a:outerShdw>
                </a:effectLst>
                <a:latin typeface="+mn-lt"/>
                <a:ea typeface="楷体" pitchFamily="49" charset="-122"/>
              </a:rPr>
              <a:t>和</a:t>
            </a:r>
            <a:r>
              <a:rPr lang="en-US" altLang="zh-CN" sz="2000" b="1">
                <a:effectLst>
                  <a:outerShdw blurRad="38100" dist="38100" dir="2700000" algn="tl">
                    <a:srgbClr val="FFFFFF"/>
                  </a:outerShdw>
                </a:effectLst>
                <a:latin typeface="+mn-lt"/>
                <a:ea typeface="楷体" pitchFamily="49" charset="-122"/>
              </a:rPr>
              <a:t>#else</a:t>
            </a:r>
            <a:r>
              <a:rPr lang="zh-CN" altLang="en-US" sz="2000" b="1">
                <a:effectLst>
                  <a:outerShdw blurRad="38100" dist="38100" dir="2700000" algn="tl">
                    <a:srgbClr val="FFFFFF"/>
                  </a:outerShdw>
                </a:effectLst>
                <a:latin typeface="+mn-lt"/>
                <a:ea typeface="楷体" pitchFamily="49" charset="-122"/>
              </a:rPr>
              <a:t>可以没有</a:t>
            </a:r>
            <a:r>
              <a:rPr lang="zh-CN" altLang="en-US" sz="2000">
                <a:latin typeface="+mn-lt"/>
                <a:ea typeface="楷体" pitchFamily="49" charset="-122"/>
              </a:rPr>
              <a:t> </a:t>
            </a:r>
          </a:p>
        </p:txBody>
      </p:sp>
      <p:sp>
        <p:nvSpPr>
          <p:cNvPr id="1039403" name="AutoShape 43"/>
          <p:cNvSpPr>
            <a:spLocks noChangeArrowheads="1"/>
          </p:cNvSpPr>
          <p:nvPr/>
        </p:nvSpPr>
        <p:spPr bwMode="auto">
          <a:xfrm>
            <a:off x="5850433" y="3717331"/>
            <a:ext cx="2520950" cy="720725"/>
          </a:xfrm>
          <a:prstGeom prst="wedgeRoundRectCallout">
            <a:avLst>
              <a:gd name="adj1" fmla="val 77329"/>
              <a:gd name="adj2" fmla="val 50000"/>
              <a:gd name="adj3" fmla="val 16667"/>
            </a:avLst>
          </a:prstGeom>
          <a:gradFill rotWithShape="1">
            <a:gsLst>
              <a:gs pos="0">
                <a:srgbClr val="CCCCCC"/>
              </a:gs>
              <a:gs pos="100000">
                <a:schemeClr val="bg1">
                  <a:lumMod val="95000"/>
                </a:schemeClr>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FFFFFF"/>
                  </a:outerShdw>
                </a:effectLst>
                <a:latin typeface="+mn-lt"/>
                <a:ea typeface="楷体" pitchFamily="49" charset="-122"/>
              </a:rPr>
              <a:t>#endif</a:t>
            </a:r>
            <a:r>
              <a:rPr lang="zh-CN" altLang="en-US" sz="2000" b="1">
                <a:effectLst>
                  <a:outerShdw blurRad="38100" dist="38100" dir="2700000" algn="tl">
                    <a:srgbClr val="FFFFFF"/>
                  </a:outerShdw>
                </a:effectLst>
                <a:latin typeface="+mn-lt"/>
                <a:ea typeface="楷体" pitchFamily="49" charset="-122"/>
              </a:rPr>
              <a:t>必须存在，它是</a:t>
            </a:r>
            <a:r>
              <a:rPr lang="en-US" altLang="zh-CN" sz="2000" b="1">
                <a:effectLst>
                  <a:outerShdw blurRad="38100" dist="38100" dir="2700000" algn="tl">
                    <a:srgbClr val="FFFFFF"/>
                  </a:outerShdw>
                </a:effectLst>
                <a:latin typeface="+mn-lt"/>
                <a:ea typeface="楷体" pitchFamily="49" charset="-122"/>
              </a:rPr>
              <a:t>#if</a:t>
            </a:r>
            <a:r>
              <a:rPr lang="zh-CN" altLang="en-US" sz="2000" b="1">
                <a:effectLst>
                  <a:outerShdw blurRad="38100" dist="38100" dir="2700000" algn="tl">
                    <a:srgbClr val="FFFFFF"/>
                  </a:outerShdw>
                </a:effectLst>
                <a:latin typeface="+mn-lt"/>
                <a:ea typeface="楷体" pitchFamily="49" charset="-122"/>
              </a:rPr>
              <a:t>命令的结尾 </a:t>
            </a:r>
          </a:p>
        </p:txBody>
      </p:sp>
      <p:sp>
        <p:nvSpPr>
          <p:cNvPr id="1039404" name="Rectangle 44"/>
          <p:cNvSpPr>
            <a:spLocks noChangeArrowheads="1"/>
          </p:cNvSpPr>
          <p:nvPr/>
        </p:nvSpPr>
        <p:spPr bwMode="auto">
          <a:xfrm>
            <a:off x="888564" y="2924944"/>
            <a:ext cx="7943740" cy="830997"/>
          </a:xfrm>
          <a:prstGeom prst="rect">
            <a:avLst/>
          </a:prstGeom>
          <a:noFill/>
          <a:ln w="9525">
            <a:noFill/>
            <a:miter lim="800000"/>
            <a:headEnd/>
            <a:tailEnd/>
          </a:ln>
          <a:effectLst/>
        </p:spPr>
        <p:txBody>
          <a:bodyPr wrap="square" anchor="ctr">
            <a:spAutoFit/>
          </a:bodyPr>
          <a:lstStyle/>
          <a:p>
            <a:r>
              <a:rPr lang="en-US" altLang="zh-CN"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如果条件</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为真就编译程序段</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，否则如果条件</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为真就编译程序段</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，如果各条件都不为真就编译程序段</a:t>
            </a:r>
            <a:r>
              <a:rPr lang="en-US" altLang="zh-CN" b="1" dirty="0">
                <a:effectLst>
                  <a:outerShdw blurRad="38100" dist="38100" dir="2700000" algn="tl">
                    <a:srgbClr val="FFFFFF"/>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a:t>
            </a:r>
          </a:p>
        </p:txBody>
      </p:sp>
      <p:sp>
        <p:nvSpPr>
          <p:cNvPr id="1039405" name="Text Box 45"/>
          <p:cNvSpPr txBox="1">
            <a:spLocks noChangeArrowheads="1"/>
          </p:cNvSpPr>
          <p:nvPr/>
        </p:nvSpPr>
        <p:spPr bwMode="auto">
          <a:xfrm>
            <a:off x="1197631" y="2530153"/>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作用：</a:t>
            </a:r>
          </a:p>
        </p:txBody>
      </p:sp>
      <p:sp>
        <p:nvSpPr>
          <p:cNvPr id="1039406" name="Rectangle 46"/>
          <p:cNvSpPr>
            <a:spLocks noChangeArrowheads="1"/>
          </p:cNvSpPr>
          <p:nvPr/>
        </p:nvSpPr>
        <p:spPr bwMode="auto">
          <a:xfrm>
            <a:off x="1200656" y="3766180"/>
            <a:ext cx="7631648" cy="830997"/>
          </a:xfrm>
          <a:prstGeom prst="rect">
            <a:avLst/>
          </a:prstGeom>
          <a:noFill/>
          <a:ln w="9525">
            <a:noFill/>
            <a:miter lim="800000"/>
            <a:headEnd/>
            <a:tailEnd/>
          </a:ln>
          <a:effectLst/>
        </p:spPr>
        <p:txBody>
          <a:bodyPr wrap="square" anchor="ctr">
            <a:spAutoFit/>
          </a:bodyPr>
          <a:lstStyle/>
          <a:p>
            <a:pPr marL="342900" indent="-342900">
              <a:buClr>
                <a:srgbClr val="C01920"/>
              </a:buClr>
              <a:buFont typeface="Wingdings" panose="05000000000000000000" pitchFamily="2" charset="2"/>
              <a:buChar char="u"/>
            </a:pPr>
            <a:r>
              <a:rPr lang="en-US" altLang="zh-CN" b="1" dirty="0">
                <a:solidFill>
                  <a:srgbClr val="002060"/>
                </a:solidFill>
                <a:latin typeface="+mn-lt"/>
                <a:ea typeface="楷体" pitchFamily="49" charset="-122"/>
              </a:rPr>
              <a:t>#if</a:t>
            </a:r>
            <a:r>
              <a:rPr lang="zh-CN" altLang="en-US" b="1" dirty="0">
                <a:solidFill>
                  <a:srgbClr val="002060"/>
                </a:solidFill>
                <a:latin typeface="+mn-lt"/>
                <a:ea typeface="楷体" pitchFamily="49" charset="-122"/>
              </a:rPr>
              <a:t>和</a:t>
            </a:r>
            <a:r>
              <a:rPr lang="en-US" altLang="zh-CN" b="1" dirty="0">
                <a:solidFill>
                  <a:srgbClr val="002060"/>
                </a:solidFill>
                <a:latin typeface="+mn-lt"/>
                <a:ea typeface="楷体" pitchFamily="49" charset="-122"/>
              </a:rPr>
              <a:t>#</a:t>
            </a:r>
            <a:r>
              <a:rPr lang="en-US" altLang="zh-CN" b="1" dirty="0" err="1">
                <a:solidFill>
                  <a:srgbClr val="002060"/>
                </a:solidFill>
                <a:latin typeface="+mn-lt"/>
                <a:ea typeface="楷体" pitchFamily="49" charset="-122"/>
              </a:rPr>
              <a:t>elif</a:t>
            </a:r>
            <a:r>
              <a:rPr lang="zh-CN" altLang="en-US" b="1" dirty="0">
                <a:solidFill>
                  <a:srgbClr val="002060"/>
                </a:solidFill>
                <a:latin typeface="+mn-lt"/>
                <a:ea typeface="楷体" pitchFamily="49" charset="-122"/>
              </a:rPr>
              <a:t>常常与</a:t>
            </a:r>
            <a:r>
              <a:rPr lang="en-US" altLang="zh-CN" b="1" dirty="0">
                <a:solidFill>
                  <a:srgbClr val="002060"/>
                </a:solidFill>
                <a:latin typeface="+mn-lt"/>
                <a:ea typeface="楷体" pitchFamily="49" charset="-122"/>
              </a:rPr>
              <a:t>defined</a:t>
            </a:r>
            <a:r>
              <a:rPr lang="zh-CN" altLang="en-US" b="1" dirty="0">
                <a:solidFill>
                  <a:srgbClr val="002060"/>
                </a:solidFill>
                <a:latin typeface="+mn-lt"/>
                <a:ea typeface="楷体" pitchFamily="49" charset="-122"/>
              </a:rPr>
              <a:t>命令配合使用，</a:t>
            </a:r>
            <a:r>
              <a:rPr lang="en-US" altLang="zh-CN" b="1" dirty="0">
                <a:solidFill>
                  <a:srgbClr val="002060"/>
                </a:solidFill>
                <a:latin typeface="+mn-lt"/>
                <a:ea typeface="楷体" pitchFamily="49" charset="-122"/>
              </a:rPr>
              <a:t>defined</a:t>
            </a:r>
            <a:r>
              <a:rPr lang="zh-CN" altLang="en-US" b="1" dirty="0">
                <a:solidFill>
                  <a:srgbClr val="002060"/>
                </a:solidFill>
                <a:latin typeface="+mn-lt"/>
                <a:ea typeface="楷体" pitchFamily="49" charset="-122"/>
              </a:rPr>
              <a:t>命令的格式为</a:t>
            </a:r>
            <a:r>
              <a:rPr lang="en-US" altLang="zh-CN" b="1" dirty="0">
                <a:solidFill>
                  <a:srgbClr val="002060"/>
                </a:solidFill>
                <a:latin typeface="+mn-lt"/>
                <a:ea typeface="楷体" pitchFamily="49" charset="-122"/>
              </a:rPr>
              <a:t>: </a:t>
            </a:r>
          </a:p>
        </p:txBody>
      </p:sp>
      <p:sp>
        <p:nvSpPr>
          <p:cNvPr id="1039407" name="Text Box 47"/>
          <p:cNvSpPr txBox="1">
            <a:spLocks noChangeArrowheads="1"/>
          </p:cNvSpPr>
          <p:nvPr/>
        </p:nvSpPr>
        <p:spPr bwMode="auto">
          <a:xfrm>
            <a:off x="1704007" y="4653136"/>
            <a:ext cx="6984279" cy="431800"/>
          </a:xfrm>
          <a:prstGeom prst="rect">
            <a:avLst/>
          </a:prstGeom>
          <a:gradFill rotWithShape="1">
            <a:gsLst>
              <a:gs pos="0">
                <a:srgbClr val="CCCCCC"/>
              </a:gs>
              <a:gs pos="100000">
                <a:srgbClr val="CCCCCC"/>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effectLst>
                  <a:outerShdw blurRad="38100" dist="38100" dir="2700000" algn="tl">
                    <a:srgbClr val="FFFFFF"/>
                  </a:outerShdw>
                </a:effectLst>
                <a:latin typeface="+mn-lt"/>
                <a:ea typeface="楷体" pitchFamily="49" charset="-122"/>
              </a:rPr>
              <a:t>Defined(</a:t>
            </a:r>
            <a:r>
              <a:rPr lang="zh-CN" altLang="en-US" sz="2000" b="1" dirty="0">
                <a:effectLst>
                  <a:outerShdw blurRad="38100" dist="38100" dir="2700000" algn="tl">
                    <a:srgbClr val="FFFFFF"/>
                  </a:outerShdw>
                </a:effectLst>
                <a:latin typeface="+mn-lt"/>
                <a:ea typeface="楷体" pitchFamily="49" charset="-122"/>
              </a:rPr>
              <a:t>宏名</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      或         </a:t>
            </a:r>
            <a:r>
              <a:rPr lang="en-US" altLang="zh-CN" sz="2000" b="1" dirty="0">
                <a:effectLst>
                  <a:outerShdw blurRad="38100" dist="38100" dir="2700000" algn="tl">
                    <a:srgbClr val="FFFFFF"/>
                  </a:outerShdw>
                </a:effectLst>
                <a:latin typeface="+mn-lt"/>
                <a:ea typeface="楷体" pitchFamily="49" charset="-122"/>
              </a:rPr>
              <a:t>defined </a:t>
            </a:r>
            <a:r>
              <a:rPr lang="zh-CN" altLang="en-US" sz="2000" b="1" dirty="0">
                <a:effectLst>
                  <a:outerShdw blurRad="38100" dist="38100" dir="2700000" algn="tl">
                    <a:srgbClr val="FFFFFF"/>
                  </a:outerShdw>
                </a:effectLst>
                <a:latin typeface="+mn-lt"/>
                <a:ea typeface="楷体" pitchFamily="49" charset="-122"/>
              </a:rPr>
              <a:t>宏名</a:t>
            </a:r>
          </a:p>
        </p:txBody>
      </p:sp>
      <p:sp>
        <p:nvSpPr>
          <p:cNvPr id="1039408" name="Rectangle 48"/>
          <p:cNvSpPr>
            <a:spLocks noChangeArrowheads="1"/>
          </p:cNvSpPr>
          <p:nvPr/>
        </p:nvSpPr>
        <p:spPr bwMode="auto">
          <a:xfrm>
            <a:off x="935490" y="5190291"/>
            <a:ext cx="10633118" cy="830997"/>
          </a:xfrm>
          <a:prstGeom prst="rect">
            <a:avLst/>
          </a:prstGeom>
          <a:noFill/>
          <a:ln w="9525">
            <a:noFill/>
            <a:miter lim="800000"/>
            <a:headEnd/>
            <a:tailEnd/>
          </a:ln>
          <a:effectLst/>
        </p:spPr>
        <p:txBody>
          <a:bodyPr wrap="square" anchor="ctr">
            <a:spAutoFit/>
          </a:bodyPr>
          <a:lstStyle/>
          <a:p>
            <a:r>
              <a:rPr lang="zh-CN" altLang="en-US" b="1" dirty="0">
                <a:solidFill>
                  <a:srgbClr val="CC0000"/>
                </a:solidFill>
                <a:effectLst>
                  <a:outerShdw blurRad="38100" dist="38100" dir="2700000" algn="tl">
                    <a:srgbClr val="000000"/>
                  </a:outerShdw>
                </a:effectLst>
                <a:latin typeface="+mn-lt"/>
                <a:ea typeface="楷体" pitchFamily="49" charset="-122"/>
              </a:rPr>
              <a:t>        </a:t>
            </a:r>
            <a:r>
              <a:rPr lang="zh-CN" altLang="en-US" b="1" dirty="0">
                <a:solidFill>
                  <a:srgbClr val="002060"/>
                </a:solidFill>
                <a:latin typeface="+mn-lt"/>
                <a:ea typeface="楷体" pitchFamily="49" charset="-122"/>
              </a:rPr>
              <a:t>功能：</a:t>
            </a:r>
            <a:r>
              <a:rPr lang="zh-CN" altLang="en-US" b="1" dirty="0">
                <a:effectLst>
                  <a:outerShdw blurRad="38100" dist="38100" dir="2700000" algn="tl">
                    <a:srgbClr val="FFFFFF"/>
                  </a:outerShdw>
                </a:effectLst>
                <a:latin typeface="+mn-lt"/>
                <a:ea typeface="楷体" pitchFamily="49" charset="-122"/>
              </a:rPr>
              <a:t>判断某个宏是否已经定义，如果已经定义，</a:t>
            </a:r>
            <a:r>
              <a:rPr lang="en-US" altLang="zh-CN" b="1" dirty="0">
                <a:effectLst>
                  <a:outerShdw blurRad="38100" dist="38100" dir="2700000" algn="tl">
                    <a:srgbClr val="FFFFFF"/>
                  </a:outerShdw>
                </a:effectLst>
                <a:latin typeface="+mn-lt"/>
                <a:ea typeface="楷体" pitchFamily="49" charset="-122"/>
              </a:rPr>
              <a:t>defined</a:t>
            </a:r>
            <a:r>
              <a:rPr lang="zh-CN" altLang="en-US" b="1" dirty="0">
                <a:effectLst>
                  <a:outerShdw blurRad="38100" dist="38100" dir="2700000" algn="tl">
                    <a:srgbClr val="FFFFFF"/>
                  </a:outerShdw>
                </a:effectLst>
                <a:latin typeface="+mn-lt"/>
                <a:ea typeface="楷体" pitchFamily="49" charset="-122"/>
              </a:rPr>
              <a:t>命令返回</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，否则返回</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defined</a:t>
            </a:r>
            <a:r>
              <a:rPr lang="zh-CN" altLang="en-US" b="1" dirty="0">
                <a:effectLst>
                  <a:outerShdw blurRad="38100" dist="38100" dir="2700000" algn="tl">
                    <a:srgbClr val="FFFFFF"/>
                  </a:outerShdw>
                </a:effectLst>
                <a:latin typeface="+mn-lt"/>
                <a:ea typeface="楷体" pitchFamily="49" charset="-122"/>
              </a:rPr>
              <a:t>命令只能与</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elif</a:t>
            </a:r>
            <a:r>
              <a:rPr lang="zh-CN" altLang="en-US" b="1" dirty="0">
                <a:effectLst>
                  <a:outerShdw blurRad="38100" dist="38100" dir="2700000" algn="tl">
                    <a:srgbClr val="FFFFFF"/>
                  </a:outerShdw>
                </a:effectLst>
                <a:latin typeface="+mn-lt"/>
                <a:ea typeface="楷体" pitchFamily="49" charset="-122"/>
              </a:rPr>
              <a:t>配合使用，不能单独使用。 </a:t>
            </a:r>
          </a:p>
        </p:txBody>
      </p:sp>
      <p:sp>
        <p:nvSpPr>
          <p:cNvPr id="1039409" name="Rectangle 49" descr="信纸"/>
          <p:cNvSpPr>
            <a:spLocks noChangeArrowheads="1"/>
          </p:cNvSpPr>
          <p:nvPr/>
        </p:nvSpPr>
        <p:spPr bwMode="auto">
          <a:xfrm>
            <a:off x="1703512" y="6063679"/>
            <a:ext cx="8209284" cy="46166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例如：</a:t>
            </a:r>
            <a:r>
              <a:rPr lang="en-US" altLang="zh-CN" b="1" dirty="0">
                <a:effectLst>
                  <a:outerShdw blurRad="38100" dist="38100" dir="2700000" algn="tl">
                    <a:srgbClr val="FFFFFF"/>
                  </a:outerShdw>
                </a:effectLst>
                <a:latin typeface="+mn-lt"/>
                <a:ea typeface="楷体" pitchFamily="49" charset="-122"/>
              </a:rPr>
              <a:t>#if defined(USA) </a:t>
            </a:r>
            <a:r>
              <a:rPr lang="zh-CN" altLang="en-US" b="1" dirty="0">
                <a:effectLst>
                  <a:outerShdw blurRad="38100" dist="38100" dir="2700000" algn="tl">
                    <a:srgbClr val="FFFFFF"/>
                  </a:outerShdw>
                </a:effectLst>
                <a:latin typeface="+mn-lt"/>
                <a:ea typeface="楷体" pitchFamily="49" charset="-122"/>
              </a:rPr>
              <a:t>的含义是“如果定义了宏</a:t>
            </a:r>
            <a:r>
              <a:rPr lang="en-US" altLang="zh-CN" b="1" dirty="0">
                <a:effectLst>
                  <a:outerShdw blurRad="38100" dist="38100" dir="2700000" algn="tl">
                    <a:srgbClr val="FFFFFF"/>
                  </a:outerShdw>
                </a:effectLst>
                <a:latin typeface="+mn-lt"/>
                <a:ea typeface="楷体" pitchFamily="49" charset="-122"/>
              </a:rPr>
              <a:t>USA”</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sp>
        <p:nvSpPr>
          <p:cNvPr id="19" name="Rectangle 4">
            <a:extLst>
              <a:ext uri="{FF2B5EF4-FFF2-40B4-BE49-F238E27FC236}">
                <a16:creationId xmlns:a16="http://schemas.microsoft.com/office/drawing/2014/main" id="{EA6B2975-1FFC-4300-8F45-2CBA5C7E7785}"/>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条件编译</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9396"/>
                                        </p:tgtEl>
                                        <p:attrNameLst>
                                          <p:attrName>style.visibility</p:attrName>
                                        </p:attrNameLst>
                                      </p:cBhvr>
                                      <p:to>
                                        <p:strVal val="visible"/>
                                      </p:to>
                                    </p:set>
                                    <p:animEffect transition="in" filter="box(out)">
                                      <p:cBhvr>
                                        <p:cTn id="7" dur="500"/>
                                        <p:tgtEl>
                                          <p:spTgt spid="103939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39397">
                                            <p:txEl>
                                              <p:pRg st="0" end="0"/>
                                            </p:txEl>
                                          </p:spTgt>
                                        </p:tgtEl>
                                        <p:attrNameLst>
                                          <p:attrName>style.visibility</p:attrName>
                                        </p:attrNameLst>
                                      </p:cBhvr>
                                      <p:to>
                                        <p:strVal val="visible"/>
                                      </p:to>
                                    </p:set>
                                    <p:anim calcmode="lin" valueType="num">
                                      <p:cBhvr additive="base">
                                        <p:cTn id="12" dur="500" fill="hold"/>
                                        <p:tgtEl>
                                          <p:spTgt spid="1039397">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3939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39398"/>
                                        </p:tgtEl>
                                        <p:attrNameLst>
                                          <p:attrName>style.visibility</p:attrName>
                                        </p:attrNameLst>
                                      </p:cBhvr>
                                      <p:to>
                                        <p:strVal val="visible"/>
                                      </p:to>
                                    </p:set>
                                    <p:anim calcmode="lin" valueType="num">
                                      <p:cBhvr additive="base">
                                        <p:cTn id="18" dur="500" fill="hold"/>
                                        <p:tgtEl>
                                          <p:spTgt spid="1039398"/>
                                        </p:tgtEl>
                                        <p:attrNameLst>
                                          <p:attrName>ppt_x</p:attrName>
                                        </p:attrNameLst>
                                      </p:cBhvr>
                                      <p:tavLst>
                                        <p:tav tm="0">
                                          <p:val>
                                            <p:strVal val="0-#ppt_w/2"/>
                                          </p:val>
                                        </p:tav>
                                        <p:tav tm="100000">
                                          <p:val>
                                            <p:strVal val="#ppt_x"/>
                                          </p:val>
                                        </p:tav>
                                      </p:tavLst>
                                    </p:anim>
                                    <p:anim calcmode="lin" valueType="num">
                                      <p:cBhvr additive="base">
                                        <p:cTn id="19" dur="500" fill="hold"/>
                                        <p:tgtEl>
                                          <p:spTgt spid="103939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39400"/>
                                        </p:tgtEl>
                                        <p:attrNameLst>
                                          <p:attrName>style.visibility</p:attrName>
                                        </p:attrNameLst>
                                      </p:cBhvr>
                                      <p:to>
                                        <p:strVal val="visible"/>
                                      </p:to>
                                    </p:set>
                                    <p:animEffect transition="in" filter="box(out)">
                                      <p:cBhvr>
                                        <p:cTn id="24" dur="500"/>
                                        <p:tgtEl>
                                          <p:spTgt spid="1039400"/>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039401"/>
                                        </p:tgtEl>
                                        <p:attrNameLst>
                                          <p:attrName>style.visibility</p:attrName>
                                        </p:attrNameLst>
                                      </p:cBhvr>
                                      <p:to>
                                        <p:strVal val="visible"/>
                                      </p:to>
                                    </p:set>
                                    <p:animEffect transition="in" filter="strips(downLeft)">
                                      <p:cBhvr>
                                        <p:cTn id="29" dur="500"/>
                                        <p:tgtEl>
                                          <p:spTgt spid="1039401"/>
                                        </p:tgtEl>
                                      </p:cBhvr>
                                    </p:animEffect>
                                  </p:childTnLst>
                                  <p:subTnLst>
                                    <p:set>
                                      <p:cBhvr override="childStyle">
                                        <p:cTn dur="1" fill="hold" display="0" masterRel="nextClick" afterEffect="1"/>
                                        <p:tgtEl>
                                          <p:spTgt spid="1039401"/>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4" name="laser.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12" fill="hold" grpId="0" nodeType="clickEffect">
                                  <p:stCondLst>
                                    <p:cond delay="0"/>
                                  </p:stCondLst>
                                  <p:childTnLst>
                                    <p:set>
                                      <p:cBhvr>
                                        <p:cTn id="33" dur="1" fill="hold">
                                          <p:stCondLst>
                                            <p:cond delay="0"/>
                                          </p:stCondLst>
                                        </p:cTn>
                                        <p:tgtEl>
                                          <p:spTgt spid="1039402"/>
                                        </p:tgtEl>
                                        <p:attrNameLst>
                                          <p:attrName>style.visibility</p:attrName>
                                        </p:attrNameLst>
                                      </p:cBhvr>
                                      <p:to>
                                        <p:strVal val="visible"/>
                                      </p:to>
                                    </p:set>
                                    <p:animEffect transition="in" filter="strips(downLeft)">
                                      <p:cBhvr>
                                        <p:cTn id="34" dur="500"/>
                                        <p:tgtEl>
                                          <p:spTgt spid="1039402"/>
                                        </p:tgtEl>
                                      </p:cBhvr>
                                    </p:animEffect>
                                  </p:childTnLst>
                                  <p:subTnLst>
                                    <p:set>
                                      <p:cBhvr override="childStyle">
                                        <p:cTn dur="1" fill="hold" display="0" masterRel="nextClick" afterEffect="1"/>
                                        <p:tgtEl>
                                          <p:spTgt spid="1039402"/>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4" name="laser.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12" fill="hold" grpId="0" nodeType="clickEffect">
                                  <p:stCondLst>
                                    <p:cond delay="0"/>
                                  </p:stCondLst>
                                  <p:childTnLst>
                                    <p:set>
                                      <p:cBhvr>
                                        <p:cTn id="38" dur="1" fill="hold">
                                          <p:stCondLst>
                                            <p:cond delay="0"/>
                                          </p:stCondLst>
                                        </p:cTn>
                                        <p:tgtEl>
                                          <p:spTgt spid="1039403"/>
                                        </p:tgtEl>
                                        <p:attrNameLst>
                                          <p:attrName>style.visibility</p:attrName>
                                        </p:attrNameLst>
                                      </p:cBhvr>
                                      <p:to>
                                        <p:strVal val="visible"/>
                                      </p:to>
                                    </p:set>
                                    <p:animEffect transition="in" filter="strips(downLeft)">
                                      <p:cBhvr>
                                        <p:cTn id="39" dur="500"/>
                                        <p:tgtEl>
                                          <p:spTgt spid="1039403"/>
                                        </p:tgtEl>
                                      </p:cBhvr>
                                    </p:animEffect>
                                  </p:childTnLst>
                                  <p:subTnLst>
                                    <p:set>
                                      <p:cBhvr override="childStyle">
                                        <p:cTn dur="1" fill="hold" display="0" masterRel="nextClick" afterEffect="1"/>
                                        <p:tgtEl>
                                          <p:spTgt spid="1039403"/>
                                        </p:tgtEl>
                                        <p:attrNameLst>
                                          <p:attrName>style.visibility</p:attrName>
                                        </p:attrNameLst>
                                      </p:cBhvr>
                                      <p:to>
                                        <p:strVal val="hidden"/>
                                      </p:to>
                                    </p:set>
                                    <p:audio>
                                      <p:cMediaNode>
                                        <p:cTn display="0" masterRel="sameClick">
                                          <p:stCondLst>
                                            <p:cond evt="begin" delay="0">
                                              <p:tn val="37"/>
                                            </p:cond>
                                          </p:stCondLst>
                                          <p:endCondLst>
                                            <p:cond evt="onStopAudio" delay="0">
                                              <p:tgtEl>
                                                <p:sldTgt/>
                                              </p:tgtEl>
                                            </p:cond>
                                          </p:endCondLst>
                                        </p:cTn>
                                        <p:tgtEl>
                                          <p:sndTgt r:embed="rId4" name="laser.wav"/>
                                        </p:tgtEl>
                                      </p:cMediaNode>
                                    </p:audio>
                                  </p:sub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039405"/>
                                        </p:tgtEl>
                                        <p:attrNameLst>
                                          <p:attrName>style.visibility</p:attrName>
                                        </p:attrNameLst>
                                      </p:cBhvr>
                                      <p:to>
                                        <p:strVal val="visible"/>
                                      </p:to>
                                    </p:set>
                                    <p:anim calcmode="lin" valueType="num">
                                      <p:cBhvr additive="base">
                                        <p:cTn id="44" dur="500" fill="hold"/>
                                        <p:tgtEl>
                                          <p:spTgt spid="1039405"/>
                                        </p:tgtEl>
                                        <p:attrNameLst>
                                          <p:attrName>ppt_x</p:attrName>
                                        </p:attrNameLst>
                                      </p:cBhvr>
                                      <p:tavLst>
                                        <p:tav tm="0">
                                          <p:val>
                                            <p:strVal val="0-#ppt_w/2"/>
                                          </p:val>
                                        </p:tav>
                                        <p:tav tm="100000">
                                          <p:val>
                                            <p:strVal val="#ppt_x"/>
                                          </p:val>
                                        </p:tav>
                                      </p:tavLst>
                                    </p:anim>
                                    <p:anim calcmode="lin" valueType="num">
                                      <p:cBhvr additive="base">
                                        <p:cTn id="45" dur="500" fill="hold"/>
                                        <p:tgtEl>
                                          <p:spTgt spid="103940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3" name="whoosh.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1039404"/>
                                        </p:tgtEl>
                                        <p:attrNameLst>
                                          <p:attrName>style.visibility</p:attrName>
                                        </p:attrNameLst>
                                      </p:cBhvr>
                                      <p:to>
                                        <p:strVal val="visible"/>
                                      </p:to>
                                    </p:set>
                                    <p:animEffect transition="in" filter="box(out)">
                                      <p:cBhvr>
                                        <p:cTn id="50" dur="500"/>
                                        <p:tgtEl>
                                          <p:spTgt spid="1039404"/>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39406"/>
                                        </p:tgtEl>
                                        <p:attrNameLst>
                                          <p:attrName>style.visibility</p:attrName>
                                        </p:attrNameLst>
                                      </p:cBhvr>
                                      <p:to>
                                        <p:strVal val="visible"/>
                                      </p:to>
                                    </p:set>
                                    <p:anim calcmode="lin" valueType="num">
                                      <p:cBhvr additive="base">
                                        <p:cTn id="55" dur="500" fill="hold"/>
                                        <p:tgtEl>
                                          <p:spTgt spid="1039406"/>
                                        </p:tgtEl>
                                        <p:attrNameLst>
                                          <p:attrName>ppt_x</p:attrName>
                                        </p:attrNameLst>
                                      </p:cBhvr>
                                      <p:tavLst>
                                        <p:tav tm="0">
                                          <p:val>
                                            <p:strVal val="0-#ppt_w/2"/>
                                          </p:val>
                                        </p:tav>
                                        <p:tav tm="100000">
                                          <p:val>
                                            <p:strVal val="#ppt_x"/>
                                          </p:val>
                                        </p:tav>
                                      </p:tavLst>
                                    </p:anim>
                                    <p:anim calcmode="lin" valueType="num">
                                      <p:cBhvr additive="base">
                                        <p:cTn id="56" dur="500" fill="hold"/>
                                        <p:tgtEl>
                                          <p:spTgt spid="103940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whoosh.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1039407"/>
                                        </p:tgtEl>
                                        <p:attrNameLst>
                                          <p:attrName>style.visibility</p:attrName>
                                        </p:attrNameLst>
                                      </p:cBhvr>
                                      <p:to>
                                        <p:strVal val="visible"/>
                                      </p:to>
                                    </p:set>
                                    <p:animEffect transition="in" filter="box(out)">
                                      <p:cBhvr>
                                        <p:cTn id="61" dur="500"/>
                                        <p:tgtEl>
                                          <p:spTgt spid="1039407"/>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1039408"/>
                                        </p:tgtEl>
                                        <p:attrNameLst>
                                          <p:attrName>style.visibility</p:attrName>
                                        </p:attrNameLst>
                                      </p:cBhvr>
                                      <p:to>
                                        <p:strVal val="visible"/>
                                      </p:to>
                                    </p:set>
                                    <p:animEffect transition="in" filter="box(out)">
                                      <p:cBhvr>
                                        <p:cTn id="66" dur="500"/>
                                        <p:tgtEl>
                                          <p:spTgt spid="1039408"/>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1039409"/>
                                        </p:tgtEl>
                                        <p:attrNameLst>
                                          <p:attrName>style.visibility</p:attrName>
                                        </p:attrNameLst>
                                      </p:cBhvr>
                                      <p:to>
                                        <p:strVal val="visible"/>
                                      </p:to>
                                    </p:set>
                                    <p:animEffect transition="in" filter="box(out)">
                                      <p:cBhvr>
                                        <p:cTn id="71" dur="500"/>
                                        <p:tgtEl>
                                          <p:spTgt spid="1039409"/>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396" grpId="0"/>
      <p:bldP spid="1039398" grpId="0"/>
      <p:bldP spid="1039400" grpId="0" animBg="1"/>
      <p:bldP spid="1039401" grpId="0" animBg="1"/>
      <p:bldP spid="1039402" grpId="0" animBg="1"/>
      <p:bldP spid="1039403" grpId="0" animBg="1"/>
      <p:bldP spid="1039404" grpId="0"/>
      <p:bldP spid="1039405" grpId="0"/>
      <p:bldP spid="1039406" grpId="0"/>
      <p:bldP spid="1039407" grpId="0" animBg="1"/>
      <p:bldP spid="1039408" grpId="0"/>
      <p:bldP spid="103940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Rectangle 4">
            <a:extLst>
              <a:ext uri="{FF2B5EF4-FFF2-40B4-BE49-F238E27FC236}">
                <a16:creationId xmlns:a16="http://schemas.microsoft.com/office/drawing/2014/main" id="{7331E891-6BB1-4EF7-B2A9-01EB73747CB9}"/>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条件编译</a:t>
            </a:r>
          </a:p>
        </p:txBody>
      </p:sp>
      <p:sp>
        <p:nvSpPr>
          <p:cNvPr id="1040386" name="Rectangle 2"/>
          <p:cNvSpPr>
            <a:spLocks noGrp="1" noChangeArrowheads="1"/>
          </p:cNvSpPr>
          <p:nvPr>
            <p:ph type="body" idx="4294967295"/>
          </p:nvPr>
        </p:nvSpPr>
        <p:spPr>
          <a:xfrm>
            <a:off x="6456040" y="836712"/>
            <a:ext cx="5112568" cy="1121258"/>
          </a:xfrm>
          <a:prstGeom prst="rect">
            <a:avLst/>
          </a:prstGeom>
        </p:spPr>
        <p:txBody>
          <a:bodyPr/>
          <a:lstStyle/>
          <a:p>
            <a:pPr>
              <a:lnSpc>
                <a:spcPct val="90000"/>
              </a:lnSpc>
              <a:buFontTx/>
              <a:buNone/>
            </a:pPr>
            <a:r>
              <a:rPr lang="zh-CN" altLang="en-US" sz="2400" dirty="0">
                <a:solidFill>
                  <a:srgbClr val="C01920"/>
                </a:solidFill>
                <a:effectLst/>
                <a:latin typeface="楷体" panose="02010609060101010101" pitchFamily="49" charset="-122"/>
                <a:ea typeface="楷体" panose="02010609060101010101" pitchFamily="49" charset="-122"/>
              </a:rPr>
              <a:t>例：下面的程序利用</a:t>
            </a:r>
            <a:r>
              <a:rPr lang="en-US" altLang="zh-CN" sz="2400" dirty="0">
                <a:solidFill>
                  <a:srgbClr val="C01920"/>
                </a:solidFill>
                <a:effectLst/>
                <a:latin typeface="楷体" panose="02010609060101010101" pitchFamily="49" charset="-122"/>
                <a:ea typeface="楷体" panose="02010609060101010101" pitchFamily="49" charset="-122"/>
              </a:rPr>
              <a:t>ACTIVE_COUNTRY</a:t>
            </a:r>
            <a:r>
              <a:rPr lang="zh-CN" altLang="en-US" sz="2400" dirty="0">
                <a:solidFill>
                  <a:srgbClr val="C01920"/>
                </a:solidFill>
                <a:effectLst/>
                <a:latin typeface="楷体" panose="02010609060101010101" pitchFamily="49" charset="-122"/>
                <a:ea typeface="楷体" panose="02010609060101010101" pitchFamily="49" charset="-122"/>
              </a:rPr>
              <a:t>定义货币的名称 </a:t>
            </a:r>
          </a:p>
        </p:txBody>
      </p:sp>
      <p:sp>
        <p:nvSpPr>
          <p:cNvPr id="1040403" name="Text Box 19" descr="信纸"/>
          <p:cNvSpPr txBox="1">
            <a:spLocks noChangeArrowheads="1"/>
          </p:cNvSpPr>
          <p:nvPr/>
        </p:nvSpPr>
        <p:spPr bwMode="auto">
          <a:xfrm>
            <a:off x="660098" y="836712"/>
            <a:ext cx="5545598" cy="6373156"/>
          </a:xfrm>
          <a:prstGeom prst="rect">
            <a:avLst/>
          </a:prstGeom>
          <a:gradFill>
            <a:gsLst>
              <a:gs pos="42000">
                <a:srgbClr val="CCCCCC"/>
              </a:gs>
              <a:gs pos="0">
                <a:schemeClr val="bg1">
                  <a:lumMod val="65000"/>
                </a:schemeClr>
              </a:gs>
              <a:gs pos="100000">
                <a:schemeClr val="bg1">
                  <a:lumMod val="95000"/>
                </a:schemeClr>
              </a:gs>
            </a:gsLst>
            <a:lin ang="16200000" scaled="0"/>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dirty="0">
                <a:effectLst>
                  <a:outerShdw blurRad="38100" dist="38100" dir="2700000" algn="tl">
                    <a:srgbClr val="FFFFFF"/>
                  </a:outerShdw>
                </a:effectLst>
              </a:rPr>
              <a:t>#define  USA        0</a:t>
            </a:r>
          </a:p>
          <a:p>
            <a:r>
              <a:rPr lang="en-US" altLang="zh-CN" sz="2000" b="1" dirty="0">
                <a:effectLst>
                  <a:outerShdw blurRad="38100" dist="38100" dir="2700000" algn="tl">
                    <a:srgbClr val="FFFFFF"/>
                  </a:outerShdw>
                </a:effectLst>
              </a:rPr>
              <a:t>#define  ENGLAND  1 </a:t>
            </a:r>
          </a:p>
          <a:p>
            <a:r>
              <a:rPr lang="en-US" altLang="zh-CN" sz="2000" b="1" dirty="0">
                <a:effectLst>
                  <a:outerShdw blurRad="38100" dist="38100" dir="2700000" algn="tl">
                    <a:srgbClr val="FFFFFF"/>
                  </a:outerShdw>
                </a:effectLst>
              </a:rPr>
              <a:t>#define  FRANCE    2 </a:t>
            </a:r>
          </a:p>
          <a:p>
            <a:r>
              <a:rPr lang="en-US" altLang="zh-CN" sz="2000" b="1" dirty="0">
                <a:effectLst>
                  <a:outerShdw blurRad="38100" dist="38100" dir="2700000" algn="tl">
                    <a:srgbClr val="FFFFFF"/>
                  </a:outerShdw>
                </a:effectLst>
              </a:rPr>
              <a:t>#define  ACTIVE_COUNTRY  USA</a:t>
            </a:r>
          </a:p>
          <a:p>
            <a:r>
              <a:rPr lang="en-US" altLang="zh-CN" sz="2000" b="1" dirty="0">
                <a:effectLst>
                  <a:outerShdw blurRad="38100" dist="38100" dir="2700000" algn="tl">
                    <a:srgbClr val="FFFFFF"/>
                  </a:outerShdw>
                </a:effectLst>
              </a:rPr>
              <a:t>#if   ACTIVE_COUNTRY == USA </a:t>
            </a:r>
          </a:p>
          <a:p>
            <a:r>
              <a:rPr lang="en-US" altLang="zh-CN" sz="2000" b="1" dirty="0">
                <a:effectLst>
                  <a:outerShdw blurRad="38100" dist="38100" dir="2700000" algn="tl">
                    <a:srgbClr val="FFFFFF"/>
                  </a:outerShdw>
                </a:effectLst>
              </a:rPr>
              <a:t>       </a:t>
            </a:r>
            <a:r>
              <a:rPr lang="en-US" altLang="zh-CN" sz="2000" b="1" dirty="0">
                <a:solidFill>
                  <a:srgbClr val="CC0000"/>
                </a:solidFill>
                <a:effectLst>
                  <a:outerShdw blurRad="38100" dist="38100" dir="2700000" algn="tl">
                    <a:srgbClr val="000000"/>
                  </a:outerShdw>
                </a:effectLst>
              </a:rPr>
              <a:t>char *currency = "dollar";     </a:t>
            </a:r>
            <a:r>
              <a:rPr lang="en-US" altLang="zh-CN"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en-US"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有效</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 </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elif</a:t>
            </a:r>
            <a:r>
              <a:rPr lang="en-US" altLang="zh-CN" sz="2000" b="1" dirty="0">
                <a:effectLst>
                  <a:outerShdw blurRad="38100" dist="38100" dir="2700000" algn="tl">
                    <a:srgbClr val="FFFFFF"/>
                  </a:outerShdw>
                </a:effectLst>
              </a:rPr>
              <a:t>  ACTIVE_COUNTRY == ENGLAND </a:t>
            </a:r>
          </a:p>
          <a:p>
            <a:r>
              <a:rPr lang="en-US" altLang="zh-CN" sz="2000" b="1" dirty="0">
                <a:effectLst>
                  <a:outerShdw blurRad="38100" dist="38100" dir="2700000" algn="tl">
                    <a:srgbClr val="FFFFFF"/>
                  </a:outerShdw>
                </a:effectLst>
              </a:rPr>
              <a:t>       char *currency = "pound"</a:t>
            </a:r>
            <a:r>
              <a:rPr lang="en-US" altLang="zh-CN" dirty="0"/>
              <a:t>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#else </a:t>
            </a:r>
          </a:p>
          <a:p>
            <a:r>
              <a:rPr lang="en-US" altLang="zh-CN" sz="2000" b="1" dirty="0">
                <a:effectLst>
                  <a:outerShdw blurRad="38100" dist="38100" dir="2700000" algn="tl">
                    <a:srgbClr val="FFFFFF"/>
                  </a:outerShdw>
                </a:effectLst>
              </a:rPr>
              <a:t>       char *currency = "</a:t>
            </a:r>
            <a:r>
              <a:rPr lang="en-US" altLang="zh-CN" sz="2000" b="1" dirty="0" err="1">
                <a:effectLst>
                  <a:outerShdw blurRad="38100" dist="38100" dir="2700000" algn="tl">
                    <a:srgbClr val="FFFFFF"/>
                  </a:outerShdw>
                </a:effectLst>
              </a:rPr>
              <a:t>france</a:t>
            </a:r>
            <a:r>
              <a:rPr lang="en-US" altLang="zh-CN" sz="2000" b="1" dirty="0">
                <a:effectLst>
                  <a:outerShdw blurRad="38100" dist="38100" dir="2700000" algn="tl">
                    <a:srgbClr val="FFFFFF"/>
                  </a:outerShdw>
                </a:effectLst>
              </a:rPr>
              <a:t>"</a:t>
            </a:r>
            <a:r>
              <a:rPr lang="en-US" altLang="zh-CN" dirty="0"/>
              <a:t>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r>
              <a:rPr lang="en-US" altLang="zh-CN" sz="2000" b="1" dirty="0">
                <a:effectLst>
                  <a:outerShdw blurRad="38100" dist="38100" dir="2700000" algn="tl">
                    <a:srgbClr val="FFFFFF"/>
                  </a:outerShdw>
                </a:effectLst>
              </a:rPr>
              <a:t> </a:t>
            </a:r>
          </a:p>
          <a:p>
            <a:endParaRPr lang="en-US" altLang="zh-CN" sz="2000" b="1" dirty="0">
              <a:effectLst>
                <a:outerShdw blurRad="38100" dist="38100" dir="2700000" algn="tl">
                  <a:srgbClr val="FFFFFF"/>
                </a:outerShdw>
              </a:effectLst>
            </a:endParaRPr>
          </a:p>
          <a:p>
            <a:r>
              <a:rPr lang="en-US" altLang="zh-CN" sz="2000" b="1" dirty="0" err="1">
                <a:solidFill>
                  <a:srgbClr val="C00000"/>
                </a:solidFill>
                <a:effectLst>
                  <a:outerShdw blurRad="38100" dist="38100" dir="2700000" algn="tl">
                    <a:srgbClr val="FFFFFF"/>
                  </a:outerShdw>
                </a:effectLst>
              </a:rPr>
              <a:t>int</a:t>
            </a:r>
            <a:r>
              <a:rPr lang="en-US" altLang="zh-CN" sz="2000" b="1" dirty="0">
                <a:solidFill>
                  <a:srgbClr val="C00000"/>
                </a:solidFill>
                <a:effectLst>
                  <a:outerShdw blurRad="38100" dist="38100" dir="2700000" algn="tl">
                    <a:srgbClr val="FFFFFF"/>
                  </a:outerShdw>
                </a:effectLst>
              </a:rPr>
              <a:t> main (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float price1, price2, </a:t>
            </a:r>
            <a:r>
              <a:rPr lang="en-US" altLang="zh-CN" sz="2000" b="1" dirty="0" err="1">
                <a:effectLst>
                  <a:outerShdw blurRad="38100" dist="38100" dir="2700000" algn="tl">
                    <a:srgbClr val="FFFFFF"/>
                  </a:outerShdw>
                </a:effectLst>
              </a:rPr>
              <a:t>sumprice</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f%f</a:t>
            </a:r>
            <a:r>
              <a:rPr lang="en-US" altLang="zh-CN" sz="2000" b="1" dirty="0">
                <a:effectLst>
                  <a:outerShdw blurRad="38100" dist="38100" dir="2700000" algn="tl">
                    <a:srgbClr val="FFFFFF"/>
                  </a:outerShdw>
                </a:effectLst>
              </a:rPr>
              <a:t>", &amp;price1,&amp;price2);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sumprice</a:t>
            </a:r>
            <a:r>
              <a:rPr lang="en-US" altLang="zh-CN" sz="2000" b="1" dirty="0">
                <a:effectLst>
                  <a:outerShdw blurRad="38100" dist="38100" dir="2700000" algn="tl">
                    <a:srgbClr val="FFFFFF"/>
                  </a:outerShdw>
                </a:effectLst>
              </a:rPr>
              <a:t> = price1 + price2;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("sum = %.2f%s", </a:t>
            </a:r>
            <a:r>
              <a:rPr lang="en-US" altLang="zh-CN" sz="2000" b="1" dirty="0" err="1">
                <a:effectLst>
                  <a:outerShdw blurRad="38100" dist="38100" dir="2700000" algn="tl">
                    <a:srgbClr val="FFFFFF"/>
                  </a:outerShdw>
                </a:effectLst>
              </a:rPr>
              <a:t>sumprice</a:t>
            </a:r>
            <a:r>
              <a:rPr lang="en-US" altLang="zh-CN" sz="2000" b="1" dirty="0">
                <a:effectLst>
                  <a:outerShdw blurRad="38100" dist="38100" dir="2700000" algn="tl">
                    <a:srgbClr val="FFFFFF"/>
                  </a:outerShdw>
                </a:effectLst>
              </a:rPr>
              <a:t>, currency);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sp>
        <p:nvSpPr>
          <p:cNvPr id="1040404" name="Text Box 20" descr="新闻纸"/>
          <p:cNvSpPr txBox="1">
            <a:spLocks noChangeArrowheads="1"/>
          </p:cNvSpPr>
          <p:nvPr/>
        </p:nvSpPr>
        <p:spPr bwMode="auto">
          <a:xfrm>
            <a:off x="6456040" y="3072582"/>
            <a:ext cx="5545598" cy="3172280"/>
          </a:xfrm>
          <a:prstGeom prst="rect">
            <a:avLst/>
          </a:prstGeom>
          <a:gradFill>
            <a:gsLst>
              <a:gs pos="42000">
                <a:srgbClr val="CCCCCC"/>
              </a:gs>
              <a:gs pos="0">
                <a:schemeClr val="bg1">
                  <a:lumMod val="65000"/>
                </a:schemeClr>
              </a:gs>
              <a:gs pos="100000">
                <a:schemeClr val="bg1">
                  <a:lumMod val="95000"/>
                </a:schemeClr>
              </a:gs>
            </a:gsLst>
            <a:lin ang="16200000" scaled="0"/>
          </a:grad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dirty="0">
                <a:solidFill>
                  <a:srgbClr val="CC0000"/>
                </a:solidFill>
                <a:effectLst>
                  <a:outerShdw blurRad="38100" dist="38100" dir="2700000" algn="tl">
                    <a:srgbClr val="C0C0C0"/>
                  </a:outerShdw>
                </a:effectLst>
              </a:rPr>
              <a:t>char *currency = "dollar";   </a:t>
            </a:r>
          </a:p>
          <a:p>
            <a:endParaRPr lang="en-US" altLang="zh-CN" sz="2000" b="1" dirty="0">
              <a:effectLst>
                <a:outerShdw blurRad="38100" dist="38100" dir="2700000" algn="tl">
                  <a:srgbClr val="C0C0C0"/>
                </a:outerShdw>
              </a:effectLst>
            </a:endParaRPr>
          </a:p>
          <a:p>
            <a:r>
              <a:rPr lang="en-US" altLang="zh-CN" sz="2000" b="1" dirty="0" err="1">
                <a:solidFill>
                  <a:srgbClr val="C00000"/>
                </a:solidFill>
                <a:effectLst>
                  <a:outerShdw blurRad="38100" dist="38100" dir="2700000" algn="tl">
                    <a:srgbClr val="C0C0C0"/>
                  </a:outerShdw>
                </a:effectLst>
              </a:rPr>
              <a:t>int</a:t>
            </a:r>
            <a:r>
              <a:rPr lang="en-US" altLang="zh-CN" sz="2000" b="1" dirty="0">
                <a:solidFill>
                  <a:srgbClr val="C00000"/>
                </a:solidFill>
                <a:effectLst>
                  <a:outerShdw blurRad="38100" dist="38100" dir="2700000" algn="tl">
                    <a:srgbClr val="C0C0C0"/>
                  </a:outerShdw>
                </a:effectLst>
              </a:rPr>
              <a:t> main ( ) </a:t>
            </a:r>
          </a:p>
          <a:p>
            <a:r>
              <a:rPr lang="en-US" altLang="zh-CN" sz="2000" b="1" dirty="0">
                <a:effectLst>
                  <a:outerShdw blurRad="38100" dist="38100" dir="2700000" algn="tl">
                    <a:srgbClr val="C0C0C0"/>
                  </a:outerShdw>
                </a:effectLst>
              </a:rPr>
              <a:t>{</a:t>
            </a:r>
          </a:p>
          <a:p>
            <a:r>
              <a:rPr lang="en-US" altLang="zh-CN" sz="2000" b="1" dirty="0">
                <a:effectLst>
                  <a:outerShdw blurRad="38100" dist="38100" dir="2700000" algn="tl">
                    <a:srgbClr val="C0C0C0"/>
                  </a:outerShdw>
                </a:effectLst>
              </a:rPr>
              <a:t>   float price1, price2, </a:t>
            </a:r>
            <a:r>
              <a:rPr lang="en-US" altLang="zh-CN" sz="2000" b="1" dirty="0" err="1">
                <a:effectLst>
                  <a:outerShdw blurRad="38100" dist="38100" dir="2700000" algn="tl">
                    <a:srgbClr val="C0C0C0"/>
                  </a:outerShdw>
                </a:effectLst>
              </a:rPr>
              <a:t>sumprice</a:t>
            </a:r>
            <a:r>
              <a:rPr lang="en-US" altLang="zh-CN" sz="2000" b="1" dirty="0">
                <a:effectLst>
                  <a:outerShdw blurRad="38100" dist="38100" dir="2700000" algn="tl">
                    <a:srgbClr val="C0C0C0"/>
                  </a:outerShdw>
                </a:effectLst>
              </a:rPr>
              <a:t>; </a:t>
            </a:r>
          </a:p>
          <a:p>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scanf</a:t>
            </a:r>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f%f</a:t>
            </a:r>
            <a:r>
              <a:rPr lang="en-US" altLang="zh-CN" sz="2000" b="1" dirty="0">
                <a:effectLst>
                  <a:outerShdw blurRad="38100" dist="38100" dir="2700000" algn="tl">
                    <a:srgbClr val="C0C0C0"/>
                  </a:outerShdw>
                </a:effectLst>
              </a:rPr>
              <a:t>", &amp;price1,&amp;price2); </a:t>
            </a:r>
          </a:p>
          <a:p>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sumprice</a:t>
            </a:r>
            <a:r>
              <a:rPr lang="en-US" altLang="zh-CN" sz="2000" b="1" dirty="0">
                <a:effectLst>
                  <a:outerShdw blurRad="38100" dist="38100" dir="2700000" algn="tl">
                    <a:srgbClr val="C0C0C0"/>
                  </a:outerShdw>
                </a:effectLst>
              </a:rPr>
              <a:t> = price1 + price2; </a:t>
            </a:r>
          </a:p>
          <a:p>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printf</a:t>
            </a:r>
            <a:r>
              <a:rPr lang="en-US" altLang="zh-CN" sz="2000" b="1" dirty="0">
                <a:effectLst>
                  <a:outerShdw blurRad="38100" dist="38100" dir="2700000" algn="tl">
                    <a:srgbClr val="C0C0C0"/>
                  </a:outerShdw>
                </a:effectLst>
              </a:rPr>
              <a:t> ("sum = %.2f%s", </a:t>
            </a:r>
            <a:r>
              <a:rPr lang="en-US" altLang="zh-CN" sz="2000" b="1" dirty="0" err="1">
                <a:effectLst>
                  <a:outerShdw blurRad="38100" dist="38100" dir="2700000" algn="tl">
                    <a:srgbClr val="C0C0C0"/>
                  </a:outerShdw>
                </a:effectLst>
              </a:rPr>
              <a:t>sumprice</a:t>
            </a:r>
            <a:r>
              <a:rPr lang="en-US" altLang="zh-CN" sz="2000" b="1" dirty="0">
                <a:effectLst>
                  <a:outerShdw blurRad="38100" dist="38100" dir="2700000" algn="tl">
                    <a:srgbClr val="C0C0C0"/>
                  </a:outerShdw>
                </a:effectLst>
              </a:rPr>
              <a:t>, currency); </a:t>
            </a:r>
          </a:p>
          <a:p>
            <a:r>
              <a:rPr lang="en-US" altLang="zh-CN" sz="2000" b="1" dirty="0">
                <a:effectLst>
                  <a:outerShdw blurRad="38100" dist="38100" dir="2700000" algn="tl">
                    <a:srgbClr val="C0C0C0"/>
                  </a:outerShdw>
                </a:effectLst>
              </a:rPr>
              <a:t>   return 0;</a:t>
            </a:r>
          </a:p>
          <a:p>
            <a:r>
              <a:rPr lang="en-US" altLang="zh-CN" sz="2000" b="1" dirty="0">
                <a:effectLst>
                  <a:outerShdw blurRad="38100" dist="38100" dir="2700000" algn="tl">
                    <a:srgbClr val="C0C0C0"/>
                  </a:outerShdw>
                </a:effectLst>
              </a:rPr>
              <a:t>}</a:t>
            </a:r>
          </a:p>
        </p:txBody>
      </p:sp>
      <p:grpSp>
        <p:nvGrpSpPr>
          <p:cNvPr id="1040407" name="Group 23"/>
          <p:cNvGrpSpPr>
            <a:grpSpLocks/>
          </p:cNvGrpSpPr>
          <p:nvPr/>
        </p:nvGrpSpPr>
        <p:grpSpPr bwMode="auto">
          <a:xfrm>
            <a:off x="6023991" y="1772816"/>
            <a:ext cx="2304257" cy="1008112"/>
            <a:chOff x="3651" y="1640"/>
            <a:chExt cx="1449" cy="611"/>
          </a:xfrm>
        </p:grpSpPr>
        <p:sp>
          <p:nvSpPr>
            <p:cNvPr id="1040405" name="AutoShape 21"/>
            <p:cNvSpPr>
              <a:spLocks noChangeArrowheads="1"/>
            </p:cNvSpPr>
            <p:nvPr/>
          </p:nvSpPr>
          <p:spPr bwMode="auto">
            <a:xfrm rot="2691756">
              <a:off x="3651" y="1661"/>
              <a:ext cx="1088" cy="590"/>
            </a:xfrm>
            <a:prstGeom prst="curvedDownArrow">
              <a:avLst>
                <a:gd name="adj1" fmla="val 24844"/>
                <a:gd name="adj2" fmla="val 73763"/>
                <a:gd name="adj3" fmla="val 33333"/>
              </a:avLst>
            </a:prstGeom>
            <a:gradFill rotWithShape="1">
              <a:gsLst>
                <a:gs pos="0">
                  <a:srgbClr val="0070C0"/>
                </a:gs>
                <a:gs pos="100000">
                  <a:srgbClr val="002060">
                    <a:alpha val="50000"/>
                  </a:srgbClr>
                </a:gs>
              </a:gsLst>
              <a:lin ang="5400000" scaled="1"/>
            </a:gra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40406" name="Rectangle 22"/>
            <p:cNvSpPr>
              <a:spLocks noChangeArrowheads="1"/>
            </p:cNvSpPr>
            <p:nvPr/>
          </p:nvSpPr>
          <p:spPr bwMode="auto">
            <a:xfrm>
              <a:off x="4465" y="1640"/>
              <a:ext cx="635" cy="442"/>
            </a:xfrm>
            <a:prstGeom prst="rect">
              <a:avLst/>
            </a:prstGeom>
            <a:noFill/>
            <a:ln w="9525">
              <a:noFill/>
              <a:miter lim="800000"/>
              <a:headEnd/>
              <a:tailEnd/>
            </a:ln>
            <a:effectLst/>
          </p:spPr>
          <p:txBody>
            <a:bodyPr>
              <a:spAutoFit/>
            </a:bodyPr>
            <a:lstStyle/>
            <a:p>
              <a:r>
                <a:rPr lang="zh-CN" altLang="en-US" sz="2000" b="1" dirty="0">
                  <a:solidFill>
                    <a:srgbClr val="C01920"/>
                  </a:solidFill>
                  <a:latin typeface="+mn-lt"/>
                  <a:ea typeface="楷体" pitchFamily="49" charset="-122"/>
                </a:rPr>
                <a:t>预编译处理后</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40403"/>
                                        </p:tgtEl>
                                        <p:attrNameLst>
                                          <p:attrName>style.visibility</p:attrName>
                                        </p:attrNameLst>
                                      </p:cBhvr>
                                      <p:to>
                                        <p:strVal val="visible"/>
                                      </p:to>
                                    </p:set>
                                    <p:animEffect transition="in" filter="box(out)">
                                      <p:cBhvr>
                                        <p:cTn id="7" dur="500"/>
                                        <p:tgtEl>
                                          <p:spTgt spid="104040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8" presetID="64" presetClass="path" presetSubtype="0" accel="50000" decel="50000" fill="hold" grpId="1" nodeType="withEffect">
                                  <p:stCondLst>
                                    <p:cond delay="0"/>
                                  </p:stCondLst>
                                  <p:childTnLst>
                                    <p:animMotion origin="layout" path="M -4.16667E-7 -4.07407E-6 L -4.16667E-7 -0.08888 " pathEditMode="relative" rAng="0" ptsTypes="AA">
                                      <p:cBhvr>
                                        <p:cTn id="9" dur="300" fill="hold"/>
                                        <p:tgtEl>
                                          <p:spTgt spid="1040403"/>
                                        </p:tgtEl>
                                        <p:attrNameLst>
                                          <p:attrName>ppt_x</p:attrName>
                                          <p:attrName>ppt_y</p:attrName>
                                        </p:attrNameLst>
                                      </p:cBhvr>
                                      <p:rCtr x="0" y="-4444"/>
                                    </p:animMotion>
                                  </p:childTnLst>
                                </p:cTn>
                              </p:par>
                            </p:childTnLst>
                          </p:cTn>
                        </p:par>
                      </p:childTnLst>
                    </p:cTn>
                  </p:par>
                  <p:par>
                    <p:cTn id="10" fill="hold">
                      <p:stCondLst>
                        <p:cond delay="indefinite"/>
                      </p:stCondLst>
                      <p:childTnLst>
                        <p:par>
                          <p:cTn id="11" fill="hold">
                            <p:stCondLst>
                              <p:cond delay="0"/>
                            </p:stCondLst>
                            <p:childTnLst>
                              <p:par>
                                <p:cTn id="12" presetID="18" presetClass="entr" presetSubtype="6" fill="hold" nodeType="clickEffect">
                                  <p:stCondLst>
                                    <p:cond delay="0"/>
                                  </p:stCondLst>
                                  <p:childTnLst>
                                    <p:set>
                                      <p:cBhvr>
                                        <p:cTn id="13" dur="1" fill="hold">
                                          <p:stCondLst>
                                            <p:cond delay="0"/>
                                          </p:stCondLst>
                                        </p:cTn>
                                        <p:tgtEl>
                                          <p:spTgt spid="1040407"/>
                                        </p:tgtEl>
                                        <p:attrNameLst>
                                          <p:attrName>style.visibility</p:attrName>
                                        </p:attrNameLst>
                                      </p:cBhvr>
                                      <p:to>
                                        <p:strVal val="visible"/>
                                      </p:to>
                                    </p:set>
                                    <p:animEffect transition="in" filter="strips(downRight)">
                                      <p:cBhvr>
                                        <p:cTn id="14" dur="500"/>
                                        <p:tgtEl>
                                          <p:spTgt spid="1040407"/>
                                        </p:tgtEl>
                                      </p:cBhvr>
                                    </p:animEffect>
                                  </p:childTnLst>
                                  <p:subTnLst>
                                    <p:audio>
                                      <p:cMediaNode>
                                        <p:cTn display="0" masterRel="sameClick">
                                          <p:stCondLst>
                                            <p:cond evt="begin" delay="0">
                                              <p:tn val="12"/>
                                            </p:cond>
                                          </p:stCondLst>
                                          <p:endCondLst>
                                            <p:cond evt="onStopAudio" delay="0">
                                              <p:tgtEl>
                                                <p:sldTgt/>
                                              </p:tgtEl>
                                            </p:cond>
                                          </p:endCondLst>
                                        </p:cTn>
                                        <p:tgtEl>
                                          <p:sndTgt r:embed="rId2" name="camera.wav"/>
                                        </p:tgtEl>
                                      </p:cMediaNode>
                                    </p:audio>
                                  </p:subTnLst>
                                </p:cTn>
                              </p:par>
                            </p:childTnLst>
                          </p:cTn>
                        </p:par>
                        <p:par>
                          <p:cTn id="15" fill="hold">
                            <p:stCondLst>
                              <p:cond delay="500"/>
                            </p:stCondLst>
                            <p:childTnLst>
                              <p:par>
                                <p:cTn id="16" presetID="4" presetClass="entr" presetSubtype="32" fill="hold" grpId="0" nodeType="afterEffect">
                                  <p:stCondLst>
                                    <p:cond delay="0"/>
                                  </p:stCondLst>
                                  <p:childTnLst>
                                    <p:set>
                                      <p:cBhvr>
                                        <p:cTn id="17" dur="1" fill="hold">
                                          <p:stCondLst>
                                            <p:cond delay="0"/>
                                          </p:stCondLst>
                                        </p:cTn>
                                        <p:tgtEl>
                                          <p:spTgt spid="1040404"/>
                                        </p:tgtEl>
                                        <p:attrNameLst>
                                          <p:attrName>style.visibility</p:attrName>
                                        </p:attrNameLst>
                                      </p:cBhvr>
                                      <p:to>
                                        <p:strVal val="visible"/>
                                      </p:to>
                                    </p:set>
                                    <p:animEffect transition="in" filter="box(out)">
                                      <p:cBhvr>
                                        <p:cTn id="18" dur="500"/>
                                        <p:tgtEl>
                                          <p:spTgt spid="1040404"/>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0403" grpId="0" animBg="1"/>
      <p:bldP spid="1040403" grpId="1" animBg="1"/>
      <p:bldP spid="1040404"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Rectangle 4">
            <a:extLst>
              <a:ext uri="{FF2B5EF4-FFF2-40B4-BE49-F238E27FC236}">
                <a16:creationId xmlns:a16="http://schemas.microsoft.com/office/drawing/2014/main" id="{04E89FCC-C763-4CEA-9A81-D11ED36C4436}"/>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条件编译</a:t>
            </a:r>
          </a:p>
        </p:txBody>
      </p:sp>
      <p:sp>
        <p:nvSpPr>
          <p:cNvPr id="1041415" name="Rectangle 7"/>
          <p:cNvSpPr>
            <a:spLocks noChangeArrowheads="1"/>
          </p:cNvSpPr>
          <p:nvPr/>
        </p:nvSpPr>
        <p:spPr bwMode="auto">
          <a:xfrm>
            <a:off x="674392" y="955155"/>
            <a:ext cx="3823483"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01920"/>
                </a:solidFill>
                <a:latin typeface="+mn-lt"/>
                <a:ea typeface="楷体" pitchFamily="49" charset="-122"/>
              </a:rPr>
              <a:t>2</a:t>
            </a:r>
            <a:r>
              <a:rPr lang="zh-CN" altLang="en-US" sz="2800" b="1" dirty="0">
                <a:solidFill>
                  <a:srgbClr val="C01920"/>
                </a:solidFill>
                <a:latin typeface="+mn-lt"/>
                <a:ea typeface="楷体" pitchFamily="49" charset="-122"/>
              </a:rPr>
              <a:t>、</a:t>
            </a:r>
            <a:r>
              <a:rPr lang="en-US" altLang="zh-CN" sz="2800" b="1" dirty="0">
                <a:solidFill>
                  <a:srgbClr val="C01920"/>
                </a:solidFill>
                <a:latin typeface="+mn-lt"/>
                <a:ea typeface="楷体" pitchFamily="49" charset="-122"/>
              </a:rPr>
              <a:t>#</a:t>
            </a:r>
            <a:r>
              <a:rPr lang="en-US" altLang="zh-CN" sz="2800" b="1" dirty="0" err="1">
                <a:solidFill>
                  <a:srgbClr val="C01920"/>
                </a:solidFill>
                <a:latin typeface="+mn-lt"/>
                <a:ea typeface="楷体" pitchFamily="49" charset="-122"/>
              </a:rPr>
              <a:t>ifdef</a:t>
            </a:r>
            <a:r>
              <a:rPr lang="en-US" altLang="zh-CN" sz="2800" b="1" dirty="0">
                <a:solidFill>
                  <a:srgbClr val="C01920"/>
                </a:solidFill>
                <a:latin typeface="+mn-lt"/>
                <a:ea typeface="楷体" pitchFamily="49" charset="-122"/>
              </a:rPr>
              <a:t> </a:t>
            </a:r>
            <a:r>
              <a:rPr lang="zh-CN" altLang="en-US" sz="2800" b="1" dirty="0">
                <a:solidFill>
                  <a:srgbClr val="C01920"/>
                </a:solidFill>
                <a:latin typeface="+mn-lt"/>
                <a:ea typeface="楷体" pitchFamily="49" charset="-122"/>
              </a:rPr>
              <a:t>～ </a:t>
            </a:r>
            <a:r>
              <a:rPr lang="en-US" altLang="zh-CN" sz="2800" b="1" dirty="0">
                <a:solidFill>
                  <a:srgbClr val="C01920"/>
                </a:solidFill>
                <a:latin typeface="+mn-lt"/>
                <a:ea typeface="楷体" pitchFamily="49" charset="-122"/>
              </a:rPr>
              <a:t>#</a:t>
            </a:r>
            <a:r>
              <a:rPr lang="en-US" altLang="zh-CN" sz="2800" b="1" dirty="0" err="1">
                <a:solidFill>
                  <a:srgbClr val="C01920"/>
                </a:solidFill>
                <a:latin typeface="+mn-lt"/>
                <a:ea typeface="楷体" pitchFamily="49" charset="-122"/>
              </a:rPr>
              <a:t>endif</a:t>
            </a:r>
            <a:r>
              <a:rPr lang="zh-CN" altLang="en-US" sz="2800" b="1" dirty="0">
                <a:solidFill>
                  <a:srgbClr val="C01920"/>
                </a:solidFill>
                <a:latin typeface="+mn-lt"/>
                <a:ea typeface="楷体" pitchFamily="49" charset="-122"/>
              </a:rPr>
              <a:t>形式</a:t>
            </a:r>
          </a:p>
        </p:txBody>
      </p:sp>
      <p:sp>
        <p:nvSpPr>
          <p:cNvPr id="1041416" name="Text Box 8"/>
          <p:cNvSpPr txBox="1">
            <a:spLocks noChangeArrowheads="1"/>
          </p:cNvSpPr>
          <p:nvPr/>
        </p:nvSpPr>
        <p:spPr bwMode="auto">
          <a:xfrm>
            <a:off x="1097618" y="1564426"/>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格式：</a:t>
            </a:r>
          </a:p>
        </p:txBody>
      </p:sp>
      <p:sp>
        <p:nvSpPr>
          <p:cNvPr id="1041417" name="Text Box 9"/>
          <p:cNvSpPr txBox="1">
            <a:spLocks noChangeArrowheads="1"/>
          </p:cNvSpPr>
          <p:nvPr/>
        </p:nvSpPr>
        <p:spPr bwMode="auto">
          <a:xfrm>
            <a:off x="5015357" y="1564427"/>
            <a:ext cx="2592388" cy="2079625"/>
          </a:xfrm>
          <a:prstGeom prst="rect">
            <a:avLst/>
          </a:prstGeom>
          <a:gradFill rotWithShape="1">
            <a:gsLst>
              <a:gs pos="0">
                <a:srgbClr val="CCCCCC"/>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a:effectLst>
                  <a:outerShdw blurRad="38100" dist="38100" dir="2700000" algn="tl">
                    <a:srgbClr val="FFFFFF"/>
                  </a:outerShdw>
                </a:effectLst>
                <a:latin typeface="+mn-lt"/>
                <a:ea typeface="楷体" pitchFamily="49" charset="-122"/>
              </a:rPr>
              <a:t>#ifdef  </a:t>
            </a:r>
            <a:r>
              <a:rPr lang="zh-CN" altLang="en-US" b="1">
                <a:effectLst>
                  <a:outerShdw blurRad="38100" dist="38100" dir="2700000" algn="tl">
                    <a:srgbClr val="FFFFFF"/>
                  </a:outerShdw>
                </a:effectLst>
                <a:latin typeface="+mn-lt"/>
                <a:ea typeface="楷体" pitchFamily="49" charset="-122"/>
              </a:rPr>
              <a:t>宏名</a:t>
            </a:r>
          </a:p>
          <a:p>
            <a:r>
              <a:rPr lang="zh-CN" altLang="en-US" b="1">
                <a:effectLst>
                  <a:outerShdw blurRad="38100" dist="38100" dir="2700000" algn="tl">
                    <a:srgbClr val="FFFFFF"/>
                  </a:outerShdw>
                </a:effectLst>
                <a:latin typeface="+mn-lt"/>
                <a:ea typeface="楷体" pitchFamily="49" charset="-122"/>
              </a:rPr>
              <a:t>           程序段</a:t>
            </a:r>
            <a:r>
              <a:rPr lang="en-US" altLang="zh-CN" b="1">
                <a:effectLst>
                  <a:outerShdw blurRad="38100" dist="38100" dir="2700000" algn="tl">
                    <a:srgbClr val="FFFFFF"/>
                  </a:outerShdw>
                </a:effectLst>
                <a:latin typeface="+mn-lt"/>
                <a:ea typeface="楷体" pitchFamily="49" charset="-122"/>
              </a:rPr>
              <a:t>1</a:t>
            </a:r>
          </a:p>
          <a:p>
            <a:r>
              <a:rPr lang="en-US" altLang="zh-CN" b="1">
                <a:effectLst>
                  <a:outerShdw blurRad="38100" dist="38100" dir="2700000" algn="tl">
                    <a:srgbClr val="FFFFFF"/>
                  </a:outerShdw>
                </a:effectLst>
                <a:latin typeface="+mn-lt"/>
                <a:ea typeface="楷体" pitchFamily="49" charset="-122"/>
              </a:rPr>
              <a:t>#else</a:t>
            </a:r>
          </a:p>
          <a:p>
            <a:r>
              <a:rPr lang="en-US" altLang="zh-CN" b="1">
                <a:effectLst>
                  <a:outerShdw blurRad="38100" dist="38100" dir="2700000" algn="tl">
                    <a:srgbClr val="FFFFFF"/>
                  </a:outerShdw>
                </a:effectLst>
                <a:latin typeface="+mn-lt"/>
                <a:ea typeface="楷体" pitchFamily="49" charset="-122"/>
              </a:rPr>
              <a:t>           </a:t>
            </a:r>
            <a:r>
              <a:rPr lang="zh-CN" altLang="en-US" b="1">
                <a:effectLst>
                  <a:outerShdw blurRad="38100" dist="38100" dir="2700000" algn="tl">
                    <a:srgbClr val="FFFFFF"/>
                  </a:outerShdw>
                </a:effectLst>
                <a:latin typeface="+mn-lt"/>
                <a:ea typeface="楷体" pitchFamily="49" charset="-122"/>
              </a:rPr>
              <a:t>程序段</a:t>
            </a:r>
            <a:r>
              <a:rPr lang="en-US" altLang="zh-CN" b="1">
                <a:effectLst>
                  <a:outerShdw blurRad="38100" dist="38100" dir="2700000" algn="tl">
                    <a:srgbClr val="FFFFFF"/>
                  </a:outerShdw>
                </a:effectLst>
                <a:latin typeface="+mn-lt"/>
                <a:ea typeface="楷体" pitchFamily="49" charset="-122"/>
              </a:rPr>
              <a:t>2</a:t>
            </a:r>
          </a:p>
          <a:p>
            <a:r>
              <a:rPr lang="en-US" altLang="zh-CN" b="1">
                <a:effectLst>
                  <a:outerShdw blurRad="38100" dist="38100" dir="2700000" algn="tl">
                    <a:srgbClr val="FFFFFF"/>
                  </a:outerShdw>
                </a:effectLst>
                <a:latin typeface="+mn-lt"/>
                <a:ea typeface="楷体" pitchFamily="49" charset="-122"/>
              </a:rPr>
              <a:t>#endif</a:t>
            </a:r>
          </a:p>
        </p:txBody>
      </p:sp>
      <p:sp>
        <p:nvSpPr>
          <p:cNvPr id="1041418" name="AutoShape 10"/>
          <p:cNvSpPr>
            <a:spLocks noChangeArrowheads="1"/>
          </p:cNvSpPr>
          <p:nvPr/>
        </p:nvSpPr>
        <p:spPr bwMode="auto">
          <a:xfrm>
            <a:off x="6815583" y="916727"/>
            <a:ext cx="3744913" cy="503237"/>
          </a:xfrm>
          <a:prstGeom prst="wedgeRoundRectCallout">
            <a:avLst>
              <a:gd name="adj1" fmla="val -73019"/>
              <a:gd name="adj2" fmla="val 112458"/>
              <a:gd name="adj3" fmla="val 16667"/>
            </a:avLst>
          </a:prstGeom>
          <a:gradFill rotWithShape="1">
            <a:gsLst>
              <a:gs pos="0">
                <a:srgbClr val="CCCCCC"/>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effectLst>
                  <a:outerShdw blurRad="38100" dist="38100" dir="2700000" algn="tl">
                    <a:srgbClr val="FFFFFF"/>
                  </a:outerShdw>
                </a:effectLst>
                <a:latin typeface="+mn-lt"/>
                <a:ea typeface="楷体" pitchFamily="49" charset="-122"/>
              </a:rPr>
              <a:t>等价于“</a:t>
            </a:r>
            <a:r>
              <a:rPr lang="en-US" altLang="zh-CN" sz="2000" b="1" dirty="0">
                <a:effectLst>
                  <a:outerShdw blurRad="38100" dist="38100" dir="2700000" algn="tl">
                    <a:srgbClr val="FFFFFF"/>
                  </a:outerShdw>
                </a:effectLst>
                <a:latin typeface="+mn-lt"/>
                <a:ea typeface="楷体" pitchFamily="49" charset="-122"/>
              </a:rPr>
              <a:t>#if defined(</a:t>
            </a:r>
            <a:r>
              <a:rPr lang="zh-CN" altLang="en-US" sz="2000" b="1" dirty="0">
                <a:effectLst>
                  <a:outerShdw blurRad="38100" dist="38100" dir="2700000" algn="tl">
                    <a:srgbClr val="FFFFFF"/>
                  </a:outerShdw>
                </a:effectLst>
                <a:latin typeface="+mn-lt"/>
                <a:ea typeface="楷体" pitchFamily="49" charset="-122"/>
              </a:rPr>
              <a:t>宏名</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zh-CN" altLang="en-US" sz="2000" dirty="0">
                <a:latin typeface="+mn-lt"/>
                <a:ea typeface="楷体" pitchFamily="49" charset="-122"/>
              </a:rPr>
              <a:t> </a:t>
            </a:r>
          </a:p>
        </p:txBody>
      </p:sp>
      <p:sp>
        <p:nvSpPr>
          <p:cNvPr id="1041419" name="AutoShape 11"/>
          <p:cNvSpPr>
            <a:spLocks noChangeArrowheads="1"/>
          </p:cNvSpPr>
          <p:nvPr/>
        </p:nvSpPr>
        <p:spPr bwMode="auto">
          <a:xfrm>
            <a:off x="2422971" y="2212126"/>
            <a:ext cx="2160587" cy="1079500"/>
          </a:xfrm>
          <a:prstGeom prst="wedgeRoundRectCallout">
            <a:avLst>
              <a:gd name="adj1" fmla="val 87546"/>
              <a:gd name="adj2" fmla="val -52060"/>
              <a:gd name="adj3" fmla="val 16667"/>
            </a:avLst>
          </a:prstGeom>
          <a:gradFill rotWithShape="1">
            <a:gsLst>
              <a:gs pos="0">
                <a:srgbClr val="CCCCCC"/>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在</a:t>
            </a:r>
            <a:r>
              <a:rPr lang="en-US" altLang="zh-CN" sz="2000" b="1">
                <a:effectLst>
                  <a:outerShdw blurRad="38100" dist="38100" dir="2700000" algn="tl">
                    <a:srgbClr val="FFFFFF"/>
                  </a:outerShdw>
                </a:effectLst>
                <a:latin typeface="+mn-lt"/>
                <a:ea typeface="楷体" pitchFamily="49" charset="-122"/>
              </a:rPr>
              <a:t>#ifdef</a:t>
            </a:r>
            <a:r>
              <a:rPr lang="zh-CN" altLang="en-US" sz="2000" b="1">
                <a:effectLst>
                  <a:outerShdw blurRad="38100" dist="38100" dir="2700000" algn="tl">
                    <a:srgbClr val="FFFFFF"/>
                  </a:outerShdw>
                </a:effectLst>
                <a:latin typeface="+mn-lt"/>
                <a:ea typeface="楷体" pitchFamily="49" charset="-122"/>
              </a:rPr>
              <a:t>和</a:t>
            </a:r>
            <a:r>
              <a:rPr lang="en-US" altLang="zh-CN" sz="2000" b="1">
                <a:effectLst>
                  <a:outerShdw blurRad="38100" dist="38100" dir="2700000" algn="tl">
                    <a:srgbClr val="FFFFFF"/>
                  </a:outerShdw>
                </a:effectLst>
                <a:latin typeface="+mn-lt"/>
                <a:ea typeface="楷体" pitchFamily="49" charset="-122"/>
              </a:rPr>
              <a:t>#else</a:t>
            </a:r>
            <a:r>
              <a:rPr lang="zh-CN" altLang="en-US" sz="2000" b="1">
                <a:effectLst>
                  <a:outerShdw blurRad="38100" dist="38100" dir="2700000" algn="tl">
                    <a:srgbClr val="FFFFFF"/>
                  </a:outerShdw>
                </a:effectLst>
                <a:latin typeface="+mn-lt"/>
                <a:ea typeface="楷体" pitchFamily="49" charset="-122"/>
              </a:rPr>
              <a:t>之间可以加多个</a:t>
            </a:r>
            <a:r>
              <a:rPr lang="en-US" altLang="zh-CN" sz="2000" b="1">
                <a:effectLst>
                  <a:outerShdw blurRad="38100" dist="38100" dir="2700000" algn="tl">
                    <a:srgbClr val="FFFFFF"/>
                  </a:outerShdw>
                </a:effectLst>
                <a:latin typeface="+mn-lt"/>
                <a:ea typeface="楷体" pitchFamily="49" charset="-122"/>
              </a:rPr>
              <a:t>#elif</a:t>
            </a:r>
            <a:r>
              <a:rPr lang="zh-CN" altLang="en-US" sz="2000" b="1">
                <a:effectLst>
                  <a:outerShdw blurRad="38100" dist="38100" dir="2700000" algn="tl">
                    <a:srgbClr val="FFFFFF"/>
                  </a:outerShdw>
                </a:effectLst>
                <a:latin typeface="+mn-lt"/>
                <a:ea typeface="楷体" pitchFamily="49" charset="-122"/>
              </a:rPr>
              <a:t>命令 </a:t>
            </a:r>
          </a:p>
        </p:txBody>
      </p:sp>
      <p:sp>
        <p:nvSpPr>
          <p:cNvPr id="1041421" name="Rectangle 13"/>
          <p:cNvSpPr>
            <a:spLocks noChangeArrowheads="1"/>
          </p:cNvSpPr>
          <p:nvPr/>
        </p:nvSpPr>
        <p:spPr bwMode="auto">
          <a:xfrm>
            <a:off x="793970" y="3903439"/>
            <a:ext cx="9864822" cy="461665"/>
          </a:xfrm>
          <a:prstGeom prst="rect">
            <a:avLst/>
          </a:prstGeom>
          <a:noFill/>
          <a:ln w="9525">
            <a:noFill/>
            <a:miter lim="800000"/>
            <a:headEnd/>
            <a:tailEnd/>
          </a:ln>
          <a:effectLst/>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如果宏名已被</a:t>
            </a:r>
            <a:r>
              <a:rPr lang="en-US" altLang="zh-CN" b="1" dirty="0">
                <a:effectLst>
                  <a:outerShdw blurRad="38100" dist="38100" dir="2700000" algn="tl">
                    <a:srgbClr val="FFFFFF"/>
                  </a:outerShdw>
                </a:effectLst>
                <a:latin typeface="+mn-lt"/>
                <a:ea typeface="楷体" pitchFamily="49" charset="-122"/>
              </a:rPr>
              <a:t>#define</a:t>
            </a:r>
            <a:r>
              <a:rPr lang="zh-CN" altLang="en-US" b="1" dirty="0">
                <a:effectLst>
                  <a:outerShdw blurRad="38100" dist="38100" dir="2700000" algn="tl">
                    <a:srgbClr val="FFFFFF"/>
                  </a:outerShdw>
                </a:effectLst>
                <a:latin typeface="+mn-lt"/>
                <a:ea typeface="楷体" pitchFamily="49" charset="-122"/>
              </a:rPr>
              <a:t>行定义，则编译程序段</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，否则编译程序段</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a:t>
            </a:r>
            <a:r>
              <a:rPr lang="en-US" altLang="zh-CN" dirty="0">
                <a:latin typeface="+mn-lt"/>
                <a:ea typeface="楷体" pitchFamily="49" charset="-122"/>
              </a:rPr>
              <a:t> </a:t>
            </a:r>
          </a:p>
        </p:txBody>
      </p:sp>
      <p:sp>
        <p:nvSpPr>
          <p:cNvPr id="1041422" name="Text Box 14"/>
          <p:cNvSpPr txBox="1">
            <a:spLocks noChangeArrowheads="1"/>
          </p:cNvSpPr>
          <p:nvPr/>
        </p:nvSpPr>
        <p:spPr bwMode="auto">
          <a:xfrm>
            <a:off x="1095078" y="3397988"/>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作用：</a:t>
            </a:r>
          </a:p>
        </p:txBody>
      </p:sp>
      <p:sp>
        <p:nvSpPr>
          <p:cNvPr id="1041428" name="Text Box 20" descr="信纸"/>
          <p:cNvSpPr txBox="1">
            <a:spLocks noChangeArrowheads="1"/>
          </p:cNvSpPr>
          <p:nvPr/>
        </p:nvSpPr>
        <p:spPr bwMode="auto">
          <a:xfrm>
            <a:off x="541885" y="111538"/>
            <a:ext cx="5457965" cy="6557822"/>
          </a:xfrm>
          <a:prstGeom prst="rect">
            <a:avLst/>
          </a:prstGeom>
          <a:gradFill>
            <a:gsLst>
              <a:gs pos="0">
                <a:schemeClr val="bg1">
                  <a:lumMod val="65000"/>
                </a:schemeClr>
              </a:gs>
              <a:gs pos="48300">
                <a:srgbClr val="DEDEDE"/>
              </a:gs>
              <a:gs pos="100000">
                <a:schemeClr val="bg1">
                  <a:lumMod val="95000"/>
                </a:schemeClr>
              </a:gs>
            </a:gsLst>
            <a:lin ang="5400000" scaled="1"/>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a:effectLst>
                  <a:outerShdw blurRad="38100" dist="38100" dir="2700000" algn="tl">
                    <a:srgbClr val="FFFFFF"/>
                  </a:outerShdw>
                </a:effectLst>
              </a:rPr>
              <a:t>#define  INTEGER </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INTEGER </a:t>
            </a:r>
          </a:p>
          <a:p>
            <a:r>
              <a:rPr lang="en-US" altLang="zh-CN" sz="2000" b="1" dirty="0">
                <a:effectLst>
                  <a:outerShdw blurRad="38100" dist="38100" dir="2700000" algn="tl">
                    <a:srgbClr val="FFFFFF"/>
                  </a:outerShdw>
                </a:effectLst>
              </a:rPr>
              <a:t>             </a:t>
            </a:r>
            <a:r>
              <a:rPr lang="en-US" altLang="zh-CN" sz="2000" b="1" dirty="0" err="1">
                <a:solidFill>
                  <a:srgbClr val="002060"/>
                </a:solidFill>
              </a:rPr>
              <a:t>int</a:t>
            </a:r>
            <a:r>
              <a:rPr lang="en-US" altLang="zh-CN" sz="2000" b="1" dirty="0">
                <a:solidFill>
                  <a:srgbClr val="002060"/>
                </a:solidFill>
              </a:rPr>
              <a:t> add (</a:t>
            </a:r>
            <a:r>
              <a:rPr lang="en-US" altLang="zh-CN" sz="2000" b="1" dirty="0" err="1">
                <a:solidFill>
                  <a:srgbClr val="002060"/>
                </a:solidFill>
              </a:rPr>
              <a:t>int</a:t>
            </a:r>
            <a:r>
              <a:rPr lang="en-US" altLang="zh-CN" sz="2000" b="1" dirty="0">
                <a:solidFill>
                  <a:srgbClr val="002060"/>
                </a:solidFill>
              </a:rPr>
              <a:t> x, </a:t>
            </a:r>
            <a:r>
              <a:rPr lang="en-US" altLang="zh-CN" sz="2000" b="1" dirty="0" err="1">
                <a:solidFill>
                  <a:srgbClr val="002060"/>
                </a:solidFill>
              </a:rPr>
              <a:t>int</a:t>
            </a:r>
            <a:r>
              <a:rPr lang="en-US" altLang="zh-CN" sz="2000" b="1" dirty="0">
                <a:solidFill>
                  <a:srgbClr val="002060"/>
                </a:solidFill>
              </a:rPr>
              <a:t> y</a:t>
            </a:r>
            <a:r>
              <a:rPr lang="en-US" altLang="zh-CN" sz="2000" b="1" dirty="0">
                <a:solidFill>
                  <a:srgbClr val="002060"/>
                </a:solidFill>
                <a:latin typeface="+mn-lt"/>
                <a:ea typeface="楷体" pitchFamily="49" charset="-122"/>
              </a:rPr>
              <a:t>)   //</a:t>
            </a:r>
            <a:r>
              <a:rPr lang="zh-CN" altLang="en-US" sz="2000" b="1" dirty="0">
                <a:solidFill>
                  <a:srgbClr val="002060"/>
                </a:solidFill>
                <a:latin typeface="+mn-lt"/>
                <a:ea typeface="楷体" pitchFamily="49" charset="-122"/>
              </a:rPr>
              <a:t>有效 </a:t>
            </a:r>
          </a:p>
          <a:p>
            <a:r>
              <a:rPr lang="zh-CN" altLang="en-US" sz="2000" b="1" dirty="0">
                <a:solidFill>
                  <a:srgbClr val="002060"/>
                </a:solidFill>
              </a:rPr>
              <a:t>             </a:t>
            </a:r>
            <a:r>
              <a:rPr lang="en-US" altLang="zh-CN" sz="2000" b="1" dirty="0">
                <a:solidFill>
                  <a:srgbClr val="002060"/>
                </a:solidFill>
              </a:rPr>
              <a:t>{  return (x + y);  </a:t>
            </a:r>
            <a:r>
              <a:rPr lang="en-US" altLang="zh-CN" sz="2000" b="1" dirty="0">
                <a:solidFill>
                  <a:schemeClr val="accent2"/>
                </a:solidFill>
                <a:effectLst>
                  <a:outerShdw blurRad="38100" dist="38100" dir="2700000" algn="tl">
                    <a:srgbClr val="000000"/>
                  </a:outerShdw>
                </a:effectLst>
              </a:rPr>
              <a:t>}</a:t>
            </a:r>
          </a:p>
          <a:p>
            <a:r>
              <a:rPr lang="en-US" altLang="zh-CN" sz="2000" b="1" dirty="0">
                <a:effectLst>
                  <a:outerShdw blurRad="38100" dist="38100" dir="2700000" algn="tl">
                    <a:srgbClr val="FFFFFF"/>
                  </a:outerShdw>
                </a:effectLst>
              </a:rPr>
              <a:t>#else </a:t>
            </a:r>
          </a:p>
          <a:p>
            <a:r>
              <a:rPr lang="en-US" altLang="zh-CN" sz="2000" b="1" dirty="0">
                <a:effectLst>
                  <a:outerShdw blurRad="38100" dist="38100" dir="2700000" algn="tl">
                    <a:srgbClr val="FFFFFF"/>
                  </a:outerShdw>
                </a:effectLst>
              </a:rPr>
              <a:t>             float add (float x, float y) </a:t>
            </a:r>
          </a:p>
          <a:p>
            <a:r>
              <a:rPr lang="en-US" altLang="zh-CN" sz="2000" b="1" dirty="0">
                <a:effectLst>
                  <a:outerShdw blurRad="38100" dist="38100" dir="2700000" algn="tl">
                    <a:srgbClr val="FFFFFF"/>
                  </a:outerShdw>
                </a:effectLst>
              </a:rPr>
              <a:t>             {  return(x + y);  }</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r>
              <a:rPr lang="en-US" altLang="zh-CN" sz="2000" b="1" dirty="0">
                <a:effectLst>
                  <a:outerShdw blurRad="38100" dist="38100" dir="2700000" algn="tl">
                    <a:srgbClr val="FFFFFF"/>
                  </a:outerShdw>
                </a:effectLst>
              </a:rPr>
              <a:t> </a:t>
            </a:r>
          </a:p>
          <a:p>
            <a:r>
              <a:rPr lang="en-US" altLang="zh-CN" sz="2000" b="1" dirty="0" err="1">
                <a:solidFill>
                  <a:srgbClr val="C01920"/>
                </a:solidFill>
              </a:rPr>
              <a:t>int</a:t>
            </a:r>
            <a:r>
              <a:rPr lang="en-US" altLang="zh-CN" sz="2000" b="1" dirty="0">
                <a:solidFill>
                  <a:srgbClr val="C01920"/>
                </a:solidFill>
              </a:rPr>
              <a:t> main (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INTEGER </a:t>
            </a:r>
          </a:p>
          <a:p>
            <a:r>
              <a:rPr lang="en-US" altLang="zh-CN" sz="2000" b="1" dirty="0">
                <a:solidFill>
                  <a:srgbClr val="002060"/>
                </a:solidFill>
              </a:rPr>
              <a:t>               </a:t>
            </a:r>
            <a:r>
              <a:rPr lang="en-US" altLang="zh-CN" sz="2000" b="1" dirty="0" err="1">
                <a:solidFill>
                  <a:srgbClr val="002060"/>
                </a:solidFill>
              </a:rPr>
              <a:t>int</a:t>
            </a:r>
            <a:r>
              <a:rPr lang="en-US" altLang="zh-CN" sz="2000" b="1" dirty="0">
                <a:solidFill>
                  <a:srgbClr val="002060"/>
                </a:solidFill>
              </a:rPr>
              <a:t> a, b, c;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有效 </a:t>
            </a:r>
          </a:p>
          <a:p>
            <a:r>
              <a:rPr lang="zh-CN" altLang="en-US" sz="2000" b="1" dirty="0">
                <a:solidFill>
                  <a:srgbClr val="002060"/>
                </a:solidFill>
              </a:rPr>
              <a:t>               </a:t>
            </a:r>
            <a:r>
              <a:rPr lang="en-US" altLang="zh-CN" sz="2000" b="1" dirty="0" err="1">
                <a:solidFill>
                  <a:srgbClr val="002060"/>
                </a:solidFill>
              </a:rPr>
              <a:t>scanf</a:t>
            </a:r>
            <a:r>
              <a:rPr lang="en-US" altLang="zh-CN" sz="2000" b="1" dirty="0">
                <a:solidFill>
                  <a:srgbClr val="002060"/>
                </a:solidFill>
              </a:rPr>
              <a:t>("%</a:t>
            </a:r>
            <a:r>
              <a:rPr lang="en-US" altLang="zh-CN" sz="2000" b="1" dirty="0" err="1">
                <a:solidFill>
                  <a:srgbClr val="002060"/>
                </a:solidFill>
              </a:rPr>
              <a:t>d%d</a:t>
            </a:r>
            <a:r>
              <a:rPr lang="en-US" altLang="zh-CN" sz="2000" b="1" dirty="0">
                <a:solidFill>
                  <a:srgbClr val="002060"/>
                </a:solidFill>
              </a:rPr>
              <a:t>", a, b); </a:t>
            </a:r>
          </a:p>
          <a:p>
            <a:r>
              <a:rPr lang="en-US" altLang="zh-CN" sz="2000" b="1" dirty="0">
                <a:solidFill>
                  <a:srgbClr val="002060"/>
                </a:solidFill>
              </a:rPr>
              <a:t>               </a:t>
            </a:r>
            <a:r>
              <a:rPr lang="en-US" altLang="zh-CN" sz="2000" b="1" dirty="0" err="1">
                <a:solidFill>
                  <a:srgbClr val="002060"/>
                </a:solidFill>
              </a:rPr>
              <a:t>printf</a:t>
            </a:r>
            <a:r>
              <a:rPr lang="en-US" altLang="zh-CN" sz="2000" b="1" dirty="0">
                <a:solidFill>
                  <a:srgbClr val="002060"/>
                </a:solidFill>
              </a:rPr>
              <a:t>("a + b = %d\n"</a:t>
            </a:r>
            <a:r>
              <a:rPr lang="zh-CN" altLang="en-US" sz="2000" b="1" dirty="0">
                <a:solidFill>
                  <a:srgbClr val="002060"/>
                </a:solidFill>
              </a:rPr>
              <a:t>，</a:t>
            </a:r>
            <a:r>
              <a:rPr lang="en-US" altLang="zh-CN" sz="2000" b="1" dirty="0">
                <a:solidFill>
                  <a:srgbClr val="002060"/>
                </a:solidFill>
              </a:rPr>
              <a:t>add (a, b)); </a:t>
            </a:r>
          </a:p>
          <a:p>
            <a:r>
              <a:rPr lang="en-US" altLang="zh-CN" sz="2000" b="1" dirty="0">
                <a:effectLst>
                  <a:outerShdw blurRad="38100" dist="38100" dir="2700000" algn="tl">
                    <a:srgbClr val="FFFFFF"/>
                  </a:outerShdw>
                </a:effectLst>
              </a:rPr>
              <a:t>   #else </a:t>
            </a:r>
          </a:p>
          <a:p>
            <a:r>
              <a:rPr lang="en-US" altLang="zh-CN" sz="2000" b="1" dirty="0">
                <a:effectLst>
                  <a:outerShdw blurRad="38100" dist="38100" dir="2700000" algn="tl">
                    <a:srgbClr val="FFFFFF"/>
                  </a:outerShdw>
                </a:effectLst>
              </a:rPr>
              <a:t>               float a, b, c;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f%f</a:t>
            </a:r>
            <a:r>
              <a:rPr lang="en-US" altLang="zh-CN" sz="2000" b="1" dirty="0">
                <a:effectLst>
                  <a:outerShdw blurRad="38100" dist="38100" dir="2700000" algn="tl">
                    <a:srgbClr val="FFFFFF"/>
                  </a:outerShdw>
                </a:effectLst>
              </a:rPr>
              <a:t>", a, b);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 + b = %f\n"</a:t>
            </a:r>
            <a:r>
              <a:rPr lang="zh-CN" altLang="en-US"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rPr>
              <a:t>add (a, b));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endif</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return 0;</a:t>
            </a:r>
            <a:endParaRPr lang="en-US" altLang="zh-CN" sz="2000" dirty="0"/>
          </a:p>
          <a:p>
            <a:r>
              <a:rPr lang="en-US" altLang="zh-CN" sz="2000" dirty="0"/>
              <a:t>}</a:t>
            </a:r>
          </a:p>
        </p:txBody>
      </p:sp>
      <p:sp>
        <p:nvSpPr>
          <p:cNvPr id="1041429" name="Text Box 21" descr="信纸"/>
          <p:cNvSpPr txBox="1">
            <a:spLocks noChangeArrowheads="1"/>
          </p:cNvSpPr>
          <p:nvPr/>
        </p:nvSpPr>
        <p:spPr bwMode="auto">
          <a:xfrm>
            <a:off x="6821771" y="3204614"/>
            <a:ext cx="4706527" cy="3172280"/>
          </a:xfrm>
          <a:prstGeom prst="rect">
            <a:avLst/>
          </a:prstGeom>
          <a:gradFill>
            <a:gsLst>
              <a:gs pos="0">
                <a:schemeClr val="bg1">
                  <a:lumMod val="65000"/>
                </a:schemeClr>
              </a:gs>
              <a:gs pos="48300">
                <a:srgbClr val="DEDEDE"/>
              </a:gs>
              <a:gs pos="100000">
                <a:schemeClr val="bg1">
                  <a:lumMod val="95000"/>
                </a:schemeClr>
              </a:gs>
            </a:gsLst>
            <a:lin ang="5400000" scaled="1"/>
          </a:gradFill>
          <a:ln w="38100" cap="sq">
            <a:solidFill>
              <a:srgbClr val="C0192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err="1">
                <a:solidFill>
                  <a:srgbClr val="002060"/>
                </a:solidFill>
              </a:rPr>
              <a:t>int</a:t>
            </a:r>
            <a:r>
              <a:rPr lang="en-US" altLang="zh-CN" sz="2000" b="1" dirty="0">
                <a:solidFill>
                  <a:srgbClr val="002060"/>
                </a:solidFill>
              </a:rPr>
              <a:t> add (</a:t>
            </a:r>
            <a:r>
              <a:rPr lang="en-US" altLang="zh-CN" sz="2000" b="1" dirty="0" err="1">
                <a:solidFill>
                  <a:srgbClr val="002060"/>
                </a:solidFill>
              </a:rPr>
              <a:t>int</a:t>
            </a:r>
            <a:r>
              <a:rPr lang="en-US" altLang="zh-CN" sz="2000" b="1" dirty="0">
                <a:solidFill>
                  <a:srgbClr val="002060"/>
                </a:solidFill>
              </a:rPr>
              <a:t> x, </a:t>
            </a:r>
            <a:r>
              <a:rPr lang="en-US" altLang="zh-CN" sz="2000" b="1" dirty="0" err="1">
                <a:solidFill>
                  <a:srgbClr val="002060"/>
                </a:solidFill>
              </a:rPr>
              <a:t>int</a:t>
            </a:r>
            <a:r>
              <a:rPr lang="en-US" altLang="zh-CN" sz="2000" b="1" dirty="0">
                <a:solidFill>
                  <a:srgbClr val="002060"/>
                </a:solidFill>
              </a:rPr>
              <a:t> y)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有效 </a:t>
            </a:r>
          </a:p>
          <a:p>
            <a:r>
              <a:rPr lang="en-US" altLang="zh-CN" sz="2000" b="1" dirty="0">
                <a:solidFill>
                  <a:srgbClr val="002060"/>
                </a:solidFill>
              </a:rPr>
              <a:t>{  return (x + y);  }</a:t>
            </a:r>
          </a:p>
          <a:p>
            <a:endParaRPr lang="en-US" altLang="zh-CN" sz="2000" b="1" dirty="0">
              <a:solidFill>
                <a:schemeClr val="accent2"/>
              </a:solidFill>
            </a:endParaRPr>
          </a:p>
          <a:p>
            <a:r>
              <a:rPr lang="en-US" altLang="zh-CN" sz="2000" b="1" dirty="0" err="1">
                <a:solidFill>
                  <a:srgbClr val="990033"/>
                </a:solidFill>
              </a:rPr>
              <a:t>int</a:t>
            </a:r>
            <a:r>
              <a:rPr lang="en-US" altLang="zh-CN" sz="2000" b="1" dirty="0">
                <a:solidFill>
                  <a:srgbClr val="990033"/>
                </a:solidFill>
              </a:rPr>
              <a:t> main ( ) </a:t>
            </a:r>
          </a:p>
          <a:p>
            <a:r>
              <a:rPr lang="en-US" altLang="zh-CN" sz="2000" b="1" dirty="0"/>
              <a:t>{</a:t>
            </a:r>
          </a:p>
          <a:p>
            <a:r>
              <a:rPr lang="en-US" altLang="zh-CN" sz="2000" b="1" dirty="0">
                <a:solidFill>
                  <a:schemeClr val="accent2"/>
                </a:solidFill>
              </a:rPr>
              <a:t>    </a:t>
            </a:r>
            <a:r>
              <a:rPr lang="en-US" altLang="zh-CN" sz="2000" b="1" dirty="0" err="1">
                <a:solidFill>
                  <a:srgbClr val="002060"/>
                </a:solidFill>
              </a:rPr>
              <a:t>int</a:t>
            </a:r>
            <a:r>
              <a:rPr lang="en-US" altLang="zh-CN" sz="2000" b="1" dirty="0">
                <a:solidFill>
                  <a:srgbClr val="002060"/>
                </a:solidFill>
              </a:rPr>
              <a:t> a, b, c;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有效 </a:t>
            </a:r>
          </a:p>
          <a:p>
            <a:r>
              <a:rPr lang="zh-CN" altLang="en-US" sz="2000" b="1" dirty="0">
                <a:solidFill>
                  <a:srgbClr val="002060"/>
                </a:solidFill>
              </a:rPr>
              <a:t>    </a:t>
            </a:r>
            <a:r>
              <a:rPr lang="en-US" altLang="zh-CN" sz="2000" b="1" dirty="0" err="1">
                <a:solidFill>
                  <a:srgbClr val="002060"/>
                </a:solidFill>
              </a:rPr>
              <a:t>scanf</a:t>
            </a:r>
            <a:r>
              <a:rPr lang="en-US" altLang="zh-CN" sz="2000" b="1" dirty="0">
                <a:solidFill>
                  <a:srgbClr val="002060"/>
                </a:solidFill>
              </a:rPr>
              <a:t>("%</a:t>
            </a:r>
            <a:r>
              <a:rPr lang="en-US" altLang="zh-CN" sz="2000" b="1" dirty="0" err="1">
                <a:solidFill>
                  <a:srgbClr val="002060"/>
                </a:solidFill>
              </a:rPr>
              <a:t>d%d</a:t>
            </a:r>
            <a:r>
              <a:rPr lang="en-US" altLang="zh-CN" sz="2000" b="1" dirty="0">
                <a:solidFill>
                  <a:srgbClr val="002060"/>
                </a:solidFill>
              </a:rPr>
              <a:t>", a, b); </a:t>
            </a:r>
          </a:p>
          <a:p>
            <a:r>
              <a:rPr lang="en-US" altLang="zh-CN" sz="2000" b="1" dirty="0">
                <a:solidFill>
                  <a:srgbClr val="002060"/>
                </a:solidFill>
              </a:rPr>
              <a:t>    </a:t>
            </a:r>
            <a:r>
              <a:rPr lang="en-US" altLang="zh-CN" sz="2000" b="1" dirty="0" err="1">
                <a:solidFill>
                  <a:srgbClr val="002060"/>
                </a:solidFill>
              </a:rPr>
              <a:t>printf</a:t>
            </a:r>
            <a:r>
              <a:rPr lang="en-US" altLang="zh-CN" sz="2000" b="1" dirty="0">
                <a:solidFill>
                  <a:srgbClr val="002060"/>
                </a:solidFill>
              </a:rPr>
              <a:t>("a + b = %d\n"</a:t>
            </a:r>
            <a:r>
              <a:rPr lang="zh-CN" altLang="en-US" sz="2000" b="1" dirty="0">
                <a:solidFill>
                  <a:srgbClr val="002060"/>
                </a:solidFill>
              </a:rPr>
              <a:t>，</a:t>
            </a:r>
            <a:r>
              <a:rPr lang="en-US" altLang="zh-CN" sz="2000" b="1" dirty="0">
                <a:solidFill>
                  <a:srgbClr val="002060"/>
                </a:solidFill>
              </a:rPr>
              <a:t>add (a, b)); </a:t>
            </a:r>
          </a:p>
          <a:p>
            <a:r>
              <a:rPr lang="en-US" altLang="zh-CN" sz="2000" b="1" dirty="0"/>
              <a:t>    return 0;</a:t>
            </a:r>
          </a:p>
          <a:p>
            <a:r>
              <a:rPr lang="en-US" altLang="zh-CN" sz="2000" dirty="0"/>
              <a:t>}</a:t>
            </a:r>
          </a:p>
        </p:txBody>
      </p:sp>
      <p:grpSp>
        <p:nvGrpSpPr>
          <p:cNvPr id="1041430" name="Group 22"/>
          <p:cNvGrpSpPr>
            <a:grpSpLocks/>
          </p:cNvGrpSpPr>
          <p:nvPr/>
        </p:nvGrpSpPr>
        <p:grpSpPr bwMode="auto">
          <a:xfrm rot="20970584">
            <a:off x="6319068" y="2018699"/>
            <a:ext cx="2804344" cy="1125809"/>
            <a:chOff x="3651" y="1624"/>
            <a:chExt cx="1449" cy="627"/>
          </a:xfrm>
        </p:grpSpPr>
        <p:sp>
          <p:nvSpPr>
            <p:cNvPr id="1041431" name="AutoShape 23"/>
            <p:cNvSpPr>
              <a:spLocks noChangeArrowheads="1"/>
            </p:cNvSpPr>
            <p:nvPr/>
          </p:nvSpPr>
          <p:spPr bwMode="auto">
            <a:xfrm rot="2691756">
              <a:off x="3651" y="1661"/>
              <a:ext cx="1088" cy="590"/>
            </a:xfrm>
            <a:prstGeom prst="curvedDownArrow">
              <a:avLst>
                <a:gd name="adj1" fmla="val 24844"/>
                <a:gd name="adj2" fmla="val 73763"/>
                <a:gd name="adj3" fmla="val 33333"/>
              </a:avLst>
            </a:prstGeom>
            <a:gradFill rotWithShape="1">
              <a:gsLst>
                <a:gs pos="0">
                  <a:srgbClr val="0070C0"/>
                </a:gs>
                <a:gs pos="100000">
                  <a:srgbClr val="002060">
                    <a:alpha val="50000"/>
                  </a:srgbClr>
                </a:gs>
              </a:gsLst>
              <a:lin ang="5400000" scaled="1"/>
            </a:gra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41432" name="Rectangle 24"/>
            <p:cNvSpPr>
              <a:spLocks noChangeArrowheads="1"/>
            </p:cNvSpPr>
            <p:nvPr/>
          </p:nvSpPr>
          <p:spPr bwMode="auto">
            <a:xfrm>
              <a:off x="4465" y="1624"/>
              <a:ext cx="635" cy="394"/>
            </a:xfrm>
            <a:prstGeom prst="rect">
              <a:avLst/>
            </a:prstGeom>
            <a:noFill/>
            <a:ln w="9525">
              <a:noFill/>
              <a:miter lim="800000"/>
              <a:headEnd/>
              <a:tailEnd/>
            </a:ln>
            <a:effectLst/>
          </p:spPr>
          <p:txBody>
            <a:bodyPr>
              <a:spAutoFit/>
            </a:bodyPr>
            <a:lstStyle/>
            <a:p>
              <a:r>
                <a:rPr lang="zh-CN" altLang="en-US" sz="2000" b="1" dirty="0">
                  <a:solidFill>
                    <a:srgbClr val="C01920"/>
                  </a:solidFill>
                  <a:latin typeface="+mn-lt"/>
                  <a:ea typeface="楷体" pitchFamily="49" charset="-122"/>
                </a:rPr>
                <a:t>预编译处理后</a:t>
              </a:r>
            </a:p>
          </p:txBody>
        </p:sp>
      </p:gr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1415">
                                            <p:txEl>
                                              <p:pRg st="0" end="0"/>
                                            </p:txEl>
                                          </p:spTgt>
                                        </p:tgtEl>
                                        <p:attrNameLst>
                                          <p:attrName>style.visibility</p:attrName>
                                        </p:attrNameLst>
                                      </p:cBhvr>
                                      <p:to>
                                        <p:strVal val="visible"/>
                                      </p:to>
                                    </p:set>
                                    <p:anim calcmode="lin" valueType="num">
                                      <p:cBhvr additive="base">
                                        <p:cTn id="7" dur="500" fill="hold"/>
                                        <p:tgtEl>
                                          <p:spTgt spid="10414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14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1416"/>
                                        </p:tgtEl>
                                        <p:attrNameLst>
                                          <p:attrName>style.visibility</p:attrName>
                                        </p:attrNameLst>
                                      </p:cBhvr>
                                      <p:to>
                                        <p:strVal val="visible"/>
                                      </p:to>
                                    </p:set>
                                    <p:anim calcmode="lin" valueType="num">
                                      <p:cBhvr additive="base">
                                        <p:cTn id="13" dur="500" fill="hold"/>
                                        <p:tgtEl>
                                          <p:spTgt spid="1041416"/>
                                        </p:tgtEl>
                                        <p:attrNameLst>
                                          <p:attrName>ppt_x</p:attrName>
                                        </p:attrNameLst>
                                      </p:cBhvr>
                                      <p:tavLst>
                                        <p:tav tm="0">
                                          <p:val>
                                            <p:strVal val="0-#ppt_w/2"/>
                                          </p:val>
                                        </p:tav>
                                        <p:tav tm="100000">
                                          <p:val>
                                            <p:strVal val="#ppt_x"/>
                                          </p:val>
                                        </p:tav>
                                      </p:tavLst>
                                    </p:anim>
                                    <p:anim calcmode="lin" valueType="num">
                                      <p:cBhvr additive="base">
                                        <p:cTn id="14" dur="500" fill="hold"/>
                                        <p:tgtEl>
                                          <p:spTgt spid="10414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41417"/>
                                        </p:tgtEl>
                                        <p:attrNameLst>
                                          <p:attrName>style.visibility</p:attrName>
                                        </p:attrNameLst>
                                      </p:cBhvr>
                                      <p:to>
                                        <p:strVal val="visible"/>
                                      </p:to>
                                    </p:set>
                                    <p:animEffect transition="in" filter="box(out)">
                                      <p:cBhvr>
                                        <p:cTn id="19" dur="500"/>
                                        <p:tgtEl>
                                          <p:spTgt spid="1041417"/>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1041418"/>
                                        </p:tgtEl>
                                        <p:attrNameLst>
                                          <p:attrName>style.visibility</p:attrName>
                                        </p:attrNameLst>
                                      </p:cBhvr>
                                      <p:to>
                                        <p:strVal val="visible"/>
                                      </p:to>
                                    </p:set>
                                    <p:animEffect transition="in" filter="strips(downLeft)">
                                      <p:cBhvr>
                                        <p:cTn id="24" dur="500"/>
                                        <p:tgtEl>
                                          <p:spTgt spid="1041418"/>
                                        </p:tgtEl>
                                      </p:cBhvr>
                                    </p:animEffect>
                                  </p:childTnLst>
                                  <p:subTnLst>
                                    <p:set>
                                      <p:cBhvr override="childStyle">
                                        <p:cTn dur="1" fill="hold" display="0" masterRel="nextClick" afterEffect="1"/>
                                        <p:tgtEl>
                                          <p:spTgt spid="1041418"/>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5" name="laser.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041419"/>
                                        </p:tgtEl>
                                        <p:attrNameLst>
                                          <p:attrName>style.visibility</p:attrName>
                                        </p:attrNameLst>
                                      </p:cBhvr>
                                      <p:to>
                                        <p:strVal val="visible"/>
                                      </p:to>
                                    </p:set>
                                    <p:animEffect transition="in" filter="strips(downLeft)">
                                      <p:cBhvr>
                                        <p:cTn id="29" dur="500"/>
                                        <p:tgtEl>
                                          <p:spTgt spid="1041419"/>
                                        </p:tgtEl>
                                      </p:cBhvr>
                                    </p:animEffect>
                                  </p:childTnLst>
                                  <p:subTnLst>
                                    <p:set>
                                      <p:cBhvr override="childStyle">
                                        <p:cTn dur="1" fill="hold" display="0" masterRel="nextClick" afterEffect="1"/>
                                        <p:tgtEl>
                                          <p:spTgt spid="1041419"/>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5" name="laser.wav"/>
                                        </p:tgtEl>
                                      </p:cMediaNode>
                                    </p:audio>
                                  </p:sub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041422"/>
                                        </p:tgtEl>
                                        <p:attrNameLst>
                                          <p:attrName>style.visibility</p:attrName>
                                        </p:attrNameLst>
                                      </p:cBhvr>
                                      <p:to>
                                        <p:strVal val="visible"/>
                                      </p:to>
                                    </p:set>
                                    <p:anim calcmode="lin" valueType="num">
                                      <p:cBhvr additive="base">
                                        <p:cTn id="34" dur="500" fill="hold"/>
                                        <p:tgtEl>
                                          <p:spTgt spid="1041422"/>
                                        </p:tgtEl>
                                        <p:attrNameLst>
                                          <p:attrName>ppt_x</p:attrName>
                                        </p:attrNameLst>
                                      </p:cBhvr>
                                      <p:tavLst>
                                        <p:tav tm="0">
                                          <p:val>
                                            <p:strVal val="0-#ppt_w/2"/>
                                          </p:val>
                                        </p:tav>
                                        <p:tav tm="100000">
                                          <p:val>
                                            <p:strVal val="#ppt_x"/>
                                          </p:val>
                                        </p:tav>
                                      </p:tavLst>
                                    </p:anim>
                                    <p:anim calcmode="lin" valueType="num">
                                      <p:cBhvr additive="base">
                                        <p:cTn id="35" dur="500" fill="hold"/>
                                        <p:tgtEl>
                                          <p:spTgt spid="10414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4" name="whoosh.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41421"/>
                                        </p:tgtEl>
                                        <p:attrNameLst>
                                          <p:attrName>style.visibility</p:attrName>
                                        </p:attrNameLst>
                                      </p:cBhvr>
                                      <p:to>
                                        <p:strVal val="visible"/>
                                      </p:to>
                                    </p:set>
                                    <p:animEffect transition="in" filter="box(out)">
                                      <p:cBhvr>
                                        <p:cTn id="40" dur="500"/>
                                        <p:tgtEl>
                                          <p:spTgt spid="1041421"/>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41428"/>
                                        </p:tgtEl>
                                        <p:attrNameLst>
                                          <p:attrName>style.visibility</p:attrName>
                                        </p:attrNameLst>
                                      </p:cBhvr>
                                      <p:to>
                                        <p:strVal val="visible"/>
                                      </p:to>
                                    </p:set>
                                    <p:animEffect transition="in" filter="box(out)">
                                      <p:cBhvr>
                                        <p:cTn id="45" dur="500"/>
                                        <p:tgtEl>
                                          <p:spTgt spid="1041428"/>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18" presetClass="entr" presetSubtype="6" fill="hold" nodeType="clickEffect">
                                  <p:stCondLst>
                                    <p:cond delay="0"/>
                                  </p:stCondLst>
                                  <p:childTnLst>
                                    <p:set>
                                      <p:cBhvr>
                                        <p:cTn id="49" dur="1" fill="hold">
                                          <p:stCondLst>
                                            <p:cond delay="0"/>
                                          </p:stCondLst>
                                        </p:cTn>
                                        <p:tgtEl>
                                          <p:spTgt spid="1041430"/>
                                        </p:tgtEl>
                                        <p:attrNameLst>
                                          <p:attrName>style.visibility</p:attrName>
                                        </p:attrNameLst>
                                      </p:cBhvr>
                                      <p:to>
                                        <p:strVal val="visible"/>
                                      </p:to>
                                    </p:set>
                                    <p:animEffect transition="in" filter="strips(downRight)">
                                      <p:cBhvr>
                                        <p:cTn id="50" dur="500"/>
                                        <p:tgtEl>
                                          <p:spTgt spid="1041430"/>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par>
                          <p:cTn id="51" fill="hold">
                            <p:stCondLst>
                              <p:cond delay="500"/>
                            </p:stCondLst>
                            <p:childTnLst>
                              <p:par>
                                <p:cTn id="52" presetID="4" presetClass="entr" presetSubtype="32" fill="hold" grpId="0" nodeType="afterEffect">
                                  <p:stCondLst>
                                    <p:cond delay="0"/>
                                  </p:stCondLst>
                                  <p:childTnLst>
                                    <p:set>
                                      <p:cBhvr>
                                        <p:cTn id="53" dur="1" fill="hold">
                                          <p:stCondLst>
                                            <p:cond delay="0"/>
                                          </p:stCondLst>
                                        </p:cTn>
                                        <p:tgtEl>
                                          <p:spTgt spid="1041429"/>
                                        </p:tgtEl>
                                        <p:attrNameLst>
                                          <p:attrName>style.visibility</p:attrName>
                                        </p:attrNameLst>
                                      </p:cBhvr>
                                      <p:to>
                                        <p:strVal val="visible"/>
                                      </p:to>
                                    </p:set>
                                    <p:animEffect transition="in" filter="box(out)">
                                      <p:cBhvr>
                                        <p:cTn id="54" dur="500"/>
                                        <p:tgtEl>
                                          <p:spTgt spid="1041429"/>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1416" grpId="0"/>
      <p:bldP spid="1041417" grpId="0" animBg="1"/>
      <p:bldP spid="1041418" grpId="0" animBg="1"/>
      <p:bldP spid="1041419" grpId="0" animBg="1"/>
      <p:bldP spid="1041421" grpId="0"/>
      <p:bldP spid="1041422" grpId="0"/>
      <p:bldP spid="1041428" grpId="0" animBg="1"/>
      <p:bldP spid="104142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2437" name="Rectangle 5"/>
          <p:cNvSpPr>
            <a:spLocks noChangeArrowheads="1"/>
          </p:cNvSpPr>
          <p:nvPr/>
        </p:nvSpPr>
        <p:spPr bwMode="auto">
          <a:xfrm>
            <a:off x="674391" y="952644"/>
            <a:ext cx="4020652" cy="523220"/>
          </a:xfrm>
          <a:prstGeom prst="rect">
            <a:avLst/>
          </a:prstGeom>
          <a:noFill/>
          <a:ln w="9525">
            <a:noFill/>
            <a:miter lim="800000"/>
            <a:headEnd/>
            <a:tailEnd/>
          </a:ln>
          <a:effectLst/>
        </p:spPr>
        <p:txBody>
          <a:bodyPr wrap="none" anchor="ctr">
            <a:spAutoFit/>
          </a:bodyPr>
          <a:lstStyle/>
          <a:p>
            <a:pPr>
              <a:tabLst>
                <a:tab pos="457200" algn="l"/>
              </a:tabLst>
            </a:pPr>
            <a:r>
              <a:rPr lang="en-US" altLang="zh-CN" sz="2800" b="1" dirty="0">
                <a:solidFill>
                  <a:srgbClr val="C01920"/>
                </a:solidFill>
                <a:ea typeface="楷体_GB2312" pitchFamily="49" charset="-122"/>
              </a:rPr>
              <a:t>3</a:t>
            </a:r>
            <a:r>
              <a:rPr lang="zh-CN" altLang="en-US" sz="2800" b="1" dirty="0">
                <a:solidFill>
                  <a:srgbClr val="C01920"/>
                </a:solidFill>
                <a:ea typeface="楷体_GB2312" pitchFamily="49" charset="-122"/>
              </a:rPr>
              <a:t>、</a:t>
            </a:r>
            <a:r>
              <a:rPr lang="en-US" altLang="zh-CN" sz="2800" b="1" dirty="0">
                <a:solidFill>
                  <a:srgbClr val="C01920"/>
                </a:solidFill>
                <a:ea typeface="楷体_GB2312" pitchFamily="49" charset="-122"/>
              </a:rPr>
              <a:t>#</a:t>
            </a:r>
            <a:r>
              <a:rPr lang="en-US" altLang="zh-CN" sz="2800" b="1" dirty="0" err="1">
                <a:solidFill>
                  <a:srgbClr val="C01920"/>
                </a:solidFill>
                <a:ea typeface="楷体_GB2312" pitchFamily="49" charset="-122"/>
              </a:rPr>
              <a:t>ifndef</a:t>
            </a:r>
            <a:r>
              <a:rPr lang="en-US" altLang="zh-CN" sz="2800" b="1" dirty="0">
                <a:solidFill>
                  <a:srgbClr val="C01920"/>
                </a:solidFill>
                <a:ea typeface="楷体_GB2312" pitchFamily="49" charset="-122"/>
              </a:rPr>
              <a:t> </a:t>
            </a:r>
            <a:r>
              <a:rPr lang="zh-CN" altLang="en-US" sz="2800" b="1" dirty="0">
                <a:solidFill>
                  <a:srgbClr val="C01920"/>
                </a:solidFill>
                <a:ea typeface="楷体_GB2312" pitchFamily="49" charset="-122"/>
              </a:rPr>
              <a:t>～ </a:t>
            </a:r>
            <a:r>
              <a:rPr lang="en-US" altLang="zh-CN" sz="2800" b="1" dirty="0">
                <a:solidFill>
                  <a:srgbClr val="C01920"/>
                </a:solidFill>
                <a:ea typeface="楷体_GB2312" pitchFamily="49" charset="-122"/>
              </a:rPr>
              <a:t>#endif</a:t>
            </a:r>
            <a:r>
              <a:rPr lang="zh-CN" altLang="en-US" sz="2800" b="1" dirty="0">
                <a:solidFill>
                  <a:srgbClr val="C01920"/>
                </a:solidFill>
                <a:latin typeface="楷体" panose="02010609060101010101" pitchFamily="49" charset="-122"/>
                <a:ea typeface="楷体" panose="02010609060101010101" pitchFamily="49" charset="-122"/>
              </a:rPr>
              <a:t>形式</a:t>
            </a:r>
          </a:p>
        </p:txBody>
      </p:sp>
      <p:sp>
        <p:nvSpPr>
          <p:cNvPr id="1042438" name="Text Box 6"/>
          <p:cNvSpPr txBox="1">
            <a:spLocks noChangeArrowheads="1"/>
          </p:cNvSpPr>
          <p:nvPr/>
        </p:nvSpPr>
        <p:spPr bwMode="auto">
          <a:xfrm>
            <a:off x="1105456" y="1561917"/>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格式：</a:t>
            </a:r>
          </a:p>
        </p:txBody>
      </p:sp>
      <p:sp>
        <p:nvSpPr>
          <p:cNvPr id="1042439" name="Text Box 7"/>
          <p:cNvSpPr txBox="1">
            <a:spLocks noChangeArrowheads="1"/>
          </p:cNvSpPr>
          <p:nvPr/>
        </p:nvSpPr>
        <p:spPr bwMode="auto">
          <a:xfrm>
            <a:off x="5159796" y="1561918"/>
            <a:ext cx="2592388" cy="2079625"/>
          </a:xfrm>
          <a:prstGeom prst="rect">
            <a:avLst/>
          </a:prstGeom>
          <a:gradFill rotWithShape="1">
            <a:gsLst>
              <a:gs pos="0">
                <a:srgbClr val="CCCCCC"/>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a:effectLst>
                  <a:outerShdw blurRad="38100" dist="38100" dir="2700000" algn="tl">
                    <a:srgbClr val="FFFFFF"/>
                  </a:outerShdw>
                </a:effectLst>
                <a:latin typeface="+mn-lt"/>
                <a:ea typeface="楷体" pitchFamily="49" charset="-122"/>
              </a:rPr>
              <a:t>#ifndef  </a:t>
            </a:r>
            <a:r>
              <a:rPr lang="zh-CN" altLang="en-US" b="1">
                <a:effectLst>
                  <a:outerShdw blurRad="38100" dist="38100" dir="2700000" algn="tl">
                    <a:srgbClr val="FFFFFF"/>
                  </a:outerShdw>
                </a:effectLst>
                <a:latin typeface="+mn-lt"/>
                <a:ea typeface="楷体" pitchFamily="49" charset="-122"/>
              </a:rPr>
              <a:t>宏名</a:t>
            </a:r>
          </a:p>
          <a:p>
            <a:r>
              <a:rPr lang="zh-CN" altLang="en-US" b="1">
                <a:effectLst>
                  <a:outerShdw blurRad="38100" dist="38100" dir="2700000" algn="tl">
                    <a:srgbClr val="FFFFFF"/>
                  </a:outerShdw>
                </a:effectLst>
                <a:latin typeface="+mn-lt"/>
                <a:ea typeface="楷体" pitchFamily="49" charset="-122"/>
              </a:rPr>
              <a:t>           程序段</a:t>
            </a:r>
            <a:r>
              <a:rPr lang="en-US" altLang="zh-CN" b="1">
                <a:effectLst>
                  <a:outerShdw blurRad="38100" dist="38100" dir="2700000" algn="tl">
                    <a:srgbClr val="FFFFFF"/>
                  </a:outerShdw>
                </a:effectLst>
                <a:latin typeface="+mn-lt"/>
                <a:ea typeface="楷体" pitchFamily="49" charset="-122"/>
              </a:rPr>
              <a:t>1</a:t>
            </a:r>
          </a:p>
          <a:p>
            <a:r>
              <a:rPr lang="en-US" altLang="zh-CN" b="1">
                <a:effectLst>
                  <a:outerShdw blurRad="38100" dist="38100" dir="2700000" algn="tl">
                    <a:srgbClr val="FFFFFF"/>
                  </a:outerShdw>
                </a:effectLst>
                <a:latin typeface="+mn-lt"/>
                <a:ea typeface="楷体" pitchFamily="49" charset="-122"/>
              </a:rPr>
              <a:t>#else</a:t>
            </a:r>
          </a:p>
          <a:p>
            <a:r>
              <a:rPr lang="en-US" altLang="zh-CN" b="1">
                <a:effectLst>
                  <a:outerShdw blurRad="38100" dist="38100" dir="2700000" algn="tl">
                    <a:srgbClr val="FFFFFF"/>
                  </a:outerShdw>
                </a:effectLst>
                <a:latin typeface="+mn-lt"/>
                <a:ea typeface="楷体" pitchFamily="49" charset="-122"/>
              </a:rPr>
              <a:t>           </a:t>
            </a:r>
            <a:r>
              <a:rPr lang="zh-CN" altLang="en-US" b="1">
                <a:effectLst>
                  <a:outerShdw blurRad="38100" dist="38100" dir="2700000" algn="tl">
                    <a:srgbClr val="FFFFFF"/>
                  </a:outerShdw>
                </a:effectLst>
                <a:latin typeface="+mn-lt"/>
                <a:ea typeface="楷体" pitchFamily="49" charset="-122"/>
              </a:rPr>
              <a:t>程序段</a:t>
            </a:r>
            <a:r>
              <a:rPr lang="en-US" altLang="zh-CN" b="1">
                <a:effectLst>
                  <a:outerShdw blurRad="38100" dist="38100" dir="2700000" algn="tl">
                    <a:srgbClr val="FFFFFF"/>
                  </a:outerShdw>
                </a:effectLst>
                <a:latin typeface="+mn-lt"/>
                <a:ea typeface="楷体" pitchFamily="49" charset="-122"/>
              </a:rPr>
              <a:t>2</a:t>
            </a:r>
          </a:p>
          <a:p>
            <a:r>
              <a:rPr lang="en-US" altLang="zh-CN" b="1">
                <a:effectLst>
                  <a:outerShdw blurRad="38100" dist="38100" dir="2700000" algn="tl">
                    <a:srgbClr val="FFFFFF"/>
                  </a:outerShdw>
                </a:effectLst>
                <a:latin typeface="+mn-lt"/>
                <a:ea typeface="楷体" pitchFamily="49" charset="-122"/>
              </a:rPr>
              <a:t>#endif</a:t>
            </a:r>
          </a:p>
        </p:txBody>
      </p:sp>
      <p:sp>
        <p:nvSpPr>
          <p:cNvPr id="1042442" name="Rectangle 10"/>
          <p:cNvSpPr>
            <a:spLocks noChangeArrowheads="1"/>
          </p:cNvSpPr>
          <p:nvPr/>
        </p:nvSpPr>
        <p:spPr bwMode="auto">
          <a:xfrm>
            <a:off x="707108" y="3794264"/>
            <a:ext cx="10501460" cy="461665"/>
          </a:xfrm>
          <a:prstGeom prst="rect">
            <a:avLst/>
          </a:prstGeom>
          <a:noFill/>
          <a:ln w="9525">
            <a:noFill/>
            <a:miter lim="800000"/>
            <a:headEnd/>
            <a:tailEnd/>
          </a:ln>
          <a:effectLst/>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如果宏名没被</a:t>
            </a:r>
            <a:r>
              <a:rPr lang="en-US" altLang="zh-CN" b="1" dirty="0">
                <a:effectLst>
                  <a:outerShdw blurRad="38100" dist="38100" dir="2700000" algn="tl">
                    <a:srgbClr val="FFFFFF"/>
                  </a:outerShdw>
                </a:effectLst>
                <a:latin typeface="+mn-lt"/>
                <a:ea typeface="楷体" pitchFamily="49" charset="-122"/>
              </a:rPr>
              <a:t>#define</a:t>
            </a:r>
            <a:r>
              <a:rPr lang="zh-CN" altLang="en-US" b="1" dirty="0">
                <a:effectLst>
                  <a:outerShdw blurRad="38100" dist="38100" dir="2700000" algn="tl">
                    <a:srgbClr val="FFFFFF"/>
                  </a:outerShdw>
                </a:effectLst>
                <a:latin typeface="+mn-lt"/>
                <a:ea typeface="楷体" pitchFamily="49" charset="-122"/>
              </a:rPr>
              <a:t>行定义，则编译程序段</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，否则编译程序段</a:t>
            </a:r>
            <a:r>
              <a:rPr lang="en-US" altLang="zh-CN" b="1" dirty="0">
                <a:effectLst>
                  <a:outerShdw blurRad="38100" dist="38100" dir="2700000" algn="tl">
                    <a:srgbClr val="FFFFFF"/>
                  </a:outerShdw>
                </a:effectLst>
                <a:latin typeface="+mn-lt"/>
                <a:ea typeface="楷体" pitchFamily="49" charset="-122"/>
              </a:rPr>
              <a:t>2</a:t>
            </a:r>
            <a:r>
              <a:rPr lang="en-US" altLang="zh-CN" dirty="0">
                <a:latin typeface="+mn-lt"/>
                <a:ea typeface="楷体" pitchFamily="49" charset="-122"/>
              </a:rPr>
              <a:t> </a:t>
            </a:r>
            <a:r>
              <a:rPr lang="zh-CN" altLang="en-US" dirty="0">
                <a:latin typeface="+mn-lt"/>
                <a:ea typeface="楷体" pitchFamily="49" charset="-122"/>
              </a:rPr>
              <a:t>。</a:t>
            </a:r>
            <a:endParaRPr lang="en-US" altLang="zh-CN" dirty="0">
              <a:latin typeface="+mn-lt"/>
              <a:ea typeface="楷体" pitchFamily="49" charset="-122"/>
            </a:endParaRPr>
          </a:p>
        </p:txBody>
      </p:sp>
      <p:sp>
        <p:nvSpPr>
          <p:cNvPr id="1042443" name="Text Box 11"/>
          <p:cNvSpPr txBox="1">
            <a:spLocks noChangeArrowheads="1"/>
          </p:cNvSpPr>
          <p:nvPr/>
        </p:nvSpPr>
        <p:spPr bwMode="auto">
          <a:xfrm>
            <a:off x="1106508" y="3395479"/>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作用：</a:t>
            </a:r>
          </a:p>
        </p:txBody>
      </p:sp>
      <p:sp>
        <p:nvSpPr>
          <p:cNvPr id="1042449" name="Rectangle 17"/>
          <p:cNvSpPr>
            <a:spLocks noChangeArrowheads="1"/>
          </p:cNvSpPr>
          <p:nvPr/>
        </p:nvSpPr>
        <p:spPr bwMode="auto">
          <a:xfrm>
            <a:off x="1116663" y="4298320"/>
            <a:ext cx="10379937" cy="1938992"/>
          </a:xfrm>
          <a:prstGeom prst="rect">
            <a:avLst/>
          </a:prstGeom>
          <a:noFill/>
          <a:ln w="9525">
            <a:noFill/>
            <a:miter lim="800000"/>
            <a:headEnd/>
            <a:tailEnd/>
          </a:ln>
          <a:effectLst/>
        </p:spPr>
        <p:txBody>
          <a:bodyPr wrap="square" anchor="ctr">
            <a:spAutoFit/>
          </a:bodyPr>
          <a:lstStyle/>
          <a:p>
            <a:pPr>
              <a:tabLst>
                <a:tab pos="533400" algn="l"/>
              </a:tabLst>
            </a:pPr>
            <a:r>
              <a:rPr lang="zh-CN" altLang="en-US" b="1" u="sng" dirty="0">
                <a:solidFill>
                  <a:srgbClr val="C01920"/>
                </a:solidFill>
                <a:latin typeface="隶书" pitchFamily="49" charset="-122"/>
                <a:ea typeface="隶书" pitchFamily="49" charset="-122"/>
              </a:rPr>
              <a:t>条件编译与分支语句二者之间的差别：</a:t>
            </a:r>
            <a:endParaRPr lang="zh-CN" altLang="en-US" b="1" dirty="0">
              <a:solidFill>
                <a:srgbClr val="C01920"/>
              </a:solidFill>
              <a:latin typeface="隶书" pitchFamily="49" charset="-122"/>
              <a:ea typeface="隶书" pitchFamily="49" charset="-122"/>
            </a:endParaRPr>
          </a:p>
          <a:p>
            <a:pPr marL="342900" indent="-342900">
              <a:buClr>
                <a:srgbClr val="C01920"/>
              </a:buClr>
              <a:buFont typeface="Wingdings" panose="05000000000000000000" pitchFamily="2" charset="2"/>
              <a:buChar char="Ø"/>
              <a:tabLst>
                <a:tab pos="533400" algn="l"/>
              </a:tabLst>
            </a:pPr>
            <a:r>
              <a:rPr lang="zh-CN" altLang="en-US" b="1" dirty="0">
                <a:effectLst>
                  <a:outerShdw blurRad="38100" dist="38100" dir="2700000" algn="tl">
                    <a:srgbClr val="FFFFFF"/>
                  </a:outerShdw>
                </a:effectLst>
                <a:latin typeface="+mn-lt"/>
                <a:ea typeface="楷体" pitchFamily="49" charset="-122"/>
              </a:rPr>
              <a:t>条件编译是在预编译时处理；而条件语句则是在程序运行时处理。</a:t>
            </a:r>
          </a:p>
          <a:p>
            <a:pPr marL="342900" indent="-342900">
              <a:buClr>
                <a:srgbClr val="C01920"/>
              </a:buClr>
              <a:buFont typeface="Wingdings" panose="05000000000000000000" pitchFamily="2" charset="2"/>
              <a:buChar char="Ø"/>
              <a:tabLst>
                <a:tab pos="533400" algn="l"/>
              </a:tabLst>
            </a:pPr>
            <a:r>
              <a:rPr lang="zh-CN" altLang="en-US" b="1" dirty="0">
                <a:effectLst>
                  <a:outerShdw blurRad="38100" dist="38100" dir="2700000" algn="tl">
                    <a:srgbClr val="FFFFFF"/>
                  </a:outerShdw>
                </a:effectLst>
                <a:latin typeface="+mn-lt"/>
                <a:ea typeface="楷体" pitchFamily="49" charset="-122"/>
              </a:rPr>
              <a:t>条件编译中的条件不可以包含变量名，只能是常量表达式（通常包含宏名），可以不加括号；而条件语句中的条件是条件表达式，可以包含变量或函数等，并且必须加括号。 </a:t>
            </a:r>
          </a:p>
        </p:txBody>
      </p:sp>
      <p:sp>
        <p:nvSpPr>
          <p:cNvPr id="1042450" name="Rectangle 18" descr="信纸"/>
          <p:cNvSpPr>
            <a:spLocks noChangeArrowheads="1"/>
          </p:cNvSpPr>
          <p:nvPr/>
        </p:nvSpPr>
        <p:spPr bwMode="auto">
          <a:xfrm>
            <a:off x="3107800" y="4724401"/>
            <a:ext cx="3382963" cy="1958975"/>
          </a:xfrm>
          <a:prstGeom prst="rect">
            <a:avLst/>
          </a:prstGeom>
          <a:gradFill>
            <a:gsLst>
              <a:gs pos="0">
                <a:srgbClr val="CCCCCC"/>
              </a:gs>
              <a:gs pos="100000">
                <a:schemeClr val="bg1">
                  <a:lumMod val="95000"/>
                </a:scheme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zh-CN" altLang="en-US" sz="2000" b="1" dirty="0">
                <a:solidFill>
                  <a:srgbClr val="C01920"/>
                </a:solidFill>
                <a:latin typeface="隶书" pitchFamily="49" charset="-122"/>
                <a:ea typeface="隶书" pitchFamily="49" charset="-122"/>
              </a:rPr>
              <a:t>例如：</a:t>
            </a:r>
          </a:p>
          <a:p>
            <a:pPr indent="266700"/>
            <a:r>
              <a:rPr lang="en-US" altLang="zh-CN" sz="2000" b="1" dirty="0">
                <a:effectLst>
                  <a:outerShdw blurRad="38100" dist="38100" dir="2700000" algn="tl">
                    <a:srgbClr val="FFFFFF"/>
                  </a:outerShdw>
                </a:effectLst>
                <a:ea typeface="楷体_GB2312" pitchFamily="49" charset="-122"/>
              </a:rPr>
              <a:t>#define  N  10</a:t>
            </a:r>
          </a:p>
          <a:p>
            <a:pPr indent="266700"/>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NUM = 10;</a:t>
            </a:r>
          </a:p>
          <a:p>
            <a:pPr indent="266700"/>
            <a:r>
              <a:rPr lang="en-US" altLang="zh-CN" sz="2000" b="1" dirty="0">
                <a:effectLst>
                  <a:outerShdw blurRad="38100" dist="38100" dir="2700000" algn="tl">
                    <a:srgbClr val="FFFFFF"/>
                  </a:outerShdw>
                </a:effectLst>
                <a:ea typeface="楷体_GB2312" pitchFamily="49" charset="-122"/>
              </a:rPr>
              <a:t>#if  NUM == 10</a:t>
            </a:r>
          </a:p>
          <a:p>
            <a:pPr indent="266700"/>
            <a:r>
              <a:rPr lang="en-US" altLang="zh-CN" sz="2000" b="1" dirty="0">
                <a:effectLst>
                  <a:outerShdw blurRad="38100" dist="38100" dir="2700000" algn="tl">
                    <a:srgbClr val="FFFFFF"/>
                  </a:outerShdw>
                </a:effectLst>
                <a:ea typeface="楷体_GB2312" pitchFamily="49" charset="-122"/>
              </a:rPr>
              <a:t>      …</a:t>
            </a:r>
          </a:p>
          <a:p>
            <a:pPr indent="266700"/>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endif</a:t>
            </a:r>
            <a:endParaRPr lang="en-US" altLang="zh-CN" sz="2000" b="1" dirty="0">
              <a:effectLst>
                <a:outerShdw blurRad="38100" dist="38100" dir="2700000" algn="tl">
                  <a:srgbClr val="FFFFFF"/>
                </a:outerShdw>
              </a:effectLst>
              <a:ea typeface="楷体_GB2312" pitchFamily="49" charset="-122"/>
            </a:endParaRPr>
          </a:p>
        </p:txBody>
      </p:sp>
      <p:grpSp>
        <p:nvGrpSpPr>
          <p:cNvPr id="1042453" name="Group 21"/>
          <p:cNvGrpSpPr>
            <a:grpSpLocks/>
          </p:cNvGrpSpPr>
          <p:nvPr/>
        </p:nvGrpSpPr>
        <p:grpSpPr bwMode="auto">
          <a:xfrm>
            <a:off x="3244676" y="5259392"/>
            <a:ext cx="6591302" cy="1122363"/>
            <a:chOff x="1439" y="3313"/>
            <a:chExt cx="4152" cy="707"/>
          </a:xfrm>
        </p:grpSpPr>
        <p:sp>
          <p:nvSpPr>
            <p:cNvPr id="1042451" name="Oval 19"/>
            <p:cNvSpPr>
              <a:spLocks noChangeArrowheads="1"/>
            </p:cNvSpPr>
            <p:nvPr/>
          </p:nvSpPr>
          <p:spPr bwMode="auto">
            <a:xfrm>
              <a:off x="1439" y="3572"/>
              <a:ext cx="1270" cy="226"/>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42452" name="AutoShape 20"/>
            <p:cNvSpPr>
              <a:spLocks/>
            </p:cNvSpPr>
            <p:nvPr/>
          </p:nvSpPr>
          <p:spPr bwMode="auto">
            <a:xfrm>
              <a:off x="4233" y="3313"/>
              <a:ext cx="1358" cy="707"/>
            </a:xfrm>
            <a:prstGeom prst="borderCallout2">
              <a:avLst>
                <a:gd name="adj1" fmla="val 10185"/>
                <a:gd name="adj2" fmla="val -3532"/>
                <a:gd name="adj3" fmla="val 10185"/>
                <a:gd name="adj4" fmla="val -54199"/>
                <a:gd name="adj5" fmla="val 45943"/>
                <a:gd name="adj6" fmla="val -116069"/>
              </a:avLst>
            </a:prstGeom>
            <a:gradFill rotWithShape="1">
              <a:gsLst>
                <a:gs pos="0">
                  <a:srgbClr val="CCCCCC"/>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p:spPr>
          <p:txBody>
            <a:bodyPr/>
            <a:lstStyle/>
            <a:p>
              <a:r>
                <a:rPr lang="en-US" altLang="zh-CN" dirty="0">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错误，</a:t>
              </a:r>
              <a:r>
                <a:rPr lang="en-US" altLang="zh-CN" sz="2000" b="1" dirty="0">
                  <a:effectLst>
                    <a:outerShdw blurRad="38100" dist="38100" dir="2700000" algn="tl">
                      <a:srgbClr val="FFFFFF"/>
                    </a:outerShdw>
                  </a:effectLst>
                  <a:latin typeface="+mn-lt"/>
                  <a:ea typeface="楷体" pitchFamily="49" charset="-122"/>
                </a:rPr>
                <a:t>NUM</a:t>
              </a:r>
              <a:r>
                <a:rPr lang="zh-CN" altLang="en-US" sz="2000" b="1" dirty="0">
                  <a:effectLst>
                    <a:outerShdw blurRad="38100" dist="38100" dir="2700000" algn="tl">
                      <a:srgbClr val="FFFFFF"/>
                    </a:outerShdw>
                  </a:effectLst>
                  <a:latin typeface="+mn-lt"/>
                  <a:ea typeface="楷体" pitchFamily="49" charset="-122"/>
                </a:rPr>
                <a:t>是变量。可改为： </a:t>
              </a:r>
            </a:p>
            <a:p>
              <a:r>
                <a:rPr lang="zh-CN" altLang="en-US" sz="2000" b="1" dirty="0">
                  <a:solidFill>
                    <a:srgbClr val="C01920"/>
                  </a:solidFill>
                  <a:latin typeface="+mn-lt"/>
                  <a:ea typeface="楷体" pitchFamily="49" charset="-122"/>
                </a:rPr>
                <a:t>    </a:t>
              </a:r>
              <a:r>
                <a:rPr lang="en-US" altLang="zh-CN" sz="2000" b="1" dirty="0">
                  <a:solidFill>
                    <a:srgbClr val="C01920"/>
                  </a:solidFill>
                  <a:latin typeface="+mn-lt"/>
                  <a:ea typeface="楷体" pitchFamily="49" charset="-122"/>
                </a:rPr>
                <a:t>#if  N == 10 </a:t>
              </a:r>
            </a:p>
          </p:txBody>
        </p:sp>
      </p:grpSp>
      <p:sp>
        <p:nvSpPr>
          <p:cNvPr id="15" name="Rectangle 4">
            <a:extLst>
              <a:ext uri="{FF2B5EF4-FFF2-40B4-BE49-F238E27FC236}">
                <a16:creationId xmlns:a16="http://schemas.microsoft.com/office/drawing/2014/main" id="{AB3C0222-C75A-4AA3-8986-52149503AFCD}"/>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条件编译</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2437">
                                            <p:txEl>
                                              <p:pRg st="0" end="0"/>
                                            </p:txEl>
                                          </p:spTgt>
                                        </p:tgtEl>
                                        <p:attrNameLst>
                                          <p:attrName>style.visibility</p:attrName>
                                        </p:attrNameLst>
                                      </p:cBhvr>
                                      <p:to>
                                        <p:strVal val="visible"/>
                                      </p:to>
                                    </p:set>
                                    <p:anim calcmode="lin" valueType="num">
                                      <p:cBhvr additive="base">
                                        <p:cTn id="7" dur="500" fill="hold"/>
                                        <p:tgtEl>
                                          <p:spTgt spid="104243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243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2438"/>
                                        </p:tgtEl>
                                        <p:attrNameLst>
                                          <p:attrName>style.visibility</p:attrName>
                                        </p:attrNameLst>
                                      </p:cBhvr>
                                      <p:to>
                                        <p:strVal val="visible"/>
                                      </p:to>
                                    </p:set>
                                    <p:anim calcmode="lin" valueType="num">
                                      <p:cBhvr additive="base">
                                        <p:cTn id="13" dur="500" fill="hold"/>
                                        <p:tgtEl>
                                          <p:spTgt spid="1042438"/>
                                        </p:tgtEl>
                                        <p:attrNameLst>
                                          <p:attrName>ppt_x</p:attrName>
                                        </p:attrNameLst>
                                      </p:cBhvr>
                                      <p:tavLst>
                                        <p:tav tm="0">
                                          <p:val>
                                            <p:strVal val="0-#ppt_w/2"/>
                                          </p:val>
                                        </p:tav>
                                        <p:tav tm="100000">
                                          <p:val>
                                            <p:strVal val="#ppt_x"/>
                                          </p:val>
                                        </p:tav>
                                      </p:tavLst>
                                    </p:anim>
                                    <p:anim calcmode="lin" valueType="num">
                                      <p:cBhvr additive="base">
                                        <p:cTn id="14" dur="500" fill="hold"/>
                                        <p:tgtEl>
                                          <p:spTgt spid="10424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42439"/>
                                        </p:tgtEl>
                                        <p:attrNameLst>
                                          <p:attrName>style.visibility</p:attrName>
                                        </p:attrNameLst>
                                      </p:cBhvr>
                                      <p:to>
                                        <p:strVal val="visible"/>
                                      </p:to>
                                    </p:set>
                                    <p:animEffect transition="in" filter="box(out)">
                                      <p:cBhvr>
                                        <p:cTn id="19" dur="500"/>
                                        <p:tgtEl>
                                          <p:spTgt spid="1042439"/>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42443"/>
                                        </p:tgtEl>
                                        <p:attrNameLst>
                                          <p:attrName>style.visibility</p:attrName>
                                        </p:attrNameLst>
                                      </p:cBhvr>
                                      <p:to>
                                        <p:strVal val="visible"/>
                                      </p:to>
                                    </p:set>
                                    <p:anim calcmode="lin" valueType="num">
                                      <p:cBhvr additive="base">
                                        <p:cTn id="24" dur="500" fill="hold"/>
                                        <p:tgtEl>
                                          <p:spTgt spid="1042443"/>
                                        </p:tgtEl>
                                        <p:attrNameLst>
                                          <p:attrName>ppt_x</p:attrName>
                                        </p:attrNameLst>
                                      </p:cBhvr>
                                      <p:tavLst>
                                        <p:tav tm="0">
                                          <p:val>
                                            <p:strVal val="0-#ppt_w/2"/>
                                          </p:val>
                                        </p:tav>
                                        <p:tav tm="100000">
                                          <p:val>
                                            <p:strVal val="#ppt_x"/>
                                          </p:val>
                                        </p:tav>
                                      </p:tavLst>
                                    </p:anim>
                                    <p:anim calcmode="lin" valueType="num">
                                      <p:cBhvr additive="base">
                                        <p:cTn id="25" dur="500" fill="hold"/>
                                        <p:tgtEl>
                                          <p:spTgt spid="104244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whoosh.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042442"/>
                                        </p:tgtEl>
                                        <p:attrNameLst>
                                          <p:attrName>style.visibility</p:attrName>
                                        </p:attrNameLst>
                                      </p:cBhvr>
                                      <p:to>
                                        <p:strVal val="visible"/>
                                      </p:to>
                                    </p:set>
                                    <p:animEffect transition="in" filter="box(out)">
                                      <p:cBhvr>
                                        <p:cTn id="30" dur="500"/>
                                        <p:tgtEl>
                                          <p:spTgt spid="1042442"/>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042449">
                                            <p:txEl>
                                              <p:pRg st="0" end="0"/>
                                            </p:txEl>
                                          </p:spTgt>
                                        </p:tgtEl>
                                        <p:attrNameLst>
                                          <p:attrName>style.visibility</p:attrName>
                                        </p:attrNameLst>
                                      </p:cBhvr>
                                      <p:to>
                                        <p:strVal val="visible"/>
                                      </p:to>
                                    </p:set>
                                    <p:animEffect transition="in" filter="box(out)">
                                      <p:cBhvr>
                                        <p:cTn id="35" dur="500"/>
                                        <p:tgtEl>
                                          <p:spTgt spid="1042449">
                                            <p:txEl>
                                              <p:pRg st="0" end="0"/>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1042449">
                                            <p:txEl>
                                              <p:pRg st="1" end="1"/>
                                            </p:txEl>
                                          </p:spTgt>
                                        </p:tgtEl>
                                        <p:attrNameLst>
                                          <p:attrName>style.visibility</p:attrName>
                                        </p:attrNameLst>
                                      </p:cBhvr>
                                      <p:to>
                                        <p:strVal val="visible"/>
                                      </p:to>
                                    </p:set>
                                    <p:anim calcmode="lin" valueType="num">
                                      <p:cBhvr additive="base">
                                        <p:cTn id="40" dur="500" fill="hold"/>
                                        <p:tgtEl>
                                          <p:spTgt spid="1042449">
                                            <p:txEl>
                                              <p:pRg st="1" end="1"/>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104244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1042449">
                                            <p:txEl>
                                              <p:pRg st="2" end="2"/>
                                            </p:txEl>
                                          </p:spTgt>
                                        </p:tgtEl>
                                        <p:attrNameLst>
                                          <p:attrName>style.visibility</p:attrName>
                                        </p:attrNameLst>
                                      </p:cBhvr>
                                      <p:to>
                                        <p:strVal val="visible"/>
                                      </p:to>
                                    </p:set>
                                    <p:anim calcmode="lin" valueType="num">
                                      <p:cBhvr additive="base">
                                        <p:cTn id="46" dur="500" fill="hold"/>
                                        <p:tgtEl>
                                          <p:spTgt spid="1042449">
                                            <p:txEl>
                                              <p:pRg st="2" end="2"/>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104244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042450"/>
                                        </p:tgtEl>
                                        <p:attrNameLst>
                                          <p:attrName>style.visibility</p:attrName>
                                        </p:attrNameLst>
                                      </p:cBhvr>
                                      <p:to>
                                        <p:strVal val="visible"/>
                                      </p:to>
                                    </p:set>
                                    <p:animEffect transition="in" filter="box(out)">
                                      <p:cBhvr>
                                        <p:cTn id="52" dur="500"/>
                                        <p:tgtEl>
                                          <p:spTgt spid="1042450"/>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3" fill="hold" nodeType="clickEffect">
                                  <p:stCondLst>
                                    <p:cond delay="0"/>
                                  </p:stCondLst>
                                  <p:childTnLst>
                                    <p:set>
                                      <p:cBhvr>
                                        <p:cTn id="56" dur="1" fill="hold">
                                          <p:stCondLst>
                                            <p:cond delay="0"/>
                                          </p:stCondLst>
                                        </p:cTn>
                                        <p:tgtEl>
                                          <p:spTgt spid="1042453"/>
                                        </p:tgtEl>
                                        <p:attrNameLst>
                                          <p:attrName>style.visibility</p:attrName>
                                        </p:attrNameLst>
                                      </p:cBhvr>
                                      <p:to>
                                        <p:strVal val="visible"/>
                                      </p:to>
                                    </p:set>
                                    <p:animEffect transition="in" filter="strips(upRight)">
                                      <p:cBhvr>
                                        <p:cTn id="57" dur="500"/>
                                        <p:tgtEl>
                                          <p:spTgt spid="1042453"/>
                                        </p:tgtEl>
                                      </p:cBhvr>
                                    </p:animEffect>
                                  </p:childTnLst>
                                  <p:subTnLst>
                                    <p:audio>
                                      <p:cMediaNode>
                                        <p:cTn display="0" masterRel="sameClick">
                                          <p:stCondLst>
                                            <p:cond evt="begin" delay="0">
                                              <p:tn val="55"/>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2438" grpId="0"/>
      <p:bldP spid="1042439" grpId="0" animBg="1"/>
      <p:bldP spid="1042442" grpId="0"/>
      <p:bldP spid="1042443" grpId="0"/>
      <p:bldP spid="1042450"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3466" name="Rectangle 10"/>
          <p:cNvSpPr>
            <a:spLocks noChangeArrowheads="1"/>
          </p:cNvSpPr>
          <p:nvPr/>
        </p:nvSpPr>
        <p:spPr bwMode="auto">
          <a:xfrm>
            <a:off x="695325" y="1720840"/>
            <a:ext cx="10878474" cy="341632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tabLst>
                <a:tab pos="533400" algn="l"/>
              </a:tabLst>
            </a:pPr>
            <a:endParaRPr lang="zh-CN" altLang="en-US" b="1" dirty="0">
              <a:solidFill>
                <a:srgbClr val="CC0000"/>
              </a:solidFill>
              <a:effectLst>
                <a:outerShdw blurRad="38100" dist="38100" dir="2700000" algn="tl">
                  <a:srgbClr val="000000"/>
                </a:outerShdw>
              </a:effectLst>
              <a:latin typeface="隶书" pitchFamily="49" charset="-122"/>
              <a:ea typeface="隶书" pitchFamily="49" charset="-122"/>
            </a:endParaRPr>
          </a:p>
          <a:p>
            <a:pPr marL="342900" indent="-342900">
              <a:buClr>
                <a:srgbClr val="C01920"/>
              </a:buClr>
              <a:buFont typeface="Wingdings" panose="05000000000000000000" pitchFamily="2" charset="2"/>
              <a:buChar char="l"/>
              <a:tabLst>
                <a:tab pos="533400" algn="l"/>
              </a:tabLst>
            </a:pPr>
            <a:r>
              <a:rPr lang="zh-CN" altLang="en-US" b="1" dirty="0">
                <a:effectLst>
                  <a:outerShdw blurRad="38100" dist="38100" dir="2700000" algn="tl">
                    <a:srgbClr val="FFFFFF"/>
                  </a:outerShdw>
                </a:effectLst>
                <a:latin typeface="+mn-lt"/>
                <a:ea typeface="楷体" pitchFamily="49" charset="-122"/>
              </a:rPr>
              <a:t>条件编译是将满足编译条件的程序代码进行编译生成目标代码，不满足编译条件的程序代码将不进行编译；而分支语句则是不管满足条件的代码，还是不满足条件的代码，都要编译生成目标代码（包括分支语句本身），所以如果用条件语句来代替条件编译命令，程序的目标代码将变长</a:t>
            </a:r>
            <a:r>
              <a:rPr lang="zh-CN" altLang="en-US" dirty="0">
                <a:latin typeface="+mn-lt"/>
                <a:ea typeface="楷体" pitchFamily="49" charset="-122"/>
              </a:rPr>
              <a:t>。</a:t>
            </a:r>
            <a:endParaRPr lang="en-US" altLang="zh-CN"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endParaRPr lang="en-US" altLang="zh-CN" dirty="0">
              <a:latin typeface="+mn-lt"/>
              <a:ea typeface="楷体" pitchFamily="49" charset="-122"/>
            </a:endParaRPr>
          </a:p>
          <a:p>
            <a:pPr>
              <a:buClr>
                <a:srgbClr val="C01920"/>
              </a:buClr>
              <a:tabLst>
                <a:tab pos="533400" algn="l"/>
              </a:tabLst>
            </a:pPr>
            <a:endParaRPr lang="en-US" altLang="zh-CN"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zh-CN" altLang="en-US" b="1" dirty="0">
                <a:effectLst>
                  <a:outerShdw blurRad="38100" dist="38100" dir="2700000" algn="tl">
                    <a:srgbClr val="FFFFFF"/>
                  </a:outerShdw>
                </a:effectLst>
                <a:latin typeface="+mn-lt"/>
                <a:ea typeface="楷体" pitchFamily="49" charset="-122"/>
              </a:rPr>
              <a:t>条件编译命令可以放在所有函数的外部，也可以放在某函数的内部；但分支语句只能出现在某函数内部。</a:t>
            </a:r>
          </a:p>
        </p:txBody>
      </p:sp>
      <p:graphicFrame>
        <p:nvGraphicFramePr>
          <p:cNvPr id="1044088" name="Group 632"/>
          <p:cNvGraphicFramePr>
            <a:graphicFrameLocks noGrp="1"/>
          </p:cNvGraphicFramePr>
          <p:nvPr>
            <p:ph idx="4294967295"/>
            <p:extLst>
              <p:ext uri="{D42A27DB-BD31-4B8C-83A1-F6EECF244321}">
                <p14:modId xmlns:p14="http://schemas.microsoft.com/office/powerpoint/2010/main" val="1844745787"/>
              </p:ext>
            </p:extLst>
          </p:nvPr>
        </p:nvGraphicFramePr>
        <p:xfrm>
          <a:off x="1019435" y="1609743"/>
          <a:ext cx="10153129" cy="4843593"/>
        </p:xfrm>
        <a:graphic>
          <a:graphicData uri="http://schemas.openxmlformats.org/drawingml/2006/table">
            <a:tbl>
              <a:tblPr>
                <a:effectLst>
                  <a:outerShdw blurRad="50800" dist="38100" dir="2700000" algn="tl" rotWithShape="0">
                    <a:prstClr val="black">
                      <a:alpha val="40000"/>
                    </a:prstClr>
                  </a:outerShdw>
                </a:effectLst>
              </a:tblPr>
              <a:tblGrid>
                <a:gridCol w="1958033">
                  <a:extLst>
                    <a:ext uri="{9D8B030D-6E8A-4147-A177-3AD203B41FA5}">
                      <a16:colId xmlns:a16="http://schemas.microsoft.com/office/drawing/2014/main" val="20000"/>
                    </a:ext>
                  </a:extLst>
                </a:gridCol>
                <a:gridCol w="4009837">
                  <a:extLst>
                    <a:ext uri="{9D8B030D-6E8A-4147-A177-3AD203B41FA5}">
                      <a16:colId xmlns:a16="http://schemas.microsoft.com/office/drawing/2014/main" val="20001"/>
                    </a:ext>
                  </a:extLst>
                </a:gridCol>
                <a:gridCol w="4185259">
                  <a:extLst>
                    <a:ext uri="{9D8B030D-6E8A-4147-A177-3AD203B41FA5}">
                      <a16:colId xmlns:a16="http://schemas.microsoft.com/office/drawing/2014/main" val="20002"/>
                    </a:ext>
                  </a:extLst>
                </a:gridCol>
              </a:tblGrid>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endParaRPr>
                    </a:p>
                  </a:txBody>
                  <a:tcPr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339966"/>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使用条件编译的源程序</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339966"/>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使用分支语句的源程序</a:t>
                      </a:r>
                    </a:p>
                  </a:txBody>
                  <a:tcPr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38100" cap="flat" cmpd="sng" algn="ctr">
                      <a:solidFill>
                        <a:srgbClr val="339966"/>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endParaRPr>
                    </a:p>
                  </a:txBody>
                  <a:tcPr marL="90000" marR="90000" marT="46800" marB="4680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339966"/>
                      </a:solidFill>
                      <a:prstDash val="solid"/>
                      <a:round/>
                      <a:headEnd type="none" w="med" len="med"/>
                      <a:tailEnd type="none" w="med" len="med"/>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#include  &lt;stdio.h&gt;</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339966"/>
                      </a:solidFill>
                      <a:prstDash val="solid"/>
                      <a:round/>
                      <a:headEnd type="none" w="med" len="med"/>
                      <a:tailEnd type="none" w="med" len="med"/>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#include  &lt;stdio.h&gt;</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38100" cap="flat" cmpd="sng" algn="ctr">
                      <a:solidFill>
                        <a:srgbClr val="339966"/>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#define   NUM  10</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#define   NUM  10</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rgbClr val="002060"/>
                        </a:solidFill>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void main ( )</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void main ( )</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3"/>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rgbClr val="002060"/>
                        </a:solidFill>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4"/>
                  </a:ext>
                </a:extLst>
              </a:tr>
              <a:tr h="2333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程序代码</a:t>
                      </a: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#if  NUM == 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    if  (NUM == 10)</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5"/>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rgbClr val="002060"/>
                        </a:solidFill>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printf</a:t>
                      </a: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("NUM is 10\n");</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        printf("NUM is 10\n");</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6"/>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rgbClr val="002060"/>
                        </a:solidFill>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#else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    else</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7"/>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rgbClr val="002060"/>
                        </a:solidFill>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printf</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NUM not is 10\n</a:t>
                      </a:r>
                      <a:r>
                        <a:rPr kumimoji="1" lang="en-US" altLang="zh-CN"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        </a:t>
                      </a: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printf</a:t>
                      </a: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("NUM not is 10\n");</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8"/>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rgbClr val="002060"/>
                        </a:solidFill>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endif</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9"/>
                  </a:ext>
                </a:extLst>
              </a:tr>
              <a:tr h="3000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rgbClr val="002060"/>
                        </a:solidFill>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r h="2333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002060"/>
                          </a:solidFill>
                          <a:effectLst/>
                          <a:latin typeface="+mn-lt"/>
                          <a:ea typeface="楷体" pitchFamily="49" charset="-122"/>
                          <a:cs typeface="Times New Roman" pitchFamily="18" charset="0"/>
                        </a:rPr>
                        <a:t>运行结果</a:t>
                      </a:r>
                    </a:p>
                  </a:txBody>
                  <a:tcPr marL="90000" marR="90000" marT="46800" marB="4680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NUM is 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NUM is 10</a:t>
                      </a:r>
                    </a:p>
                  </a:txBody>
                  <a:tcPr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r h="2190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编译代码</a:t>
                      </a:r>
                    </a:p>
                  </a:txBody>
                  <a:tcPr marL="90000" marR="90000" marT="46800" marB="4680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上面红色部分</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上面红色部分</a:t>
                      </a:r>
                    </a:p>
                  </a:txBody>
                  <a:tcPr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2"/>
                  </a:ext>
                </a:extLst>
              </a:tr>
              <a:tr h="8794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kern="1200" cap="none" normalizeH="0" baseline="0" dirty="0">
                          <a:ln>
                            <a:noFill/>
                          </a:ln>
                          <a:solidFill>
                            <a:srgbClr val="002060"/>
                          </a:solidFill>
                          <a:effectLst/>
                          <a:latin typeface="+mn-lt"/>
                          <a:ea typeface="楷体" pitchFamily="49" charset="-122"/>
                          <a:cs typeface="Times New Roman" pitchFamily="18" charset="0"/>
                        </a:rPr>
                        <a:t>目标文件大小</a:t>
                      </a:r>
                      <a:endParaRPr kumimoji="1" lang="en-US" altLang="zh-CN" sz="1800" b="1" i="0" u="none" strike="noStrike" kern="1200" cap="none" normalizeH="0" baseline="0" dirty="0">
                        <a:ln>
                          <a:noFill/>
                        </a:ln>
                        <a:solidFill>
                          <a:srgbClr val="002060"/>
                        </a:solidFill>
                        <a:effectLst/>
                        <a:latin typeface="+mn-lt"/>
                        <a:ea typeface="楷体" pitchFamily="49" charset="-122"/>
                        <a:cs typeface="Times New Roman"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kern="1200" cap="none" normalizeH="0" baseline="0" dirty="0">
                          <a:ln>
                            <a:noFill/>
                          </a:ln>
                          <a:solidFill>
                            <a:srgbClr val="002060"/>
                          </a:solidFill>
                          <a:effectLst/>
                          <a:latin typeface="+mn-lt"/>
                          <a:ea typeface="楷体" pitchFamily="49" charset="-122"/>
                          <a:cs typeface="Times New Roman" pitchFamily="18" charset="0"/>
                        </a:rPr>
                        <a:t>（</a:t>
                      </a:r>
                      <a:r>
                        <a:rPr kumimoji="1" lang="en-US" altLang="en-US" sz="1800" b="1" i="0" u="none" strike="noStrike" kern="1200" cap="none" normalizeH="0" baseline="0" dirty="0">
                          <a:ln>
                            <a:noFill/>
                          </a:ln>
                          <a:solidFill>
                            <a:srgbClr val="002060"/>
                          </a:solidFill>
                          <a:effectLst/>
                          <a:latin typeface="+mn-lt"/>
                          <a:ea typeface="楷体" pitchFamily="49" charset="-122"/>
                          <a:cs typeface="Times New Roman" pitchFamily="18" charset="0"/>
                        </a:rPr>
                        <a:t>VC6.0</a:t>
                      </a:r>
                      <a:r>
                        <a:rPr kumimoji="1" lang="zh-CN" altLang="en-US" sz="1800" b="1" i="0" u="none" strike="noStrike" kern="1200" cap="none" normalizeH="0" baseline="0" dirty="0">
                          <a:ln>
                            <a:noFill/>
                          </a:ln>
                          <a:solidFill>
                            <a:srgbClr val="002060"/>
                          </a:solidFill>
                          <a:effectLst/>
                          <a:latin typeface="+mn-lt"/>
                          <a:ea typeface="楷体" pitchFamily="49" charset="-122"/>
                          <a:cs typeface="Times New Roman" pitchFamily="18" charset="0"/>
                        </a:rPr>
                        <a:t>下）</a:t>
                      </a:r>
                    </a:p>
                  </a:txBody>
                  <a:tcPr marL="68580" marR="68580" marT="0" marB="0" anchor="ctr">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0000"/>
                          </a:solidFill>
                          <a:effectLst>
                            <a:outerShdw blurRad="38100" dist="38100" dir="2700000" algn="tl">
                              <a:srgbClr val="FFFFFF"/>
                            </a:outerShdw>
                          </a:effectLst>
                          <a:latin typeface="+mn-lt"/>
                          <a:ea typeface="楷体" pitchFamily="49" charset="-122"/>
                          <a:cs typeface="Times New Roman" pitchFamily="18" charset="0"/>
                        </a:rPr>
                        <a:t>1,941</a:t>
                      </a:r>
                      <a:r>
                        <a:rPr kumimoji="1" lang="zh-CN" altLang="zh-CN" sz="1800" b="1" i="0" u="none" strike="noStrike" kern="1200"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字节</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0000"/>
                          </a:solidFill>
                          <a:effectLst>
                            <a:outerShdw blurRad="38100" dist="38100" dir="2700000" algn="tl">
                              <a:srgbClr val="FFFFFF"/>
                            </a:outerShdw>
                          </a:effectLst>
                          <a:latin typeface="+mn-lt"/>
                          <a:ea typeface="楷体" pitchFamily="49" charset="-122"/>
                          <a:cs typeface="Times New Roman" pitchFamily="18" charset="0"/>
                        </a:rPr>
                        <a:t>2,168</a:t>
                      </a:r>
                      <a:r>
                        <a:rPr kumimoji="1" lang="zh-CN" altLang="zh-CN" sz="1800" b="1" i="0" u="none" strike="noStrike" kern="1200"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字节</a:t>
                      </a:r>
                    </a:p>
                  </a:txBody>
                  <a:tcPr marL="68580" marR="68580" marT="0" marB="0" anchor="ctr">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3"/>
                  </a:ext>
                </a:extLst>
              </a:tr>
            </a:tbl>
          </a:graphicData>
        </a:graphic>
      </p:graphicFrame>
      <p:sp>
        <p:nvSpPr>
          <p:cNvPr id="7" name="Rectangle 4">
            <a:extLst>
              <a:ext uri="{FF2B5EF4-FFF2-40B4-BE49-F238E27FC236}">
                <a16:creationId xmlns:a16="http://schemas.microsoft.com/office/drawing/2014/main" id="{BB1AE755-9786-4FBC-A458-DA8DC1E1076B}"/>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条件编译</a:t>
            </a:r>
          </a:p>
        </p:txBody>
      </p:sp>
      <p:grpSp>
        <p:nvGrpSpPr>
          <p:cNvPr id="8" name="组合 7">
            <a:extLst>
              <a:ext uri="{FF2B5EF4-FFF2-40B4-BE49-F238E27FC236}">
                <a16:creationId xmlns:a16="http://schemas.microsoft.com/office/drawing/2014/main" id="{D2BA0C1E-6B2C-4A2F-A558-6224A39FEFB8}"/>
              </a:ext>
            </a:extLst>
          </p:cNvPr>
          <p:cNvGrpSpPr/>
          <p:nvPr/>
        </p:nvGrpSpPr>
        <p:grpSpPr>
          <a:xfrm>
            <a:off x="695325" y="999180"/>
            <a:ext cx="7200875" cy="557612"/>
            <a:chOff x="695400" y="1059424"/>
            <a:chExt cx="7200875" cy="557612"/>
          </a:xfrm>
        </p:grpSpPr>
        <p:sp>
          <p:nvSpPr>
            <p:cNvPr id="9" name="Text Box 5">
              <a:extLst>
                <a:ext uri="{FF2B5EF4-FFF2-40B4-BE49-F238E27FC236}">
                  <a16:creationId xmlns:a16="http://schemas.microsoft.com/office/drawing/2014/main" id="{11C2DF13-D9B6-491F-88BF-BD1831831E5F}"/>
                </a:ext>
              </a:extLst>
            </p:cNvPr>
            <p:cNvSpPr txBox="1">
              <a:spLocks noChangeArrowheads="1"/>
            </p:cNvSpPr>
            <p:nvPr/>
          </p:nvSpPr>
          <p:spPr bwMode="auto">
            <a:xfrm>
              <a:off x="1558211" y="1081250"/>
              <a:ext cx="6338064"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条件编译与分支语句二者之间的差别</a:t>
              </a:r>
            </a:p>
          </p:txBody>
        </p:sp>
        <p:grpSp>
          <p:nvGrpSpPr>
            <p:cNvPr id="10" name="组合 9">
              <a:extLst>
                <a:ext uri="{FF2B5EF4-FFF2-40B4-BE49-F238E27FC236}">
                  <a16:creationId xmlns:a16="http://schemas.microsoft.com/office/drawing/2014/main" id="{4FB133AC-A624-4E96-A2AE-B37C44B574BB}"/>
                </a:ext>
              </a:extLst>
            </p:cNvPr>
            <p:cNvGrpSpPr/>
            <p:nvPr/>
          </p:nvGrpSpPr>
          <p:grpSpPr>
            <a:xfrm>
              <a:off x="695400" y="1059424"/>
              <a:ext cx="833819" cy="557612"/>
              <a:chOff x="695400" y="1059424"/>
              <a:chExt cx="833819" cy="557612"/>
            </a:xfrm>
          </p:grpSpPr>
          <p:sp>
            <p:nvSpPr>
              <p:cNvPr id="11" name="菱形 10">
                <a:extLst>
                  <a:ext uri="{FF2B5EF4-FFF2-40B4-BE49-F238E27FC236}">
                    <a16:creationId xmlns:a16="http://schemas.microsoft.com/office/drawing/2014/main" id="{78B10C52-03AA-43D2-8A55-A0B796BF745C}"/>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2" name="菱形 11">
                <a:extLst>
                  <a:ext uri="{FF2B5EF4-FFF2-40B4-BE49-F238E27FC236}">
                    <a16:creationId xmlns:a16="http://schemas.microsoft.com/office/drawing/2014/main" id="{B0412E19-D56A-47E6-BB0A-2690278C6E99}"/>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43466">
                                            <p:txEl>
                                              <p:pRg st="1" end="1"/>
                                            </p:txEl>
                                          </p:spTgt>
                                        </p:tgtEl>
                                        <p:attrNameLst>
                                          <p:attrName>style.visibility</p:attrName>
                                        </p:attrNameLst>
                                      </p:cBhvr>
                                      <p:to>
                                        <p:strVal val="visible"/>
                                      </p:to>
                                    </p:set>
                                    <p:anim calcmode="lin" valueType="num">
                                      <p:cBhvr additive="base">
                                        <p:cTn id="13" dur="500" fill="hold"/>
                                        <p:tgtEl>
                                          <p:spTgt spid="10434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4346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044088"/>
                                        </p:tgtEl>
                                        <p:attrNameLst>
                                          <p:attrName>style.visibility</p:attrName>
                                        </p:attrNameLst>
                                      </p:cBhvr>
                                      <p:to>
                                        <p:strVal val="visible"/>
                                      </p:to>
                                    </p:set>
                                    <p:animEffect transition="in" filter="box(out)">
                                      <p:cBhvr>
                                        <p:cTn id="19" dur="500"/>
                                        <p:tgtEl>
                                          <p:spTgt spid="1044088"/>
                                        </p:tgtEl>
                                      </p:cBhvr>
                                    </p:animEffect>
                                  </p:childTnLst>
                                  <p:subTnLst>
                                    <p:set>
                                      <p:cBhvr override="childStyle">
                                        <p:cTn dur="1" fill="hold" display="0" masterRel="nextClick" afterEffect="1"/>
                                        <p:tgtEl>
                                          <p:spTgt spid="1044088"/>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043466">
                                            <p:txEl>
                                              <p:pRg st="4" end="4"/>
                                            </p:txEl>
                                          </p:spTgt>
                                        </p:tgtEl>
                                        <p:attrNameLst>
                                          <p:attrName>style.visibility</p:attrName>
                                        </p:attrNameLst>
                                      </p:cBhvr>
                                      <p:to>
                                        <p:strVal val="visible"/>
                                      </p:to>
                                    </p:set>
                                    <p:anim calcmode="lin" valueType="num">
                                      <p:cBhvr additive="base">
                                        <p:cTn id="24" dur="500" fill="hold"/>
                                        <p:tgtEl>
                                          <p:spTgt spid="1043466">
                                            <p:txEl>
                                              <p:pRg st="4" end="4"/>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043466">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5568" name="Rectangle 64"/>
          <p:cNvSpPr>
            <a:spLocks noChangeArrowheads="1"/>
          </p:cNvSpPr>
          <p:nvPr/>
        </p:nvSpPr>
        <p:spPr bwMode="auto">
          <a:xfrm>
            <a:off x="815090" y="1524397"/>
            <a:ext cx="2749471"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便于程序的移植</a:t>
            </a:r>
            <a:r>
              <a:rPr lang="zh-CN" altLang="en-US" dirty="0">
                <a:latin typeface="+mn-lt"/>
                <a:ea typeface="楷体" pitchFamily="49" charset="-122"/>
              </a:rPr>
              <a:t> </a:t>
            </a:r>
          </a:p>
        </p:txBody>
      </p:sp>
      <p:sp>
        <p:nvSpPr>
          <p:cNvPr id="1045569" name="Rectangle 65" descr="信纸"/>
          <p:cNvSpPr>
            <a:spLocks noChangeArrowheads="1"/>
          </p:cNvSpPr>
          <p:nvPr/>
        </p:nvSpPr>
        <p:spPr bwMode="auto">
          <a:xfrm>
            <a:off x="1343420" y="2031231"/>
            <a:ext cx="4896596" cy="3477875"/>
          </a:xfrm>
          <a:prstGeom prst="rect">
            <a:avLst/>
          </a:prstGeom>
          <a:gradFill>
            <a:gsLst>
              <a:gs pos="0">
                <a:srgbClr val="CCCCCC"/>
              </a:gs>
              <a:gs pos="100000">
                <a:schemeClr val="bg1"/>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VC60</a:t>
            </a:r>
            <a:endParaRPr lang="zh-CN" altLang="zh-CN" sz="2000" b="1" dirty="0">
              <a:effectLst>
                <a:outerShdw blurRad="38100" dist="38100" dir="2700000" algn="tl">
                  <a:srgbClr val="FFFFFF"/>
                </a:outerShdw>
              </a:effectLst>
            </a:endParaRPr>
          </a:p>
          <a:p>
            <a:r>
              <a:rPr lang="en-US" altLang="zh-CN" sz="2000" b="1" dirty="0">
                <a:latin typeface="+mn-lt"/>
                <a:ea typeface="楷体" pitchFamily="49" charset="-122"/>
              </a:rPr>
              <a:t>   </a:t>
            </a:r>
            <a:r>
              <a:rPr lang="zh-CN" altLang="zh-CN" sz="2000" b="1" dirty="0">
                <a:latin typeface="+mn-lt"/>
                <a:ea typeface="楷体" pitchFamily="49" charset="-122"/>
              </a:rPr>
              <a:t>…</a:t>
            </a:r>
            <a:r>
              <a:rPr lang="en-US" altLang="zh-CN" sz="2000" b="1" dirty="0">
                <a:latin typeface="+mn-lt"/>
                <a:ea typeface="楷体" pitchFamily="49" charset="-122"/>
              </a:rPr>
              <a:t>          </a:t>
            </a:r>
            <a:r>
              <a:rPr lang="en-US" altLang="zh-CN" sz="2000" b="1" dirty="0">
                <a:solidFill>
                  <a:srgbClr val="002060"/>
                </a:solidFill>
                <a:latin typeface="+mn-lt"/>
                <a:ea typeface="楷体" pitchFamily="49" charset="-122"/>
              </a:rPr>
              <a:t>//VC6.0</a:t>
            </a:r>
            <a:r>
              <a:rPr lang="zh-CN" altLang="zh-CN" sz="2000" b="1" dirty="0">
                <a:solidFill>
                  <a:srgbClr val="002060"/>
                </a:solidFill>
                <a:latin typeface="+mn-lt"/>
                <a:ea typeface="楷体" pitchFamily="49" charset="-122"/>
              </a:rPr>
              <a:t>独有的内容</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endParaRPr lang="en-US" altLang="zh-CN" sz="2000" b="1" dirty="0">
              <a:effectLst>
                <a:outerShdw blurRad="38100" dist="38100" dir="2700000" algn="tl">
                  <a:srgbClr val="FFFFFF"/>
                </a:outerShdw>
              </a:effectLst>
            </a:endParaRPr>
          </a:p>
          <a:p>
            <a:endParaRPr lang="zh-CN" altLang="zh-CN" sz="2000" b="1" dirty="0">
              <a:latin typeface="+mn-lt"/>
              <a:ea typeface="楷体" pitchFamily="49" charset="-122"/>
            </a:endParaRP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VC2010</a:t>
            </a:r>
            <a:endParaRPr lang="zh-CN" altLang="zh-CN" sz="2000" b="1" dirty="0">
              <a:effectLst>
                <a:outerShdw blurRad="38100" dist="38100" dir="2700000" algn="tl">
                  <a:srgbClr val="FFFFFF"/>
                </a:outerShdw>
              </a:effectLst>
            </a:endParaRPr>
          </a:p>
          <a:p>
            <a:r>
              <a:rPr lang="en-US" altLang="zh-CN" sz="2000" b="1" dirty="0">
                <a:latin typeface="+mn-lt"/>
                <a:ea typeface="楷体" pitchFamily="49" charset="-122"/>
              </a:rPr>
              <a:t>   </a:t>
            </a:r>
            <a:r>
              <a:rPr lang="zh-CN" altLang="zh-CN" sz="2000" b="1" dirty="0">
                <a:latin typeface="+mn-lt"/>
                <a:ea typeface="楷体" pitchFamily="49" charset="-122"/>
              </a:rPr>
              <a:t>…</a:t>
            </a:r>
            <a:r>
              <a:rPr lang="en-US" altLang="zh-CN" sz="2000" b="1" dirty="0">
                <a:latin typeface="+mn-lt"/>
                <a:ea typeface="楷体" pitchFamily="49" charset="-122"/>
              </a:rPr>
              <a:t>         </a:t>
            </a:r>
            <a:r>
              <a:rPr lang="en-US" altLang="zh-CN" sz="2000" b="1" dirty="0">
                <a:solidFill>
                  <a:srgbClr val="002060"/>
                </a:solidFill>
                <a:latin typeface="+mn-lt"/>
                <a:ea typeface="楷体" pitchFamily="49" charset="-122"/>
              </a:rPr>
              <a:t>//VC2010</a:t>
            </a:r>
            <a:r>
              <a:rPr lang="zh-CN" altLang="zh-CN" sz="2000" b="1" dirty="0">
                <a:solidFill>
                  <a:srgbClr val="002060"/>
                </a:solidFill>
                <a:latin typeface="+mn-lt"/>
                <a:ea typeface="楷体" pitchFamily="49" charset="-122"/>
              </a:rPr>
              <a:t>独有的内容</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endParaRPr lang="en-US" altLang="zh-CN" sz="2000" b="1" dirty="0">
              <a:effectLst>
                <a:outerShdw blurRad="38100" dist="38100" dir="2700000" algn="tl">
                  <a:srgbClr val="FFFFFF"/>
                </a:outerShdw>
              </a:effectLst>
            </a:endParaRPr>
          </a:p>
          <a:p>
            <a:endParaRPr lang="zh-CN" altLang="zh-CN" sz="2000" b="1" dirty="0">
              <a:latin typeface="+mn-lt"/>
              <a:ea typeface="楷体" pitchFamily="49" charset="-122"/>
            </a:endParaRP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CB1712</a:t>
            </a:r>
            <a:endParaRPr lang="zh-CN" altLang="zh-CN" sz="2000" b="1" dirty="0">
              <a:effectLst>
                <a:outerShdw blurRad="38100" dist="38100" dir="2700000" algn="tl">
                  <a:srgbClr val="FFFFFF"/>
                </a:outerShdw>
              </a:effectLst>
            </a:endParaRPr>
          </a:p>
          <a:p>
            <a:r>
              <a:rPr lang="en-US" altLang="zh-CN" sz="2000" b="1" dirty="0">
                <a:effectLst>
                  <a:outerShdw blurRad="38100" dist="38100" dir="2700000" algn="tl">
                    <a:srgbClr val="FFFFFF"/>
                  </a:outerShdw>
                </a:effectLst>
              </a:rPr>
              <a:t>   </a:t>
            </a:r>
            <a:r>
              <a:rPr lang="zh-CN"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rPr>
              <a:t>       </a:t>
            </a:r>
            <a:r>
              <a:rPr lang="en-US" altLang="zh-CN" sz="2000" b="1" dirty="0">
                <a:solidFill>
                  <a:srgbClr val="002060"/>
                </a:solidFill>
                <a:latin typeface="+mn-lt"/>
                <a:ea typeface="楷体" pitchFamily="49" charset="-122"/>
              </a:rPr>
              <a:t>//CodeBlocks17.12</a:t>
            </a:r>
            <a:r>
              <a:rPr lang="zh-CN" altLang="zh-CN" sz="2000" b="1" dirty="0">
                <a:solidFill>
                  <a:srgbClr val="002060"/>
                </a:solidFill>
                <a:latin typeface="+mn-lt"/>
                <a:ea typeface="楷体" pitchFamily="49" charset="-122"/>
              </a:rPr>
              <a:t>独有的内容</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endParaRPr lang="zh-CN" altLang="zh-CN" sz="2000" b="1" dirty="0">
              <a:effectLst>
                <a:outerShdw blurRad="38100" dist="38100" dir="2700000" algn="tl">
                  <a:srgbClr val="FFFFFF"/>
                </a:outerShdw>
              </a:effectLst>
            </a:endParaRPr>
          </a:p>
        </p:txBody>
      </p:sp>
      <p:sp>
        <p:nvSpPr>
          <p:cNvPr id="1045570" name="Rectangle 66"/>
          <p:cNvSpPr>
            <a:spLocks noChangeArrowheads="1"/>
          </p:cNvSpPr>
          <p:nvPr/>
        </p:nvSpPr>
        <p:spPr bwMode="auto">
          <a:xfrm>
            <a:off x="6671493" y="1840756"/>
            <a:ext cx="5113139" cy="2308324"/>
          </a:xfrm>
          <a:prstGeom prst="rect">
            <a:avLst/>
          </a:prstGeom>
          <a:gradFill rotWithShape="1">
            <a:gsLst>
              <a:gs pos="0">
                <a:srgbClr val="CCCCCC"/>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如果希望这个程序在</a:t>
            </a:r>
            <a:r>
              <a:rPr lang="en-US" altLang="zh-CN" b="1" dirty="0">
                <a:effectLst>
                  <a:outerShdw blurRad="38100" dist="38100" dir="2700000" algn="tl">
                    <a:srgbClr val="FFFFFF"/>
                  </a:outerShdw>
                </a:effectLst>
                <a:latin typeface="+mn-lt"/>
                <a:ea typeface="楷体" pitchFamily="49" charset="-122"/>
              </a:rPr>
              <a:t>VC2010</a:t>
            </a:r>
            <a:r>
              <a:rPr lang="zh-CN" altLang="en-US" b="1" dirty="0">
                <a:effectLst>
                  <a:outerShdw blurRad="38100" dist="38100" dir="2700000" algn="tl">
                    <a:srgbClr val="FFFFFF"/>
                  </a:outerShdw>
                </a:effectLst>
                <a:latin typeface="+mn-lt"/>
                <a:ea typeface="楷体" pitchFamily="49" charset="-122"/>
              </a:rPr>
              <a:t>环境下编译运行，可在程序的前面写上：</a:t>
            </a:r>
          </a:p>
          <a:p>
            <a:r>
              <a:rPr lang="zh-CN" altLang="en-US" b="1" dirty="0">
                <a:solidFill>
                  <a:srgbClr val="FF0000"/>
                </a:solidFill>
                <a:effectLst>
                  <a:outerShdw blurRad="38100" dist="38100" dir="2700000" algn="tl">
                    <a:srgbClr val="000000"/>
                  </a:outerShdw>
                </a:effectLst>
                <a:latin typeface="+mn-lt"/>
                <a:ea typeface="楷体" pitchFamily="49" charset="-122"/>
              </a:rPr>
              <a:t>                  </a:t>
            </a:r>
            <a:r>
              <a:rPr lang="en-US" altLang="zh-CN" b="1" dirty="0">
                <a:solidFill>
                  <a:srgbClr val="C01920"/>
                </a:solidFill>
                <a:latin typeface="+mn-lt"/>
                <a:ea typeface="楷体" pitchFamily="49" charset="-122"/>
              </a:rPr>
              <a:t>#define  VC2010</a:t>
            </a:r>
          </a:p>
          <a:p>
            <a:r>
              <a:rPr lang="zh-CN" altLang="en-US" b="1" dirty="0">
                <a:effectLst>
                  <a:outerShdw blurRad="38100" dist="38100" dir="2700000" algn="tl">
                    <a:srgbClr val="FFFFFF"/>
                  </a:outerShdw>
                </a:effectLst>
                <a:latin typeface="+mn-lt"/>
                <a:ea typeface="楷体" pitchFamily="49" charset="-122"/>
              </a:rPr>
              <a:t>    如果希望生成</a:t>
            </a:r>
            <a:r>
              <a:rPr lang="en-US" altLang="zh-CN" b="1" dirty="0">
                <a:effectLst>
                  <a:outerShdw blurRad="38100" dist="38100" dir="2700000" algn="tl">
                    <a:srgbClr val="FFFFFF"/>
                  </a:outerShdw>
                </a:effectLst>
                <a:latin typeface="+mn-lt"/>
                <a:ea typeface="楷体" pitchFamily="49" charset="-122"/>
              </a:rPr>
              <a:t>CodeBlocks17.12</a:t>
            </a:r>
            <a:r>
              <a:rPr lang="zh-CN" altLang="en-US" b="1" dirty="0">
                <a:effectLst>
                  <a:outerShdw blurRad="38100" dist="38100" dir="2700000" algn="tl">
                    <a:srgbClr val="FFFFFF"/>
                  </a:outerShdw>
                </a:effectLst>
                <a:latin typeface="+mn-lt"/>
                <a:ea typeface="楷体" pitchFamily="49" charset="-122"/>
              </a:rPr>
              <a:t>版本，就在程序前面写上：</a:t>
            </a:r>
          </a:p>
          <a:p>
            <a:r>
              <a:rPr lang="zh-CN" altLang="en-US" b="1" dirty="0">
                <a:solidFill>
                  <a:srgbClr val="FF0000"/>
                </a:solidFill>
                <a:effectLst>
                  <a:outerShdw blurRad="38100" dist="38100" dir="2700000" algn="tl">
                    <a:srgbClr val="000000"/>
                  </a:outerShdw>
                </a:effectLst>
                <a:latin typeface="+mn-lt"/>
                <a:ea typeface="楷体" pitchFamily="49" charset="-122"/>
              </a:rPr>
              <a:t>                  </a:t>
            </a:r>
            <a:r>
              <a:rPr lang="en-US" altLang="zh-CN" b="1" dirty="0">
                <a:solidFill>
                  <a:srgbClr val="C01920"/>
                </a:solidFill>
                <a:latin typeface="+mn-lt"/>
                <a:ea typeface="楷体" pitchFamily="49" charset="-122"/>
              </a:rPr>
              <a:t>#define  CB1712</a:t>
            </a:r>
          </a:p>
        </p:txBody>
      </p:sp>
      <p:sp>
        <p:nvSpPr>
          <p:cNvPr id="1045571" name="Rectangle 67"/>
          <p:cNvSpPr>
            <a:spLocks noChangeArrowheads="1"/>
          </p:cNvSpPr>
          <p:nvPr/>
        </p:nvSpPr>
        <p:spPr bwMode="auto">
          <a:xfrm>
            <a:off x="814256" y="5703639"/>
            <a:ext cx="2440092"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便于程序调试</a:t>
            </a:r>
            <a:r>
              <a:rPr lang="zh-CN" altLang="en-US" dirty="0">
                <a:latin typeface="+mn-lt"/>
                <a:ea typeface="楷体" pitchFamily="49" charset="-122"/>
              </a:rPr>
              <a:t> </a:t>
            </a:r>
          </a:p>
        </p:txBody>
      </p:sp>
      <p:sp>
        <p:nvSpPr>
          <p:cNvPr id="1045572" name="Rectangle 68" descr="信纸"/>
          <p:cNvSpPr>
            <a:spLocks noChangeArrowheads="1"/>
          </p:cNvSpPr>
          <p:nvPr/>
        </p:nvSpPr>
        <p:spPr bwMode="auto">
          <a:xfrm>
            <a:off x="6673893" y="4701264"/>
            <a:ext cx="5110739" cy="1938992"/>
          </a:xfrm>
          <a:prstGeom prst="rect">
            <a:avLst/>
          </a:prstGeom>
          <a:gradFill>
            <a:gsLst>
              <a:gs pos="0">
                <a:srgbClr val="CCCCCC"/>
              </a:gs>
              <a:gs pos="100000">
                <a:schemeClr val="bg1"/>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dirty="0">
                <a:effectLst>
                  <a:outerShdw blurRad="38100" dist="38100" dir="2700000" algn="tl">
                    <a:srgbClr val="FFFFFF"/>
                  </a:outerShdw>
                </a:effectLst>
                <a:ea typeface="楷体_GB2312" pitchFamily="49" charset="-122"/>
              </a:rPr>
              <a:t>#define  DEBUG</a:t>
            </a:r>
          </a:p>
          <a:p>
            <a:pPr indent="266700"/>
            <a:r>
              <a:rPr lang="en-US" altLang="zh-CN" b="1" dirty="0">
                <a:effectLst>
                  <a:outerShdw blurRad="38100" dist="38100" dir="2700000" algn="tl">
                    <a:srgbClr val="FFFFFF"/>
                  </a:outerShdw>
                </a:effectLst>
                <a:ea typeface="楷体_GB2312" pitchFamily="49" charset="-122"/>
              </a:rPr>
              <a:t>     ……</a:t>
            </a:r>
          </a:p>
          <a:p>
            <a:pPr indent="266700"/>
            <a:r>
              <a:rPr lang="en-US" altLang="zh-CN" b="1" dirty="0">
                <a:effectLst>
                  <a:outerShdw blurRad="38100" dist="38100" dir="2700000" algn="tl">
                    <a:srgbClr val="FFFFFF"/>
                  </a:outerShdw>
                </a:effectLst>
                <a:ea typeface="楷体_GB2312" pitchFamily="49" charset="-122"/>
              </a:rPr>
              <a:t>#</a:t>
            </a:r>
            <a:r>
              <a:rPr lang="en-US" altLang="zh-CN" b="1" dirty="0" err="1">
                <a:effectLst>
                  <a:outerShdw blurRad="38100" dist="38100" dir="2700000" algn="tl">
                    <a:srgbClr val="FFFFFF"/>
                  </a:outerShdw>
                </a:effectLst>
                <a:ea typeface="楷体_GB2312" pitchFamily="49" charset="-122"/>
              </a:rPr>
              <a:t>ifdef</a:t>
            </a:r>
            <a:r>
              <a:rPr lang="en-US" altLang="zh-CN" b="1" dirty="0">
                <a:effectLst>
                  <a:outerShdw blurRad="38100" dist="38100" dir="2700000" algn="tl">
                    <a:srgbClr val="FFFFFF"/>
                  </a:outerShdw>
                </a:effectLst>
                <a:ea typeface="楷体_GB2312" pitchFamily="49" charset="-122"/>
              </a:rPr>
              <a:t>  DEBUG</a:t>
            </a:r>
          </a:p>
          <a:p>
            <a:pPr indent="266700"/>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临时结果</a:t>
            </a:r>
          </a:p>
          <a:p>
            <a:pPr indent="266700"/>
            <a:r>
              <a:rPr lang="en-US" altLang="zh-CN" b="1" dirty="0">
                <a:effectLst>
                  <a:outerShdw blurRad="38100" dist="38100" dir="2700000" algn="tl">
                    <a:srgbClr val="FFFFFF"/>
                  </a:outerShdw>
                </a:effectLst>
                <a:ea typeface="楷体_GB2312" pitchFamily="49" charset="-122"/>
              </a:rPr>
              <a:t>#</a:t>
            </a:r>
            <a:r>
              <a:rPr lang="en-US" altLang="zh-CN" b="1" dirty="0" err="1">
                <a:effectLst>
                  <a:outerShdw blurRad="38100" dist="38100" dir="2700000" algn="tl">
                    <a:srgbClr val="FFFFFF"/>
                  </a:outerShdw>
                </a:effectLst>
                <a:ea typeface="楷体_GB2312" pitchFamily="49" charset="-122"/>
              </a:rPr>
              <a:t>endif</a:t>
            </a:r>
            <a:endParaRPr lang="en-US" altLang="zh-CN" b="1" dirty="0">
              <a:effectLst>
                <a:outerShdw blurRad="38100" dist="38100" dir="2700000" algn="tl">
                  <a:srgbClr val="FFFFFF"/>
                </a:outerShdw>
              </a:effectLst>
              <a:ea typeface="楷体_GB2312" pitchFamily="49" charset="-122"/>
            </a:endParaRPr>
          </a:p>
        </p:txBody>
      </p:sp>
      <p:grpSp>
        <p:nvGrpSpPr>
          <p:cNvPr id="1045576" name="Group 72"/>
          <p:cNvGrpSpPr>
            <a:grpSpLocks/>
          </p:cNvGrpSpPr>
          <p:nvPr/>
        </p:nvGrpSpPr>
        <p:grpSpPr bwMode="auto">
          <a:xfrm>
            <a:off x="4441868" y="5124661"/>
            <a:ext cx="2232025" cy="1408113"/>
            <a:chOff x="1655" y="3158"/>
            <a:chExt cx="1406" cy="887"/>
          </a:xfrm>
          <a:gradFill>
            <a:gsLst>
              <a:gs pos="0">
                <a:srgbClr val="CCCCCC"/>
              </a:gs>
              <a:gs pos="100000">
                <a:schemeClr val="bg1"/>
              </a:gs>
            </a:gsLst>
            <a:lin ang="5400000" scaled="1"/>
          </a:gradFill>
        </p:grpSpPr>
        <p:sp>
          <p:nvSpPr>
            <p:cNvPr id="1045573" name="Text Box 69"/>
            <p:cNvSpPr txBox="1">
              <a:spLocks noChangeArrowheads="1"/>
            </p:cNvSpPr>
            <p:nvPr/>
          </p:nvSpPr>
          <p:spPr bwMode="auto">
            <a:xfrm>
              <a:off x="1655" y="3793"/>
              <a:ext cx="1179" cy="252"/>
            </a:xfrm>
            <a:prstGeom prst="rect">
              <a:avLst/>
            </a:prstGeom>
            <a:grp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spcBef>
                  <a:spcPct val="50000"/>
                </a:spcBef>
              </a:pPr>
              <a:r>
                <a:rPr lang="zh-CN" altLang="en-US" sz="2000" b="1" dirty="0">
                  <a:effectLst>
                    <a:outerShdw blurRad="38100" dist="38100" dir="2700000" algn="tl">
                      <a:srgbClr val="FFFFFF"/>
                    </a:outerShdw>
                  </a:effectLst>
                  <a:latin typeface="+mn-lt"/>
                  <a:ea typeface="楷体" pitchFamily="49" charset="-122"/>
                </a:rPr>
                <a:t>程序调试完毕</a:t>
              </a:r>
            </a:p>
          </p:txBody>
        </p:sp>
        <p:sp>
          <p:nvSpPr>
            <p:cNvPr id="1045574" name="Line 70"/>
            <p:cNvSpPr>
              <a:spLocks noChangeShapeType="1"/>
            </p:cNvSpPr>
            <p:nvPr/>
          </p:nvSpPr>
          <p:spPr bwMode="auto">
            <a:xfrm flipV="1">
              <a:off x="2290" y="3158"/>
              <a:ext cx="771" cy="635"/>
            </a:xfrm>
            <a:prstGeom prst="line">
              <a:avLst/>
            </a:prstGeom>
            <a:grpFill/>
            <a:ln w="28575">
              <a:solidFill>
                <a:srgbClr val="C01920"/>
              </a:solidFill>
              <a:round/>
              <a:headEnd/>
              <a:tailEnd type="stealth" w="lg" len="lg"/>
            </a:ln>
            <a:effectLst>
              <a:outerShdw dist="35921" dir="2700000" algn="ctr" rotWithShape="0">
                <a:schemeClr val="bg2"/>
              </a:outerShdw>
            </a:effectLst>
          </p:spPr>
          <p:txBody>
            <a:bodyPr/>
            <a:lstStyle/>
            <a:p>
              <a:endParaRPr lang="zh-CN" altLang="en-US"/>
            </a:p>
          </p:txBody>
        </p:sp>
      </p:grpSp>
      <p:sp>
        <p:nvSpPr>
          <p:cNvPr id="1045575" name="Rectangle 71" descr="信纸"/>
          <p:cNvSpPr>
            <a:spLocks noChangeArrowheads="1"/>
          </p:cNvSpPr>
          <p:nvPr/>
        </p:nvSpPr>
        <p:spPr bwMode="auto">
          <a:xfrm>
            <a:off x="6818603" y="4836157"/>
            <a:ext cx="2376487" cy="360363"/>
          </a:xfrm>
          <a:prstGeom prst="rect">
            <a:avLst/>
          </a:prstGeom>
          <a:gradFill>
            <a:gsLst>
              <a:gs pos="0">
                <a:srgbClr val="CCCCCC"/>
              </a:gs>
              <a:gs pos="100000">
                <a:schemeClr val="bg1"/>
              </a:gs>
            </a:gsLst>
            <a:lin ang="5400000" scaled="1"/>
          </a:gradFill>
          <a:ln w="9525">
            <a:noFill/>
            <a:miter lim="800000"/>
            <a:headEnd/>
            <a:tailEnd/>
          </a:ln>
          <a:effectLst/>
        </p:spPr>
        <p:txBody>
          <a:bodyPr wrap="none" anchor="ctr"/>
          <a:lstStyle/>
          <a:p>
            <a:endParaRPr lang="zh-CN" altLang="en-US"/>
          </a:p>
        </p:txBody>
      </p:sp>
      <p:sp>
        <p:nvSpPr>
          <p:cNvPr id="15" name="Rectangle 4">
            <a:extLst>
              <a:ext uri="{FF2B5EF4-FFF2-40B4-BE49-F238E27FC236}">
                <a16:creationId xmlns:a16="http://schemas.microsoft.com/office/drawing/2014/main" id="{6F5C89B1-0B0D-48EA-9A62-AC2B45D47A81}"/>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10.4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条件编译</a:t>
            </a:r>
          </a:p>
        </p:txBody>
      </p:sp>
      <p:grpSp>
        <p:nvGrpSpPr>
          <p:cNvPr id="16" name="组合 15">
            <a:extLst>
              <a:ext uri="{FF2B5EF4-FFF2-40B4-BE49-F238E27FC236}">
                <a16:creationId xmlns:a16="http://schemas.microsoft.com/office/drawing/2014/main" id="{35EB9746-D1C8-474A-B37D-65C3E1005646}"/>
              </a:ext>
            </a:extLst>
          </p:cNvPr>
          <p:cNvGrpSpPr/>
          <p:nvPr/>
        </p:nvGrpSpPr>
        <p:grpSpPr>
          <a:xfrm>
            <a:off x="695325" y="999180"/>
            <a:ext cx="7200875" cy="557612"/>
            <a:chOff x="695400" y="1059424"/>
            <a:chExt cx="7200875" cy="557612"/>
          </a:xfrm>
        </p:grpSpPr>
        <p:sp>
          <p:nvSpPr>
            <p:cNvPr id="17" name="Text Box 5">
              <a:extLst>
                <a:ext uri="{FF2B5EF4-FFF2-40B4-BE49-F238E27FC236}">
                  <a16:creationId xmlns:a16="http://schemas.microsoft.com/office/drawing/2014/main" id="{14E0679B-0A11-435A-89F4-62D073744765}"/>
                </a:ext>
              </a:extLst>
            </p:cNvPr>
            <p:cNvSpPr txBox="1">
              <a:spLocks noChangeArrowheads="1"/>
            </p:cNvSpPr>
            <p:nvPr/>
          </p:nvSpPr>
          <p:spPr bwMode="auto">
            <a:xfrm>
              <a:off x="1558211" y="1081250"/>
              <a:ext cx="6338064"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使用条件编译的原因</a:t>
              </a:r>
            </a:p>
          </p:txBody>
        </p:sp>
        <p:grpSp>
          <p:nvGrpSpPr>
            <p:cNvPr id="18" name="组合 17">
              <a:extLst>
                <a:ext uri="{FF2B5EF4-FFF2-40B4-BE49-F238E27FC236}">
                  <a16:creationId xmlns:a16="http://schemas.microsoft.com/office/drawing/2014/main" id="{90F4A3ED-0C9A-41CA-A55D-7255A5434D8C}"/>
                </a:ext>
              </a:extLst>
            </p:cNvPr>
            <p:cNvGrpSpPr/>
            <p:nvPr/>
          </p:nvGrpSpPr>
          <p:grpSpPr>
            <a:xfrm>
              <a:off x="695400" y="1059424"/>
              <a:ext cx="833819" cy="557612"/>
              <a:chOff x="695400" y="1059424"/>
              <a:chExt cx="833819" cy="557612"/>
            </a:xfrm>
          </p:grpSpPr>
          <p:sp>
            <p:nvSpPr>
              <p:cNvPr id="19" name="菱形 18">
                <a:extLst>
                  <a:ext uri="{FF2B5EF4-FFF2-40B4-BE49-F238E27FC236}">
                    <a16:creationId xmlns:a16="http://schemas.microsoft.com/office/drawing/2014/main" id="{F48AD7A4-F53A-40AC-9255-5E825E634666}"/>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0" name="菱形 19">
                <a:extLst>
                  <a:ext uri="{FF2B5EF4-FFF2-40B4-BE49-F238E27FC236}">
                    <a16:creationId xmlns:a16="http://schemas.microsoft.com/office/drawing/2014/main" id="{0B2A5127-5AC5-4577-8845-E407F2CD1FDB}"/>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5568"/>
                                        </p:tgtEl>
                                        <p:attrNameLst>
                                          <p:attrName>style.visibility</p:attrName>
                                        </p:attrNameLst>
                                      </p:cBhvr>
                                      <p:to>
                                        <p:strVal val="visible"/>
                                      </p:to>
                                    </p:set>
                                    <p:anim calcmode="lin" valueType="num">
                                      <p:cBhvr additive="base">
                                        <p:cTn id="13" dur="500" fill="hold"/>
                                        <p:tgtEl>
                                          <p:spTgt spid="1045568"/>
                                        </p:tgtEl>
                                        <p:attrNameLst>
                                          <p:attrName>ppt_x</p:attrName>
                                        </p:attrNameLst>
                                      </p:cBhvr>
                                      <p:tavLst>
                                        <p:tav tm="0">
                                          <p:val>
                                            <p:strVal val="0-#ppt_w/2"/>
                                          </p:val>
                                        </p:tav>
                                        <p:tav tm="100000">
                                          <p:val>
                                            <p:strVal val="#ppt_x"/>
                                          </p:val>
                                        </p:tav>
                                      </p:tavLst>
                                    </p:anim>
                                    <p:anim calcmode="lin" valueType="num">
                                      <p:cBhvr additive="base">
                                        <p:cTn id="14" dur="500" fill="hold"/>
                                        <p:tgtEl>
                                          <p:spTgt spid="10455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45569"/>
                                        </p:tgtEl>
                                        <p:attrNameLst>
                                          <p:attrName>style.visibility</p:attrName>
                                        </p:attrNameLst>
                                      </p:cBhvr>
                                      <p:to>
                                        <p:strVal val="visible"/>
                                      </p:to>
                                    </p:set>
                                    <p:animEffect transition="in" filter="box(out)">
                                      <p:cBhvr>
                                        <p:cTn id="19" dur="500"/>
                                        <p:tgtEl>
                                          <p:spTgt spid="1045569"/>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45570"/>
                                        </p:tgtEl>
                                        <p:attrNameLst>
                                          <p:attrName>style.visibility</p:attrName>
                                        </p:attrNameLst>
                                      </p:cBhvr>
                                      <p:to>
                                        <p:strVal val="visible"/>
                                      </p:to>
                                    </p:set>
                                    <p:animEffect transition="in" filter="box(out)">
                                      <p:cBhvr>
                                        <p:cTn id="24" dur="500"/>
                                        <p:tgtEl>
                                          <p:spTgt spid="1045570"/>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045571">
                                            <p:txEl>
                                              <p:pRg st="0" end="0"/>
                                            </p:txEl>
                                          </p:spTgt>
                                        </p:tgtEl>
                                        <p:attrNameLst>
                                          <p:attrName>style.visibility</p:attrName>
                                        </p:attrNameLst>
                                      </p:cBhvr>
                                      <p:to>
                                        <p:strVal val="visible"/>
                                      </p:to>
                                    </p:set>
                                    <p:anim calcmode="lin" valueType="num">
                                      <p:cBhvr additive="base">
                                        <p:cTn id="29" dur="500" fill="hold"/>
                                        <p:tgtEl>
                                          <p:spTgt spid="1045571">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4557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45572"/>
                                        </p:tgtEl>
                                        <p:attrNameLst>
                                          <p:attrName>style.visibility</p:attrName>
                                        </p:attrNameLst>
                                      </p:cBhvr>
                                      <p:to>
                                        <p:strVal val="visible"/>
                                      </p:to>
                                    </p:set>
                                    <p:animEffect transition="in" filter="box(out)">
                                      <p:cBhvr>
                                        <p:cTn id="35" dur="500"/>
                                        <p:tgtEl>
                                          <p:spTgt spid="1045572"/>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3" fill="hold" nodeType="clickEffect">
                                  <p:stCondLst>
                                    <p:cond delay="0"/>
                                  </p:stCondLst>
                                  <p:childTnLst>
                                    <p:set>
                                      <p:cBhvr>
                                        <p:cTn id="39" dur="1" fill="hold">
                                          <p:stCondLst>
                                            <p:cond delay="0"/>
                                          </p:stCondLst>
                                        </p:cTn>
                                        <p:tgtEl>
                                          <p:spTgt spid="1045576"/>
                                        </p:tgtEl>
                                        <p:attrNameLst>
                                          <p:attrName>style.visibility</p:attrName>
                                        </p:attrNameLst>
                                      </p:cBhvr>
                                      <p:to>
                                        <p:strVal val="visible"/>
                                      </p:to>
                                    </p:set>
                                    <p:animEffect transition="in" filter="strips(upRight)">
                                      <p:cBhvr>
                                        <p:cTn id="40" dur="500"/>
                                        <p:tgtEl>
                                          <p:spTgt spid="1045576"/>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par>
                          <p:cTn id="41" fill="hold">
                            <p:stCondLst>
                              <p:cond delay="500"/>
                            </p:stCondLst>
                            <p:childTnLst>
                              <p:par>
                                <p:cTn id="42" presetID="4" presetClass="entr" presetSubtype="16" fill="hold" grpId="0" nodeType="afterEffect">
                                  <p:stCondLst>
                                    <p:cond delay="0"/>
                                  </p:stCondLst>
                                  <p:childTnLst>
                                    <p:set>
                                      <p:cBhvr>
                                        <p:cTn id="43" dur="1" fill="hold">
                                          <p:stCondLst>
                                            <p:cond delay="0"/>
                                          </p:stCondLst>
                                        </p:cTn>
                                        <p:tgtEl>
                                          <p:spTgt spid="1045575"/>
                                        </p:tgtEl>
                                        <p:attrNameLst>
                                          <p:attrName>style.visibility</p:attrName>
                                        </p:attrNameLst>
                                      </p:cBhvr>
                                      <p:to>
                                        <p:strVal val="visible"/>
                                      </p:to>
                                    </p:set>
                                    <p:animEffect transition="in" filter="box(in)">
                                      <p:cBhvr>
                                        <p:cTn id="44" dur="500"/>
                                        <p:tgtEl>
                                          <p:spTgt spid="1045575"/>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568" grpId="0"/>
      <p:bldP spid="1045569" grpId="0" animBg="1"/>
      <p:bldP spid="1045570" grpId="0" animBg="1"/>
      <p:bldP spid="1045572" grpId="0" animBg="1"/>
      <p:bldP spid="1045575"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0829B73C-F4EE-4ED2-B4FD-F6A5F98295BC}"/>
              </a:ext>
            </a:extLst>
          </p:cNvPr>
          <p:cNvSpPr>
            <a:spLocks noChangeArrowheads="1"/>
          </p:cNvSpPr>
          <p:nvPr/>
        </p:nvSpPr>
        <p:spPr bwMode="auto">
          <a:xfrm>
            <a:off x="623392"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
        <p:nvSpPr>
          <p:cNvPr id="1046543" name="Rectangle 15"/>
          <p:cNvSpPr>
            <a:spLocks noChangeArrowheads="1"/>
          </p:cNvSpPr>
          <p:nvPr/>
        </p:nvSpPr>
        <p:spPr bwMode="auto">
          <a:xfrm>
            <a:off x="623392" y="980728"/>
            <a:ext cx="10779160" cy="507542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342900" indent="-342900">
              <a:lnSpc>
                <a:spcPct val="120000"/>
              </a:lnSpc>
              <a:buClr>
                <a:srgbClr val="C01920"/>
              </a:buClr>
              <a:buFont typeface="Wingdings" panose="05000000000000000000" pitchFamily="2" charset="2"/>
              <a:buChar char="Ø"/>
              <a:tabLst>
                <a:tab pos="38100" algn="l"/>
                <a:tab pos="228600" algn="l"/>
              </a:tabLst>
            </a:pPr>
            <a:r>
              <a:rPr lang="en-US" altLang="zh-CN" sz="2000" b="1" dirty="0">
                <a:latin typeface="楷体" panose="02010609060101010101" pitchFamily="49" charset="-122"/>
                <a:ea typeface="楷体" panose="02010609060101010101" pitchFamily="49" charset="-122"/>
              </a:rPr>
              <a:t>C</a:t>
            </a:r>
            <a:r>
              <a:rPr lang="zh-CN" altLang="en-US" sz="2000" b="1" dirty="0">
                <a:latin typeface="楷体" panose="02010609060101010101" pitchFamily="49" charset="-122"/>
                <a:ea typeface="楷体" panose="02010609060101010101" pitchFamily="49" charset="-122"/>
              </a:rPr>
              <a:t>语言的预处理命令都是以“</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号开头，它们都不是</a:t>
            </a:r>
            <a:r>
              <a:rPr lang="en-US" altLang="zh-CN" sz="2000" b="1" dirty="0">
                <a:latin typeface="楷体" panose="02010609060101010101" pitchFamily="49" charset="-122"/>
                <a:ea typeface="楷体" panose="02010609060101010101" pitchFamily="49" charset="-122"/>
              </a:rPr>
              <a:t>C</a:t>
            </a:r>
            <a:r>
              <a:rPr lang="zh-CN" altLang="en-US" sz="2000" b="1" dirty="0">
                <a:latin typeface="楷体" panose="02010609060101010101" pitchFamily="49" charset="-122"/>
                <a:ea typeface="楷体" panose="02010609060101010101" pitchFamily="49" charset="-122"/>
              </a:rPr>
              <a:t>语言的语句，是在预编译时处理的。</a:t>
            </a:r>
            <a:endParaRPr lang="en-US" altLang="zh-CN" sz="200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endParaRPr lang="en-US" altLang="zh-CN" sz="105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r>
              <a:rPr lang="zh-CN" altLang="en-US" sz="2000" b="1" dirty="0">
                <a:latin typeface="楷体" panose="02010609060101010101" pitchFamily="49" charset="-122"/>
                <a:ea typeface="楷体" panose="02010609060101010101" pitchFamily="49" charset="-122"/>
              </a:rPr>
              <a:t>宏定义分为两种：不带参数的宏定义和带参数的宏定义，进行宏替换时，如果是不带参数的宏则只将与宏名相同的标识符都替换成宏的内容文本，如果是带参数的宏则首先将宏内容文本中的宏参数替换成实参文本，再将这样所得到的宏的实际内容文本替换源程序中的宏标识符。这样就形成了新的源程序，并且预编译器不对宏的内容文本做任何处理。</a:t>
            </a:r>
            <a:endParaRPr lang="en-US" altLang="zh-CN" sz="200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endParaRPr lang="en-US" altLang="zh-CN" sz="105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r>
              <a:rPr lang="zh-CN" altLang="en-US" sz="2000" b="1" dirty="0">
                <a:latin typeface="楷体" panose="02010609060101010101" pitchFamily="49" charset="-122"/>
                <a:ea typeface="楷体" panose="02010609060101010101" pitchFamily="49" charset="-122"/>
              </a:rPr>
              <a:t>宏定义时，末尾一般不要加分号。</a:t>
            </a:r>
            <a:endParaRPr lang="en-US" altLang="zh-CN" sz="200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endParaRPr lang="en-US" altLang="zh-CN" sz="105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r>
              <a:rPr lang="zh-CN" altLang="en-US" sz="2000" b="1" dirty="0">
                <a:latin typeface="楷体" panose="02010609060101010101" pitchFamily="49" charset="-122"/>
                <a:ea typeface="楷体" panose="02010609060101010101" pitchFamily="49" charset="-122"/>
              </a:rPr>
              <a:t>宏扩展的整体或参数一般要用括号括起来。</a:t>
            </a:r>
            <a:endParaRPr lang="en-US" altLang="zh-CN" sz="200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endParaRPr lang="en-US" altLang="zh-CN" sz="105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r>
              <a:rPr lang="zh-CN" altLang="en-US" sz="2000" b="1" dirty="0">
                <a:latin typeface="楷体" panose="02010609060101010101" pitchFamily="49" charset="-122"/>
                <a:ea typeface="楷体" panose="02010609060101010101" pitchFamily="49" charset="-122"/>
              </a:rPr>
              <a:t>文件包含的使用是编写</a:t>
            </a:r>
            <a:r>
              <a:rPr lang="en-US" altLang="zh-CN" sz="2000" b="1" dirty="0">
                <a:latin typeface="楷体" panose="02010609060101010101" pitchFamily="49" charset="-122"/>
                <a:ea typeface="楷体" panose="02010609060101010101" pitchFamily="49" charset="-122"/>
              </a:rPr>
              <a:t>C</a:t>
            </a:r>
            <a:r>
              <a:rPr lang="zh-CN" altLang="en-US" sz="2000" b="1" dirty="0">
                <a:latin typeface="楷体" panose="02010609060101010101" pitchFamily="49" charset="-122"/>
                <a:ea typeface="楷体" panose="02010609060101010101" pitchFamily="49" charset="-122"/>
              </a:rPr>
              <a:t>语言程序中不可缺少的，我们在引用</a:t>
            </a:r>
            <a:r>
              <a:rPr lang="en-US" altLang="zh-CN" sz="2000" b="1" dirty="0">
                <a:latin typeface="楷体" panose="02010609060101010101" pitchFamily="49" charset="-122"/>
                <a:ea typeface="楷体" panose="02010609060101010101" pitchFamily="49" charset="-122"/>
              </a:rPr>
              <a:t>C</a:t>
            </a:r>
            <a:r>
              <a:rPr lang="zh-CN" altLang="en-US" sz="2000" b="1" dirty="0">
                <a:latin typeface="楷体" panose="02010609060101010101" pitchFamily="49" charset="-122"/>
                <a:ea typeface="楷体" panose="02010609060101010101" pitchFamily="49" charset="-122"/>
              </a:rPr>
              <a:t>语言库函数时要使用它；另外，我们也可以将平时积累的一些有用的自定义函数做成一个自定义函数库文件，要使用它们时只需采用文件包含将它们引用过来使用就行，这样就减少了编程的工作量。</a:t>
            </a:r>
            <a:endParaRPr lang="en-US" altLang="zh-CN" sz="200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endParaRPr lang="en-US" altLang="zh-CN" sz="1050" b="1" dirty="0">
              <a:latin typeface="楷体" panose="02010609060101010101" pitchFamily="49" charset="-122"/>
              <a:ea typeface="楷体" panose="02010609060101010101" pitchFamily="49" charset="-122"/>
            </a:endParaRPr>
          </a:p>
          <a:p>
            <a:pPr marL="342900" indent="-342900">
              <a:lnSpc>
                <a:spcPct val="120000"/>
              </a:lnSpc>
              <a:buClr>
                <a:srgbClr val="C01920"/>
              </a:buClr>
              <a:buFont typeface="Wingdings" panose="05000000000000000000" pitchFamily="2" charset="2"/>
              <a:buChar char="Ø"/>
              <a:tabLst>
                <a:tab pos="38100" algn="l"/>
                <a:tab pos="228600" algn="l"/>
              </a:tabLst>
            </a:pPr>
            <a:r>
              <a:rPr lang="zh-CN" altLang="en-US" sz="2000" b="1" dirty="0">
                <a:latin typeface="楷体" panose="02010609060101010101" pitchFamily="49" charset="-122"/>
                <a:ea typeface="楷体" panose="02010609060101010101" pitchFamily="49" charset="-122"/>
              </a:rPr>
              <a:t>使用条件编译的主要原因一是便于程序移植，二是方便程序调试。 </a:t>
            </a:r>
          </a:p>
        </p:txBody>
      </p:sp>
      <p:sp>
        <p:nvSpPr>
          <p:cNvPr id="1046544" name="Rectangle 16"/>
          <p:cNvSpPr>
            <a:spLocks noChangeArrowheads="1"/>
          </p:cNvSpPr>
          <p:nvPr/>
        </p:nvSpPr>
        <p:spPr bwMode="auto">
          <a:xfrm>
            <a:off x="643908" y="6128164"/>
            <a:ext cx="7835334" cy="461665"/>
          </a:xfrm>
          <a:prstGeom prst="rect">
            <a:avLst/>
          </a:prstGeom>
          <a:solidFill>
            <a:srgbClr val="C01920"/>
          </a:solidFill>
          <a:ln w="28575">
            <a:noFill/>
            <a:miter lim="800000"/>
            <a:headEnd/>
            <a:tailEnd/>
          </a:ln>
          <a:effectLst/>
        </p:spPr>
        <p:txBody>
          <a:bodyPr wrap="square" anchor="ctr">
            <a:spAutoFit/>
          </a:bodyPr>
          <a:lstStyle/>
          <a:p>
            <a:r>
              <a:rPr lang="zh-CN" altLang="en-US" b="1" dirty="0">
                <a:solidFill>
                  <a:schemeClr val="bg1"/>
                </a:solidFill>
                <a:latin typeface="思源黑体 CN Heavy" panose="020B0A00000000000000" pitchFamily="34" charset="-122"/>
                <a:ea typeface="思源黑体 CN Heavy" panose="020B0A00000000000000" pitchFamily="34" charset="-122"/>
              </a:rPr>
              <a:t>习题</a:t>
            </a:r>
            <a:r>
              <a:rPr lang="en-US" altLang="zh-CN" b="1" dirty="0">
                <a:solidFill>
                  <a:schemeClr val="bg1"/>
                </a:solidFill>
                <a:latin typeface="思源黑体 CN Heavy" panose="020B0A00000000000000" pitchFamily="34" charset="-122"/>
                <a:ea typeface="思源黑体 CN Heavy" panose="020B0A00000000000000" pitchFamily="34" charset="-122"/>
              </a:rPr>
              <a:t>10</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1</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6543">
                                            <p:txEl>
                                              <p:pRg st="0" end="0"/>
                                            </p:txEl>
                                          </p:spTgt>
                                        </p:tgtEl>
                                        <p:attrNameLst>
                                          <p:attrName>style.visibility</p:attrName>
                                        </p:attrNameLst>
                                      </p:cBhvr>
                                      <p:to>
                                        <p:strVal val="visible"/>
                                      </p:to>
                                    </p:set>
                                    <p:anim calcmode="lin" valueType="num">
                                      <p:cBhvr additive="base">
                                        <p:cTn id="7" dur="500" fill="hold"/>
                                        <p:tgtEl>
                                          <p:spTgt spid="10465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654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46543">
                                            <p:txEl>
                                              <p:pRg st="2" end="2"/>
                                            </p:txEl>
                                          </p:spTgt>
                                        </p:tgtEl>
                                        <p:attrNameLst>
                                          <p:attrName>style.visibility</p:attrName>
                                        </p:attrNameLst>
                                      </p:cBhvr>
                                      <p:to>
                                        <p:strVal val="visible"/>
                                      </p:to>
                                    </p:set>
                                    <p:anim calcmode="lin" valueType="num">
                                      <p:cBhvr additive="base">
                                        <p:cTn id="13" dur="500" fill="hold"/>
                                        <p:tgtEl>
                                          <p:spTgt spid="10465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4654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46543">
                                            <p:txEl>
                                              <p:pRg st="4" end="4"/>
                                            </p:txEl>
                                          </p:spTgt>
                                        </p:tgtEl>
                                        <p:attrNameLst>
                                          <p:attrName>style.visibility</p:attrName>
                                        </p:attrNameLst>
                                      </p:cBhvr>
                                      <p:to>
                                        <p:strVal val="visible"/>
                                      </p:to>
                                    </p:set>
                                    <p:anim calcmode="lin" valueType="num">
                                      <p:cBhvr additive="base">
                                        <p:cTn id="19" dur="500" fill="hold"/>
                                        <p:tgtEl>
                                          <p:spTgt spid="1046543">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4654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46543">
                                            <p:txEl>
                                              <p:pRg st="6" end="6"/>
                                            </p:txEl>
                                          </p:spTgt>
                                        </p:tgtEl>
                                        <p:attrNameLst>
                                          <p:attrName>style.visibility</p:attrName>
                                        </p:attrNameLst>
                                      </p:cBhvr>
                                      <p:to>
                                        <p:strVal val="visible"/>
                                      </p:to>
                                    </p:set>
                                    <p:anim calcmode="lin" valueType="num">
                                      <p:cBhvr additive="base">
                                        <p:cTn id="25" dur="500" fill="hold"/>
                                        <p:tgtEl>
                                          <p:spTgt spid="1046543">
                                            <p:txEl>
                                              <p:pRg st="6" end="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46543">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46543">
                                            <p:txEl>
                                              <p:pRg st="8" end="8"/>
                                            </p:txEl>
                                          </p:spTgt>
                                        </p:tgtEl>
                                        <p:attrNameLst>
                                          <p:attrName>style.visibility</p:attrName>
                                        </p:attrNameLst>
                                      </p:cBhvr>
                                      <p:to>
                                        <p:strVal val="visible"/>
                                      </p:to>
                                    </p:set>
                                    <p:anim calcmode="lin" valueType="num">
                                      <p:cBhvr additive="base">
                                        <p:cTn id="31" dur="500" fill="hold"/>
                                        <p:tgtEl>
                                          <p:spTgt spid="1046543">
                                            <p:txEl>
                                              <p:pRg st="8" end="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46543">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46543">
                                            <p:txEl>
                                              <p:pRg st="10" end="10"/>
                                            </p:txEl>
                                          </p:spTgt>
                                        </p:tgtEl>
                                        <p:attrNameLst>
                                          <p:attrName>style.visibility</p:attrName>
                                        </p:attrNameLst>
                                      </p:cBhvr>
                                      <p:to>
                                        <p:strVal val="visible"/>
                                      </p:to>
                                    </p:set>
                                    <p:anim calcmode="lin" valueType="num">
                                      <p:cBhvr additive="base">
                                        <p:cTn id="37" dur="500" fill="hold"/>
                                        <p:tgtEl>
                                          <p:spTgt spid="1046543">
                                            <p:txEl>
                                              <p:pRg st="10" end="1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46543">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8" presetClass="entr" presetSubtype="16" fill="hold" grpId="0" nodeType="clickEffect">
                                  <p:stCondLst>
                                    <p:cond delay="0"/>
                                  </p:stCondLst>
                                  <p:childTnLst>
                                    <p:set>
                                      <p:cBhvr>
                                        <p:cTn id="42" dur="1" fill="hold">
                                          <p:stCondLst>
                                            <p:cond delay="0"/>
                                          </p:stCondLst>
                                        </p:cTn>
                                        <p:tgtEl>
                                          <p:spTgt spid="1046544"/>
                                        </p:tgtEl>
                                        <p:attrNameLst>
                                          <p:attrName>style.visibility</p:attrName>
                                        </p:attrNameLst>
                                      </p:cBhvr>
                                      <p:to>
                                        <p:strVal val="visible"/>
                                      </p:to>
                                    </p:set>
                                    <p:animEffect transition="in" filter="diamond(in)">
                                      <p:cBhvr>
                                        <p:cTn id="43" dur="2000"/>
                                        <p:tgtEl>
                                          <p:spTgt spid="1046544"/>
                                        </p:tgtEl>
                                      </p:cBhvr>
                                    </p:animEffect>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5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10284</TotalTime>
  <Words>5522</Words>
  <Application>Microsoft Office PowerPoint</Application>
  <PresentationFormat>宽屏</PresentationFormat>
  <Paragraphs>762</Paragraphs>
  <Slides>22</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楷体</vt:lpstr>
      <vt:lpstr>隶书</vt:lpstr>
      <vt:lpstr>思源黑体 CN Heavy</vt:lpstr>
      <vt:lpstr>Arial</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579</cp:revision>
  <dcterms:created xsi:type="dcterms:W3CDTF">1999-05-31T10:27:02Z</dcterms:created>
  <dcterms:modified xsi:type="dcterms:W3CDTF">2022-05-16T07:41:27Z</dcterms:modified>
</cp:coreProperties>
</file>